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85" r:id="rId5"/>
    <p:sldId id="286" r:id="rId6"/>
    <p:sldId id="292" r:id="rId7"/>
    <p:sldId id="287" r:id="rId8"/>
    <p:sldId id="288" r:id="rId9"/>
    <p:sldId id="289" r:id="rId10"/>
    <p:sldId id="293" r:id="rId11"/>
    <p:sldId id="290" r:id="rId12"/>
    <p:sldId id="294" r:id="rId13"/>
    <p:sldId id="298" r:id="rId14"/>
    <p:sldId id="29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230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96" autoAdjust="0"/>
    <p:restoredTop sz="96702" autoAdjust="0"/>
  </p:normalViewPr>
  <p:slideViewPr>
    <p:cSldViewPr snapToGrid="0">
      <p:cViewPr varScale="1">
        <p:scale>
          <a:sx n="126" d="100"/>
          <a:sy n="126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5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4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8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3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1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4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26" Type="http://schemas.openxmlformats.org/officeDocument/2006/relationships/slideLayout" Target="../slideLayouts/slideLayout2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16" Type="http://schemas.openxmlformats.org/officeDocument/2006/relationships/tags" Target="../tags/tag216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tags" Target="../tags/tag182.xml"/><Relationship Id="rId217" Type="http://schemas.openxmlformats.org/officeDocument/2006/relationships/tags" Target="../tags/tag217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5" Type="http://schemas.openxmlformats.org/officeDocument/2006/relationships/tags" Target="../tags/tag65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51" Type="http://schemas.openxmlformats.org/officeDocument/2006/relationships/tags" Target="../tags/tag151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tags" Target="../tags/tag179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0" Type="http://schemas.openxmlformats.org/officeDocument/2006/relationships/tags" Target="../tags/tag220.xml"/><Relationship Id="rId225" Type="http://schemas.openxmlformats.org/officeDocument/2006/relationships/tags" Target="../tags/tag225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185" Type="http://schemas.openxmlformats.org/officeDocument/2006/relationships/tags" Target="../tags/tag18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tags" Target="../tags/tag180.xml"/><Relationship Id="rId210" Type="http://schemas.openxmlformats.org/officeDocument/2006/relationships/tags" Target="../tags/tag210.xml"/><Relationship Id="rId215" Type="http://schemas.openxmlformats.org/officeDocument/2006/relationships/tags" Target="../tags/tag215.xml"/><Relationship Id="rId26" Type="http://schemas.openxmlformats.org/officeDocument/2006/relationships/tags" Target="../tags/tag26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342.xml"/><Relationship Id="rId21" Type="http://schemas.openxmlformats.org/officeDocument/2006/relationships/tags" Target="../tags/tag246.xml"/><Relationship Id="rId63" Type="http://schemas.openxmlformats.org/officeDocument/2006/relationships/tags" Target="../tags/tag288.xml"/><Relationship Id="rId159" Type="http://schemas.openxmlformats.org/officeDocument/2006/relationships/tags" Target="../tags/tag384.xml"/><Relationship Id="rId170" Type="http://schemas.openxmlformats.org/officeDocument/2006/relationships/tags" Target="../tags/tag395.xml"/><Relationship Id="rId226" Type="http://schemas.openxmlformats.org/officeDocument/2006/relationships/tags" Target="../tags/tag451.xml"/><Relationship Id="rId268" Type="http://schemas.openxmlformats.org/officeDocument/2006/relationships/tags" Target="../tags/tag493.xml"/><Relationship Id="rId32" Type="http://schemas.openxmlformats.org/officeDocument/2006/relationships/tags" Target="../tags/tag257.xml"/><Relationship Id="rId74" Type="http://schemas.openxmlformats.org/officeDocument/2006/relationships/tags" Target="../tags/tag299.xml"/><Relationship Id="rId128" Type="http://schemas.openxmlformats.org/officeDocument/2006/relationships/tags" Target="../tags/tag353.xml"/><Relationship Id="rId5" Type="http://schemas.openxmlformats.org/officeDocument/2006/relationships/tags" Target="../tags/tag230.xml"/><Relationship Id="rId181" Type="http://schemas.openxmlformats.org/officeDocument/2006/relationships/tags" Target="../tags/tag406.xml"/><Relationship Id="rId237" Type="http://schemas.openxmlformats.org/officeDocument/2006/relationships/tags" Target="../tags/tag462.xml"/><Relationship Id="rId279" Type="http://schemas.openxmlformats.org/officeDocument/2006/relationships/tags" Target="../tags/tag504.xml"/><Relationship Id="rId22" Type="http://schemas.openxmlformats.org/officeDocument/2006/relationships/tags" Target="../tags/tag247.xml"/><Relationship Id="rId43" Type="http://schemas.openxmlformats.org/officeDocument/2006/relationships/tags" Target="../tags/tag268.xml"/><Relationship Id="rId64" Type="http://schemas.openxmlformats.org/officeDocument/2006/relationships/tags" Target="../tags/tag289.xml"/><Relationship Id="rId118" Type="http://schemas.openxmlformats.org/officeDocument/2006/relationships/tags" Target="../tags/tag343.xml"/><Relationship Id="rId139" Type="http://schemas.openxmlformats.org/officeDocument/2006/relationships/tags" Target="../tags/tag364.xml"/><Relationship Id="rId85" Type="http://schemas.openxmlformats.org/officeDocument/2006/relationships/tags" Target="../tags/tag310.xml"/><Relationship Id="rId150" Type="http://schemas.openxmlformats.org/officeDocument/2006/relationships/tags" Target="../tags/tag375.xml"/><Relationship Id="rId171" Type="http://schemas.openxmlformats.org/officeDocument/2006/relationships/tags" Target="../tags/tag396.xml"/><Relationship Id="rId192" Type="http://schemas.openxmlformats.org/officeDocument/2006/relationships/tags" Target="../tags/tag417.xml"/><Relationship Id="rId206" Type="http://schemas.openxmlformats.org/officeDocument/2006/relationships/tags" Target="../tags/tag431.xml"/><Relationship Id="rId227" Type="http://schemas.openxmlformats.org/officeDocument/2006/relationships/tags" Target="../tags/tag452.xml"/><Relationship Id="rId248" Type="http://schemas.openxmlformats.org/officeDocument/2006/relationships/tags" Target="../tags/tag473.xml"/><Relationship Id="rId269" Type="http://schemas.openxmlformats.org/officeDocument/2006/relationships/tags" Target="../tags/tag494.xml"/><Relationship Id="rId12" Type="http://schemas.openxmlformats.org/officeDocument/2006/relationships/tags" Target="../tags/tag237.xml"/><Relationship Id="rId33" Type="http://schemas.openxmlformats.org/officeDocument/2006/relationships/tags" Target="../tags/tag258.xml"/><Relationship Id="rId108" Type="http://schemas.openxmlformats.org/officeDocument/2006/relationships/tags" Target="../tags/tag333.xml"/><Relationship Id="rId129" Type="http://schemas.openxmlformats.org/officeDocument/2006/relationships/tags" Target="../tags/tag354.xml"/><Relationship Id="rId280" Type="http://schemas.openxmlformats.org/officeDocument/2006/relationships/slideLayout" Target="../slideLayouts/slideLayout2.xml"/><Relationship Id="rId54" Type="http://schemas.openxmlformats.org/officeDocument/2006/relationships/tags" Target="../tags/tag279.xml"/><Relationship Id="rId75" Type="http://schemas.openxmlformats.org/officeDocument/2006/relationships/tags" Target="../tags/tag300.xml"/><Relationship Id="rId96" Type="http://schemas.openxmlformats.org/officeDocument/2006/relationships/tags" Target="../tags/tag321.xml"/><Relationship Id="rId140" Type="http://schemas.openxmlformats.org/officeDocument/2006/relationships/tags" Target="../tags/tag365.xml"/><Relationship Id="rId161" Type="http://schemas.openxmlformats.org/officeDocument/2006/relationships/tags" Target="../tags/tag386.xml"/><Relationship Id="rId182" Type="http://schemas.openxmlformats.org/officeDocument/2006/relationships/tags" Target="../tags/tag407.xml"/><Relationship Id="rId217" Type="http://schemas.openxmlformats.org/officeDocument/2006/relationships/tags" Target="../tags/tag442.xml"/><Relationship Id="rId6" Type="http://schemas.openxmlformats.org/officeDocument/2006/relationships/tags" Target="../tags/tag231.xml"/><Relationship Id="rId238" Type="http://schemas.openxmlformats.org/officeDocument/2006/relationships/tags" Target="../tags/tag463.xml"/><Relationship Id="rId259" Type="http://schemas.openxmlformats.org/officeDocument/2006/relationships/tags" Target="../tags/tag484.xml"/><Relationship Id="rId23" Type="http://schemas.openxmlformats.org/officeDocument/2006/relationships/tags" Target="../tags/tag248.xml"/><Relationship Id="rId119" Type="http://schemas.openxmlformats.org/officeDocument/2006/relationships/tags" Target="../tags/tag344.xml"/><Relationship Id="rId270" Type="http://schemas.openxmlformats.org/officeDocument/2006/relationships/tags" Target="../tags/tag495.xml"/><Relationship Id="rId44" Type="http://schemas.openxmlformats.org/officeDocument/2006/relationships/tags" Target="../tags/tag269.xml"/><Relationship Id="rId65" Type="http://schemas.openxmlformats.org/officeDocument/2006/relationships/tags" Target="../tags/tag290.xml"/><Relationship Id="rId86" Type="http://schemas.openxmlformats.org/officeDocument/2006/relationships/tags" Target="../tags/tag311.xml"/><Relationship Id="rId130" Type="http://schemas.openxmlformats.org/officeDocument/2006/relationships/tags" Target="../tags/tag355.xml"/><Relationship Id="rId151" Type="http://schemas.openxmlformats.org/officeDocument/2006/relationships/tags" Target="../tags/tag376.xml"/><Relationship Id="rId172" Type="http://schemas.openxmlformats.org/officeDocument/2006/relationships/tags" Target="../tags/tag397.xml"/><Relationship Id="rId193" Type="http://schemas.openxmlformats.org/officeDocument/2006/relationships/tags" Target="../tags/tag418.xml"/><Relationship Id="rId207" Type="http://schemas.openxmlformats.org/officeDocument/2006/relationships/tags" Target="../tags/tag432.xml"/><Relationship Id="rId228" Type="http://schemas.openxmlformats.org/officeDocument/2006/relationships/tags" Target="../tags/tag453.xml"/><Relationship Id="rId249" Type="http://schemas.openxmlformats.org/officeDocument/2006/relationships/tags" Target="../tags/tag474.xml"/><Relationship Id="rId13" Type="http://schemas.openxmlformats.org/officeDocument/2006/relationships/tags" Target="../tags/tag238.xml"/><Relationship Id="rId109" Type="http://schemas.openxmlformats.org/officeDocument/2006/relationships/tags" Target="../tags/tag334.xml"/><Relationship Id="rId260" Type="http://schemas.openxmlformats.org/officeDocument/2006/relationships/tags" Target="../tags/tag485.xml"/><Relationship Id="rId281" Type="http://schemas.openxmlformats.org/officeDocument/2006/relationships/image" Target="../media/image2.png"/><Relationship Id="rId34" Type="http://schemas.openxmlformats.org/officeDocument/2006/relationships/tags" Target="../tags/tag259.xml"/><Relationship Id="rId55" Type="http://schemas.openxmlformats.org/officeDocument/2006/relationships/tags" Target="../tags/tag280.xml"/><Relationship Id="rId76" Type="http://schemas.openxmlformats.org/officeDocument/2006/relationships/tags" Target="../tags/tag301.xml"/><Relationship Id="rId97" Type="http://schemas.openxmlformats.org/officeDocument/2006/relationships/tags" Target="../tags/tag322.xml"/><Relationship Id="rId120" Type="http://schemas.openxmlformats.org/officeDocument/2006/relationships/tags" Target="../tags/tag345.xml"/><Relationship Id="rId141" Type="http://schemas.openxmlformats.org/officeDocument/2006/relationships/tags" Target="../tags/tag366.xml"/><Relationship Id="rId7" Type="http://schemas.openxmlformats.org/officeDocument/2006/relationships/tags" Target="../tags/tag232.xml"/><Relationship Id="rId162" Type="http://schemas.openxmlformats.org/officeDocument/2006/relationships/tags" Target="../tags/tag387.xml"/><Relationship Id="rId183" Type="http://schemas.openxmlformats.org/officeDocument/2006/relationships/tags" Target="../tags/tag408.xml"/><Relationship Id="rId218" Type="http://schemas.openxmlformats.org/officeDocument/2006/relationships/tags" Target="../tags/tag443.xml"/><Relationship Id="rId239" Type="http://schemas.openxmlformats.org/officeDocument/2006/relationships/tags" Target="../tags/tag464.xml"/><Relationship Id="rId250" Type="http://schemas.openxmlformats.org/officeDocument/2006/relationships/tags" Target="../tags/tag475.xml"/><Relationship Id="rId271" Type="http://schemas.openxmlformats.org/officeDocument/2006/relationships/tags" Target="../tags/tag496.xml"/><Relationship Id="rId24" Type="http://schemas.openxmlformats.org/officeDocument/2006/relationships/tags" Target="../tags/tag249.xml"/><Relationship Id="rId45" Type="http://schemas.openxmlformats.org/officeDocument/2006/relationships/tags" Target="../tags/tag270.xml"/><Relationship Id="rId66" Type="http://schemas.openxmlformats.org/officeDocument/2006/relationships/tags" Target="../tags/tag291.xml"/><Relationship Id="rId87" Type="http://schemas.openxmlformats.org/officeDocument/2006/relationships/tags" Target="../tags/tag312.xml"/><Relationship Id="rId110" Type="http://schemas.openxmlformats.org/officeDocument/2006/relationships/tags" Target="../tags/tag335.xml"/><Relationship Id="rId131" Type="http://schemas.openxmlformats.org/officeDocument/2006/relationships/tags" Target="../tags/tag356.xml"/><Relationship Id="rId152" Type="http://schemas.openxmlformats.org/officeDocument/2006/relationships/tags" Target="../tags/tag377.xml"/><Relationship Id="rId173" Type="http://schemas.openxmlformats.org/officeDocument/2006/relationships/tags" Target="../tags/tag398.xml"/><Relationship Id="rId194" Type="http://schemas.openxmlformats.org/officeDocument/2006/relationships/tags" Target="../tags/tag419.xml"/><Relationship Id="rId208" Type="http://schemas.openxmlformats.org/officeDocument/2006/relationships/tags" Target="../tags/tag433.xml"/><Relationship Id="rId229" Type="http://schemas.openxmlformats.org/officeDocument/2006/relationships/tags" Target="../tags/tag454.xml"/><Relationship Id="rId240" Type="http://schemas.openxmlformats.org/officeDocument/2006/relationships/tags" Target="../tags/tag465.xml"/><Relationship Id="rId261" Type="http://schemas.openxmlformats.org/officeDocument/2006/relationships/tags" Target="../tags/tag486.xml"/><Relationship Id="rId14" Type="http://schemas.openxmlformats.org/officeDocument/2006/relationships/tags" Target="../tags/tag239.xml"/><Relationship Id="rId35" Type="http://schemas.openxmlformats.org/officeDocument/2006/relationships/tags" Target="../tags/tag260.xml"/><Relationship Id="rId56" Type="http://schemas.openxmlformats.org/officeDocument/2006/relationships/tags" Target="../tags/tag281.xml"/><Relationship Id="rId77" Type="http://schemas.openxmlformats.org/officeDocument/2006/relationships/tags" Target="../tags/tag302.xml"/><Relationship Id="rId100" Type="http://schemas.openxmlformats.org/officeDocument/2006/relationships/tags" Target="../tags/tag325.xml"/><Relationship Id="rId8" Type="http://schemas.openxmlformats.org/officeDocument/2006/relationships/tags" Target="../tags/tag233.xml"/><Relationship Id="rId98" Type="http://schemas.openxmlformats.org/officeDocument/2006/relationships/tags" Target="../tags/tag323.xml"/><Relationship Id="rId121" Type="http://schemas.openxmlformats.org/officeDocument/2006/relationships/tags" Target="../tags/tag346.xml"/><Relationship Id="rId142" Type="http://schemas.openxmlformats.org/officeDocument/2006/relationships/tags" Target="../tags/tag367.xml"/><Relationship Id="rId163" Type="http://schemas.openxmlformats.org/officeDocument/2006/relationships/tags" Target="../tags/tag388.xml"/><Relationship Id="rId184" Type="http://schemas.openxmlformats.org/officeDocument/2006/relationships/tags" Target="../tags/tag409.xml"/><Relationship Id="rId219" Type="http://schemas.openxmlformats.org/officeDocument/2006/relationships/tags" Target="../tags/tag444.xml"/><Relationship Id="rId230" Type="http://schemas.openxmlformats.org/officeDocument/2006/relationships/tags" Target="../tags/tag455.xml"/><Relationship Id="rId251" Type="http://schemas.openxmlformats.org/officeDocument/2006/relationships/tags" Target="../tags/tag476.xml"/><Relationship Id="rId25" Type="http://schemas.openxmlformats.org/officeDocument/2006/relationships/tags" Target="../tags/tag250.xml"/><Relationship Id="rId46" Type="http://schemas.openxmlformats.org/officeDocument/2006/relationships/tags" Target="../tags/tag271.xml"/><Relationship Id="rId67" Type="http://schemas.openxmlformats.org/officeDocument/2006/relationships/tags" Target="../tags/tag292.xml"/><Relationship Id="rId272" Type="http://schemas.openxmlformats.org/officeDocument/2006/relationships/tags" Target="../tags/tag497.xml"/><Relationship Id="rId88" Type="http://schemas.openxmlformats.org/officeDocument/2006/relationships/tags" Target="../tags/tag313.xml"/><Relationship Id="rId111" Type="http://schemas.openxmlformats.org/officeDocument/2006/relationships/tags" Target="../tags/tag336.xml"/><Relationship Id="rId132" Type="http://schemas.openxmlformats.org/officeDocument/2006/relationships/tags" Target="../tags/tag357.xml"/><Relationship Id="rId153" Type="http://schemas.openxmlformats.org/officeDocument/2006/relationships/tags" Target="../tags/tag378.xml"/><Relationship Id="rId174" Type="http://schemas.openxmlformats.org/officeDocument/2006/relationships/tags" Target="../tags/tag399.xml"/><Relationship Id="rId195" Type="http://schemas.openxmlformats.org/officeDocument/2006/relationships/tags" Target="../tags/tag420.xml"/><Relationship Id="rId209" Type="http://schemas.openxmlformats.org/officeDocument/2006/relationships/tags" Target="../tags/tag434.xml"/><Relationship Id="rId220" Type="http://schemas.openxmlformats.org/officeDocument/2006/relationships/tags" Target="../tags/tag445.xml"/><Relationship Id="rId241" Type="http://schemas.openxmlformats.org/officeDocument/2006/relationships/tags" Target="../tags/tag466.xml"/><Relationship Id="rId15" Type="http://schemas.openxmlformats.org/officeDocument/2006/relationships/tags" Target="../tags/tag240.xml"/><Relationship Id="rId36" Type="http://schemas.openxmlformats.org/officeDocument/2006/relationships/tags" Target="../tags/tag261.xml"/><Relationship Id="rId57" Type="http://schemas.openxmlformats.org/officeDocument/2006/relationships/tags" Target="../tags/tag282.xml"/><Relationship Id="rId262" Type="http://schemas.openxmlformats.org/officeDocument/2006/relationships/tags" Target="../tags/tag487.xml"/><Relationship Id="rId78" Type="http://schemas.openxmlformats.org/officeDocument/2006/relationships/tags" Target="../tags/tag303.xml"/><Relationship Id="rId99" Type="http://schemas.openxmlformats.org/officeDocument/2006/relationships/tags" Target="../tags/tag324.xml"/><Relationship Id="rId101" Type="http://schemas.openxmlformats.org/officeDocument/2006/relationships/tags" Target="../tags/tag326.xml"/><Relationship Id="rId122" Type="http://schemas.openxmlformats.org/officeDocument/2006/relationships/tags" Target="../tags/tag347.xml"/><Relationship Id="rId143" Type="http://schemas.openxmlformats.org/officeDocument/2006/relationships/tags" Target="../tags/tag368.xml"/><Relationship Id="rId164" Type="http://schemas.openxmlformats.org/officeDocument/2006/relationships/tags" Target="../tags/tag389.xml"/><Relationship Id="rId185" Type="http://schemas.openxmlformats.org/officeDocument/2006/relationships/tags" Target="../tags/tag410.xml"/><Relationship Id="rId9" Type="http://schemas.openxmlformats.org/officeDocument/2006/relationships/tags" Target="../tags/tag234.xml"/><Relationship Id="rId210" Type="http://schemas.openxmlformats.org/officeDocument/2006/relationships/tags" Target="../tags/tag435.xml"/><Relationship Id="rId26" Type="http://schemas.openxmlformats.org/officeDocument/2006/relationships/tags" Target="../tags/tag251.xml"/><Relationship Id="rId231" Type="http://schemas.openxmlformats.org/officeDocument/2006/relationships/tags" Target="../tags/tag456.xml"/><Relationship Id="rId252" Type="http://schemas.openxmlformats.org/officeDocument/2006/relationships/tags" Target="../tags/tag477.xml"/><Relationship Id="rId273" Type="http://schemas.openxmlformats.org/officeDocument/2006/relationships/tags" Target="../tags/tag498.xml"/><Relationship Id="rId47" Type="http://schemas.openxmlformats.org/officeDocument/2006/relationships/tags" Target="../tags/tag272.xml"/><Relationship Id="rId68" Type="http://schemas.openxmlformats.org/officeDocument/2006/relationships/tags" Target="../tags/tag293.xml"/><Relationship Id="rId89" Type="http://schemas.openxmlformats.org/officeDocument/2006/relationships/tags" Target="../tags/tag314.xml"/><Relationship Id="rId112" Type="http://schemas.openxmlformats.org/officeDocument/2006/relationships/tags" Target="../tags/tag337.xml"/><Relationship Id="rId133" Type="http://schemas.openxmlformats.org/officeDocument/2006/relationships/tags" Target="../tags/tag358.xml"/><Relationship Id="rId154" Type="http://schemas.openxmlformats.org/officeDocument/2006/relationships/tags" Target="../tags/tag379.xml"/><Relationship Id="rId175" Type="http://schemas.openxmlformats.org/officeDocument/2006/relationships/tags" Target="../tags/tag400.xml"/><Relationship Id="rId196" Type="http://schemas.openxmlformats.org/officeDocument/2006/relationships/tags" Target="../tags/tag421.xml"/><Relationship Id="rId200" Type="http://schemas.openxmlformats.org/officeDocument/2006/relationships/tags" Target="../tags/tag425.xml"/><Relationship Id="rId16" Type="http://schemas.openxmlformats.org/officeDocument/2006/relationships/tags" Target="../tags/tag241.xml"/><Relationship Id="rId221" Type="http://schemas.openxmlformats.org/officeDocument/2006/relationships/tags" Target="../tags/tag446.xml"/><Relationship Id="rId242" Type="http://schemas.openxmlformats.org/officeDocument/2006/relationships/tags" Target="../tags/tag467.xml"/><Relationship Id="rId263" Type="http://schemas.openxmlformats.org/officeDocument/2006/relationships/tags" Target="../tags/tag488.xml"/><Relationship Id="rId37" Type="http://schemas.openxmlformats.org/officeDocument/2006/relationships/tags" Target="../tags/tag262.xml"/><Relationship Id="rId58" Type="http://schemas.openxmlformats.org/officeDocument/2006/relationships/tags" Target="../tags/tag283.xml"/><Relationship Id="rId79" Type="http://schemas.openxmlformats.org/officeDocument/2006/relationships/tags" Target="../tags/tag304.xml"/><Relationship Id="rId102" Type="http://schemas.openxmlformats.org/officeDocument/2006/relationships/tags" Target="../tags/tag327.xml"/><Relationship Id="rId123" Type="http://schemas.openxmlformats.org/officeDocument/2006/relationships/tags" Target="../tags/tag348.xml"/><Relationship Id="rId144" Type="http://schemas.openxmlformats.org/officeDocument/2006/relationships/tags" Target="../tags/tag369.xml"/><Relationship Id="rId90" Type="http://schemas.openxmlformats.org/officeDocument/2006/relationships/tags" Target="../tags/tag315.xml"/><Relationship Id="rId165" Type="http://schemas.openxmlformats.org/officeDocument/2006/relationships/tags" Target="../tags/tag390.xml"/><Relationship Id="rId186" Type="http://schemas.openxmlformats.org/officeDocument/2006/relationships/tags" Target="../tags/tag411.xml"/><Relationship Id="rId211" Type="http://schemas.openxmlformats.org/officeDocument/2006/relationships/tags" Target="../tags/tag436.xml"/><Relationship Id="rId232" Type="http://schemas.openxmlformats.org/officeDocument/2006/relationships/tags" Target="../tags/tag457.xml"/><Relationship Id="rId253" Type="http://schemas.openxmlformats.org/officeDocument/2006/relationships/tags" Target="../tags/tag478.xml"/><Relationship Id="rId274" Type="http://schemas.openxmlformats.org/officeDocument/2006/relationships/tags" Target="../tags/tag499.xml"/><Relationship Id="rId27" Type="http://schemas.openxmlformats.org/officeDocument/2006/relationships/tags" Target="../tags/tag252.xml"/><Relationship Id="rId48" Type="http://schemas.openxmlformats.org/officeDocument/2006/relationships/tags" Target="../tags/tag273.xml"/><Relationship Id="rId69" Type="http://schemas.openxmlformats.org/officeDocument/2006/relationships/tags" Target="../tags/tag294.xml"/><Relationship Id="rId113" Type="http://schemas.openxmlformats.org/officeDocument/2006/relationships/tags" Target="../tags/tag338.xml"/><Relationship Id="rId134" Type="http://schemas.openxmlformats.org/officeDocument/2006/relationships/tags" Target="../tags/tag359.xml"/><Relationship Id="rId80" Type="http://schemas.openxmlformats.org/officeDocument/2006/relationships/tags" Target="../tags/tag305.xml"/><Relationship Id="rId155" Type="http://schemas.openxmlformats.org/officeDocument/2006/relationships/tags" Target="../tags/tag380.xml"/><Relationship Id="rId176" Type="http://schemas.openxmlformats.org/officeDocument/2006/relationships/tags" Target="../tags/tag401.xml"/><Relationship Id="rId197" Type="http://schemas.openxmlformats.org/officeDocument/2006/relationships/tags" Target="../tags/tag422.xml"/><Relationship Id="rId201" Type="http://schemas.openxmlformats.org/officeDocument/2006/relationships/tags" Target="../tags/tag426.xml"/><Relationship Id="rId222" Type="http://schemas.openxmlformats.org/officeDocument/2006/relationships/tags" Target="../tags/tag447.xml"/><Relationship Id="rId243" Type="http://schemas.openxmlformats.org/officeDocument/2006/relationships/tags" Target="../tags/tag468.xml"/><Relationship Id="rId264" Type="http://schemas.openxmlformats.org/officeDocument/2006/relationships/tags" Target="../tags/tag489.xml"/><Relationship Id="rId17" Type="http://schemas.openxmlformats.org/officeDocument/2006/relationships/tags" Target="../tags/tag242.xml"/><Relationship Id="rId38" Type="http://schemas.openxmlformats.org/officeDocument/2006/relationships/tags" Target="../tags/tag263.xml"/><Relationship Id="rId59" Type="http://schemas.openxmlformats.org/officeDocument/2006/relationships/tags" Target="../tags/tag284.xml"/><Relationship Id="rId103" Type="http://schemas.openxmlformats.org/officeDocument/2006/relationships/tags" Target="../tags/tag328.xml"/><Relationship Id="rId124" Type="http://schemas.openxmlformats.org/officeDocument/2006/relationships/tags" Target="../tags/tag349.xml"/><Relationship Id="rId70" Type="http://schemas.openxmlformats.org/officeDocument/2006/relationships/tags" Target="../tags/tag295.xml"/><Relationship Id="rId91" Type="http://schemas.openxmlformats.org/officeDocument/2006/relationships/tags" Target="../tags/tag316.xml"/><Relationship Id="rId145" Type="http://schemas.openxmlformats.org/officeDocument/2006/relationships/tags" Target="../tags/tag370.xml"/><Relationship Id="rId166" Type="http://schemas.openxmlformats.org/officeDocument/2006/relationships/tags" Target="../tags/tag391.xml"/><Relationship Id="rId187" Type="http://schemas.openxmlformats.org/officeDocument/2006/relationships/tags" Target="../tags/tag412.xml"/><Relationship Id="rId1" Type="http://schemas.openxmlformats.org/officeDocument/2006/relationships/tags" Target="../tags/tag226.xml"/><Relationship Id="rId212" Type="http://schemas.openxmlformats.org/officeDocument/2006/relationships/tags" Target="../tags/tag437.xml"/><Relationship Id="rId233" Type="http://schemas.openxmlformats.org/officeDocument/2006/relationships/tags" Target="../tags/tag458.xml"/><Relationship Id="rId254" Type="http://schemas.openxmlformats.org/officeDocument/2006/relationships/tags" Target="../tags/tag479.xml"/><Relationship Id="rId28" Type="http://schemas.openxmlformats.org/officeDocument/2006/relationships/tags" Target="../tags/tag253.xml"/><Relationship Id="rId49" Type="http://schemas.openxmlformats.org/officeDocument/2006/relationships/tags" Target="../tags/tag274.xml"/><Relationship Id="rId114" Type="http://schemas.openxmlformats.org/officeDocument/2006/relationships/tags" Target="../tags/tag339.xml"/><Relationship Id="rId275" Type="http://schemas.openxmlformats.org/officeDocument/2006/relationships/tags" Target="../tags/tag500.xml"/><Relationship Id="rId60" Type="http://schemas.openxmlformats.org/officeDocument/2006/relationships/tags" Target="../tags/tag285.xml"/><Relationship Id="rId81" Type="http://schemas.openxmlformats.org/officeDocument/2006/relationships/tags" Target="../tags/tag306.xml"/><Relationship Id="rId135" Type="http://schemas.openxmlformats.org/officeDocument/2006/relationships/tags" Target="../tags/tag360.xml"/><Relationship Id="rId156" Type="http://schemas.openxmlformats.org/officeDocument/2006/relationships/tags" Target="../tags/tag381.xml"/><Relationship Id="rId177" Type="http://schemas.openxmlformats.org/officeDocument/2006/relationships/tags" Target="../tags/tag402.xml"/><Relationship Id="rId198" Type="http://schemas.openxmlformats.org/officeDocument/2006/relationships/tags" Target="../tags/tag423.xml"/><Relationship Id="rId202" Type="http://schemas.openxmlformats.org/officeDocument/2006/relationships/tags" Target="../tags/tag427.xml"/><Relationship Id="rId223" Type="http://schemas.openxmlformats.org/officeDocument/2006/relationships/tags" Target="../tags/tag448.xml"/><Relationship Id="rId244" Type="http://schemas.openxmlformats.org/officeDocument/2006/relationships/tags" Target="../tags/tag469.xml"/><Relationship Id="rId18" Type="http://schemas.openxmlformats.org/officeDocument/2006/relationships/tags" Target="../tags/tag243.xml"/><Relationship Id="rId39" Type="http://schemas.openxmlformats.org/officeDocument/2006/relationships/tags" Target="../tags/tag264.xml"/><Relationship Id="rId265" Type="http://schemas.openxmlformats.org/officeDocument/2006/relationships/tags" Target="../tags/tag490.xml"/><Relationship Id="rId50" Type="http://schemas.openxmlformats.org/officeDocument/2006/relationships/tags" Target="../tags/tag275.xml"/><Relationship Id="rId104" Type="http://schemas.openxmlformats.org/officeDocument/2006/relationships/tags" Target="../tags/tag329.xml"/><Relationship Id="rId125" Type="http://schemas.openxmlformats.org/officeDocument/2006/relationships/tags" Target="../tags/tag350.xml"/><Relationship Id="rId146" Type="http://schemas.openxmlformats.org/officeDocument/2006/relationships/tags" Target="../tags/tag371.xml"/><Relationship Id="rId167" Type="http://schemas.openxmlformats.org/officeDocument/2006/relationships/tags" Target="../tags/tag392.xml"/><Relationship Id="rId188" Type="http://schemas.openxmlformats.org/officeDocument/2006/relationships/tags" Target="../tags/tag413.xml"/><Relationship Id="rId71" Type="http://schemas.openxmlformats.org/officeDocument/2006/relationships/tags" Target="../tags/tag296.xml"/><Relationship Id="rId92" Type="http://schemas.openxmlformats.org/officeDocument/2006/relationships/tags" Target="../tags/tag317.xml"/><Relationship Id="rId213" Type="http://schemas.openxmlformats.org/officeDocument/2006/relationships/tags" Target="../tags/tag438.xml"/><Relationship Id="rId234" Type="http://schemas.openxmlformats.org/officeDocument/2006/relationships/tags" Target="../tags/tag459.xml"/><Relationship Id="rId2" Type="http://schemas.openxmlformats.org/officeDocument/2006/relationships/tags" Target="../tags/tag227.xml"/><Relationship Id="rId29" Type="http://schemas.openxmlformats.org/officeDocument/2006/relationships/tags" Target="../tags/tag254.xml"/><Relationship Id="rId255" Type="http://schemas.openxmlformats.org/officeDocument/2006/relationships/tags" Target="../tags/tag480.xml"/><Relationship Id="rId276" Type="http://schemas.openxmlformats.org/officeDocument/2006/relationships/tags" Target="../tags/tag501.xml"/><Relationship Id="rId40" Type="http://schemas.openxmlformats.org/officeDocument/2006/relationships/tags" Target="../tags/tag265.xml"/><Relationship Id="rId115" Type="http://schemas.openxmlformats.org/officeDocument/2006/relationships/tags" Target="../tags/tag340.xml"/><Relationship Id="rId136" Type="http://schemas.openxmlformats.org/officeDocument/2006/relationships/tags" Target="../tags/tag361.xml"/><Relationship Id="rId157" Type="http://schemas.openxmlformats.org/officeDocument/2006/relationships/tags" Target="../tags/tag382.xml"/><Relationship Id="rId178" Type="http://schemas.openxmlformats.org/officeDocument/2006/relationships/tags" Target="../tags/tag403.xml"/><Relationship Id="rId61" Type="http://schemas.openxmlformats.org/officeDocument/2006/relationships/tags" Target="../tags/tag286.xml"/><Relationship Id="rId82" Type="http://schemas.openxmlformats.org/officeDocument/2006/relationships/tags" Target="../tags/tag307.xml"/><Relationship Id="rId199" Type="http://schemas.openxmlformats.org/officeDocument/2006/relationships/tags" Target="../tags/tag424.xml"/><Relationship Id="rId203" Type="http://schemas.openxmlformats.org/officeDocument/2006/relationships/tags" Target="../tags/tag428.xml"/><Relationship Id="rId19" Type="http://schemas.openxmlformats.org/officeDocument/2006/relationships/tags" Target="../tags/tag244.xml"/><Relationship Id="rId224" Type="http://schemas.openxmlformats.org/officeDocument/2006/relationships/tags" Target="../tags/tag449.xml"/><Relationship Id="rId245" Type="http://schemas.openxmlformats.org/officeDocument/2006/relationships/tags" Target="../tags/tag470.xml"/><Relationship Id="rId266" Type="http://schemas.openxmlformats.org/officeDocument/2006/relationships/tags" Target="../tags/tag491.xml"/><Relationship Id="rId30" Type="http://schemas.openxmlformats.org/officeDocument/2006/relationships/tags" Target="../tags/tag255.xml"/><Relationship Id="rId105" Type="http://schemas.openxmlformats.org/officeDocument/2006/relationships/tags" Target="../tags/tag330.xml"/><Relationship Id="rId126" Type="http://schemas.openxmlformats.org/officeDocument/2006/relationships/tags" Target="../tags/tag351.xml"/><Relationship Id="rId147" Type="http://schemas.openxmlformats.org/officeDocument/2006/relationships/tags" Target="../tags/tag372.xml"/><Relationship Id="rId168" Type="http://schemas.openxmlformats.org/officeDocument/2006/relationships/tags" Target="../tags/tag393.xml"/><Relationship Id="rId51" Type="http://schemas.openxmlformats.org/officeDocument/2006/relationships/tags" Target="../tags/tag276.xml"/><Relationship Id="rId72" Type="http://schemas.openxmlformats.org/officeDocument/2006/relationships/tags" Target="../tags/tag297.xml"/><Relationship Id="rId93" Type="http://schemas.openxmlformats.org/officeDocument/2006/relationships/tags" Target="../tags/tag318.xml"/><Relationship Id="rId189" Type="http://schemas.openxmlformats.org/officeDocument/2006/relationships/tags" Target="../tags/tag414.xml"/><Relationship Id="rId3" Type="http://schemas.openxmlformats.org/officeDocument/2006/relationships/tags" Target="../tags/tag228.xml"/><Relationship Id="rId214" Type="http://schemas.openxmlformats.org/officeDocument/2006/relationships/tags" Target="../tags/tag439.xml"/><Relationship Id="rId235" Type="http://schemas.openxmlformats.org/officeDocument/2006/relationships/tags" Target="../tags/tag460.xml"/><Relationship Id="rId256" Type="http://schemas.openxmlformats.org/officeDocument/2006/relationships/tags" Target="../tags/tag481.xml"/><Relationship Id="rId277" Type="http://schemas.openxmlformats.org/officeDocument/2006/relationships/tags" Target="../tags/tag502.xml"/><Relationship Id="rId116" Type="http://schemas.openxmlformats.org/officeDocument/2006/relationships/tags" Target="../tags/tag341.xml"/><Relationship Id="rId137" Type="http://schemas.openxmlformats.org/officeDocument/2006/relationships/tags" Target="../tags/tag362.xml"/><Relationship Id="rId158" Type="http://schemas.openxmlformats.org/officeDocument/2006/relationships/tags" Target="../tags/tag383.xml"/><Relationship Id="rId20" Type="http://schemas.openxmlformats.org/officeDocument/2006/relationships/tags" Target="../tags/tag245.xml"/><Relationship Id="rId41" Type="http://schemas.openxmlformats.org/officeDocument/2006/relationships/tags" Target="../tags/tag266.xml"/><Relationship Id="rId62" Type="http://schemas.openxmlformats.org/officeDocument/2006/relationships/tags" Target="../tags/tag287.xml"/><Relationship Id="rId83" Type="http://schemas.openxmlformats.org/officeDocument/2006/relationships/tags" Target="../tags/tag308.xml"/><Relationship Id="rId179" Type="http://schemas.openxmlformats.org/officeDocument/2006/relationships/tags" Target="../tags/tag404.xml"/><Relationship Id="rId190" Type="http://schemas.openxmlformats.org/officeDocument/2006/relationships/tags" Target="../tags/tag415.xml"/><Relationship Id="rId204" Type="http://schemas.openxmlformats.org/officeDocument/2006/relationships/tags" Target="../tags/tag429.xml"/><Relationship Id="rId225" Type="http://schemas.openxmlformats.org/officeDocument/2006/relationships/tags" Target="../tags/tag450.xml"/><Relationship Id="rId246" Type="http://schemas.openxmlformats.org/officeDocument/2006/relationships/tags" Target="../tags/tag471.xml"/><Relationship Id="rId267" Type="http://schemas.openxmlformats.org/officeDocument/2006/relationships/tags" Target="../tags/tag492.xml"/><Relationship Id="rId106" Type="http://schemas.openxmlformats.org/officeDocument/2006/relationships/tags" Target="../tags/tag331.xml"/><Relationship Id="rId127" Type="http://schemas.openxmlformats.org/officeDocument/2006/relationships/tags" Target="../tags/tag352.xml"/><Relationship Id="rId10" Type="http://schemas.openxmlformats.org/officeDocument/2006/relationships/tags" Target="../tags/tag235.xml"/><Relationship Id="rId31" Type="http://schemas.openxmlformats.org/officeDocument/2006/relationships/tags" Target="../tags/tag256.xml"/><Relationship Id="rId52" Type="http://schemas.openxmlformats.org/officeDocument/2006/relationships/tags" Target="../tags/tag277.xml"/><Relationship Id="rId73" Type="http://schemas.openxmlformats.org/officeDocument/2006/relationships/tags" Target="../tags/tag298.xml"/><Relationship Id="rId94" Type="http://schemas.openxmlformats.org/officeDocument/2006/relationships/tags" Target="../tags/tag319.xml"/><Relationship Id="rId148" Type="http://schemas.openxmlformats.org/officeDocument/2006/relationships/tags" Target="../tags/tag373.xml"/><Relationship Id="rId169" Type="http://schemas.openxmlformats.org/officeDocument/2006/relationships/tags" Target="../tags/tag394.xml"/><Relationship Id="rId4" Type="http://schemas.openxmlformats.org/officeDocument/2006/relationships/tags" Target="../tags/tag229.xml"/><Relationship Id="rId180" Type="http://schemas.openxmlformats.org/officeDocument/2006/relationships/tags" Target="../tags/tag405.xml"/><Relationship Id="rId215" Type="http://schemas.openxmlformats.org/officeDocument/2006/relationships/tags" Target="../tags/tag440.xml"/><Relationship Id="rId236" Type="http://schemas.openxmlformats.org/officeDocument/2006/relationships/tags" Target="../tags/tag461.xml"/><Relationship Id="rId257" Type="http://schemas.openxmlformats.org/officeDocument/2006/relationships/tags" Target="../tags/tag482.xml"/><Relationship Id="rId278" Type="http://schemas.openxmlformats.org/officeDocument/2006/relationships/tags" Target="../tags/tag503.xml"/><Relationship Id="rId42" Type="http://schemas.openxmlformats.org/officeDocument/2006/relationships/tags" Target="../tags/tag267.xml"/><Relationship Id="rId84" Type="http://schemas.openxmlformats.org/officeDocument/2006/relationships/tags" Target="../tags/tag309.xml"/><Relationship Id="rId138" Type="http://schemas.openxmlformats.org/officeDocument/2006/relationships/tags" Target="../tags/tag363.xml"/><Relationship Id="rId191" Type="http://schemas.openxmlformats.org/officeDocument/2006/relationships/tags" Target="../tags/tag416.xml"/><Relationship Id="rId205" Type="http://schemas.openxmlformats.org/officeDocument/2006/relationships/tags" Target="../tags/tag430.xml"/><Relationship Id="rId247" Type="http://schemas.openxmlformats.org/officeDocument/2006/relationships/tags" Target="../tags/tag472.xml"/><Relationship Id="rId107" Type="http://schemas.openxmlformats.org/officeDocument/2006/relationships/tags" Target="../tags/tag332.xml"/><Relationship Id="rId11" Type="http://schemas.openxmlformats.org/officeDocument/2006/relationships/tags" Target="../tags/tag236.xml"/><Relationship Id="rId53" Type="http://schemas.openxmlformats.org/officeDocument/2006/relationships/tags" Target="../tags/tag278.xml"/><Relationship Id="rId149" Type="http://schemas.openxmlformats.org/officeDocument/2006/relationships/tags" Target="../tags/tag374.xml"/><Relationship Id="rId95" Type="http://schemas.openxmlformats.org/officeDocument/2006/relationships/tags" Target="../tags/tag320.xml"/><Relationship Id="rId160" Type="http://schemas.openxmlformats.org/officeDocument/2006/relationships/tags" Target="../tags/tag385.xml"/><Relationship Id="rId216" Type="http://schemas.openxmlformats.org/officeDocument/2006/relationships/tags" Target="../tags/tag441.xml"/><Relationship Id="rId258" Type="http://schemas.openxmlformats.org/officeDocument/2006/relationships/tags" Target="../tags/tag48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530.xml"/><Relationship Id="rId21" Type="http://schemas.openxmlformats.org/officeDocument/2006/relationships/tags" Target="../tags/tag525.xml"/><Relationship Id="rId42" Type="http://schemas.openxmlformats.org/officeDocument/2006/relationships/tags" Target="../tags/tag546.xml"/><Relationship Id="rId47" Type="http://schemas.openxmlformats.org/officeDocument/2006/relationships/tags" Target="../tags/tag551.xml"/><Relationship Id="rId63" Type="http://schemas.openxmlformats.org/officeDocument/2006/relationships/tags" Target="../tags/tag567.xml"/><Relationship Id="rId68" Type="http://schemas.openxmlformats.org/officeDocument/2006/relationships/tags" Target="../tags/tag572.xml"/><Relationship Id="rId16" Type="http://schemas.openxmlformats.org/officeDocument/2006/relationships/tags" Target="../tags/tag520.xml"/><Relationship Id="rId11" Type="http://schemas.openxmlformats.org/officeDocument/2006/relationships/tags" Target="../tags/tag515.xml"/><Relationship Id="rId24" Type="http://schemas.openxmlformats.org/officeDocument/2006/relationships/tags" Target="../tags/tag528.xml"/><Relationship Id="rId32" Type="http://schemas.openxmlformats.org/officeDocument/2006/relationships/tags" Target="../tags/tag536.xml"/><Relationship Id="rId37" Type="http://schemas.openxmlformats.org/officeDocument/2006/relationships/tags" Target="../tags/tag541.xml"/><Relationship Id="rId40" Type="http://schemas.openxmlformats.org/officeDocument/2006/relationships/tags" Target="../tags/tag544.xml"/><Relationship Id="rId45" Type="http://schemas.openxmlformats.org/officeDocument/2006/relationships/tags" Target="../tags/tag549.xml"/><Relationship Id="rId53" Type="http://schemas.openxmlformats.org/officeDocument/2006/relationships/tags" Target="../tags/tag557.xml"/><Relationship Id="rId58" Type="http://schemas.openxmlformats.org/officeDocument/2006/relationships/tags" Target="../tags/tag562.xml"/><Relationship Id="rId66" Type="http://schemas.openxmlformats.org/officeDocument/2006/relationships/tags" Target="../tags/tag570.xml"/><Relationship Id="rId74" Type="http://schemas.openxmlformats.org/officeDocument/2006/relationships/tags" Target="../tags/tag578.xml"/><Relationship Id="rId5" Type="http://schemas.openxmlformats.org/officeDocument/2006/relationships/tags" Target="../tags/tag509.xml"/><Relationship Id="rId61" Type="http://schemas.openxmlformats.org/officeDocument/2006/relationships/tags" Target="../tags/tag565.xml"/><Relationship Id="rId19" Type="http://schemas.openxmlformats.org/officeDocument/2006/relationships/tags" Target="../tags/tag523.xml"/><Relationship Id="rId14" Type="http://schemas.openxmlformats.org/officeDocument/2006/relationships/tags" Target="../tags/tag518.xml"/><Relationship Id="rId22" Type="http://schemas.openxmlformats.org/officeDocument/2006/relationships/tags" Target="../tags/tag526.xml"/><Relationship Id="rId27" Type="http://schemas.openxmlformats.org/officeDocument/2006/relationships/tags" Target="../tags/tag531.xml"/><Relationship Id="rId30" Type="http://schemas.openxmlformats.org/officeDocument/2006/relationships/tags" Target="../tags/tag534.xml"/><Relationship Id="rId35" Type="http://schemas.openxmlformats.org/officeDocument/2006/relationships/tags" Target="../tags/tag539.xml"/><Relationship Id="rId43" Type="http://schemas.openxmlformats.org/officeDocument/2006/relationships/tags" Target="../tags/tag547.xml"/><Relationship Id="rId48" Type="http://schemas.openxmlformats.org/officeDocument/2006/relationships/tags" Target="../tags/tag552.xml"/><Relationship Id="rId56" Type="http://schemas.openxmlformats.org/officeDocument/2006/relationships/tags" Target="../tags/tag560.xml"/><Relationship Id="rId64" Type="http://schemas.openxmlformats.org/officeDocument/2006/relationships/tags" Target="../tags/tag568.xml"/><Relationship Id="rId69" Type="http://schemas.openxmlformats.org/officeDocument/2006/relationships/tags" Target="../tags/tag573.xml"/><Relationship Id="rId77" Type="http://schemas.openxmlformats.org/officeDocument/2006/relationships/image" Target="../media/image8.png"/><Relationship Id="rId8" Type="http://schemas.openxmlformats.org/officeDocument/2006/relationships/tags" Target="../tags/tag512.xml"/><Relationship Id="rId51" Type="http://schemas.openxmlformats.org/officeDocument/2006/relationships/tags" Target="../tags/tag555.xml"/><Relationship Id="rId72" Type="http://schemas.openxmlformats.org/officeDocument/2006/relationships/tags" Target="../tags/tag576.xml"/><Relationship Id="rId3" Type="http://schemas.openxmlformats.org/officeDocument/2006/relationships/tags" Target="../tags/tag507.xml"/><Relationship Id="rId12" Type="http://schemas.openxmlformats.org/officeDocument/2006/relationships/tags" Target="../tags/tag516.xml"/><Relationship Id="rId17" Type="http://schemas.openxmlformats.org/officeDocument/2006/relationships/tags" Target="../tags/tag521.xml"/><Relationship Id="rId25" Type="http://schemas.openxmlformats.org/officeDocument/2006/relationships/tags" Target="../tags/tag529.xml"/><Relationship Id="rId33" Type="http://schemas.openxmlformats.org/officeDocument/2006/relationships/tags" Target="../tags/tag537.xml"/><Relationship Id="rId38" Type="http://schemas.openxmlformats.org/officeDocument/2006/relationships/tags" Target="../tags/tag542.xml"/><Relationship Id="rId46" Type="http://schemas.openxmlformats.org/officeDocument/2006/relationships/tags" Target="../tags/tag550.xml"/><Relationship Id="rId59" Type="http://schemas.openxmlformats.org/officeDocument/2006/relationships/tags" Target="../tags/tag563.xml"/><Relationship Id="rId67" Type="http://schemas.openxmlformats.org/officeDocument/2006/relationships/tags" Target="../tags/tag571.xml"/><Relationship Id="rId20" Type="http://schemas.openxmlformats.org/officeDocument/2006/relationships/tags" Target="../tags/tag524.xml"/><Relationship Id="rId41" Type="http://schemas.openxmlformats.org/officeDocument/2006/relationships/tags" Target="../tags/tag545.xml"/><Relationship Id="rId54" Type="http://schemas.openxmlformats.org/officeDocument/2006/relationships/tags" Target="../tags/tag558.xml"/><Relationship Id="rId62" Type="http://schemas.openxmlformats.org/officeDocument/2006/relationships/tags" Target="../tags/tag566.xml"/><Relationship Id="rId70" Type="http://schemas.openxmlformats.org/officeDocument/2006/relationships/tags" Target="../tags/tag574.xml"/><Relationship Id="rId75" Type="http://schemas.openxmlformats.org/officeDocument/2006/relationships/slideLayout" Target="../slideLayouts/slideLayout2.xml"/><Relationship Id="rId1" Type="http://schemas.openxmlformats.org/officeDocument/2006/relationships/tags" Target="../tags/tag505.xml"/><Relationship Id="rId6" Type="http://schemas.openxmlformats.org/officeDocument/2006/relationships/tags" Target="../tags/tag510.xml"/><Relationship Id="rId15" Type="http://schemas.openxmlformats.org/officeDocument/2006/relationships/tags" Target="../tags/tag519.xml"/><Relationship Id="rId23" Type="http://schemas.openxmlformats.org/officeDocument/2006/relationships/tags" Target="../tags/tag527.xml"/><Relationship Id="rId28" Type="http://schemas.openxmlformats.org/officeDocument/2006/relationships/tags" Target="../tags/tag532.xml"/><Relationship Id="rId36" Type="http://schemas.openxmlformats.org/officeDocument/2006/relationships/tags" Target="../tags/tag540.xml"/><Relationship Id="rId49" Type="http://schemas.openxmlformats.org/officeDocument/2006/relationships/tags" Target="../tags/tag553.xml"/><Relationship Id="rId57" Type="http://schemas.openxmlformats.org/officeDocument/2006/relationships/tags" Target="../tags/tag561.xml"/><Relationship Id="rId10" Type="http://schemas.openxmlformats.org/officeDocument/2006/relationships/tags" Target="../tags/tag514.xml"/><Relationship Id="rId31" Type="http://schemas.openxmlformats.org/officeDocument/2006/relationships/tags" Target="../tags/tag535.xml"/><Relationship Id="rId44" Type="http://schemas.openxmlformats.org/officeDocument/2006/relationships/tags" Target="../tags/tag548.xml"/><Relationship Id="rId52" Type="http://schemas.openxmlformats.org/officeDocument/2006/relationships/tags" Target="../tags/tag556.xml"/><Relationship Id="rId60" Type="http://schemas.openxmlformats.org/officeDocument/2006/relationships/tags" Target="../tags/tag564.xml"/><Relationship Id="rId65" Type="http://schemas.openxmlformats.org/officeDocument/2006/relationships/tags" Target="../tags/tag569.xml"/><Relationship Id="rId73" Type="http://schemas.openxmlformats.org/officeDocument/2006/relationships/tags" Target="../tags/tag577.xml"/><Relationship Id="rId78" Type="http://schemas.microsoft.com/office/2007/relationships/hdphoto" Target="../media/hdphoto1.wdp"/><Relationship Id="rId4" Type="http://schemas.openxmlformats.org/officeDocument/2006/relationships/tags" Target="../tags/tag508.xml"/><Relationship Id="rId9" Type="http://schemas.openxmlformats.org/officeDocument/2006/relationships/tags" Target="../tags/tag513.xml"/><Relationship Id="rId13" Type="http://schemas.openxmlformats.org/officeDocument/2006/relationships/tags" Target="../tags/tag517.xml"/><Relationship Id="rId18" Type="http://schemas.openxmlformats.org/officeDocument/2006/relationships/tags" Target="../tags/tag522.xml"/><Relationship Id="rId39" Type="http://schemas.openxmlformats.org/officeDocument/2006/relationships/tags" Target="../tags/tag543.xml"/><Relationship Id="rId34" Type="http://schemas.openxmlformats.org/officeDocument/2006/relationships/tags" Target="../tags/tag538.xml"/><Relationship Id="rId50" Type="http://schemas.openxmlformats.org/officeDocument/2006/relationships/tags" Target="../tags/tag554.xml"/><Relationship Id="rId55" Type="http://schemas.openxmlformats.org/officeDocument/2006/relationships/tags" Target="../tags/tag559.xml"/><Relationship Id="rId76" Type="http://schemas.openxmlformats.org/officeDocument/2006/relationships/image" Target="../media/image7.png"/><Relationship Id="rId7" Type="http://schemas.openxmlformats.org/officeDocument/2006/relationships/tags" Target="../tags/tag511.xml"/><Relationship Id="rId71" Type="http://schemas.openxmlformats.org/officeDocument/2006/relationships/tags" Target="../tags/tag575.xml"/><Relationship Id="rId2" Type="http://schemas.openxmlformats.org/officeDocument/2006/relationships/tags" Target="../tags/tag506.xml"/><Relationship Id="rId29" Type="http://schemas.openxmlformats.org/officeDocument/2006/relationships/tags" Target="../tags/tag53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tags" Target="../tags/tag695.xml"/><Relationship Id="rId299" Type="http://schemas.openxmlformats.org/officeDocument/2006/relationships/tags" Target="../tags/tag877.xml"/><Relationship Id="rId21" Type="http://schemas.openxmlformats.org/officeDocument/2006/relationships/tags" Target="../tags/tag599.xml"/><Relationship Id="rId63" Type="http://schemas.openxmlformats.org/officeDocument/2006/relationships/tags" Target="../tags/tag641.xml"/><Relationship Id="rId159" Type="http://schemas.openxmlformats.org/officeDocument/2006/relationships/tags" Target="../tags/tag737.xml"/><Relationship Id="rId324" Type="http://schemas.openxmlformats.org/officeDocument/2006/relationships/tags" Target="../tags/tag902.xml"/><Relationship Id="rId170" Type="http://schemas.openxmlformats.org/officeDocument/2006/relationships/tags" Target="../tags/tag748.xml"/><Relationship Id="rId226" Type="http://schemas.openxmlformats.org/officeDocument/2006/relationships/tags" Target="../tags/tag804.xml"/><Relationship Id="rId268" Type="http://schemas.openxmlformats.org/officeDocument/2006/relationships/tags" Target="../tags/tag846.xml"/><Relationship Id="rId32" Type="http://schemas.openxmlformats.org/officeDocument/2006/relationships/tags" Target="../tags/tag610.xml"/><Relationship Id="rId74" Type="http://schemas.openxmlformats.org/officeDocument/2006/relationships/tags" Target="../tags/tag652.xml"/><Relationship Id="rId128" Type="http://schemas.openxmlformats.org/officeDocument/2006/relationships/tags" Target="../tags/tag706.xml"/><Relationship Id="rId335" Type="http://schemas.openxmlformats.org/officeDocument/2006/relationships/tags" Target="../tags/tag913.xml"/><Relationship Id="rId5" Type="http://schemas.openxmlformats.org/officeDocument/2006/relationships/tags" Target="../tags/tag583.xml"/><Relationship Id="rId181" Type="http://schemas.openxmlformats.org/officeDocument/2006/relationships/tags" Target="../tags/tag759.xml"/><Relationship Id="rId237" Type="http://schemas.openxmlformats.org/officeDocument/2006/relationships/tags" Target="../tags/tag815.xml"/><Relationship Id="rId279" Type="http://schemas.openxmlformats.org/officeDocument/2006/relationships/tags" Target="../tags/tag857.xml"/><Relationship Id="rId43" Type="http://schemas.openxmlformats.org/officeDocument/2006/relationships/tags" Target="../tags/tag621.xml"/><Relationship Id="rId139" Type="http://schemas.openxmlformats.org/officeDocument/2006/relationships/tags" Target="../tags/tag717.xml"/><Relationship Id="rId290" Type="http://schemas.openxmlformats.org/officeDocument/2006/relationships/tags" Target="../tags/tag868.xml"/><Relationship Id="rId304" Type="http://schemas.openxmlformats.org/officeDocument/2006/relationships/tags" Target="../tags/tag882.xml"/><Relationship Id="rId85" Type="http://schemas.openxmlformats.org/officeDocument/2006/relationships/tags" Target="../tags/tag663.xml"/><Relationship Id="rId150" Type="http://schemas.openxmlformats.org/officeDocument/2006/relationships/tags" Target="../tags/tag728.xml"/><Relationship Id="rId192" Type="http://schemas.openxmlformats.org/officeDocument/2006/relationships/tags" Target="../tags/tag770.xml"/><Relationship Id="rId206" Type="http://schemas.openxmlformats.org/officeDocument/2006/relationships/tags" Target="../tags/tag784.xml"/><Relationship Id="rId248" Type="http://schemas.openxmlformats.org/officeDocument/2006/relationships/tags" Target="../tags/tag826.xml"/><Relationship Id="rId12" Type="http://schemas.openxmlformats.org/officeDocument/2006/relationships/tags" Target="../tags/tag590.xml"/><Relationship Id="rId108" Type="http://schemas.openxmlformats.org/officeDocument/2006/relationships/tags" Target="../tags/tag686.xml"/><Relationship Id="rId315" Type="http://schemas.openxmlformats.org/officeDocument/2006/relationships/tags" Target="../tags/tag893.xml"/><Relationship Id="rId54" Type="http://schemas.openxmlformats.org/officeDocument/2006/relationships/tags" Target="../tags/tag632.xml"/><Relationship Id="rId96" Type="http://schemas.openxmlformats.org/officeDocument/2006/relationships/tags" Target="../tags/tag674.xml"/><Relationship Id="rId161" Type="http://schemas.openxmlformats.org/officeDocument/2006/relationships/tags" Target="../tags/tag739.xml"/><Relationship Id="rId217" Type="http://schemas.openxmlformats.org/officeDocument/2006/relationships/tags" Target="../tags/tag795.xml"/><Relationship Id="rId259" Type="http://schemas.openxmlformats.org/officeDocument/2006/relationships/tags" Target="../tags/tag837.xml"/><Relationship Id="rId23" Type="http://schemas.openxmlformats.org/officeDocument/2006/relationships/tags" Target="../tags/tag601.xml"/><Relationship Id="rId119" Type="http://schemas.openxmlformats.org/officeDocument/2006/relationships/tags" Target="../tags/tag697.xml"/><Relationship Id="rId270" Type="http://schemas.openxmlformats.org/officeDocument/2006/relationships/tags" Target="../tags/tag848.xml"/><Relationship Id="rId326" Type="http://schemas.openxmlformats.org/officeDocument/2006/relationships/tags" Target="../tags/tag904.xml"/><Relationship Id="rId65" Type="http://schemas.openxmlformats.org/officeDocument/2006/relationships/tags" Target="../tags/tag643.xml"/><Relationship Id="rId130" Type="http://schemas.openxmlformats.org/officeDocument/2006/relationships/tags" Target="../tags/tag708.xml"/><Relationship Id="rId172" Type="http://schemas.openxmlformats.org/officeDocument/2006/relationships/tags" Target="../tags/tag750.xml"/><Relationship Id="rId228" Type="http://schemas.openxmlformats.org/officeDocument/2006/relationships/tags" Target="../tags/tag806.xml"/><Relationship Id="rId281" Type="http://schemas.openxmlformats.org/officeDocument/2006/relationships/tags" Target="../tags/tag859.xml"/><Relationship Id="rId337" Type="http://schemas.openxmlformats.org/officeDocument/2006/relationships/tags" Target="../tags/tag915.xml"/><Relationship Id="rId34" Type="http://schemas.openxmlformats.org/officeDocument/2006/relationships/tags" Target="../tags/tag612.xml"/><Relationship Id="rId76" Type="http://schemas.openxmlformats.org/officeDocument/2006/relationships/tags" Target="../tags/tag654.xml"/><Relationship Id="rId141" Type="http://schemas.openxmlformats.org/officeDocument/2006/relationships/tags" Target="../tags/tag719.xml"/><Relationship Id="rId7" Type="http://schemas.openxmlformats.org/officeDocument/2006/relationships/tags" Target="../tags/tag585.xml"/><Relationship Id="rId183" Type="http://schemas.openxmlformats.org/officeDocument/2006/relationships/tags" Target="../tags/tag761.xml"/><Relationship Id="rId239" Type="http://schemas.openxmlformats.org/officeDocument/2006/relationships/tags" Target="../tags/tag817.xml"/><Relationship Id="rId250" Type="http://schemas.openxmlformats.org/officeDocument/2006/relationships/tags" Target="../tags/tag828.xml"/><Relationship Id="rId292" Type="http://schemas.openxmlformats.org/officeDocument/2006/relationships/tags" Target="../tags/tag870.xml"/><Relationship Id="rId306" Type="http://schemas.openxmlformats.org/officeDocument/2006/relationships/tags" Target="../tags/tag884.xml"/><Relationship Id="rId45" Type="http://schemas.openxmlformats.org/officeDocument/2006/relationships/tags" Target="../tags/tag623.xml"/><Relationship Id="rId87" Type="http://schemas.openxmlformats.org/officeDocument/2006/relationships/tags" Target="../tags/tag665.xml"/><Relationship Id="rId110" Type="http://schemas.openxmlformats.org/officeDocument/2006/relationships/tags" Target="../tags/tag688.xml"/><Relationship Id="rId152" Type="http://schemas.openxmlformats.org/officeDocument/2006/relationships/tags" Target="../tags/tag730.xml"/><Relationship Id="rId173" Type="http://schemas.openxmlformats.org/officeDocument/2006/relationships/tags" Target="../tags/tag751.xml"/><Relationship Id="rId194" Type="http://schemas.openxmlformats.org/officeDocument/2006/relationships/tags" Target="../tags/tag772.xml"/><Relationship Id="rId208" Type="http://schemas.openxmlformats.org/officeDocument/2006/relationships/tags" Target="../tags/tag786.xml"/><Relationship Id="rId229" Type="http://schemas.openxmlformats.org/officeDocument/2006/relationships/tags" Target="../tags/tag807.xml"/><Relationship Id="rId240" Type="http://schemas.openxmlformats.org/officeDocument/2006/relationships/tags" Target="../tags/tag818.xml"/><Relationship Id="rId261" Type="http://schemas.openxmlformats.org/officeDocument/2006/relationships/tags" Target="../tags/tag839.xml"/><Relationship Id="rId14" Type="http://schemas.openxmlformats.org/officeDocument/2006/relationships/tags" Target="../tags/tag592.xml"/><Relationship Id="rId35" Type="http://schemas.openxmlformats.org/officeDocument/2006/relationships/tags" Target="../tags/tag613.xml"/><Relationship Id="rId56" Type="http://schemas.openxmlformats.org/officeDocument/2006/relationships/tags" Target="../tags/tag634.xml"/><Relationship Id="rId77" Type="http://schemas.openxmlformats.org/officeDocument/2006/relationships/tags" Target="../tags/tag655.xml"/><Relationship Id="rId100" Type="http://schemas.openxmlformats.org/officeDocument/2006/relationships/tags" Target="../tags/tag678.xml"/><Relationship Id="rId282" Type="http://schemas.openxmlformats.org/officeDocument/2006/relationships/tags" Target="../tags/tag860.xml"/><Relationship Id="rId317" Type="http://schemas.openxmlformats.org/officeDocument/2006/relationships/tags" Target="../tags/tag895.xml"/><Relationship Id="rId338" Type="http://schemas.openxmlformats.org/officeDocument/2006/relationships/tags" Target="../tags/tag916.xml"/><Relationship Id="rId8" Type="http://schemas.openxmlformats.org/officeDocument/2006/relationships/tags" Target="../tags/tag586.xml"/><Relationship Id="rId98" Type="http://schemas.openxmlformats.org/officeDocument/2006/relationships/tags" Target="../tags/tag676.xml"/><Relationship Id="rId121" Type="http://schemas.openxmlformats.org/officeDocument/2006/relationships/tags" Target="../tags/tag699.xml"/><Relationship Id="rId142" Type="http://schemas.openxmlformats.org/officeDocument/2006/relationships/tags" Target="../tags/tag720.xml"/><Relationship Id="rId163" Type="http://schemas.openxmlformats.org/officeDocument/2006/relationships/tags" Target="../tags/tag741.xml"/><Relationship Id="rId184" Type="http://schemas.openxmlformats.org/officeDocument/2006/relationships/tags" Target="../tags/tag762.xml"/><Relationship Id="rId219" Type="http://schemas.openxmlformats.org/officeDocument/2006/relationships/tags" Target="../tags/tag797.xml"/><Relationship Id="rId230" Type="http://schemas.openxmlformats.org/officeDocument/2006/relationships/tags" Target="../tags/tag808.xml"/><Relationship Id="rId251" Type="http://schemas.openxmlformats.org/officeDocument/2006/relationships/tags" Target="../tags/tag829.xml"/><Relationship Id="rId25" Type="http://schemas.openxmlformats.org/officeDocument/2006/relationships/tags" Target="../tags/tag603.xml"/><Relationship Id="rId46" Type="http://schemas.openxmlformats.org/officeDocument/2006/relationships/tags" Target="../tags/tag624.xml"/><Relationship Id="rId67" Type="http://schemas.openxmlformats.org/officeDocument/2006/relationships/tags" Target="../tags/tag645.xml"/><Relationship Id="rId272" Type="http://schemas.openxmlformats.org/officeDocument/2006/relationships/tags" Target="../tags/tag850.xml"/><Relationship Id="rId293" Type="http://schemas.openxmlformats.org/officeDocument/2006/relationships/tags" Target="../tags/tag871.xml"/><Relationship Id="rId307" Type="http://schemas.openxmlformats.org/officeDocument/2006/relationships/tags" Target="../tags/tag885.xml"/><Relationship Id="rId328" Type="http://schemas.openxmlformats.org/officeDocument/2006/relationships/tags" Target="../tags/tag906.xml"/><Relationship Id="rId88" Type="http://schemas.openxmlformats.org/officeDocument/2006/relationships/tags" Target="../tags/tag666.xml"/><Relationship Id="rId111" Type="http://schemas.openxmlformats.org/officeDocument/2006/relationships/tags" Target="../tags/tag689.xml"/><Relationship Id="rId132" Type="http://schemas.openxmlformats.org/officeDocument/2006/relationships/tags" Target="../tags/tag710.xml"/><Relationship Id="rId153" Type="http://schemas.openxmlformats.org/officeDocument/2006/relationships/tags" Target="../tags/tag731.xml"/><Relationship Id="rId174" Type="http://schemas.openxmlformats.org/officeDocument/2006/relationships/tags" Target="../tags/tag752.xml"/><Relationship Id="rId195" Type="http://schemas.openxmlformats.org/officeDocument/2006/relationships/tags" Target="../tags/tag773.xml"/><Relationship Id="rId209" Type="http://schemas.openxmlformats.org/officeDocument/2006/relationships/tags" Target="../tags/tag787.xml"/><Relationship Id="rId220" Type="http://schemas.openxmlformats.org/officeDocument/2006/relationships/tags" Target="../tags/tag798.xml"/><Relationship Id="rId241" Type="http://schemas.openxmlformats.org/officeDocument/2006/relationships/tags" Target="../tags/tag819.xml"/><Relationship Id="rId15" Type="http://schemas.openxmlformats.org/officeDocument/2006/relationships/tags" Target="../tags/tag593.xml"/><Relationship Id="rId36" Type="http://schemas.openxmlformats.org/officeDocument/2006/relationships/tags" Target="../tags/tag614.xml"/><Relationship Id="rId57" Type="http://schemas.openxmlformats.org/officeDocument/2006/relationships/tags" Target="../tags/tag635.xml"/><Relationship Id="rId262" Type="http://schemas.openxmlformats.org/officeDocument/2006/relationships/tags" Target="../tags/tag840.xml"/><Relationship Id="rId283" Type="http://schemas.openxmlformats.org/officeDocument/2006/relationships/tags" Target="../tags/tag861.xml"/><Relationship Id="rId318" Type="http://schemas.openxmlformats.org/officeDocument/2006/relationships/tags" Target="../tags/tag896.xml"/><Relationship Id="rId339" Type="http://schemas.openxmlformats.org/officeDocument/2006/relationships/tags" Target="../tags/tag917.xml"/><Relationship Id="rId78" Type="http://schemas.openxmlformats.org/officeDocument/2006/relationships/tags" Target="../tags/tag656.xml"/><Relationship Id="rId99" Type="http://schemas.openxmlformats.org/officeDocument/2006/relationships/tags" Target="../tags/tag677.xml"/><Relationship Id="rId101" Type="http://schemas.openxmlformats.org/officeDocument/2006/relationships/tags" Target="../tags/tag679.xml"/><Relationship Id="rId122" Type="http://schemas.openxmlformats.org/officeDocument/2006/relationships/tags" Target="../tags/tag700.xml"/><Relationship Id="rId143" Type="http://schemas.openxmlformats.org/officeDocument/2006/relationships/tags" Target="../tags/tag721.xml"/><Relationship Id="rId164" Type="http://schemas.openxmlformats.org/officeDocument/2006/relationships/tags" Target="../tags/tag742.xml"/><Relationship Id="rId185" Type="http://schemas.openxmlformats.org/officeDocument/2006/relationships/tags" Target="../tags/tag763.xml"/><Relationship Id="rId9" Type="http://schemas.openxmlformats.org/officeDocument/2006/relationships/tags" Target="../tags/tag587.xml"/><Relationship Id="rId210" Type="http://schemas.openxmlformats.org/officeDocument/2006/relationships/tags" Target="../tags/tag788.xml"/><Relationship Id="rId26" Type="http://schemas.openxmlformats.org/officeDocument/2006/relationships/tags" Target="../tags/tag604.xml"/><Relationship Id="rId231" Type="http://schemas.openxmlformats.org/officeDocument/2006/relationships/tags" Target="../tags/tag809.xml"/><Relationship Id="rId252" Type="http://schemas.openxmlformats.org/officeDocument/2006/relationships/tags" Target="../tags/tag830.xml"/><Relationship Id="rId273" Type="http://schemas.openxmlformats.org/officeDocument/2006/relationships/tags" Target="../tags/tag851.xml"/><Relationship Id="rId294" Type="http://schemas.openxmlformats.org/officeDocument/2006/relationships/tags" Target="../tags/tag872.xml"/><Relationship Id="rId308" Type="http://schemas.openxmlformats.org/officeDocument/2006/relationships/tags" Target="../tags/tag886.xml"/><Relationship Id="rId329" Type="http://schemas.openxmlformats.org/officeDocument/2006/relationships/tags" Target="../tags/tag907.xml"/><Relationship Id="rId47" Type="http://schemas.openxmlformats.org/officeDocument/2006/relationships/tags" Target="../tags/tag625.xml"/><Relationship Id="rId68" Type="http://schemas.openxmlformats.org/officeDocument/2006/relationships/tags" Target="../tags/tag646.xml"/><Relationship Id="rId89" Type="http://schemas.openxmlformats.org/officeDocument/2006/relationships/tags" Target="../tags/tag667.xml"/><Relationship Id="rId112" Type="http://schemas.openxmlformats.org/officeDocument/2006/relationships/tags" Target="../tags/tag690.xml"/><Relationship Id="rId133" Type="http://schemas.openxmlformats.org/officeDocument/2006/relationships/tags" Target="../tags/tag711.xml"/><Relationship Id="rId154" Type="http://schemas.openxmlformats.org/officeDocument/2006/relationships/tags" Target="../tags/tag732.xml"/><Relationship Id="rId175" Type="http://schemas.openxmlformats.org/officeDocument/2006/relationships/tags" Target="../tags/tag753.xml"/><Relationship Id="rId340" Type="http://schemas.openxmlformats.org/officeDocument/2006/relationships/slideLayout" Target="../slideLayouts/slideLayout2.xml"/><Relationship Id="rId196" Type="http://schemas.openxmlformats.org/officeDocument/2006/relationships/tags" Target="../tags/tag774.xml"/><Relationship Id="rId200" Type="http://schemas.openxmlformats.org/officeDocument/2006/relationships/tags" Target="../tags/tag778.xml"/><Relationship Id="rId16" Type="http://schemas.openxmlformats.org/officeDocument/2006/relationships/tags" Target="../tags/tag594.xml"/><Relationship Id="rId221" Type="http://schemas.openxmlformats.org/officeDocument/2006/relationships/tags" Target="../tags/tag799.xml"/><Relationship Id="rId242" Type="http://schemas.openxmlformats.org/officeDocument/2006/relationships/tags" Target="../tags/tag820.xml"/><Relationship Id="rId263" Type="http://schemas.openxmlformats.org/officeDocument/2006/relationships/tags" Target="../tags/tag841.xml"/><Relationship Id="rId284" Type="http://schemas.openxmlformats.org/officeDocument/2006/relationships/tags" Target="../tags/tag862.xml"/><Relationship Id="rId319" Type="http://schemas.openxmlformats.org/officeDocument/2006/relationships/tags" Target="../tags/tag897.xml"/><Relationship Id="rId37" Type="http://schemas.openxmlformats.org/officeDocument/2006/relationships/tags" Target="../tags/tag615.xml"/><Relationship Id="rId58" Type="http://schemas.openxmlformats.org/officeDocument/2006/relationships/tags" Target="../tags/tag636.xml"/><Relationship Id="rId79" Type="http://schemas.openxmlformats.org/officeDocument/2006/relationships/tags" Target="../tags/tag657.xml"/><Relationship Id="rId102" Type="http://schemas.openxmlformats.org/officeDocument/2006/relationships/tags" Target="../tags/tag680.xml"/><Relationship Id="rId123" Type="http://schemas.openxmlformats.org/officeDocument/2006/relationships/tags" Target="../tags/tag701.xml"/><Relationship Id="rId144" Type="http://schemas.openxmlformats.org/officeDocument/2006/relationships/tags" Target="../tags/tag722.xml"/><Relationship Id="rId330" Type="http://schemas.openxmlformats.org/officeDocument/2006/relationships/tags" Target="../tags/tag908.xml"/><Relationship Id="rId90" Type="http://schemas.openxmlformats.org/officeDocument/2006/relationships/tags" Target="../tags/tag668.xml"/><Relationship Id="rId165" Type="http://schemas.openxmlformats.org/officeDocument/2006/relationships/tags" Target="../tags/tag743.xml"/><Relationship Id="rId186" Type="http://schemas.openxmlformats.org/officeDocument/2006/relationships/tags" Target="../tags/tag764.xml"/><Relationship Id="rId211" Type="http://schemas.openxmlformats.org/officeDocument/2006/relationships/tags" Target="../tags/tag789.xml"/><Relationship Id="rId232" Type="http://schemas.openxmlformats.org/officeDocument/2006/relationships/tags" Target="../tags/tag810.xml"/><Relationship Id="rId253" Type="http://schemas.openxmlformats.org/officeDocument/2006/relationships/tags" Target="../tags/tag831.xml"/><Relationship Id="rId274" Type="http://schemas.openxmlformats.org/officeDocument/2006/relationships/tags" Target="../tags/tag852.xml"/><Relationship Id="rId295" Type="http://schemas.openxmlformats.org/officeDocument/2006/relationships/tags" Target="../tags/tag873.xml"/><Relationship Id="rId309" Type="http://schemas.openxmlformats.org/officeDocument/2006/relationships/tags" Target="../tags/tag887.xml"/><Relationship Id="rId27" Type="http://schemas.openxmlformats.org/officeDocument/2006/relationships/tags" Target="../tags/tag605.xml"/><Relationship Id="rId48" Type="http://schemas.openxmlformats.org/officeDocument/2006/relationships/tags" Target="../tags/tag626.xml"/><Relationship Id="rId69" Type="http://schemas.openxmlformats.org/officeDocument/2006/relationships/tags" Target="../tags/tag647.xml"/><Relationship Id="rId113" Type="http://schemas.openxmlformats.org/officeDocument/2006/relationships/tags" Target="../tags/tag691.xml"/><Relationship Id="rId134" Type="http://schemas.openxmlformats.org/officeDocument/2006/relationships/tags" Target="../tags/tag712.xml"/><Relationship Id="rId320" Type="http://schemas.openxmlformats.org/officeDocument/2006/relationships/tags" Target="../tags/tag898.xml"/><Relationship Id="rId80" Type="http://schemas.openxmlformats.org/officeDocument/2006/relationships/tags" Target="../tags/tag658.xml"/><Relationship Id="rId155" Type="http://schemas.openxmlformats.org/officeDocument/2006/relationships/tags" Target="../tags/tag733.xml"/><Relationship Id="rId176" Type="http://schemas.openxmlformats.org/officeDocument/2006/relationships/tags" Target="../tags/tag754.xml"/><Relationship Id="rId197" Type="http://schemas.openxmlformats.org/officeDocument/2006/relationships/tags" Target="../tags/tag775.xml"/><Relationship Id="rId201" Type="http://schemas.openxmlformats.org/officeDocument/2006/relationships/tags" Target="../tags/tag779.xml"/><Relationship Id="rId222" Type="http://schemas.openxmlformats.org/officeDocument/2006/relationships/tags" Target="../tags/tag800.xml"/><Relationship Id="rId243" Type="http://schemas.openxmlformats.org/officeDocument/2006/relationships/tags" Target="../tags/tag821.xml"/><Relationship Id="rId264" Type="http://schemas.openxmlformats.org/officeDocument/2006/relationships/tags" Target="../tags/tag842.xml"/><Relationship Id="rId285" Type="http://schemas.openxmlformats.org/officeDocument/2006/relationships/tags" Target="../tags/tag863.xml"/><Relationship Id="rId17" Type="http://schemas.openxmlformats.org/officeDocument/2006/relationships/tags" Target="../tags/tag595.xml"/><Relationship Id="rId38" Type="http://schemas.openxmlformats.org/officeDocument/2006/relationships/tags" Target="../tags/tag616.xml"/><Relationship Id="rId59" Type="http://schemas.openxmlformats.org/officeDocument/2006/relationships/tags" Target="../tags/tag637.xml"/><Relationship Id="rId103" Type="http://schemas.openxmlformats.org/officeDocument/2006/relationships/tags" Target="../tags/tag681.xml"/><Relationship Id="rId124" Type="http://schemas.openxmlformats.org/officeDocument/2006/relationships/tags" Target="../tags/tag702.xml"/><Relationship Id="rId310" Type="http://schemas.openxmlformats.org/officeDocument/2006/relationships/tags" Target="../tags/tag888.xml"/><Relationship Id="rId70" Type="http://schemas.openxmlformats.org/officeDocument/2006/relationships/tags" Target="../tags/tag648.xml"/><Relationship Id="rId91" Type="http://schemas.openxmlformats.org/officeDocument/2006/relationships/tags" Target="../tags/tag669.xml"/><Relationship Id="rId145" Type="http://schemas.openxmlformats.org/officeDocument/2006/relationships/tags" Target="../tags/tag723.xml"/><Relationship Id="rId166" Type="http://schemas.openxmlformats.org/officeDocument/2006/relationships/tags" Target="../tags/tag744.xml"/><Relationship Id="rId187" Type="http://schemas.openxmlformats.org/officeDocument/2006/relationships/tags" Target="../tags/tag765.xml"/><Relationship Id="rId331" Type="http://schemas.openxmlformats.org/officeDocument/2006/relationships/tags" Target="../tags/tag909.xml"/><Relationship Id="rId1" Type="http://schemas.openxmlformats.org/officeDocument/2006/relationships/tags" Target="../tags/tag579.xml"/><Relationship Id="rId212" Type="http://schemas.openxmlformats.org/officeDocument/2006/relationships/tags" Target="../tags/tag790.xml"/><Relationship Id="rId233" Type="http://schemas.openxmlformats.org/officeDocument/2006/relationships/tags" Target="../tags/tag811.xml"/><Relationship Id="rId254" Type="http://schemas.openxmlformats.org/officeDocument/2006/relationships/tags" Target="../tags/tag832.xml"/><Relationship Id="rId28" Type="http://schemas.openxmlformats.org/officeDocument/2006/relationships/tags" Target="../tags/tag606.xml"/><Relationship Id="rId49" Type="http://schemas.openxmlformats.org/officeDocument/2006/relationships/tags" Target="../tags/tag627.xml"/><Relationship Id="rId114" Type="http://schemas.openxmlformats.org/officeDocument/2006/relationships/tags" Target="../tags/tag692.xml"/><Relationship Id="rId275" Type="http://schemas.openxmlformats.org/officeDocument/2006/relationships/tags" Target="../tags/tag853.xml"/><Relationship Id="rId296" Type="http://schemas.openxmlformats.org/officeDocument/2006/relationships/tags" Target="../tags/tag874.xml"/><Relationship Id="rId300" Type="http://schemas.openxmlformats.org/officeDocument/2006/relationships/tags" Target="../tags/tag878.xml"/><Relationship Id="rId60" Type="http://schemas.openxmlformats.org/officeDocument/2006/relationships/tags" Target="../tags/tag638.xml"/><Relationship Id="rId81" Type="http://schemas.openxmlformats.org/officeDocument/2006/relationships/tags" Target="../tags/tag659.xml"/><Relationship Id="rId135" Type="http://schemas.openxmlformats.org/officeDocument/2006/relationships/tags" Target="../tags/tag713.xml"/><Relationship Id="rId156" Type="http://schemas.openxmlformats.org/officeDocument/2006/relationships/tags" Target="../tags/tag734.xml"/><Relationship Id="rId177" Type="http://schemas.openxmlformats.org/officeDocument/2006/relationships/tags" Target="../tags/tag755.xml"/><Relationship Id="rId198" Type="http://schemas.openxmlformats.org/officeDocument/2006/relationships/tags" Target="../tags/tag776.xml"/><Relationship Id="rId321" Type="http://schemas.openxmlformats.org/officeDocument/2006/relationships/tags" Target="../tags/tag899.xml"/><Relationship Id="rId202" Type="http://schemas.openxmlformats.org/officeDocument/2006/relationships/tags" Target="../tags/tag780.xml"/><Relationship Id="rId223" Type="http://schemas.openxmlformats.org/officeDocument/2006/relationships/tags" Target="../tags/tag801.xml"/><Relationship Id="rId244" Type="http://schemas.openxmlformats.org/officeDocument/2006/relationships/tags" Target="../tags/tag822.xml"/><Relationship Id="rId18" Type="http://schemas.openxmlformats.org/officeDocument/2006/relationships/tags" Target="../tags/tag596.xml"/><Relationship Id="rId39" Type="http://schemas.openxmlformats.org/officeDocument/2006/relationships/tags" Target="../tags/tag617.xml"/><Relationship Id="rId265" Type="http://schemas.openxmlformats.org/officeDocument/2006/relationships/tags" Target="../tags/tag843.xml"/><Relationship Id="rId286" Type="http://schemas.openxmlformats.org/officeDocument/2006/relationships/tags" Target="../tags/tag864.xml"/><Relationship Id="rId50" Type="http://schemas.openxmlformats.org/officeDocument/2006/relationships/tags" Target="../tags/tag628.xml"/><Relationship Id="rId104" Type="http://schemas.openxmlformats.org/officeDocument/2006/relationships/tags" Target="../tags/tag682.xml"/><Relationship Id="rId125" Type="http://schemas.openxmlformats.org/officeDocument/2006/relationships/tags" Target="../tags/tag703.xml"/><Relationship Id="rId146" Type="http://schemas.openxmlformats.org/officeDocument/2006/relationships/tags" Target="../tags/tag724.xml"/><Relationship Id="rId167" Type="http://schemas.openxmlformats.org/officeDocument/2006/relationships/tags" Target="../tags/tag745.xml"/><Relationship Id="rId188" Type="http://schemas.openxmlformats.org/officeDocument/2006/relationships/tags" Target="../tags/tag766.xml"/><Relationship Id="rId311" Type="http://schemas.openxmlformats.org/officeDocument/2006/relationships/tags" Target="../tags/tag889.xml"/><Relationship Id="rId332" Type="http://schemas.openxmlformats.org/officeDocument/2006/relationships/tags" Target="../tags/tag910.xml"/><Relationship Id="rId71" Type="http://schemas.openxmlformats.org/officeDocument/2006/relationships/tags" Target="../tags/tag649.xml"/><Relationship Id="rId92" Type="http://schemas.openxmlformats.org/officeDocument/2006/relationships/tags" Target="../tags/tag670.xml"/><Relationship Id="rId213" Type="http://schemas.openxmlformats.org/officeDocument/2006/relationships/tags" Target="../tags/tag791.xml"/><Relationship Id="rId234" Type="http://schemas.openxmlformats.org/officeDocument/2006/relationships/tags" Target="../tags/tag812.xml"/><Relationship Id="rId2" Type="http://schemas.openxmlformats.org/officeDocument/2006/relationships/tags" Target="../tags/tag580.xml"/><Relationship Id="rId29" Type="http://schemas.openxmlformats.org/officeDocument/2006/relationships/tags" Target="../tags/tag607.xml"/><Relationship Id="rId255" Type="http://schemas.openxmlformats.org/officeDocument/2006/relationships/tags" Target="../tags/tag833.xml"/><Relationship Id="rId276" Type="http://schemas.openxmlformats.org/officeDocument/2006/relationships/tags" Target="../tags/tag854.xml"/><Relationship Id="rId297" Type="http://schemas.openxmlformats.org/officeDocument/2006/relationships/tags" Target="../tags/tag875.xml"/><Relationship Id="rId40" Type="http://schemas.openxmlformats.org/officeDocument/2006/relationships/tags" Target="../tags/tag618.xml"/><Relationship Id="rId115" Type="http://schemas.openxmlformats.org/officeDocument/2006/relationships/tags" Target="../tags/tag693.xml"/><Relationship Id="rId136" Type="http://schemas.openxmlformats.org/officeDocument/2006/relationships/tags" Target="../tags/tag714.xml"/><Relationship Id="rId157" Type="http://schemas.openxmlformats.org/officeDocument/2006/relationships/tags" Target="../tags/tag735.xml"/><Relationship Id="rId178" Type="http://schemas.openxmlformats.org/officeDocument/2006/relationships/tags" Target="../tags/tag756.xml"/><Relationship Id="rId301" Type="http://schemas.openxmlformats.org/officeDocument/2006/relationships/tags" Target="../tags/tag879.xml"/><Relationship Id="rId322" Type="http://schemas.openxmlformats.org/officeDocument/2006/relationships/tags" Target="../tags/tag900.xml"/><Relationship Id="rId61" Type="http://schemas.openxmlformats.org/officeDocument/2006/relationships/tags" Target="../tags/tag639.xml"/><Relationship Id="rId82" Type="http://schemas.openxmlformats.org/officeDocument/2006/relationships/tags" Target="../tags/tag660.xml"/><Relationship Id="rId199" Type="http://schemas.openxmlformats.org/officeDocument/2006/relationships/tags" Target="../tags/tag777.xml"/><Relationship Id="rId203" Type="http://schemas.openxmlformats.org/officeDocument/2006/relationships/tags" Target="../tags/tag781.xml"/><Relationship Id="rId19" Type="http://schemas.openxmlformats.org/officeDocument/2006/relationships/tags" Target="../tags/tag597.xml"/><Relationship Id="rId224" Type="http://schemas.openxmlformats.org/officeDocument/2006/relationships/tags" Target="../tags/tag802.xml"/><Relationship Id="rId245" Type="http://schemas.openxmlformats.org/officeDocument/2006/relationships/tags" Target="../tags/tag823.xml"/><Relationship Id="rId266" Type="http://schemas.openxmlformats.org/officeDocument/2006/relationships/tags" Target="../tags/tag844.xml"/><Relationship Id="rId287" Type="http://schemas.openxmlformats.org/officeDocument/2006/relationships/tags" Target="../tags/tag865.xml"/><Relationship Id="rId30" Type="http://schemas.openxmlformats.org/officeDocument/2006/relationships/tags" Target="../tags/tag608.xml"/><Relationship Id="rId105" Type="http://schemas.openxmlformats.org/officeDocument/2006/relationships/tags" Target="../tags/tag683.xml"/><Relationship Id="rId126" Type="http://schemas.openxmlformats.org/officeDocument/2006/relationships/tags" Target="../tags/tag704.xml"/><Relationship Id="rId147" Type="http://schemas.openxmlformats.org/officeDocument/2006/relationships/tags" Target="../tags/tag725.xml"/><Relationship Id="rId168" Type="http://schemas.openxmlformats.org/officeDocument/2006/relationships/tags" Target="../tags/tag746.xml"/><Relationship Id="rId312" Type="http://schemas.openxmlformats.org/officeDocument/2006/relationships/tags" Target="../tags/tag890.xml"/><Relationship Id="rId333" Type="http://schemas.openxmlformats.org/officeDocument/2006/relationships/tags" Target="../tags/tag911.xml"/><Relationship Id="rId51" Type="http://schemas.openxmlformats.org/officeDocument/2006/relationships/tags" Target="../tags/tag629.xml"/><Relationship Id="rId72" Type="http://schemas.openxmlformats.org/officeDocument/2006/relationships/tags" Target="../tags/tag650.xml"/><Relationship Id="rId93" Type="http://schemas.openxmlformats.org/officeDocument/2006/relationships/tags" Target="../tags/tag671.xml"/><Relationship Id="rId189" Type="http://schemas.openxmlformats.org/officeDocument/2006/relationships/tags" Target="../tags/tag767.xml"/><Relationship Id="rId3" Type="http://schemas.openxmlformats.org/officeDocument/2006/relationships/tags" Target="../tags/tag581.xml"/><Relationship Id="rId214" Type="http://schemas.openxmlformats.org/officeDocument/2006/relationships/tags" Target="../tags/tag792.xml"/><Relationship Id="rId235" Type="http://schemas.openxmlformats.org/officeDocument/2006/relationships/tags" Target="../tags/tag813.xml"/><Relationship Id="rId256" Type="http://schemas.openxmlformats.org/officeDocument/2006/relationships/tags" Target="../tags/tag834.xml"/><Relationship Id="rId277" Type="http://schemas.openxmlformats.org/officeDocument/2006/relationships/tags" Target="../tags/tag855.xml"/><Relationship Id="rId298" Type="http://schemas.openxmlformats.org/officeDocument/2006/relationships/tags" Target="../tags/tag876.xml"/><Relationship Id="rId116" Type="http://schemas.openxmlformats.org/officeDocument/2006/relationships/tags" Target="../tags/tag694.xml"/><Relationship Id="rId137" Type="http://schemas.openxmlformats.org/officeDocument/2006/relationships/tags" Target="../tags/tag715.xml"/><Relationship Id="rId158" Type="http://schemas.openxmlformats.org/officeDocument/2006/relationships/tags" Target="../tags/tag736.xml"/><Relationship Id="rId302" Type="http://schemas.openxmlformats.org/officeDocument/2006/relationships/tags" Target="../tags/tag880.xml"/><Relationship Id="rId323" Type="http://schemas.openxmlformats.org/officeDocument/2006/relationships/tags" Target="../tags/tag901.xml"/><Relationship Id="rId20" Type="http://schemas.openxmlformats.org/officeDocument/2006/relationships/tags" Target="../tags/tag598.xml"/><Relationship Id="rId41" Type="http://schemas.openxmlformats.org/officeDocument/2006/relationships/tags" Target="../tags/tag619.xml"/><Relationship Id="rId62" Type="http://schemas.openxmlformats.org/officeDocument/2006/relationships/tags" Target="../tags/tag640.xml"/><Relationship Id="rId83" Type="http://schemas.openxmlformats.org/officeDocument/2006/relationships/tags" Target="../tags/tag661.xml"/><Relationship Id="rId179" Type="http://schemas.openxmlformats.org/officeDocument/2006/relationships/tags" Target="../tags/tag757.xml"/><Relationship Id="rId190" Type="http://schemas.openxmlformats.org/officeDocument/2006/relationships/tags" Target="../tags/tag768.xml"/><Relationship Id="rId204" Type="http://schemas.openxmlformats.org/officeDocument/2006/relationships/tags" Target="../tags/tag782.xml"/><Relationship Id="rId225" Type="http://schemas.openxmlformats.org/officeDocument/2006/relationships/tags" Target="../tags/tag803.xml"/><Relationship Id="rId246" Type="http://schemas.openxmlformats.org/officeDocument/2006/relationships/tags" Target="../tags/tag824.xml"/><Relationship Id="rId267" Type="http://schemas.openxmlformats.org/officeDocument/2006/relationships/tags" Target="../tags/tag845.xml"/><Relationship Id="rId288" Type="http://schemas.openxmlformats.org/officeDocument/2006/relationships/tags" Target="../tags/tag866.xml"/><Relationship Id="rId106" Type="http://schemas.openxmlformats.org/officeDocument/2006/relationships/tags" Target="../tags/tag684.xml"/><Relationship Id="rId127" Type="http://schemas.openxmlformats.org/officeDocument/2006/relationships/tags" Target="../tags/tag705.xml"/><Relationship Id="rId313" Type="http://schemas.openxmlformats.org/officeDocument/2006/relationships/tags" Target="../tags/tag891.xml"/><Relationship Id="rId10" Type="http://schemas.openxmlformats.org/officeDocument/2006/relationships/tags" Target="../tags/tag588.xml"/><Relationship Id="rId31" Type="http://schemas.openxmlformats.org/officeDocument/2006/relationships/tags" Target="../tags/tag609.xml"/><Relationship Id="rId52" Type="http://schemas.openxmlformats.org/officeDocument/2006/relationships/tags" Target="../tags/tag630.xml"/><Relationship Id="rId73" Type="http://schemas.openxmlformats.org/officeDocument/2006/relationships/tags" Target="../tags/tag651.xml"/><Relationship Id="rId94" Type="http://schemas.openxmlformats.org/officeDocument/2006/relationships/tags" Target="../tags/tag672.xml"/><Relationship Id="rId148" Type="http://schemas.openxmlformats.org/officeDocument/2006/relationships/tags" Target="../tags/tag726.xml"/><Relationship Id="rId169" Type="http://schemas.openxmlformats.org/officeDocument/2006/relationships/tags" Target="../tags/tag747.xml"/><Relationship Id="rId334" Type="http://schemas.openxmlformats.org/officeDocument/2006/relationships/tags" Target="../tags/tag912.xml"/><Relationship Id="rId4" Type="http://schemas.openxmlformats.org/officeDocument/2006/relationships/tags" Target="../tags/tag582.xml"/><Relationship Id="rId180" Type="http://schemas.openxmlformats.org/officeDocument/2006/relationships/tags" Target="../tags/tag758.xml"/><Relationship Id="rId215" Type="http://schemas.openxmlformats.org/officeDocument/2006/relationships/tags" Target="../tags/tag793.xml"/><Relationship Id="rId236" Type="http://schemas.openxmlformats.org/officeDocument/2006/relationships/tags" Target="../tags/tag814.xml"/><Relationship Id="rId257" Type="http://schemas.openxmlformats.org/officeDocument/2006/relationships/tags" Target="../tags/tag835.xml"/><Relationship Id="rId278" Type="http://schemas.openxmlformats.org/officeDocument/2006/relationships/tags" Target="../tags/tag856.xml"/><Relationship Id="rId303" Type="http://schemas.openxmlformats.org/officeDocument/2006/relationships/tags" Target="../tags/tag881.xml"/><Relationship Id="rId42" Type="http://schemas.openxmlformats.org/officeDocument/2006/relationships/tags" Target="../tags/tag620.xml"/><Relationship Id="rId84" Type="http://schemas.openxmlformats.org/officeDocument/2006/relationships/tags" Target="../tags/tag662.xml"/><Relationship Id="rId138" Type="http://schemas.openxmlformats.org/officeDocument/2006/relationships/tags" Target="../tags/tag716.xml"/><Relationship Id="rId191" Type="http://schemas.openxmlformats.org/officeDocument/2006/relationships/tags" Target="../tags/tag769.xml"/><Relationship Id="rId205" Type="http://schemas.openxmlformats.org/officeDocument/2006/relationships/tags" Target="../tags/tag783.xml"/><Relationship Id="rId247" Type="http://schemas.openxmlformats.org/officeDocument/2006/relationships/tags" Target="../tags/tag825.xml"/><Relationship Id="rId107" Type="http://schemas.openxmlformats.org/officeDocument/2006/relationships/tags" Target="../tags/tag685.xml"/><Relationship Id="rId289" Type="http://schemas.openxmlformats.org/officeDocument/2006/relationships/tags" Target="../tags/tag867.xml"/><Relationship Id="rId11" Type="http://schemas.openxmlformats.org/officeDocument/2006/relationships/tags" Target="../tags/tag589.xml"/><Relationship Id="rId53" Type="http://schemas.openxmlformats.org/officeDocument/2006/relationships/tags" Target="../tags/tag631.xml"/><Relationship Id="rId149" Type="http://schemas.openxmlformats.org/officeDocument/2006/relationships/tags" Target="../tags/tag727.xml"/><Relationship Id="rId314" Type="http://schemas.openxmlformats.org/officeDocument/2006/relationships/tags" Target="../tags/tag892.xml"/><Relationship Id="rId95" Type="http://schemas.openxmlformats.org/officeDocument/2006/relationships/tags" Target="../tags/tag673.xml"/><Relationship Id="rId160" Type="http://schemas.openxmlformats.org/officeDocument/2006/relationships/tags" Target="../tags/tag738.xml"/><Relationship Id="rId216" Type="http://schemas.openxmlformats.org/officeDocument/2006/relationships/tags" Target="../tags/tag794.xml"/><Relationship Id="rId258" Type="http://schemas.openxmlformats.org/officeDocument/2006/relationships/tags" Target="../tags/tag836.xml"/><Relationship Id="rId22" Type="http://schemas.openxmlformats.org/officeDocument/2006/relationships/tags" Target="../tags/tag600.xml"/><Relationship Id="rId64" Type="http://schemas.openxmlformats.org/officeDocument/2006/relationships/tags" Target="../tags/tag642.xml"/><Relationship Id="rId118" Type="http://schemas.openxmlformats.org/officeDocument/2006/relationships/tags" Target="../tags/tag696.xml"/><Relationship Id="rId325" Type="http://schemas.openxmlformats.org/officeDocument/2006/relationships/tags" Target="../tags/tag903.xml"/><Relationship Id="rId171" Type="http://schemas.openxmlformats.org/officeDocument/2006/relationships/tags" Target="../tags/tag749.xml"/><Relationship Id="rId227" Type="http://schemas.openxmlformats.org/officeDocument/2006/relationships/tags" Target="../tags/tag805.xml"/><Relationship Id="rId269" Type="http://schemas.openxmlformats.org/officeDocument/2006/relationships/tags" Target="../tags/tag847.xml"/><Relationship Id="rId33" Type="http://schemas.openxmlformats.org/officeDocument/2006/relationships/tags" Target="../tags/tag611.xml"/><Relationship Id="rId129" Type="http://schemas.openxmlformats.org/officeDocument/2006/relationships/tags" Target="../tags/tag707.xml"/><Relationship Id="rId280" Type="http://schemas.openxmlformats.org/officeDocument/2006/relationships/tags" Target="../tags/tag858.xml"/><Relationship Id="rId336" Type="http://schemas.openxmlformats.org/officeDocument/2006/relationships/tags" Target="../tags/tag914.xml"/><Relationship Id="rId75" Type="http://schemas.openxmlformats.org/officeDocument/2006/relationships/tags" Target="../tags/tag653.xml"/><Relationship Id="rId140" Type="http://schemas.openxmlformats.org/officeDocument/2006/relationships/tags" Target="../tags/tag718.xml"/><Relationship Id="rId182" Type="http://schemas.openxmlformats.org/officeDocument/2006/relationships/tags" Target="../tags/tag760.xml"/><Relationship Id="rId6" Type="http://schemas.openxmlformats.org/officeDocument/2006/relationships/tags" Target="../tags/tag584.xml"/><Relationship Id="rId238" Type="http://schemas.openxmlformats.org/officeDocument/2006/relationships/tags" Target="../tags/tag816.xml"/><Relationship Id="rId291" Type="http://schemas.openxmlformats.org/officeDocument/2006/relationships/tags" Target="../tags/tag869.xml"/><Relationship Id="rId305" Type="http://schemas.openxmlformats.org/officeDocument/2006/relationships/tags" Target="../tags/tag883.xml"/><Relationship Id="rId44" Type="http://schemas.openxmlformats.org/officeDocument/2006/relationships/tags" Target="../tags/tag622.xml"/><Relationship Id="rId86" Type="http://schemas.openxmlformats.org/officeDocument/2006/relationships/tags" Target="../tags/tag664.xml"/><Relationship Id="rId151" Type="http://schemas.openxmlformats.org/officeDocument/2006/relationships/tags" Target="../tags/tag729.xml"/><Relationship Id="rId193" Type="http://schemas.openxmlformats.org/officeDocument/2006/relationships/tags" Target="../tags/tag771.xml"/><Relationship Id="rId207" Type="http://schemas.openxmlformats.org/officeDocument/2006/relationships/tags" Target="../tags/tag785.xml"/><Relationship Id="rId249" Type="http://schemas.openxmlformats.org/officeDocument/2006/relationships/tags" Target="../tags/tag827.xml"/><Relationship Id="rId13" Type="http://schemas.openxmlformats.org/officeDocument/2006/relationships/tags" Target="../tags/tag591.xml"/><Relationship Id="rId109" Type="http://schemas.openxmlformats.org/officeDocument/2006/relationships/tags" Target="../tags/tag687.xml"/><Relationship Id="rId260" Type="http://schemas.openxmlformats.org/officeDocument/2006/relationships/tags" Target="../tags/tag838.xml"/><Relationship Id="rId316" Type="http://schemas.openxmlformats.org/officeDocument/2006/relationships/tags" Target="../tags/tag894.xml"/><Relationship Id="rId55" Type="http://schemas.openxmlformats.org/officeDocument/2006/relationships/tags" Target="../tags/tag633.xml"/><Relationship Id="rId97" Type="http://schemas.openxmlformats.org/officeDocument/2006/relationships/tags" Target="../tags/tag675.xml"/><Relationship Id="rId120" Type="http://schemas.openxmlformats.org/officeDocument/2006/relationships/tags" Target="../tags/tag698.xml"/><Relationship Id="rId162" Type="http://schemas.openxmlformats.org/officeDocument/2006/relationships/tags" Target="../tags/tag740.xml"/><Relationship Id="rId218" Type="http://schemas.openxmlformats.org/officeDocument/2006/relationships/tags" Target="../tags/tag796.xml"/><Relationship Id="rId271" Type="http://schemas.openxmlformats.org/officeDocument/2006/relationships/tags" Target="../tags/tag849.xml"/><Relationship Id="rId24" Type="http://schemas.openxmlformats.org/officeDocument/2006/relationships/tags" Target="../tags/tag602.xml"/><Relationship Id="rId66" Type="http://schemas.openxmlformats.org/officeDocument/2006/relationships/tags" Target="../tags/tag644.xml"/><Relationship Id="rId131" Type="http://schemas.openxmlformats.org/officeDocument/2006/relationships/tags" Target="../tags/tag709.xml"/><Relationship Id="rId327" Type="http://schemas.openxmlformats.org/officeDocument/2006/relationships/tags" Target="../tags/tag90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tags" Target="../tags/tag1034.xml"/><Relationship Id="rId21" Type="http://schemas.openxmlformats.org/officeDocument/2006/relationships/tags" Target="../tags/tag938.xml"/><Relationship Id="rId63" Type="http://schemas.openxmlformats.org/officeDocument/2006/relationships/tags" Target="../tags/tag980.xml"/><Relationship Id="rId159" Type="http://schemas.openxmlformats.org/officeDocument/2006/relationships/tags" Target="../tags/tag1076.xml"/><Relationship Id="rId170" Type="http://schemas.openxmlformats.org/officeDocument/2006/relationships/tags" Target="../tags/tag1087.xml"/><Relationship Id="rId226" Type="http://schemas.openxmlformats.org/officeDocument/2006/relationships/tags" Target="../tags/tag1143.xml"/><Relationship Id="rId268" Type="http://schemas.openxmlformats.org/officeDocument/2006/relationships/tags" Target="../tags/tag1185.xml"/><Relationship Id="rId11" Type="http://schemas.openxmlformats.org/officeDocument/2006/relationships/tags" Target="../tags/tag928.xml"/><Relationship Id="rId32" Type="http://schemas.openxmlformats.org/officeDocument/2006/relationships/tags" Target="../tags/tag949.xml"/><Relationship Id="rId53" Type="http://schemas.openxmlformats.org/officeDocument/2006/relationships/tags" Target="../tags/tag970.xml"/><Relationship Id="rId74" Type="http://schemas.openxmlformats.org/officeDocument/2006/relationships/tags" Target="../tags/tag991.xml"/><Relationship Id="rId128" Type="http://schemas.openxmlformats.org/officeDocument/2006/relationships/tags" Target="../tags/tag1045.xml"/><Relationship Id="rId149" Type="http://schemas.openxmlformats.org/officeDocument/2006/relationships/tags" Target="../tags/tag1066.xml"/><Relationship Id="rId5" Type="http://schemas.openxmlformats.org/officeDocument/2006/relationships/tags" Target="../tags/tag922.xml"/><Relationship Id="rId95" Type="http://schemas.openxmlformats.org/officeDocument/2006/relationships/tags" Target="../tags/tag1012.xml"/><Relationship Id="rId160" Type="http://schemas.openxmlformats.org/officeDocument/2006/relationships/tags" Target="../tags/tag1077.xml"/><Relationship Id="rId181" Type="http://schemas.openxmlformats.org/officeDocument/2006/relationships/tags" Target="../tags/tag1098.xml"/><Relationship Id="rId216" Type="http://schemas.openxmlformats.org/officeDocument/2006/relationships/tags" Target="../tags/tag1133.xml"/><Relationship Id="rId237" Type="http://schemas.openxmlformats.org/officeDocument/2006/relationships/tags" Target="../tags/tag1154.xml"/><Relationship Id="rId258" Type="http://schemas.openxmlformats.org/officeDocument/2006/relationships/tags" Target="../tags/tag1175.xml"/><Relationship Id="rId22" Type="http://schemas.openxmlformats.org/officeDocument/2006/relationships/tags" Target="../tags/tag939.xml"/><Relationship Id="rId43" Type="http://schemas.openxmlformats.org/officeDocument/2006/relationships/tags" Target="../tags/tag960.xml"/><Relationship Id="rId64" Type="http://schemas.openxmlformats.org/officeDocument/2006/relationships/tags" Target="../tags/tag981.xml"/><Relationship Id="rId118" Type="http://schemas.openxmlformats.org/officeDocument/2006/relationships/tags" Target="../tags/tag1035.xml"/><Relationship Id="rId139" Type="http://schemas.openxmlformats.org/officeDocument/2006/relationships/tags" Target="../tags/tag1056.xml"/><Relationship Id="rId85" Type="http://schemas.openxmlformats.org/officeDocument/2006/relationships/tags" Target="../tags/tag1002.xml"/><Relationship Id="rId150" Type="http://schemas.openxmlformats.org/officeDocument/2006/relationships/tags" Target="../tags/tag1067.xml"/><Relationship Id="rId171" Type="http://schemas.openxmlformats.org/officeDocument/2006/relationships/tags" Target="../tags/tag1088.xml"/><Relationship Id="rId192" Type="http://schemas.openxmlformats.org/officeDocument/2006/relationships/tags" Target="../tags/tag1109.xml"/><Relationship Id="rId206" Type="http://schemas.openxmlformats.org/officeDocument/2006/relationships/tags" Target="../tags/tag1123.xml"/><Relationship Id="rId227" Type="http://schemas.openxmlformats.org/officeDocument/2006/relationships/tags" Target="../tags/tag1144.xml"/><Relationship Id="rId248" Type="http://schemas.openxmlformats.org/officeDocument/2006/relationships/tags" Target="../tags/tag1165.xml"/><Relationship Id="rId269" Type="http://schemas.openxmlformats.org/officeDocument/2006/relationships/slideLayout" Target="../slideLayouts/slideLayout2.xml"/><Relationship Id="rId12" Type="http://schemas.openxmlformats.org/officeDocument/2006/relationships/tags" Target="../tags/tag929.xml"/><Relationship Id="rId33" Type="http://schemas.openxmlformats.org/officeDocument/2006/relationships/tags" Target="../tags/tag950.xml"/><Relationship Id="rId108" Type="http://schemas.openxmlformats.org/officeDocument/2006/relationships/tags" Target="../tags/tag1025.xml"/><Relationship Id="rId129" Type="http://schemas.openxmlformats.org/officeDocument/2006/relationships/tags" Target="../tags/tag1046.xml"/><Relationship Id="rId54" Type="http://schemas.openxmlformats.org/officeDocument/2006/relationships/tags" Target="../tags/tag971.xml"/><Relationship Id="rId75" Type="http://schemas.openxmlformats.org/officeDocument/2006/relationships/tags" Target="../tags/tag992.xml"/><Relationship Id="rId96" Type="http://schemas.openxmlformats.org/officeDocument/2006/relationships/tags" Target="../tags/tag1013.xml"/><Relationship Id="rId140" Type="http://schemas.openxmlformats.org/officeDocument/2006/relationships/tags" Target="../tags/tag1057.xml"/><Relationship Id="rId161" Type="http://schemas.openxmlformats.org/officeDocument/2006/relationships/tags" Target="../tags/tag1078.xml"/><Relationship Id="rId182" Type="http://schemas.openxmlformats.org/officeDocument/2006/relationships/tags" Target="../tags/tag1099.xml"/><Relationship Id="rId217" Type="http://schemas.openxmlformats.org/officeDocument/2006/relationships/tags" Target="../tags/tag1134.xml"/><Relationship Id="rId6" Type="http://schemas.openxmlformats.org/officeDocument/2006/relationships/tags" Target="../tags/tag923.xml"/><Relationship Id="rId238" Type="http://schemas.openxmlformats.org/officeDocument/2006/relationships/tags" Target="../tags/tag1155.xml"/><Relationship Id="rId259" Type="http://schemas.openxmlformats.org/officeDocument/2006/relationships/tags" Target="../tags/tag1176.xml"/><Relationship Id="rId23" Type="http://schemas.openxmlformats.org/officeDocument/2006/relationships/tags" Target="../tags/tag940.xml"/><Relationship Id="rId119" Type="http://schemas.openxmlformats.org/officeDocument/2006/relationships/tags" Target="../tags/tag1036.xml"/><Relationship Id="rId44" Type="http://schemas.openxmlformats.org/officeDocument/2006/relationships/tags" Target="../tags/tag961.xml"/><Relationship Id="rId65" Type="http://schemas.openxmlformats.org/officeDocument/2006/relationships/tags" Target="../tags/tag982.xml"/><Relationship Id="rId86" Type="http://schemas.openxmlformats.org/officeDocument/2006/relationships/tags" Target="../tags/tag1003.xml"/><Relationship Id="rId130" Type="http://schemas.openxmlformats.org/officeDocument/2006/relationships/tags" Target="../tags/tag1047.xml"/><Relationship Id="rId151" Type="http://schemas.openxmlformats.org/officeDocument/2006/relationships/tags" Target="../tags/tag1068.xml"/><Relationship Id="rId172" Type="http://schemas.openxmlformats.org/officeDocument/2006/relationships/tags" Target="../tags/tag1089.xml"/><Relationship Id="rId193" Type="http://schemas.openxmlformats.org/officeDocument/2006/relationships/tags" Target="../tags/tag1110.xml"/><Relationship Id="rId207" Type="http://schemas.openxmlformats.org/officeDocument/2006/relationships/tags" Target="../tags/tag1124.xml"/><Relationship Id="rId228" Type="http://schemas.openxmlformats.org/officeDocument/2006/relationships/tags" Target="../tags/tag1145.xml"/><Relationship Id="rId249" Type="http://schemas.openxmlformats.org/officeDocument/2006/relationships/tags" Target="../tags/tag1166.xml"/><Relationship Id="rId13" Type="http://schemas.openxmlformats.org/officeDocument/2006/relationships/tags" Target="../tags/tag930.xml"/><Relationship Id="rId109" Type="http://schemas.openxmlformats.org/officeDocument/2006/relationships/tags" Target="../tags/tag1026.xml"/><Relationship Id="rId260" Type="http://schemas.openxmlformats.org/officeDocument/2006/relationships/tags" Target="../tags/tag1177.xml"/><Relationship Id="rId34" Type="http://schemas.openxmlformats.org/officeDocument/2006/relationships/tags" Target="../tags/tag951.xml"/><Relationship Id="rId55" Type="http://schemas.openxmlformats.org/officeDocument/2006/relationships/tags" Target="../tags/tag972.xml"/><Relationship Id="rId76" Type="http://schemas.openxmlformats.org/officeDocument/2006/relationships/tags" Target="../tags/tag993.xml"/><Relationship Id="rId97" Type="http://schemas.openxmlformats.org/officeDocument/2006/relationships/tags" Target="../tags/tag1014.xml"/><Relationship Id="rId120" Type="http://schemas.openxmlformats.org/officeDocument/2006/relationships/tags" Target="../tags/tag1037.xml"/><Relationship Id="rId141" Type="http://schemas.openxmlformats.org/officeDocument/2006/relationships/tags" Target="../tags/tag1058.xml"/><Relationship Id="rId7" Type="http://schemas.openxmlformats.org/officeDocument/2006/relationships/tags" Target="../tags/tag924.xml"/><Relationship Id="rId162" Type="http://schemas.openxmlformats.org/officeDocument/2006/relationships/tags" Target="../tags/tag1079.xml"/><Relationship Id="rId183" Type="http://schemas.openxmlformats.org/officeDocument/2006/relationships/tags" Target="../tags/tag1100.xml"/><Relationship Id="rId218" Type="http://schemas.openxmlformats.org/officeDocument/2006/relationships/tags" Target="../tags/tag1135.xml"/><Relationship Id="rId239" Type="http://schemas.openxmlformats.org/officeDocument/2006/relationships/tags" Target="../tags/tag1156.xml"/><Relationship Id="rId250" Type="http://schemas.openxmlformats.org/officeDocument/2006/relationships/tags" Target="../tags/tag1167.xml"/><Relationship Id="rId24" Type="http://schemas.openxmlformats.org/officeDocument/2006/relationships/tags" Target="../tags/tag941.xml"/><Relationship Id="rId45" Type="http://schemas.openxmlformats.org/officeDocument/2006/relationships/tags" Target="../tags/tag962.xml"/><Relationship Id="rId66" Type="http://schemas.openxmlformats.org/officeDocument/2006/relationships/tags" Target="../tags/tag983.xml"/><Relationship Id="rId87" Type="http://schemas.openxmlformats.org/officeDocument/2006/relationships/tags" Target="../tags/tag1004.xml"/><Relationship Id="rId110" Type="http://schemas.openxmlformats.org/officeDocument/2006/relationships/tags" Target="../tags/tag1027.xml"/><Relationship Id="rId131" Type="http://schemas.openxmlformats.org/officeDocument/2006/relationships/tags" Target="../tags/tag1048.xml"/><Relationship Id="rId152" Type="http://schemas.openxmlformats.org/officeDocument/2006/relationships/tags" Target="../tags/tag1069.xml"/><Relationship Id="rId173" Type="http://schemas.openxmlformats.org/officeDocument/2006/relationships/tags" Target="../tags/tag1090.xml"/><Relationship Id="rId194" Type="http://schemas.openxmlformats.org/officeDocument/2006/relationships/tags" Target="../tags/tag1111.xml"/><Relationship Id="rId208" Type="http://schemas.openxmlformats.org/officeDocument/2006/relationships/tags" Target="../tags/tag1125.xml"/><Relationship Id="rId229" Type="http://schemas.openxmlformats.org/officeDocument/2006/relationships/tags" Target="../tags/tag1146.xml"/><Relationship Id="rId240" Type="http://schemas.openxmlformats.org/officeDocument/2006/relationships/tags" Target="../tags/tag1157.xml"/><Relationship Id="rId261" Type="http://schemas.openxmlformats.org/officeDocument/2006/relationships/tags" Target="../tags/tag1178.xml"/><Relationship Id="rId14" Type="http://schemas.openxmlformats.org/officeDocument/2006/relationships/tags" Target="../tags/tag931.xml"/><Relationship Id="rId35" Type="http://schemas.openxmlformats.org/officeDocument/2006/relationships/tags" Target="../tags/tag952.xml"/><Relationship Id="rId56" Type="http://schemas.openxmlformats.org/officeDocument/2006/relationships/tags" Target="../tags/tag973.xml"/><Relationship Id="rId77" Type="http://schemas.openxmlformats.org/officeDocument/2006/relationships/tags" Target="../tags/tag994.xml"/><Relationship Id="rId100" Type="http://schemas.openxmlformats.org/officeDocument/2006/relationships/tags" Target="../tags/tag1017.xml"/><Relationship Id="rId8" Type="http://schemas.openxmlformats.org/officeDocument/2006/relationships/tags" Target="../tags/tag925.xml"/><Relationship Id="rId98" Type="http://schemas.openxmlformats.org/officeDocument/2006/relationships/tags" Target="../tags/tag1015.xml"/><Relationship Id="rId121" Type="http://schemas.openxmlformats.org/officeDocument/2006/relationships/tags" Target="../tags/tag1038.xml"/><Relationship Id="rId142" Type="http://schemas.openxmlformats.org/officeDocument/2006/relationships/tags" Target="../tags/tag1059.xml"/><Relationship Id="rId163" Type="http://schemas.openxmlformats.org/officeDocument/2006/relationships/tags" Target="../tags/tag1080.xml"/><Relationship Id="rId184" Type="http://schemas.openxmlformats.org/officeDocument/2006/relationships/tags" Target="../tags/tag1101.xml"/><Relationship Id="rId219" Type="http://schemas.openxmlformats.org/officeDocument/2006/relationships/tags" Target="../tags/tag1136.xml"/><Relationship Id="rId230" Type="http://schemas.openxmlformats.org/officeDocument/2006/relationships/tags" Target="../tags/tag1147.xml"/><Relationship Id="rId251" Type="http://schemas.openxmlformats.org/officeDocument/2006/relationships/tags" Target="../tags/tag1168.xml"/><Relationship Id="rId25" Type="http://schemas.openxmlformats.org/officeDocument/2006/relationships/tags" Target="../tags/tag942.xml"/><Relationship Id="rId46" Type="http://schemas.openxmlformats.org/officeDocument/2006/relationships/tags" Target="../tags/tag963.xml"/><Relationship Id="rId67" Type="http://schemas.openxmlformats.org/officeDocument/2006/relationships/tags" Target="../tags/tag984.xml"/><Relationship Id="rId88" Type="http://schemas.openxmlformats.org/officeDocument/2006/relationships/tags" Target="../tags/tag1005.xml"/><Relationship Id="rId111" Type="http://schemas.openxmlformats.org/officeDocument/2006/relationships/tags" Target="../tags/tag1028.xml"/><Relationship Id="rId132" Type="http://schemas.openxmlformats.org/officeDocument/2006/relationships/tags" Target="../tags/tag1049.xml"/><Relationship Id="rId153" Type="http://schemas.openxmlformats.org/officeDocument/2006/relationships/tags" Target="../tags/tag1070.xml"/><Relationship Id="rId174" Type="http://schemas.openxmlformats.org/officeDocument/2006/relationships/tags" Target="../tags/tag1091.xml"/><Relationship Id="rId195" Type="http://schemas.openxmlformats.org/officeDocument/2006/relationships/tags" Target="../tags/tag1112.xml"/><Relationship Id="rId209" Type="http://schemas.openxmlformats.org/officeDocument/2006/relationships/tags" Target="../tags/tag1126.xml"/><Relationship Id="rId220" Type="http://schemas.openxmlformats.org/officeDocument/2006/relationships/tags" Target="../tags/tag1137.xml"/><Relationship Id="rId241" Type="http://schemas.openxmlformats.org/officeDocument/2006/relationships/tags" Target="../tags/tag1158.xml"/><Relationship Id="rId15" Type="http://schemas.openxmlformats.org/officeDocument/2006/relationships/tags" Target="../tags/tag932.xml"/><Relationship Id="rId36" Type="http://schemas.openxmlformats.org/officeDocument/2006/relationships/tags" Target="../tags/tag953.xml"/><Relationship Id="rId57" Type="http://schemas.openxmlformats.org/officeDocument/2006/relationships/tags" Target="../tags/tag974.xml"/><Relationship Id="rId262" Type="http://schemas.openxmlformats.org/officeDocument/2006/relationships/tags" Target="../tags/tag1179.xml"/><Relationship Id="rId78" Type="http://schemas.openxmlformats.org/officeDocument/2006/relationships/tags" Target="../tags/tag995.xml"/><Relationship Id="rId99" Type="http://schemas.openxmlformats.org/officeDocument/2006/relationships/tags" Target="../tags/tag1016.xml"/><Relationship Id="rId101" Type="http://schemas.openxmlformats.org/officeDocument/2006/relationships/tags" Target="../tags/tag1018.xml"/><Relationship Id="rId122" Type="http://schemas.openxmlformats.org/officeDocument/2006/relationships/tags" Target="../tags/tag1039.xml"/><Relationship Id="rId143" Type="http://schemas.openxmlformats.org/officeDocument/2006/relationships/tags" Target="../tags/tag1060.xml"/><Relationship Id="rId164" Type="http://schemas.openxmlformats.org/officeDocument/2006/relationships/tags" Target="../tags/tag1081.xml"/><Relationship Id="rId185" Type="http://schemas.openxmlformats.org/officeDocument/2006/relationships/tags" Target="../tags/tag1102.xml"/><Relationship Id="rId9" Type="http://schemas.openxmlformats.org/officeDocument/2006/relationships/tags" Target="../tags/tag926.xml"/><Relationship Id="rId210" Type="http://schemas.openxmlformats.org/officeDocument/2006/relationships/tags" Target="../tags/tag1127.xml"/><Relationship Id="rId26" Type="http://schemas.openxmlformats.org/officeDocument/2006/relationships/tags" Target="../tags/tag943.xml"/><Relationship Id="rId231" Type="http://schemas.openxmlformats.org/officeDocument/2006/relationships/tags" Target="../tags/tag1148.xml"/><Relationship Id="rId252" Type="http://schemas.openxmlformats.org/officeDocument/2006/relationships/tags" Target="../tags/tag1169.xml"/><Relationship Id="rId47" Type="http://schemas.openxmlformats.org/officeDocument/2006/relationships/tags" Target="../tags/tag964.xml"/><Relationship Id="rId68" Type="http://schemas.openxmlformats.org/officeDocument/2006/relationships/tags" Target="../tags/tag985.xml"/><Relationship Id="rId89" Type="http://schemas.openxmlformats.org/officeDocument/2006/relationships/tags" Target="../tags/tag1006.xml"/><Relationship Id="rId112" Type="http://schemas.openxmlformats.org/officeDocument/2006/relationships/tags" Target="../tags/tag1029.xml"/><Relationship Id="rId133" Type="http://schemas.openxmlformats.org/officeDocument/2006/relationships/tags" Target="../tags/tag1050.xml"/><Relationship Id="rId154" Type="http://schemas.openxmlformats.org/officeDocument/2006/relationships/tags" Target="../tags/tag1071.xml"/><Relationship Id="rId175" Type="http://schemas.openxmlformats.org/officeDocument/2006/relationships/tags" Target="../tags/tag1092.xml"/><Relationship Id="rId196" Type="http://schemas.openxmlformats.org/officeDocument/2006/relationships/tags" Target="../tags/tag1113.xml"/><Relationship Id="rId200" Type="http://schemas.openxmlformats.org/officeDocument/2006/relationships/tags" Target="../tags/tag1117.xml"/><Relationship Id="rId16" Type="http://schemas.openxmlformats.org/officeDocument/2006/relationships/tags" Target="../tags/tag933.xml"/><Relationship Id="rId221" Type="http://schemas.openxmlformats.org/officeDocument/2006/relationships/tags" Target="../tags/tag1138.xml"/><Relationship Id="rId242" Type="http://schemas.openxmlformats.org/officeDocument/2006/relationships/tags" Target="../tags/tag1159.xml"/><Relationship Id="rId263" Type="http://schemas.openxmlformats.org/officeDocument/2006/relationships/tags" Target="../tags/tag1180.xml"/><Relationship Id="rId37" Type="http://schemas.openxmlformats.org/officeDocument/2006/relationships/tags" Target="../tags/tag954.xml"/><Relationship Id="rId58" Type="http://schemas.openxmlformats.org/officeDocument/2006/relationships/tags" Target="../tags/tag975.xml"/><Relationship Id="rId79" Type="http://schemas.openxmlformats.org/officeDocument/2006/relationships/tags" Target="../tags/tag996.xml"/><Relationship Id="rId102" Type="http://schemas.openxmlformats.org/officeDocument/2006/relationships/tags" Target="../tags/tag1019.xml"/><Relationship Id="rId123" Type="http://schemas.openxmlformats.org/officeDocument/2006/relationships/tags" Target="../tags/tag1040.xml"/><Relationship Id="rId144" Type="http://schemas.openxmlformats.org/officeDocument/2006/relationships/tags" Target="../tags/tag1061.xml"/><Relationship Id="rId90" Type="http://schemas.openxmlformats.org/officeDocument/2006/relationships/tags" Target="../tags/tag1007.xml"/><Relationship Id="rId165" Type="http://schemas.openxmlformats.org/officeDocument/2006/relationships/tags" Target="../tags/tag1082.xml"/><Relationship Id="rId186" Type="http://schemas.openxmlformats.org/officeDocument/2006/relationships/tags" Target="../tags/tag1103.xml"/><Relationship Id="rId211" Type="http://schemas.openxmlformats.org/officeDocument/2006/relationships/tags" Target="../tags/tag1128.xml"/><Relationship Id="rId232" Type="http://schemas.openxmlformats.org/officeDocument/2006/relationships/tags" Target="../tags/tag1149.xml"/><Relationship Id="rId253" Type="http://schemas.openxmlformats.org/officeDocument/2006/relationships/tags" Target="../tags/tag1170.xml"/><Relationship Id="rId27" Type="http://schemas.openxmlformats.org/officeDocument/2006/relationships/tags" Target="../tags/tag944.xml"/><Relationship Id="rId48" Type="http://schemas.openxmlformats.org/officeDocument/2006/relationships/tags" Target="../tags/tag965.xml"/><Relationship Id="rId69" Type="http://schemas.openxmlformats.org/officeDocument/2006/relationships/tags" Target="../tags/tag986.xml"/><Relationship Id="rId113" Type="http://schemas.openxmlformats.org/officeDocument/2006/relationships/tags" Target="../tags/tag1030.xml"/><Relationship Id="rId134" Type="http://schemas.openxmlformats.org/officeDocument/2006/relationships/tags" Target="../tags/tag1051.xml"/><Relationship Id="rId80" Type="http://schemas.openxmlformats.org/officeDocument/2006/relationships/tags" Target="../tags/tag997.xml"/><Relationship Id="rId155" Type="http://schemas.openxmlformats.org/officeDocument/2006/relationships/tags" Target="../tags/tag1072.xml"/><Relationship Id="rId176" Type="http://schemas.openxmlformats.org/officeDocument/2006/relationships/tags" Target="../tags/tag1093.xml"/><Relationship Id="rId197" Type="http://schemas.openxmlformats.org/officeDocument/2006/relationships/tags" Target="../tags/tag1114.xml"/><Relationship Id="rId201" Type="http://schemas.openxmlformats.org/officeDocument/2006/relationships/tags" Target="../tags/tag1118.xml"/><Relationship Id="rId222" Type="http://schemas.openxmlformats.org/officeDocument/2006/relationships/tags" Target="../tags/tag1139.xml"/><Relationship Id="rId243" Type="http://schemas.openxmlformats.org/officeDocument/2006/relationships/tags" Target="../tags/tag1160.xml"/><Relationship Id="rId264" Type="http://schemas.openxmlformats.org/officeDocument/2006/relationships/tags" Target="../tags/tag1181.xml"/><Relationship Id="rId17" Type="http://schemas.openxmlformats.org/officeDocument/2006/relationships/tags" Target="../tags/tag934.xml"/><Relationship Id="rId38" Type="http://schemas.openxmlformats.org/officeDocument/2006/relationships/tags" Target="../tags/tag955.xml"/><Relationship Id="rId59" Type="http://schemas.openxmlformats.org/officeDocument/2006/relationships/tags" Target="../tags/tag976.xml"/><Relationship Id="rId103" Type="http://schemas.openxmlformats.org/officeDocument/2006/relationships/tags" Target="../tags/tag1020.xml"/><Relationship Id="rId124" Type="http://schemas.openxmlformats.org/officeDocument/2006/relationships/tags" Target="../tags/tag1041.xml"/><Relationship Id="rId70" Type="http://schemas.openxmlformats.org/officeDocument/2006/relationships/tags" Target="../tags/tag987.xml"/><Relationship Id="rId91" Type="http://schemas.openxmlformats.org/officeDocument/2006/relationships/tags" Target="../tags/tag1008.xml"/><Relationship Id="rId145" Type="http://schemas.openxmlformats.org/officeDocument/2006/relationships/tags" Target="../tags/tag1062.xml"/><Relationship Id="rId166" Type="http://schemas.openxmlformats.org/officeDocument/2006/relationships/tags" Target="../tags/tag1083.xml"/><Relationship Id="rId187" Type="http://schemas.openxmlformats.org/officeDocument/2006/relationships/tags" Target="../tags/tag1104.xml"/><Relationship Id="rId1" Type="http://schemas.openxmlformats.org/officeDocument/2006/relationships/tags" Target="../tags/tag918.xml"/><Relationship Id="rId212" Type="http://schemas.openxmlformats.org/officeDocument/2006/relationships/tags" Target="../tags/tag1129.xml"/><Relationship Id="rId233" Type="http://schemas.openxmlformats.org/officeDocument/2006/relationships/tags" Target="../tags/tag1150.xml"/><Relationship Id="rId254" Type="http://schemas.openxmlformats.org/officeDocument/2006/relationships/tags" Target="../tags/tag1171.xml"/><Relationship Id="rId28" Type="http://schemas.openxmlformats.org/officeDocument/2006/relationships/tags" Target="../tags/tag945.xml"/><Relationship Id="rId49" Type="http://schemas.openxmlformats.org/officeDocument/2006/relationships/tags" Target="../tags/tag966.xml"/><Relationship Id="rId114" Type="http://schemas.openxmlformats.org/officeDocument/2006/relationships/tags" Target="../tags/tag1031.xml"/><Relationship Id="rId60" Type="http://schemas.openxmlformats.org/officeDocument/2006/relationships/tags" Target="../tags/tag977.xml"/><Relationship Id="rId81" Type="http://schemas.openxmlformats.org/officeDocument/2006/relationships/tags" Target="../tags/tag998.xml"/><Relationship Id="rId135" Type="http://schemas.openxmlformats.org/officeDocument/2006/relationships/tags" Target="../tags/tag1052.xml"/><Relationship Id="rId156" Type="http://schemas.openxmlformats.org/officeDocument/2006/relationships/tags" Target="../tags/tag1073.xml"/><Relationship Id="rId177" Type="http://schemas.openxmlformats.org/officeDocument/2006/relationships/tags" Target="../tags/tag1094.xml"/><Relationship Id="rId198" Type="http://schemas.openxmlformats.org/officeDocument/2006/relationships/tags" Target="../tags/tag1115.xml"/><Relationship Id="rId202" Type="http://schemas.openxmlformats.org/officeDocument/2006/relationships/tags" Target="../tags/tag1119.xml"/><Relationship Id="rId223" Type="http://schemas.openxmlformats.org/officeDocument/2006/relationships/tags" Target="../tags/tag1140.xml"/><Relationship Id="rId244" Type="http://schemas.openxmlformats.org/officeDocument/2006/relationships/tags" Target="../tags/tag1161.xml"/><Relationship Id="rId18" Type="http://schemas.openxmlformats.org/officeDocument/2006/relationships/tags" Target="../tags/tag935.xml"/><Relationship Id="rId39" Type="http://schemas.openxmlformats.org/officeDocument/2006/relationships/tags" Target="../tags/tag956.xml"/><Relationship Id="rId265" Type="http://schemas.openxmlformats.org/officeDocument/2006/relationships/tags" Target="../tags/tag1182.xml"/><Relationship Id="rId50" Type="http://schemas.openxmlformats.org/officeDocument/2006/relationships/tags" Target="../tags/tag967.xml"/><Relationship Id="rId104" Type="http://schemas.openxmlformats.org/officeDocument/2006/relationships/tags" Target="../tags/tag1021.xml"/><Relationship Id="rId125" Type="http://schemas.openxmlformats.org/officeDocument/2006/relationships/tags" Target="../tags/tag1042.xml"/><Relationship Id="rId146" Type="http://schemas.openxmlformats.org/officeDocument/2006/relationships/tags" Target="../tags/tag1063.xml"/><Relationship Id="rId167" Type="http://schemas.openxmlformats.org/officeDocument/2006/relationships/tags" Target="../tags/tag1084.xml"/><Relationship Id="rId188" Type="http://schemas.openxmlformats.org/officeDocument/2006/relationships/tags" Target="../tags/tag1105.xml"/><Relationship Id="rId71" Type="http://schemas.openxmlformats.org/officeDocument/2006/relationships/tags" Target="../tags/tag988.xml"/><Relationship Id="rId92" Type="http://schemas.openxmlformats.org/officeDocument/2006/relationships/tags" Target="../tags/tag1009.xml"/><Relationship Id="rId213" Type="http://schemas.openxmlformats.org/officeDocument/2006/relationships/tags" Target="../tags/tag1130.xml"/><Relationship Id="rId234" Type="http://schemas.openxmlformats.org/officeDocument/2006/relationships/tags" Target="../tags/tag1151.xml"/><Relationship Id="rId2" Type="http://schemas.openxmlformats.org/officeDocument/2006/relationships/tags" Target="../tags/tag919.xml"/><Relationship Id="rId29" Type="http://schemas.openxmlformats.org/officeDocument/2006/relationships/tags" Target="../tags/tag946.xml"/><Relationship Id="rId255" Type="http://schemas.openxmlformats.org/officeDocument/2006/relationships/tags" Target="../tags/tag1172.xml"/><Relationship Id="rId40" Type="http://schemas.openxmlformats.org/officeDocument/2006/relationships/tags" Target="../tags/tag957.xml"/><Relationship Id="rId115" Type="http://schemas.openxmlformats.org/officeDocument/2006/relationships/tags" Target="../tags/tag1032.xml"/><Relationship Id="rId136" Type="http://schemas.openxmlformats.org/officeDocument/2006/relationships/tags" Target="../tags/tag1053.xml"/><Relationship Id="rId157" Type="http://schemas.openxmlformats.org/officeDocument/2006/relationships/tags" Target="../tags/tag1074.xml"/><Relationship Id="rId178" Type="http://schemas.openxmlformats.org/officeDocument/2006/relationships/tags" Target="../tags/tag1095.xml"/><Relationship Id="rId61" Type="http://schemas.openxmlformats.org/officeDocument/2006/relationships/tags" Target="../tags/tag978.xml"/><Relationship Id="rId82" Type="http://schemas.openxmlformats.org/officeDocument/2006/relationships/tags" Target="../tags/tag999.xml"/><Relationship Id="rId199" Type="http://schemas.openxmlformats.org/officeDocument/2006/relationships/tags" Target="../tags/tag1116.xml"/><Relationship Id="rId203" Type="http://schemas.openxmlformats.org/officeDocument/2006/relationships/tags" Target="../tags/tag1120.xml"/><Relationship Id="rId19" Type="http://schemas.openxmlformats.org/officeDocument/2006/relationships/tags" Target="../tags/tag936.xml"/><Relationship Id="rId224" Type="http://schemas.openxmlformats.org/officeDocument/2006/relationships/tags" Target="../tags/tag1141.xml"/><Relationship Id="rId245" Type="http://schemas.openxmlformats.org/officeDocument/2006/relationships/tags" Target="../tags/tag1162.xml"/><Relationship Id="rId266" Type="http://schemas.openxmlformats.org/officeDocument/2006/relationships/tags" Target="../tags/tag1183.xml"/><Relationship Id="rId30" Type="http://schemas.openxmlformats.org/officeDocument/2006/relationships/tags" Target="../tags/tag947.xml"/><Relationship Id="rId105" Type="http://schemas.openxmlformats.org/officeDocument/2006/relationships/tags" Target="../tags/tag1022.xml"/><Relationship Id="rId126" Type="http://schemas.openxmlformats.org/officeDocument/2006/relationships/tags" Target="../tags/tag1043.xml"/><Relationship Id="rId147" Type="http://schemas.openxmlformats.org/officeDocument/2006/relationships/tags" Target="../tags/tag1064.xml"/><Relationship Id="rId168" Type="http://schemas.openxmlformats.org/officeDocument/2006/relationships/tags" Target="../tags/tag1085.xml"/><Relationship Id="rId51" Type="http://schemas.openxmlformats.org/officeDocument/2006/relationships/tags" Target="../tags/tag968.xml"/><Relationship Id="rId72" Type="http://schemas.openxmlformats.org/officeDocument/2006/relationships/tags" Target="../tags/tag989.xml"/><Relationship Id="rId93" Type="http://schemas.openxmlformats.org/officeDocument/2006/relationships/tags" Target="../tags/tag1010.xml"/><Relationship Id="rId189" Type="http://schemas.openxmlformats.org/officeDocument/2006/relationships/tags" Target="../tags/tag1106.xml"/><Relationship Id="rId3" Type="http://schemas.openxmlformats.org/officeDocument/2006/relationships/tags" Target="../tags/tag920.xml"/><Relationship Id="rId214" Type="http://schemas.openxmlformats.org/officeDocument/2006/relationships/tags" Target="../tags/tag1131.xml"/><Relationship Id="rId235" Type="http://schemas.openxmlformats.org/officeDocument/2006/relationships/tags" Target="../tags/tag1152.xml"/><Relationship Id="rId256" Type="http://schemas.openxmlformats.org/officeDocument/2006/relationships/tags" Target="../tags/tag1173.xml"/><Relationship Id="rId116" Type="http://schemas.openxmlformats.org/officeDocument/2006/relationships/tags" Target="../tags/tag1033.xml"/><Relationship Id="rId137" Type="http://schemas.openxmlformats.org/officeDocument/2006/relationships/tags" Target="../tags/tag1054.xml"/><Relationship Id="rId158" Type="http://schemas.openxmlformats.org/officeDocument/2006/relationships/tags" Target="../tags/tag1075.xml"/><Relationship Id="rId20" Type="http://schemas.openxmlformats.org/officeDocument/2006/relationships/tags" Target="../tags/tag937.xml"/><Relationship Id="rId41" Type="http://schemas.openxmlformats.org/officeDocument/2006/relationships/tags" Target="../tags/tag958.xml"/><Relationship Id="rId62" Type="http://schemas.openxmlformats.org/officeDocument/2006/relationships/tags" Target="../tags/tag979.xml"/><Relationship Id="rId83" Type="http://schemas.openxmlformats.org/officeDocument/2006/relationships/tags" Target="../tags/tag1000.xml"/><Relationship Id="rId179" Type="http://schemas.openxmlformats.org/officeDocument/2006/relationships/tags" Target="../tags/tag1096.xml"/><Relationship Id="rId190" Type="http://schemas.openxmlformats.org/officeDocument/2006/relationships/tags" Target="../tags/tag1107.xml"/><Relationship Id="rId204" Type="http://schemas.openxmlformats.org/officeDocument/2006/relationships/tags" Target="../tags/tag1121.xml"/><Relationship Id="rId225" Type="http://schemas.openxmlformats.org/officeDocument/2006/relationships/tags" Target="../tags/tag1142.xml"/><Relationship Id="rId246" Type="http://schemas.openxmlformats.org/officeDocument/2006/relationships/tags" Target="../tags/tag1163.xml"/><Relationship Id="rId267" Type="http://schemas.openxmlformats.org/officeDocument/2006/relationships/tags" Target="../tags/tag1184.xml"/><Relationship Id="rId106" Type="http://schemas.openxmlformats.org/officeDocument/2006/relationships/tags" Target="../tags/tag1023.xml"/><Relationship Id="rId127" Type="http://schemas.openxmlformats.org/officeDocument/2006/relationships/tags" Target="../tags/tag1044.xml"/><Relationship Id="rId10" Type="http://schemas.openxmlformats.org/officeDocument/2006/relationships/tags" Target="../tags/tag927.xml"/><Relationship Id="rId31" Type="http://schemas.openxmlformats.org/officeDocument/2006/relationships/tags" Target="../tags/tag948.xml"/><Relationship Id="rId52" Type="http://schemas.openxmlformats.org/officeDocument/2006/relationships/tags" Target="../tags/tag969.xml"/><Relationship Id="rId73" Type="http://schemas.openxmlformats.org/officeDocument/2006/relationships/tags" Target="../tags/tag990.xml"/><Relationship Id="rId94" Type="http://schemas.openxmlformats.org/officeDocument/2006/relationships/tags" Target="../tags/tag1011.xml"/><Relationship Id="rId148" Type="http://schemas.openxmlformats.org/officeDocument/2006/relationships/tags" Target="../tags/tag1065.xml"/><Relationship Id="rId169" Type="http://schemas.openxmlformats.org/officeDocument/2006/relationships/tags" Target="../tags/tag1086.xml"/><Relationship Id="rId4" Type="http://schemas.openxmlformats.org/officeDocument/2006/relationships/tags" Target="../tags/tag921.xml"/><Relationship Id="rId180" Type="http://schemas.openxmlformats.org/officeDocument/2006/relationships/tags" Target="../tags/tag1097.xml"/><Relationship Id="rId215" Type="http://schemas.openxmlformats.org/officeDocument/2006/relationships/tags" Target="../tags/tag1132.xml"/><Relationship Id="rId236" Type="http://schemas.openxmlformats.org/officeDocument/2006/relationships/tags" Target="../tags/tag1153.xml"/><Relationship Id="rId257" Type="http://schemas.openxmlformats.org/officeDocument/2006/relationships/tags" Target="../tags/tag1174.xml"/><Relationship Id="rId42" Type="http://schemas.openxmlformats.org/officeDocument/2006/relationships/tags" Target="../tags/tag959.xml"/><Relationship Id="rId84" Type="http://schemas.openxmlformats.org/officeDocument/2006/relationships/tags" Target="../tags/tag1001.xml"/><Relationship Id="rId138" Type="http://schemas.openxmlformats.org/officeDocument/2006/relationships/tags" Target="../tags/tag1055.xml"/><Relationship Id="rId191" Type="http://schemas.openxmlformats.org/officeDocument/2006/relationships/tags" Target="../tags/tag1108.xml"/><Relationship Id="rId205" Type="http://schemas.openxmlformats.org/officeDocument/2006/relationships/tags" Target="../tags/tag1122.xml"/><Relationship Id="rId247" Type="http://schemas.openxmlformats.org/officeDocument/2006/relationships/tags" Target="../tags/tag1164.xml"/><Relationship Id="rId107" Type="http://schemas.openxmlformats.org/officeDocument/2006/relationships/tags" Target="../tags/tag102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93.xml"/><Relationship Id="rId13" Type="http://schemas.openxmlformats.org/officeDocument/2006/relationships/tags" Target="../tags/tag1198.xml"/><Relationship Id="rId18" Type="http://schemas.openxmlformats.org/officeDocument/2006/relationships/tags" Target="../tags/tag1203.xml"/><Relationship Id="rId3" Type="http://schemas.openxmlformats.org/officeDocument/2006/relationships/tags" Target="../tags/tag1188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192.xml"/><Relationship Id="rId12" Type="http://schemas.openxmlformats.org/officeDocument/2006/relationships/tags" Target="../tags/tag1197.xml"/><Relationship Id="rId17" Type="http://schemas.openxmlformats.org/officeDocument/2006/relationships/tags" Target="../tags/tag1202.xml"/><Relationship Id="rId25" Type="http://schemas.openxmlformats.org/officeDocument/2006/relationships/image" Target="../media/image12.png"/><Relationship Id="rId2" Type="http://schemas.openxmlformats.org/officeDocument/2006/relationships/tags" Target="../tags/tag1187.xml"/><Relationship Id="rId16" Type="http://schemas.openxmlformats.org/officeDocument/2006/relationships/tags" Target="../tags/tag1201.xml"/><Relationship Id="rId20" Type="http://schemas.openxmlformats.org/officeDocument/2006/relationships/tags" Target="../tags/tag1205.xml"/><Relationship Id="rId1" Type="http://schemas.openxmlformats.org/officeDocument/2006/relationships/tags" Target="../tags/tag1186.xml"/><Relationship Id="rId6" Type="http://schemas.openxmlformats.org/officeDocument/2006/relationships/tags" Target="../tags/tag1191.xml"/><Relationship Id="rId11" Type="http://schemas.openxmlformats.org/officeDocument/2006/relationships/tags" Target="../tags/tag1196.xml"/><Relationship Id="rId24" Type="http://schemas.openxmlformats.org/officeDocument/2006/relationships/image" Target="../media/image11.png"/><Relationship Id="rId5" Type="http://schemas.openxmlformats.org/officeDocument/2006/relationships/tags" Target="../tags/tag1190.xml"/><Relationship Id="rId15" Type="http://schemas.openxmlformats.org/officeDocument/2006/relationships/tags" Target="../tags/tag1200.xml"/><Relationship Id="rId23" Type="http://schemas.openxmlformats.org/officeDocument/2006/relationships/image" Target="../media/image10.png"/><Relationship Id="rId10" Type="http://schemas.openxmlformats.org/officeDocument/2006/relationships/tags" Target="../tags/tag1195.xml"/><Relationship Id="rId19" Type="http://schemas.openxmlformats.org/officeDocument/2006/relationships/tags" Target="../tags/tag1204.xml"/><Relationship Id="rId4" Type="http://schemas.openxmlformats.org/officeDocument/2006/relationships/tags" Target="../tags/tag1189.xml"/><Relationship Id="rId9" Type="http://schemas.openxmlformats.org/officeDocument/2006/relationships/tags" Target="../tags/tag1194.xml"/><Relationship Id="rId14" Type="http://schemas.openxmlformats.org/officeDocument/2006/relationships/tags" Target="../tags/tag1199.xml"/><Relationship Id="rId2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213.xml"/><Relationship Id="rId13" Type="http://schemas.openxmlformats.org/officeDocument/2006/relationships/tags" Target="../tags/tag1218.xml"/><Relationship Id="rId18" Type="http://schemas.openxmlformats.org/officeDocument/2006/relationships/tags" Target="../tags/tag1223.xml"/><Relationship Id="rId26" Type="http://schemas.openxmlformats.org/officeDocument/2006/relationships/image" Target="../media/image16.png"/><Relationship Id="rId3" Type="http://schemas.openxmlformats.org/officeDocument/2006/relationships/tags" Target="../tags/tag1208.xml"/><Relationship Id="rId21" Type="http://schemas.openxmlformats.org/officeDocument/2006/relationships/tags" Target="../tags/tag1226.xml"/><Relationship Id="rId7" Type="http://schemas.openxmlformats.org/officeDocument/2006/relationships/tags" Target="../tags/tag1212.xml"/><Relationship Id="rId12" Type="http://schemas.openxmlformats.org/officeDocument/2006/relationships/tags" Target="../tags/tag1217.xml"/><Relationship Id="rId17" Type="http://schemas.openxmlformats.org/officeDocument/2006/relationships/tags" Target="../tags/tag1222.xml"/><Relationship Id="rId25" Type="http://schemas.openxmlformats.org/officeDocument/2006/relationships/image" Target="../media/image15.png"/><Relationship Id="rId2" Type="http://schemas.openxmlformats.org/officeDocument/2006/relationships/tags" Target="../tags/tag1207.xml"/><Relationship Id="rId16" Type="http://schemas.openxmlformats.org/officeDocument/2006/relationships/tags" Target="../tags/tag1221.xml"/><Relationship Id="rId20" Type="http://schemas.openxmlformats.org/officeDocument/2006/relationships/tags" Target="../tags/tag1225.xml"/><Relationship Id="rId1" Type="http://schemas.openxmlformats.org/officeDocument/2006/relationships/tags" Target="../tags/tag1206.xml"/><Relationship Id="rId6" Type="http://schemas.openxmlformats.org/officeDocument/2006/relationships/tags" Target="../tags/tag1211.xml"/><Relationship Id="rId11" Type="http://schemas.openxmlformats.org/officeDocument/2006/relationships/tags" Target="../tags/tag1216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1210.xml"/><Relationship Id="rId15" Type="http://schemas.openxmlformats.org/officeDocument/2006/relationships/tags" Target="../tags/tag1220.xml"/><Relationship Id="rId23" Type="http://schemas.openxmlformats.org/officeDocument/2006/relationships/tags" Target="../tags/tag1228.xml"/><Relationship Id="rId28" Type="http://schemas.openxmlformats.org/officeDocument/2006/relationships/image" Target="../media/image18.png"/><Relationship Id="rId10" Type="http://schemas.openxmlformats.org/officeDocument/2006/relationships/tags" Target="../tags/tag1215.xml"/><Relationship Id="rId19" Type="http://schemas.openxmlformats.org/officeDocument/2006/relationships/tags" Target="../tags/tag1224.xml"/><Relationship Id="rId4" Type="http://schemas.openxmlformats.org/officeDocument/2006/relationships/tags" Target="../tags/tag1209.xml"/><Relationship Id="rId9" Type="http://schemas.openxmlformats.org/officeDocument/2006/relationships/tags" Target="../tags/tag1214.xml"/><Relationship Id="rId14" Type="http://schemas.openxmlformats.org/officeDocument/2006/relationships/tags" Target="../tags/tag1219.xml"/><Relationship Id="rId22" Type="http://schemas.openxmlformats.org/officeDocument/2006/relationships/tags" Target="../tags/tag1227.xml"/><Relationship Id="rId2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9284-325F-9FAF-0D21-F658D1758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Lecture-1(4):  Curve Fitting– Lagrange Interpolation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80CD5-95DD-1103-D3FA-AC1F7A87D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78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996" y="783235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+mj-lt"/>
              </a:rPr>
              <a:t>to derive a polynomial curve that passes through all data points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Basics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223D9E-CF32-D77C-4C5C-A2EC3649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4" y="1534055"/>
            <a:ext cx="10866436" cy="4896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1C291E-9730-9E5D-6EF1-ED5DB97A8D32}"/>
              </a:ext>
            </a:extLst>
          </p:cNvPr>
          <p:cNvSpPr txBox="1"/>
          <p:nvPr/>
        </p:nvSpPr>
        <p:spPr>
          <a:xfrm>
            <a:off x="2864561" y="5969114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Linear Fit</a:t>
            </a:r>
            <a:endParaRPr lang="en-PK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3EC1A-86B8-2746-F39D-7F99FF5D864A}"/>
              </a:ext>
            </a:extLst>
          </p:cNvPr>
          <p:cNvSpPr txBox="1"/>
          <p:nvPr/>
        </p:nvSpPr>
        <p:spPr>
          <a:xfrm>
            <a:off x="5740108" y="5951891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Quadratic Fit</a:t>
            </a:r>
            <a:endParaRPr lang="en-PK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728FC-E55D-2043-F96D-BDA85C5A49AE}"/>
              </a:ext>
            </a:extLst>
          </p:cNvPr>
          <p:cNvSpPr txBox="1"/>
          <p:nvPr/>
        </p:nvSpPr>
        <p:spPr>
          <a:xfrm>
            <a:off x="8711333" y="5951892"/>
            <a:ext cx="245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Cubic Fit</a:t>
            </a:r>
            <a:endParaRPr lang="en-PK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36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+mj-lt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</a:rPr>
              <a:t>Lagrange interpolating polynomial 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is simply a reformulation of the Newton polynomial that avoids the computation of divided differences. It can be represented concisely as</a:t>
            </a:r>
            <a:r>
              <a:rPr lang="en-US" sz="2400" b="0" i="0" u="none" strike="noStrike" baseline="0" dirty="0">
                <a:latin typeface="+mj-lt"/>
              </a:rPr>
              <a:t>:</a:t>
            </a:r>
            <a:endParaRPr lang="en-US" sz="40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10232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General Form of nth order Polynomial</a:t>
            </a:r>
          </a:p>
        </p:txBody>
      </p: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281C5985-6120-FB00-50C7-D16890698E3D}"/>
              </a:ext>
            </a:extLst>
          </p:cNvPr>
          <p:cNvGrpSpPr/>
          <p:nvPr/>
        </p:nvGrpSpPr>
        <p:grpSpPr>
          <a:xfrm>
            <a:off x="2111300" y="2483009"/>
            <a:ext cx="8443449" cy="1370844"/>
            <a:chOff x="2318941" y="2611554"/>
            <a:chExt cx="8443449" cy="1370844"/>
          </a:xfrm>
        </p:grpSpPr>
        <p:grpSp>
          <p:nvGrpSpPr>
            <p:cNvPr id="62" name="Group 6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f_n (x) = \sum_{i=0}^n L_i(x) \, f(x_i)&#10;$$&#10;}&#10;\end{document}" title="IguanaTex Shape Display">
              <a:extLst>
                <a:ext uri="{FF2B5EF4-FFF2-40B4-BE49-F238E27FC236}">
                  <a16:creationId xmlns:a16="http://schemas.microsoft.com/office/drawing/2014/main" id="{02D36588-7A4A-FB3F-D8E5-B2757F0CD6CC}"/>
                </a:ext>
              </a:extLst>
            </p:cNvPr>
            <p:cNvGrpSpPr>
              <a:grpSpLocks noChangeAspect="1"/>
            </p:cNvGrpSpPr>
            <p:nvPr>
              <p:custDataLst>
                <p:tags r:id="rId171"/>
              </p:custDataLst>
            </p:nvPr>
          </p:nvGrpSpPr>
          <p:grpSpPr>
            <a:xfrm>
              <a:off x="2318941" y="2611554"/>
              <a:ext cx="3300871" cy="924069"/>
              <a:chOff x="9798140" y="5005881"/>
              <a:chExt cx="3300871" cy="92406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D87097F-F8C7-05CC-6DA5-1FCAAF31C74E}"/>
                  </a:ext>
                </a:extLst>
              </p:cNvPr>
              <p:cNvSpPr/>
              <p:nvPr>
                <p:custDataLst>
                  <p:tags r:id="rId205"/>
                </p:custDataLst>
              </p:nvPr>
            </p:nvSpPr>
            <p:spPr>
              <a:xfrm>
                <a:off x="9798140" y="5278472"/>
                <a:ext cx="216556" cy="334670"/>
              </a:xfrm>
              <a:custGeom>
                <a:avLst/>
                <a:gdLst>
                  <a:gd name="connsiteX0" fmla="*/ 69217 w 216556"/>
                  <a:gd name="connsiteY0" fmla="*/ 106719 h 334670"/>
                  <a:gd name="connsiteX1" fmla="*/ 103350 w 216556"/>
                  <a:gd name="connsiteY1" fmla="*/ 106719 h 334670"/>
                  <a:gd name="connsiteX2" fmla="*/ 69975 w 216556"/>
                  <a:gd name="connsiteY2" fmla="*/ 265545 h 334670"/>
                  <a:gd name="connsiteX3" fmla="*/ 33187 w 216556"/>
                  <a:gd name="connsiteY3" fmla="*/ 326807 h 334670"/>
                  <a:gd name="connsiteX4" fmla="*/ 25602 w 216556"/>
                  <a:gd name="connsiteY4" fmla="*/ 320756 h 334670"/>
                  <a:gd name="connsiteX5" fmla="*/ 27119 w 216556"/>
                  <a:gd name="connsiteY5" fmla="*/ 316597 h 334670"/>
                  <a:gd name="connsiteX6" fmla="*/ 29015 w 216556"/>
                  <a:gd name="connsiteY6" fmla="*/ 310546 h 334670"/>
                  <a:gd name="connsiteX7" fmla="*/ 14224 w 216556"/>
                  <a:gd name="connsiteY7" fmla="*/ 296176 h 334670"/>
                  <a:gd name="connsiteX8" fmla="*/ 192 w 216556"/>
                  <a:gd name="connsiteY8" fmla="*/ 311680 h 334670"/>
                  <a:gd name="connsiteX9" fmla="*/ 30153 w 216556"/>
                  <a:gd name="connsiteY9" fmla="*/ 334748 h 334670"/>
                  <a:gd name="connsiteX10" fmla="*/ 106005 w 216556"/>
                  <a:gd name="connsiteY10" fmla="*/ 227729 h 334670"/>
                  <a:gd name="connsiteX11" fmla="*/ 133311 w 216556"/>
                  <a:gd name="connsiteY11" fmla="*/ 106719 h 334670"/>
                  <a:gd name="connsiteX12" fmla="*/ 174650 w 216556"/>
                  <a:gd name="connsiteY12" fmla="*/ 106719 h 334670"/>
                  <a:gd name="connsiteX13" fmla="*/ 176926 w 216556"/>
                  <a:gd name="connsiteY13" fmla="*/ 94618 h 334670"/>
                  <a:gd name="connsiteX14" fmla="*/ 135966 w 216556"/>
                  <a:gd name="connsiteY14" fmla="*/ 94618 h 334670"/>
                  <a:gd name="connsiteX15" fmla="*/ 182235 w 216556"/>
                  <a:gd name="connsiteY15" fmla="*/ 8397 h 334670"/>
                  <a:gd name="connsiteX16" fmla="*/ 190579 w 216556"/>
                  <a:gd name="connsiteY16" fmla="*/ 12935 h 334670"/>
                  <a:gd name="connsiteX17" fmla="*/ 189062 w 216556"/>
                  <a:gd name="connsiteY17" fmla="*/ 16717 h 334670"/>
                  <a:gd name="connsiteX18" fmla="*/ 186787 w 216556"/>
                  <a:gd name="connsiteY18" fmla="*/ 24658 h 334670"/>
                  <a:gd name="connsiteX19" fmla="*/ 200819 w 216556"/>
                  <a:gd name="connsiteY19" fmla="*/ 39785 h 334670"/>
                  <a:gd name="connsiteX20" fmla="*/ 216748 w 216556"/>
                  <a:gd name="connsiteY20" fmla="*/ 24658 h 334670"/>
                  <a:gd name="connsiteX21" fmla="*/ 184132 w 216556"/>
                  <a:gd name="connsiteY21" fmla="*/ 78 h 334670"/>
                  <a:gd name="connsiteX22" fmla="*/ 137104 w 216556"/>
                  <a:gd name="connsiteY22" fmla="*/ 26171 h 334670"/>
                  <a:gd name="connsiteX23" fmla="*/ 106763 w 216556"/>
                  <a:gd name="connsiteY23" fmla="*/ 94618 h 334670"/>
                  <a:gd name="connsiteX24" fmla="*/ 71871 w 216556"/>
                  <a:gd name="connsiteY24" fmla="*/ 94618 h 334670"/>
                  <a:gd name="connsiteX25" fmla="*/ 69217 w 216556"/>
                  <a:gd name="connsiteY25" fmla="*/ 106719 h 334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6556" h="334670">
                    <a:moveTo>
                      <a:pt x="69217" y="106719"/>
                    </a:moveTo>
                    <a:lnTo>
                      <a:pt x="103350" y="106719"/>
                    </a:lnTo>
                    <a:lnTo>
                      <a:pt x="69975" y="265545"/>
                    </a:lnTo>
                    <a:cubicBezTo>
                      <a:pt x="61631" y="306008"/>
                      <a:pt x="49116" y="326807"/>
                      <a:pt x="33187" y="326807"/>
                    </a:cubicBezTo>
                    <a:cubicBezTo>
                      <a:pt x="28636" y="326807"/>
                      <a:pt x="25602" y="324160"/>
                      <a:pt x="25602" y="320756"/>
                    </a:cubicBezTo>
                    <a:cubicBezTo>
                      <a:pt x="25602" y="319622"/>
                      <a:pt x="25981" y="318487"/>
                      <a:pt x="27119" y="316597"/>
                    </a:cubicBezTo>
                    <a:cubicBezTo>
                      <a:pt x="28636" y="314328"/>
                      <a:pt x="29015" y="312815"/>
                      <a:pt x="29015" y="310546"/>
                    </a:cubicBezTo>
                    <a:cubicBezTo>
                      <a:pt x="29015" y="302605"/>
                      <a:pt x="22189" y="296176"/>
                      <a:pt x="14224" y="296176"/>
                    </a:cubicBezTo>
                    <a:cubicBezTo>
                      <a:pt x="6260" y="296176"/>
                      <a:pt x="192" y="302983"/>
                      <a:pt x="192" y="311680"/>
                    </a:cubicBezTo>
                    <a:cubicBezTo>
                      <a:pt x="192" y="324538"/>
                      <a:pt x="13466" y="334748"/>
                      <a:pt x="30153" y="334748"/>
                    </a:cubicBezTo>
                    <a:cubicBezTo>
                      <a:pt x="63907" y="334748"/>
                      <a:pt x="90455" y="297311"/>
                      <a:pt x="106005" y="227729"/>
                    </a:cubicBezTo>
                    <a:lnTo>
                      <a:pt x="133311" y="106719"/>
                    </a:lnTo>
                    <a:lnTo>
                      <a:pt x="174650" y="106719"/>
                    </a:lnTo>
                    <a:lnTo>
                      <a:pt x="176926" y="94618"/>
                    </a:lnTo>
                    <a:lnTo>
                      <a:pt x="135966" y="94618"/>
                    </a:lnTo>
                    <a:cubicBezTo>
                      <a:pt x="146964" y="35247"/>
                      <a:pt x="160997" y="8397"/>
                      <a:pt x="182235" y="8397"/>
                    </a:cubicBezTo>
                    <a:cubicBezTo>
                      <a:pt x="187166" y="8397"/>
                      <a:pt x="190579" y="10288"/>
                      <a:pt x="190579" y="12935"/>
                    </a:cubicBezTo>
                    <a:cubicBezTo>
                      <a:pt x="190579" y="14070"/>
                      <a:pt x="190200" y="14826"/>
                      <a:pt x="189062" y="16717"/>
                    </a:cubicBezTo>
                    <a:cubicBezTo>
                      <a:pt x="187545" y="20120"/>
                      <a:pt x="186787" y="22011"/>
                      <a:pt x="186787" y="24658"/>
                    </a:cubicBezTo>
                    <a:cubicBezTo>
                      <a:pt x="186787" y="33734"/>
                      <a:pt x="192475" y="39785"/>
                      <a:pt x="200819" y="39785"/>
                    </a:cubicBezTo>
                    <a:cubicBezTo>
                      <a:pt x="209542" y="39785"/>
                      <a:pt x="216748" y="32978"/>
                      <a:pt x="216748" y="24658"/>
                    </a:cubicBezTo>
                    <a:cubicBezTo>
                      <a:pt x="216748" y="10666"/>
                      <a:pt x="202715" y="78"/>
                      <a:pt x="184132" y="78"/>
                    </a:cubicBezTo>
                    <a:cubicBezTo>
                      <a:pt x="165548" y="78"/>
                      <a:pt x="150757" y="8397"/>
                      <a:pt x="137104" y="26171"/>
                    </a:cubicBezTo>
                    <a:cubicBezTo>
                      <a:pt x="125726" y="40919"/>
                      <a:pt x="118141" y="58314"/>
                      <a:pt x="106763" y="94618"/>
                    </a:cubicBezTo>
                    <a:lnTo>
                      <a:pt x="71871" y="94618"/>
                    </a:lnTo>
                    <a:lnTo>
                      <a:pt x="69217" y="106719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B9E2C8A-53B5-9010-6486-A3335A57E3BD}"/>
                  </a:ext>
                </a:extLst>
              </p:cNvPr>
              <p:cNvSpPr/>
              <p:nvPr>
                <p:custDataLst>
                  <p:tags r:id="rId206"/>
                </p:custDataLst>
              </p:nvPr>
            </p:nvSpPr>
            <p:spPr>
              <a:xfrm>
                <a:off x="9973163" y="5468392"/>
                <a:ext cx="129099" cy="125926"/>
              </a:xfrm>
              <a:custGeom>
                <a:avLst/>
                <a:gdLst>
                  <a:gd name="connsiteX0" fmla="*/ 125365 w 129099"/>
                  <a:gd name="connsiteY0" fmla="*/ 90747 h 125926"/>
                  <a:gd name="connsiteX1" fmla="*/ 119471 w 129099"/>
                  <a:gd name="connsiteY1" fmla="*/ 98023 h 125926"/>
                  <a:gd name="connsiteX2" fmla="*/ 102351 w 129099"/>
                  <a:gd name="connsiteY2" fmla="*/ 112854 h 125926"/>
                  <a:gd name="connsiteX3" fmla="*/ 97861 w 129099"/>
                  <a:gd name="connsiteY3" fmla="*/ 108377 h 125926"/>
                  <a:gd name="connsiteX4" fmla="*/ 101790 w 129099"/>
                  <a:gd name="connsiteY4" fmla="*/ 90747 h 125926"/>
                  <a:gd name="connsiteX5" fmla="*/ 117787 w 129099"/>
                  <a:gd name="connsiteY5" fmla="*/ 33101 h 125926"/>
                  <a:gd name="connsiteX6" fmla="*/ 120313 w 129099"/>
                  <a:gd name="connsiteY6" fmla="*/ 17150 h 125926"/>
                  <a:gd name="connsiteX7" fmla="*/ 101790 w 129099"/>
                  <a:gd name="connsiteY7" fmla="*/ 80 h 125926"/>
                  <a:gd name="connsiteX8" fmla="*/ 37240 w 129099"/>
                  <a:gd name="connsiteY8" fmla="*/ 61644 h 125926"/>
                  <a:gd name="connsiteX9" fmla="*/ 56044 w 129099"/>
                  <a:gd name="connsiteY9" fmla="*/ 640 h 125926"/>
                  <a:gd name="connsiteX10" fmla="*/ 55202 w 129099"/>
                  <a:gd name="connsiteY10" fmla="*/ 80 h 125926"/>
                  <a:gd name="connsiteX11" fmla="*/ 9737 w 129099"/>
                  <a:gd name="connsiteY11" fmla="*/ 8755 h 125926"/>
                  <a:gd name="connsiteX12" fmla="*/ 9737 w 129099"/>
                  <a:gd name="connsiteY12" fmla="*/ 13232 h 125926"/>
                  <a:gd name="connsiteX13" fmla="*/ 27698 w 129099"/>
                  <a:gd name="connsiteY13" fmla="*/ 20788 h 125926"/>
                  <a:gd name="connsiteX14" fmla="*/ 27137 w 129099"/>
                  <a:gd name="connsiteY14" fmla="*/ 25545 h 125926"/>
                  <a:gd name="connsiteX15" fmla="*/ 194 w 129099"/>
                  <a:gd name="connsiteY15" fmla="*/ 123488 h 125926"/>
                  <a:gd name="connsiteX16" fmla="*/ 21243 w 129099"/>
                  <a:gd name="connsiteY16" fmla="*/ 123488 h 125926"/>
                  <a:gd name="connsiteX17" fmla="*/ 49308 w 129099"/>
                  <a:gd name="connsiteY17" fmla="*/ 54089 h 125926"/>
                  <a:gd name="connsiteX18" fmla="*/ 90845 w 129099"/>
                  <a:gd name="connsiteY18" fmla="*/ 14352 h 125926"/>
                  <a:gd name="connsiteX19" fmla="*/ 97580 w 129099"/>
                  <a:gd name="connsiteY19" fmla="*/ 22467 h 125926"/>
                  <a:gd name="connsiteX20" fmla="*/ 93651 w 129099"/>
                  <a:gd name="connsiteY20" fmla="*/ 43735 h 125926"/>
                  <a:gd name="connsiteX21" fmla="*/ 81302 w 129099"/>
                  <a:gd name="connsiteY21" fmla="*/ 89908 h 125926"/>
                  <a:gd name="connsiteX22" fmla="*/ 76812 w 129099"/>
                  <a:gd name="connsiteY22" fmla="*/ 110896 h 125926"/>
                  <a:gd name="connsiteX23" fmla="*/ 90003 w 129099"/>
                  <a:gd name="connsiteY23" fmla="*/ 126007 h 125926"/>
                  <a:gd name="connsiteX24" fmla="*/ 129294 w 129099"/>
                  <a:gd name="connsiteY24" fmla="*/ 94385 h 125926"/>
                  <a:gd name="connsiteX25" fmla="*/ 125365 w 129099"/>
                  <a:gd name="connsiteY25" fmla="*/ 90747 h 125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9099" h="125926">
                    <a:moveTo>
                      <a:pt x="125365" y="90747"/>
                    </a:moveTo>
                    <a:lnTo>
                      <a:pt x="119471" y="98023"/>
                    </a:lnTo>
                    <a:cubicBezTo>
                      <a:pt x="111332" y="108377"/>
                      <a:pt x="106280" y="112854"/>
                      <a:pt x="102351" y="112854"/>
                    </a:cubicBezTo>
                    <a:cubicBezTo>
                      <a:pt x="100106" y="112854"/>
                      <a:pt x="97861" y="110616"/>
                      <a:pt x="97861" y="108377"/>
                    </a:cubicBezTo>
                    <a:cubicBezTo>
                      <a:pt x="97861" y="106418"/>
                      <a:pt x="97861" y="106418"/>
                      <a:pt x="101790" y="90747"/>
                    </a:cubicBezTo>
                    <a:lnTo>
                      <a:pt x="117787" y="33101"/>
                    </a:lnTo>
                    <a:cubicBezTo>
                      <a:pt x="119190" y="27224"/>
                      <a:pt x="120313" y="21068"/>
                      <a:pt x="120313" y="17150"/>
                    </a:cubicBezTo>
                    <a:cubicBezTo>
                      <a:pt x="120313" y="7076"/>
                      <a:pt x="112735" y="80"/>
                      <a:pt x="101790" y="80"/>
                    </a:cubicBezTo>
                    <a:cubicBezTo>
                      <a:pt x="83828" y="80"/>
                      <a:pt x="66147" y="16870"/>
                      <a:pt x="37240" y="61644"/>
                    </a:cubicBezTo>
                    <a:lnTo>
                      <a:pt x="56044" y="640"/>
                    </a:lnTo>
                    <a:lnTo>
                      <a:pt x="55202" y="80"/>
                    </a:lnTo>
                    <a:cubicBezTo>
                      <a:pt x="40047" y="3158"/>
                      <a:pt x="34153" y="4278"/>
                      <a:pt x="9737" y="8755"/>
                    </a:cubicBezTo>
                    <a:lnTo>
                      <a:pt x="9737" y="13232"/>
                    </a:lnTo>
                    <a:cubicBezTo>
                      <a:pt x="24050" y="13512"/>
                      <a:pt x="27698" y="15191"/>
                      <a:pt x="27698" y="20788"/>
                    </a:cubicBezTo>
                    <a:cubicBezTo>
                      <a:pt x="27698" y="22467"/>
                      <a:pt x="27418" y="24146"/>
                      <a:pt x="27137" y="25545"/>
                    </a:cubicBezTo>
                    <a:lnTo>
                      <a:pt x="194" y="123488"/>
                    </a:lnTo>
                    <a:lnTo>
                      <a:pt x="21243" y="123488"/>
                    </a:lnTo>
                    <a:cubicBezTo>
                      <a:pt x="34434" y="79274"/>
                      <a:pt x="36960" y="73118"/>
                      <a:pt x="49308" y="54089"/>
                    </a:cubicBezTo>
                    <a:cubicBezTo>
                      <a:pt x="66147" y="28344"/>
                      <a:pt x="80460" y="14352"/>
                      <a:pt x="90845" y="14352"/>
                    </a:cubicBezTo>
                    <a:cubicBezTo>
                      <a:pt x="95054" y="14352"/>
                      <a:pt x="97580" y="17430"/>
                      <a:pt x="97580" y="22467"/>
                    </a:cubicBezTo>
                    <a:cubicBezTo>
                      <a:pt x="97580" y="25825"/>
                      <a:pt x="95896" y="35060"/>
                      <a:pt x="93651" y="43735"/>
                    </a:cubicBezTo>
                    <a:lnTo>
                      <a:pt x="81302" y="89908"/>
                    </a:lnTo>
                    <a:cubicBezTo>
                      <a:pt x="77654" y="104179"/>
                      <a:pt x="76812" y="108097"/>
                      <a:pt x="76812" y="110896"/>
                    </a:cubicBezTo>
                    <a:cubicBezTo>
                      <a:pt x="76812" y="121529"/>
                      <a:pt x="80741" y="126007"/>
                      <a:pt x="90003" y="126007"/>
                    </a:cubicBezTo>
                    <a:cubicBezTo>
                      <a:pt x="102632" y="126007"/>
                      <a:pt x="109929" y="120130"/>
                      <a:pt x="129294" y="94385"/>
                    </a:cubicBezTo>
                    <a:lnTo>
                      <a:pt x="125365" y="90747"/>
                    </a:ln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97903DE-2E8B-8660-9228-B01D708A0B2A}"/>
                  </a:ext>
                </a:extLst>
              </p:cNvPr>
              <p:cNvSpPr/>
              <p:nvPr>
                <p:custDataLst>
                  <p:tags r:id="rId207"/>
                </p:custDataLst>
              </p:nvPr>
            </p:nvSpPr>
            <p:spPr>
              <a:xfrm>
                <a:off x="10166666" y="5251245"/>
                <a:ext cx="87987" cy="378158"/>
              </a:xfrm>
              <a:custGeom>
                <a:avLst/>
                <a:gdLst>
                  <a:gd name="connsiteX0" fmla="*/ 88187 w 87987"/>
                  <a:gd name="connsiteY0" fmla="*/ 374455 h 378158"/>
                  <a:gd name="connsiteX1" fmla="*/ 81740 w 87987"/>
                  <a:gd name="connsiteY1" fmla="*/ 366135 h 378158"/>
                  <a:gd name="connsiteX2" fmla="*/ 22196 w 87987"/>
                  <a:gd name="connsiteY2" fmla="*/ 189157 h 378158"/>
                  <a:gd name="connsiteX3" fmla="*/ 83257 w 87987"/>
                  <a:gd name="connsiteY3" fmla="*/ 10288 h 378158"/>
                  <a:gd name="connsiteX4" fmla="*/ 88187 w 87987"/>
                  <a:gd name="connsiteY4" fmla="*/ 3860 h 378158"/>
                  <a:gd name="connsiteX5" fmla="*/ 84394 w 87987"/>
                  <a:gd name="connsiteY5" fmla="*/ 78 h 378158"/>
                  <a:gd name="connsiteX6" fmla="*/ 24092 w 87987"/>
                  <a:gd name="connsiteY6" fmla="*/ 73819 h 378158"/>
                  <a:gd name="connsiteX7" fmla="*/ 199 w 87987"/>
                  <a:gd name="connsiteY7" fmla="*/ 189157 h 378158"/>
                  <a:gd name="connsiteX8" fmla="*/ 25230 w 87987"/>
                  <a:gd name="connsiteY8" fmla="*/ 307143 h 378158"/>
                  <a:gd name="connsiteX9" fmla="*/ 84394 w 87987"/>
                  <a:gd name="connsiteY9" fmla="*/ 378236 h 378158"/>
                  <a:gd name="connsiteX10" fmla="*/ 88187 w 87987"/>
                  <a:gd name="connsiteY10" fmla="*/ 374455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987" h="378158">
                    <a:moveTo>
                      <a:pt x="88187" y="374455"/>
                    </a:moveTo>
                    <a:cubicBezTo>
                      <a:pt x="88187" y="373320"/>
                      <a:pt x="88187" y="372564"/>
                      <a:pt x="81740" y="366135"/>
                    </a:cubicBezTo>
                    <a:cubicBezTo>
                      <a:pt x="34332" y="318487"/>
                      <a:pt x="22196" y="247015"/>
                      <a:pt x="22196" y="189157"/>
                    </a:cubicBezTo>
                    <a:cubicBezTo>
                      <a:pt x="22196" y="123358"/>
                      <a:pt x="36608" y="57558"/>
                      <a:pt x="83257" y="10288"/>
                    </a:cubicBezTo>
                    <a:cubicBezTo>
                      <a:pt x="88187" y="5750"/>
                      <a:pt x="88187" y="4994"/>
                      <a:pt x="88187" y="3860"/>
                    </a:cubicBezTo>
                    <a:cubicBezTo>
                      <a:pt x="88187" y="1212"/>
                      <a:pt x="86670" y="78"/>
                      <a:pt x="84394" y="78"/>
                    </a:cubicBezTo>
                    <a:cubicBezTo>
                      <a:pt x="80602" y="78"/>
                      <a:pt x="46469" y="25793"/>
                      <a:pt x="24092" y="73819"/>
                    </a:cubicBezTo>
                    <a:cubicBezTo>
                      <a:pt x="4750" y="115416"/>
                      <a:pt x="199" y="157392"/>
                      <a:pt x="199" y="189157"/>
                    </a:cubicBezTo>
                    <a:cubicBezTo>
                      <a:pt x="199" y="218654"/>
                      <a:pt x="4371" y="264411"/>
                      <a:pt x="25230" y="307143"/>
                    </a:cubicBezTo>
                    <a:cubicBezTo>
                      <a:pt x="47986" y="353656"/>
                      <a:pt x="80602" y="378236"/>
                      <a:pt x="84394" y="378236"/>
                    </a:cubicBezTo>
                    <a:cubicBezTo>
                      <a:pt x="86670" y="378236"/>
                      <a:pt x="88187" y="377102"/>
                      <a:pt x="88187" y="374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BFE99F9-FA27-6C23-BF53-B1A5692E23A1}"/>
                  </a:ext>
                </a:extLst>
              </p:cNvPr>
              <p:cNvSpPr/>
              <p:nvPr>
                <p:custDataLst>
                  <p:tags r:id="rId208"/>
                </p:custDataLst>
              </p:nvPr>
            </p:nvSpPr>
            <p:spPr>
              <a:xfrm>
                <a:off x="10266578" y="5368096"/>
                <a:ext cx="179768" cy="170927"/>
              </a:xfrm>
              <a:custGeom>
                <a:avLst/>
                <a:gdLst>
                  <a:gd name="connsiteX0" fmla="*/ 162905 w 179768"/>
                  <a:gd name="connsiteY0" fmla="*/ 124870 h 170927"/>
                  <a:gd name="connsiteX1" fmla="*/ 154561 w 179768"/>
                  <a:gd name="connsiteY1" fmla="*/ 135081 h 170927"/>
                  <a:gd name="connsiteX2" fmla="*/ 137115 w 179768"/>
                  <a:gd name="connsiteY2" fmla="*/ 150207 h 170927"/>
                  <a:gd name="connsiteX3" fmla="*/ 125358 w 179768"/>
                  <a:gd name="connsiteY3" fmla="*/ 134702 h 170927"/>
                  <a:gd name="connsiteX4" fmla="*/ 123841 w 179768"/>
                  <a:gd name="connsiteY4" fmla="*/ 128274 h 170927"/>
                  <a:gd name="connsiteX5" fmla="*/ 110188 w 179768"/>
                  <a:gd name="connsiteY5" fmla="*/ 67012 h 170927"/>
                  <a:gd name="connsiteX6" fmla="*/ 147355 w 179768"/>
                  <a:gd name="connsiteY6" fmla="*/ 21255 h 170927"/>
                  <a:gd name="connsiteX7" fmla="*/ 156457 w 179768"/>
                  <a:gd name="connsiteY7" fmla="*/ 24280 h 170927"/>
                  <a:gd name="connsiteX8" fmla="*/ 166697 w 179768"/>
                  <a:gd name="connsiteY8" fmla="*/ 27684 h 170927"/>
                  <a:gd name="connsiteX9" fmla="*/ 179971 w 179768"/>
                  <a:gd name="connsiteY9" fmla="*/ 14070 h 170927"/>
                  <a:gd name="connsiteX10" fmla="*/ 164422 w 179768"/>
                  <a:gd name="connsiteY10" fmla="*/ 78 h 170927"/>
                  <a:gd name="connsiteX11" fmla="*/ 107154 w 179768"/>
                  <a:gd name="connsiteY11" fmla="*/ 54155 h 170927"/>
                  <a:gd name="connsiteX12" fmla="*/ 102982 w 179768"/>
                  <a:gd name="connsiteY12" fmla="*/ 33356 h 170927"/>
                  <a:gd name="connsiteX13" fmla="*/ 83260 w 179768"/>
                  <a:gd name="connsiteY13" fmla="*/ 78 h 170927"/>
                  <a:gd name="connsiteX14" fmla="*/ 38887 w 179768"/>
                  <a:gd name="connsiteY14" fmla="*/ 11045 h 170927"/>
                  <a:gd name="connsiteX15" fmla="*/ 34715 w 179768"/>
                  <a:gd name="connsiteY15" fmla="*/ 12557 h 170927"/>
                  <a:gd name="connsiteX16" fmla="*/ 36233 w 179768"/>
                  <a:gd name="connsiteY16" fmla="*/ 18230 h 170927"/>
                  <a:gd name="connsiteX17" fmla="*/ 57471 w 179768"/>
                  <a:gd name="connsiteY17" fmla="*/ 14070 h 170927"/>
                  <a:gd name="connsiteX18" fmla="*/ 74538 w 179768"/>
                  <a:gd name="connsiteY18" fmla="*/ 40163 h 170927"/>
                  <a:gd name="connsiteX19" fmla="*/ 85536 w 179768"/>
                  <a:gd name="connsiteY19" fmla="*/ 86676 h 170927"/>
                  <a:gd name="connsiteX20" fmla="*/ 54437 w 179768"/>
                  <a:gd name="connsiteY20" fmla="*/ 130921 h 170927"/>
                  <a:gd name="connsiteX21" fmla="*/ 35095 w 179768"/>
                  <a:gd name="connsiteY21" fmla="*/ 149072 h 170927"/>
                  <a:gd name="connsiteX22" fmla="*/ 25234 w 179768"/>
                  <a:gd name="connsiteY22" fmla="*/ 145669 h 170927"/>
                  <a:gd name="connsiteX23" fmla="*/ 13098 w 179768"/>
                  <a:gd name="connsiteY23" fmla="*/ 141887 h 170927"/>
                  <a:gd name="connsiteX24" fmla="*/ 203 w 179768"/>
                  <a:gd name="connsiteY24" fmla="*/ 155123 h 170927"/>
                  <a:gd name="connsiteX25" fmla="*/ 19166 w 179768"/>
                  <a:gd name="connsiteY25" fmla="*/ 171006 h 170927"/>
                  <a:gd name="connsiteX26" fmla="*/ 54437 w 179768"/>
                  <a:gd name="connsiteY26" fmla="*/ 144535 h 170927"/>
                  <a:gd name="connsiteX27" fmla="*/ 88570 w 179768"/>
                  <a:gd name="connsiteY27" fmla="*/ 100290 h 170927"/>
                  <a:gd name="connsiteX28" fmla="*/ 99948 w 179768"/>
                  <a:gd name="connsiteY28" fmla="*/ 145669 h 170927"/>
                  <a:gd name="connsiteX29" fmla="*/ 121945 w 179768"/>
                  <a:gd name="connsiteY29" fmla="*/ 171006 h 170927"/>
                  <a:gd name="connsiteX30" fmla="*/ 168214 w 179768"/>
                  <a:gd name="connsiteY30" fmla="*/ 127896 h 170927"/>
                  <a:gd name="connsiteX31" fmla="*/ 162905 w 179768"/>
                  <a:gd name="connsiteY31" fmla="*/ 124870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768" h="170927">
                    <a:moveTo>
                      <a:pt x="162905" y="124870"/>
                    </a:moveTo>
                    <a:cubicBezTo>
                      <a:pt x="159871" y="128274"/>
                      <a:pt x="157974" y="130543"/>
                      <a:pt x="154561" y="135081"/>
                    </a:cubicBezTo>
                    <a:cubicBezTo>
                      <a:pt x="145838" y="146425"/>
                      <a:pt x="141287" y="150207"/>
                      <a:pt x="137115" y="150207"/>
                    </a:cubicBezTo>
                    <a:cubicBezTo>
                      <a:pt x="131426" y="150207"/>
                      <a:pt x="128013" y="145291"/>
                      <a:pt x="125358" y="134702"/>
                    </a:cubicBezTo>
                    <a:cubicBezTo>
                      <a:pt x="124600" y="131677"/>
                      <a:pt x="124220" y="129408"/>
                      <a:pt x="123841" y="128274"/>
                    </a:cubicBezTo>
                    <a:cubicBezTo>
                      <a:pt x="114360" y="90080"/>
                      <a:pt x="110188" y="72684"/>
                      <a:pt x="110188" y="67012"/>
                    </a:cubicBezTo>
                    <a:cubicBezTo>
                      <a:pt x="126875" y="37894"/>
                      <a:pt x="140528" y="21255"/>
                      <a:pt x="147355" y="21255"/>
                    </a:cubicBezTo>
                    <a:cubicBezTo>
                      <a:pt x="149631" y="21255"/>
                      <a:pt x="152665" y="22389"/>
                      <a:pt x="156457" y="24280"/>
                    </a:cubicBezTo>
                    <a:cubicBezTo>
                      <a:pt x="161008" y="26927"/>
                      <a:pt x="163663" y="27684"/>
                      <a:pt x="166697" y="27684"/>
                    </a:cubicBezTo>
                    <a:cubicBezTo>
                      <a:pt x="174662" y="27684"/>
                      <a:pt x="179971" y="22011"/>
                      <a:pt x="179971" y="14070"/>
                    </a:cubicBezTo>
                    <a:cubicBezTo>
                      <a:pt x="179971" y="6129"/>
                      <a:pt x="173524" y="78"/>
                      <a:pt x="164422" y="78"/>
                    </a:cubicBezTo>
                    <a:cubicBezTo>
                      <a:pt x="147734" y="78"/>
                      <a:pt x="133323" y="13692"/>
                      <a:pt x="107154" y="54155"/>
                    </a:cubicBezTo>
                    <a:lnTo>
                      <a:pt x="102982" y="33356"/>
                    </a:lnTo>
                    <a:cubicBezTo>
                      <a:pt x="97672" y="7641"/>
                      <a:pt x="93500" y="78"/>
                      <a:pt x="83260" y="78"/>
                    </a:cubicBezTo>
                    <a:cubicBezTo>
                      <a:pt x="74917" y="78"/>
                      <a:pt x="62022" y="3481"/>
                      <a:pt x="38887" y="11045"/>
                    </a:cubicBezTo>
                    <a:lnTo>
                      <a:pt x="34715" y="12557"/>
                    </a:lnTo>
                    <a:lnTo>
                      <a:pt x="36233" y="18230"/>
                    </a:lnTo>
                    <a:cubicBezTo>
                      <a:pt x="50644" y="14826"/>
                      <a:pt x="54058" y="14070"/>
                      <a:pt x="57471" y="14070"/>
                    </a:cubicBezTo>
                    <a:cubicBezTo>
                      <a:pt x="66952" y="14070"/>
                      <a:pt x="69228" y="17473"/>
                      <a:pt x="74538" y="40163"/>
                    </a:cubicBezTo>
                    <a:lnTo>
                      <a:pt x="85536" y="86676"/>
                    </a:lnTo>
                    <a:lnTo>
                      <a:pt x="54437" y="130921"/>
                    </a:lnTo>
                    <a:cubicBezTo>
                      <a:pt x="46852" y="142266"/>
                      <a:pt x="39267" y="149072"/>
                      <a:pt x="35095" y="149072"/>
                    </a:cubicBezTo>
                    <a:cubicBezTo>
                      <a:pt x="32819" y="149072"/>
                      <a:pt x="29027" y="147938"/>
                      <a:pt x="25234" y="145669"/>
                    </a:cubicBezTo>
                    <a:cubicBezTo>
                      <a:pt x="20304" y="143022"/>
                      <a:pt x="16132" y="141887"/>
                      <a:pt x="13098" y="141887"/>
                    </a:cubicBezTo>
                    <a:cubicBezTo>
                      <a:pt x="5892" y="141887"/>
                      <a:pt x="203" y="147560"/>
                      <a:pt x="203" y="155123"/>
                    </a:cubicBezTo>
                    <a:cubicBezTo>
                      <a:pt x="203" y="164955"/>
                      <a:pt x="7788" y="171006"/>
                      <a:pt x="19166" y="171006"/>
                    </a:cubicBezTo>
                    <a:cubicBezTo>
                      <a:pt x="30923" y="171006"/>
                      <a:pt x="35474" y="167602"/>
                      <a:pt x="54437" y="144535"/>
                    </a:cubicBezTo>
                    <a:cubicBezTo>
                      <a:pt x="64677" y="132434"/>
                      <a:pt x="72641" y="122223"/>
                      <a:pt x="88570" y="100290"/>
                    </a:cubicBezTo>
                    <a:lnTo>
                      <a:pt x="99948" y="145669"/>
                    </a:lnTo>
                    <a:cubicBezTo>
                      <a:pt x="104878" y="164955"/>
                      <a:pt x="109809" y="171006"/>
                      <a:pt x="121945" y="171006"/>
                    </a:cubicBezTo>
                    <a:cubicBezTo>
                      <a:pt x="136357" y="171006"/>
                      <a:pt x="146217" y="161930"/>
                      <a:pt x="168214" y="127896"/>
                    </a:cubicBezTo>
                    <a:lnTo>
                      <a:pt x="162905" y="124870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5DCCDAD-7582-1BF3-1CD6-D02A68429C48}"/>
                  </a:ext>
                </a:extLst>
              </p:cNvPr>
              <p:cNvSpPr/>
              <p:nvPr>
                <p:custDataLst>
                  <p:tags r:id="rId209"/>
                </p:custDataLst>
              </p:nvPr>
            </p:nvSpPr>
            <p:spPr>
              <a:xfrm>
                <a:off x="10468594" y="5251245"/>
                <a:ext cx="87987" cy="378158"/>
              </a:xfrm>
              <a:custGeom>
                <a:avLst/>
                <a:gdLst>
                  <a:gd name="connsiteX0" fmla="*/ 88195 w 87987"/>
                  <a:gd name="connsiteY0" fmla="*/ 189157 h 378158"/>
                  <a:gd name="connsiteX1" fmla="*/ 63164 w 87987"/>
                  <a:gd name="connsiteY1" fmla="*/ 71172 h 378158"/>
                  <a:gd name="connsiteX2" fmla="*/ 4000 w 87987"/>
                  <a:gd name="connsiteY2" fmla="*/ 78 h 378158"/>
                  <a:gd name="connsiteX3" fmla="*/ 207 w 87987"/>
                  <a:gd name="connsiteY3" fmla="*/ 3860 h 378158"/>
                  <a:gd name="connsiteX4" fmla="*/ 7413 w 87987"/>
                  <a:gd name="connsiteY4" fmla="*/ 12557 h 378158"/>
                  <a:gd name="connsiteX5" fmla="*/ 66198 w 87987"/>
                  <a:gd name="connsiteY5" fmla="*/ 189157 h 378158"/>
                  <a:gd name="connsiteX6" fmla="*/ 5138 w 87987"/>
                  <a:gd name="connsiteY6" fmla="*/ 368026 h 378158"/>
                  <a:gd name="connsiteX7" fmla="*/ 207 w 87987"/>
                  <a:gd name="connsiteY7" fmla="*/ 374455 h 378158"/>
                  <a:gd name="connsiteX8" fmla="*/ 4000 w 87987"/>
                  <a:gd name="connsiteY8" fmla="*/ 378236 h 378158"/>
                  <a:gd name="connsiteX9" fmla="*/ 64302 w 87987"/>
                  <a:gd name="connsiteY9" fmla="*/ 304495 h 378158"/>
                  <a:gd name="connsiteX10" fmla="*/ 88195 w 87987"/>
                  <a:gd name="connsiteY10" fmla="*/ 189157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987" h="378158">
                    <a:moveTo>
                      <a:pt x="88195" y="189157"/>
                    </a:moveTo>
                    <a:cubicBezTo>
                      <a:pt x="88195" y="159661"/>
                      <a:pt x="84023" y="113904"/>
                      <a:pt x="63164" y="71172"/>
                    </a:cubicBezTo>
                    <a:cubicBezTo>
                      <a:pt x="40409" y="24658"/>
                      <a:pt x="7793" y="78"/>
                      <a:pt x="4000" y="78"/>
                    </a:cubicBezTo>
                    <a:cubicBezTo>
                      <a:pt x="1724" y="78"/>
                      <a:pt x="207" y="1591"/>
                      <a:pt x="207" y="3860"/>
                    </a:cubicBezTo>
                    <a:cubicBezTo>
                      <a:pt x="207" y="4994"/>
                      <a:pt x="207" y="5750"/>
                      <a:pt x="7413" y="12557"/>
                    </a:cubicBezTo>
                    <a:cubicBezTo>
                      <a:pt x="44581" y="49995"/>
                      <a:pt x="66198" y="110122"/>
                      <a:pt x="66198" y="189157"/>
                    </a:cubicBezTo>
                    <a:cubicBezTo>
                      <a:pt x="66198" y="253822"/>
                      <a:pt x="52166" y="320378"/>
                      <a:pt x="5138" y="368026"/>
                    </a:cubicBezTo>
                    <a:cubicBezTo>
                      <a:pt x="207" y="372564"/>
                      <a:pt x="207" y="373320"/>
                      <a:pt x="207" y="374455"/>
                    </a:cubicBezTo>
                    <a:cubicBezTo>
                      <a:pt x="207" y="376724"/>
                      <a:pt x="1724" y="378236"/>
                      <a:pt x="4000" y="378236"/>
                    </a:cubicBezTo>
                    <a:cubicBezTo>
                      <a:pt x="7793" y="378236"/>
                      <a:pt x="41926" y="352522"/>
                      <a:pt x="64302" y="304495"/>
                    </a:cubicBezTo>
                    <a:cubicBezTo>
                      <a:pt x="83644" y="262898"/>
                      <a:pt x="88195" y="220922"/>
                      <a:pt x="88195" y="1891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431919F-A1BC-F37C-B127-3982EF544C64}"/>
                  </a:ext>
                </a:extLst>
              </p:cNvPr>
              <p:cNvSpPr/>
              <p:nvPr>
                <p:custDataLst>
                  <p:tags r:id="rId210"/>
                </p:custDataLst>
              </p:nvPr>
            </p:nvSpPr>
            <p:spPr>
              <a:xfrm>
                <a:off x="10700507" y="5396080"/>
                <a:ext cx="252206" cy="88489"/>
              </a:xfrm>
              <a:custGeom>
                <a:avLst/>
                <a:gdLst>
                  <a:gd name="connsiteX0" fmla="*/ 239526 w 252206"/>
                  <a:gd name="connsiteY0" fmla="*/ 15204 h 88489"/>
                  <a:gd name="connsiteX1" fmla="*/ 252420 w 252206"/>
                  <a:gd name="connsiteY1" fmla="*/ 7641 h 88489"/>
                  <a:gd name="connsiteX2" fmla="*/ 239905 w 252206"/>
                  <a:gd name="connsiteY2" fmla="*/ 78 h 88489"/>
                  <a:gd name="connsiteX3" fmla="*/ 12730 w 252206"/>
                  <a:gd name="connsiteY3" fmla="*/ 78 h 88489"/>
                  <a:gd name="connsiteX4" fmla="*/ 214 w 252206"/>
                  <a:gd name="connsiteY4" fmla="*/ 7641 h 88489"/>
                  <a:gd name="connsiteX5" fmla="*/ 13109 w 252206"/>
                  <a:gd name="connsiteY5" fmla="*/ 15204 h 88489"/>
                  <a:gd name="connsiteX6" fmla="*/ 239526 w 252206"/>
                  <a:gd name="connsiteY6" fmla="*/ 15204 h 88489"/>
                  <a:gd name="connsiteX7" fmla="*/ 239905 w 252206"/>
                  <a:gd name="connsiteY7" fmla="*/ 88567 h 88489"/>
                  <a:gd name="connsiteX8" fmla="*/ 252420 w 252206"/>
                  <a:gd name="connsiteY8" fmla="*/ 81004 h 88489"/>
                  <a:gd name="connsiteX9" fmla="*/ 239526 w 252206"/>
                  <a:gd name="connsiteY9" fmla="*/ 73441 h 88489"/>
                  <a:gd name="connsiteX10" fmla="*/ 13109 w 252206"/>
                  <a:gd name="connsiteY10" fmla="*/ 73441 h 88489"/>
                  <a:gd name="connsiteX11" fmla="*/ 214 w 252206"/>
                  <a:gd name="connsiteY11" fmla="*/ 81004 h 88489"/>
                  <a:gd name="connsiteX12" fmla="*/ 12730 w 252206"/>
                  <a:gd name="connsiteY12" fmla="*/ 88567 h 88489"/>
                  <a:gd name="connsiteX13" fmla="*/ 239905 w 252206"/>
                  <a:gd name="connsiteY13" fmla="*/ 88567 h 88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2206" h="88489">
                    <a:moveTo>
                      <a:pt x="239526" y="15204"/>
                    </a:moveTo>
                    <a:cubicBezTo>
                      <a:pt x="245214" y="15204"/>
                      <a:pt x="252420" y="15204"/>
                      <a:pt x="252420" y="7641"/>
                    </a:cubicBezTo>
                    <a:cubicBezTo>
                      <a:pt x="252420" y="78"/>
                      <a:pt x="245214" y="78"/>
                      <a:pt x="239905" y="78"/>
                    </a:cubicBezTo>
                    <a:lnTo>
                      <a:pt x="12730" y="78"/>
                    </a:lnTo>
                    <a:cubicBezTo>
                      <a:pt x="7420" y="78"/>
                      <a:pt x="214" y="78"/>
                      <a:pt x="214" y="7641"/>
                    </a:cubicBezTo>
                    <a:cubicBezTo>
                      <a:pt x="214" y="15204"/>
                      <a:pt x="7420" y="15204"/>
                      <a:pt x="13109" y="15204"/>
                    </a:cubicBezTo>
                    <a:lnTo>
                      <a:pt x="239526" y="15204"/>
                    </a:lnTo>
                    <a:close/>
                    <a:moveTo>
                      <a:pt x="239905" y="88567"/>
                    </a:moveTo>
                    <a:cubicBezTo>
                      <a:pt x="245214" y="88567"/>
                      <a:pt x="252420" y="88567"/>
                      <a:pt x="252420" y="81004"/>
                    </a:cubicBezTo>
                    <a:cubicBezTo>
                      <a:pt x="252420" y="73441"/>
                      <a:pt x="245214" y="73441"/>
                      <a:pt x="239526" y="73441"/>
                    </a:cubicBezTo>
                    <a:lnTo>
                      <a:pt x="13109" y="73441"/>
                    </a:lnTo>
                    <a:cubicBezTo>
                      <a:pt x="7420" y="73441"/>
                      <a:pt x="214" y="73441"/>
                      <a:pt x="214" y="81004"/>
                    </a:cubicBezTo>
                    <a:cubicBezTo>
                      <a:pt x="214" y="88567"/>
                      <a:pt x="7420" y="88567"/>
                      <a:pt x="12730" y="88567"/>
                    </a:cubicBezTo>
                    <a:lnTo>
                      <a:pt x="239905" y="88567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23A01BA-5CE7-9AFF-6615-45D1E6047065}"/>
                  </a:ext>
                </a:extLst>
              </p:cNvPr>
              <p:cNvSpPr/>
              <p:nvPr>
                <p:custDataLst>
                  <p:tags r:id="rId211"/>
                </p:custDataLst>
              </p:nvPr>
            </p:nvSpPr>
            <p:spPr>
              <a:xfrm>
                <a:off x="11212171" y="5005881"/>
                <a:ext cx="129099" cy="125926"/>
              </a:xfrm>
              <a:custGeom>
                <a:avLst/>
                <a:gdLst>
                  <a:gd name="connsiteX0" fmla="*/ 125397 w 129099"/>
                  <a:gd name="connsiteY0" fmla="*/ 90735 h 125926"/>
                  <a:gd name="connsiteX1" fmla="*/ 119503 w 129099"/>
                  <a:gd name="connsiteY1" fmla="*/ 98011 h 125926"/>
                  <a:gd name="connsiteX2" fmla="*/ 102384 w 129099"/>
                  <a:gd name="connsiteY2" fmla="*/ 112842 h 125926"/>
                  <a:gd name="connsiteX3" fmla="*/ 97893 w 129099"/>
                  <a:gd name="connsiteY3" fmla="*/ 108365 h 125926"/>
                  <a:gd name="connsiteX4" fmla="*/ 101822 w 129099"/>
                  <a:gd name="connsiteY4" fmla="*/ 90735 h 125926"/>
                  <a:gd name="connsiteX5" fmla="*/ 117819 w 129099"/>
                  <a:gd name="connsiteY5" fmla="*/ 33089 h 125926"/>
                  <a:gd name="connsiteX6" fmla="*/ 120345 w 129099"/>
                  <a:gd name="connsiteY6" fmla="*/ 17138 h 125926"/>
                  <a:gd name="connsiteX7" fmla="*/ 101822 w 129099"/>
                  <a:gd name="connsiteY7" fmla="*/ 68 h 125926"/>
                  <a:gd name="connsiteX8" fmla="*/ 37273 w 129099"/>
                  <a:gd name="connsiteY8" fmla="*/ 61632 h 125926"/>
                  <a:gd name="connsiteX9" fmla="*/ 56076 w 129099"/>
                  <a:gd name="connsiteY9" fmla="*/ 628 h 125926"/>
                  <a:gd name="connsiteX10" fmla="*/ 55234 w 129099"/>
                  <a:gd name="connsiteY10" fmla="*/ 68 h 125926"/>
                  <a:gd name="connsiteX11" fmla="*/ 9769 w 129099"/>
                  <a:gd name="connsiteY11" fmla="*/ 8743 h 125926"/>
                  <a:gd name="connsiteX12" fmla="*/ 9769 w 129099"/>
                  <a:gd name="connsiteY12" fmla="*/ 13220 h 125926"/>
                  <a:gd name="connsiteX13" fmla="*/ 27731 w 129099"/>
                  <a:gd name="connsiteY13" fmla="*/ 20776 h 125926"/>
                  <a:gd name="connsiteX14" fmla="*/ 27169 w 129099"/>
                  <a:gd name="connsiteY14" fmla="*/ 25533 h 125926"/>
                  <a:gd name="connsiteX15" fmla="*/ 227 w 129099"/>
                  <a:gd name="connsiteY15" fmla="*/ 123476 h 125926"/>
                  <a:gd name="connsiteX16" fmla="*/ 21276 w 129099"/>
                  <a:gd name="connsiteY16" fmla="*/ 123476 h 125926"/>
                  <a:gd name="connsiteX17" fmla="*/ 49341 w 129099"/>
                  <a:gd name="connsiteY17" fmla="*/ 54077 h 125926"/>
                  <a:gd name="connsiteX18" fmla="*/ 90877 w 129099"/>
                  <a:gd name="connsiteY18" fmla="*/ 14340 h 125926"/>
                  <a:gd name="connsiteX19" fmla="*/ 97613 w 129099"/>
                  <a:gd name="connsiteY19" fmla="*/ 22455 h 125926"/>
                  <a:gd name="connsiteX20" fmla="*/ 93683 w 129099"/>
                  <a:gd name="connsiteY20" fmla="*/ 43723 h 125926"/>
                  <a:gd name="connsiteX21" fmla="*/ 81335 w 129099"/>
                  <a:gd name="connsiteY21" fmla="*/ 89896 h 125926"/>
                  <a:gd name="connsiteX22" fmla="*/ 76844 w 129099"/>
                  <a:gd name="connsiteY22" fmla="*/ 110883 h 125926"/>
                  <a:gd name="connsiteX23" fmla="*/ 90035 w 129099"/>
                  <a:gd name="connsiteY23" fmla="*/ 125995 h 125926"/>
                  <a:gd name="connsiteX24" fmla="*/ 129326 w 129099"/>
                  <a:gd name="connsiteY24" fmla="*/ 94373 h 125926"/>
                  <a:gd name="connsiteX25" fmla="*/ 125397 w 129099"/>
                  <a:gd name="connsiteY25" fmla="*/ 90735 h 125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9099" h="125926">
                    <a:moveTo>
                      <a:pt x="125397" y="90735"/>
                    </a:moveTo>
                    <a:lnTo>
                      <a:pt x="119503" y="98011"/>
                    </a:lnTo>
                    <a:cubicBezTo>
                      <a:pt x="111364" y="108365"/>
                      <a:pt x="106313" y="112842"/>
                      <a:pt x="102384" y="112842"/>
                    </a:cubicBezTo>
                    <a:cubicBezTo>
                      <a:pt x="100138" y="112842"/>
                      <a:pt x="97893" y="110604"/>
                      <a:pt x="97893" y="108365"/>
                    </a:cubicBezTo>
                    <a:cubicBezTo>
                      <a:pt x="97893" y="106406"/>
                      <a:pt x="97893" y="106406"/>
                      <a:pt x="101822" y="90735"/>
                    </a:cubicBezTo>
                    <a:lnTo>
                      <a:pt x="117819" y="33089"/>
                    </a:lnTo>
                    <a:cubicBezTo>
                      <a:pt x="119223" y="27212"/>
                      <a:pt x="120345" y="21056"/>
                      <a:pt x="120345" y="17138"/>
                    </a:cubicBezTo>
                    <a:cubicBezTo>
                      <a:pt x="120345" y="7064"/>
                      <a:pt x="112768" y="68"/>
                      <a:pt x="101822" y="68"/>
                    </a:cubicBezTo>
                    <a:cubicBezTo>
                      <a:pt x="83861" y="68"/>
                      <a:pt x="66180" y="16858"/>
                      <a:pt x="37273" y="61632"/>
                    </a:cubicBezTo>
                    <a:lnTo>
                      <a:pt x="56076" y="628"/>
                    </a:lnTo>
                    <a:lnTo>
                      <a:pt x="55234" y="68"/>
                    </a:lnTo>
                    <a:cubicBezTo>
                      <a:pt x="40079" y="3146"/>
                      <a:pt x="34186" y="4266"/>
                      <a:pt x="9769" y="8743"/>
                    </a:cubicBezTo>
                    <a:lnTo>
                      <a:pt x="9769" y="13220"/>
                    </a:lnTo>
                    <a:cubicBezTo>
                      <a:pt x="24082" y="13500"/>
                      <a:pt x="27731" y="15179"/>
                      <a:pt x="27731" y="20776"/>
                    </a:cubicBezTo>
                    <a:cubicBezTo>
                      <a:pt x="27731" y="22455"/>
                      <a:pt x="27450" y="24134"/>
                      <a:pt x="27169" y="25533"/>
                    </a:cubicBezTo>
                    <a:lnTo>
                      <a:pt x="227" y="123476"/>
                    </a:lnTo>
                    <a:lnTo>
                      <a:pt x="21276" y="123476"/>
                    </a:lnTo>
                    <a:cubicBezTo>
                      <a:pt x="34466" y="79262"/>
                      <a:pt x="36992" y="73105"/>
                      <a:pt x="49341" y="54077"/>
                    </a:cubicBezTo>
                    <a:cubicBezTo>
                      <a:pt x="66180" y="28331"/>
                      <a:pt x="80493" y="14340"/>
                      <a:pt x="90877" y="14340"/>
                    </a:cubicBezTo>
                    <a:cubicBezTo>
                      <a:pt x="95087" y="14340"/>
                      <a:pt x="97613" y="17418"/>
                      <a:pt x="97613" y="22455"/>
                    </a:cubicBezTo>
                    <a:cubicBezTo>
                      <a:pt x="97613" y="25813"/>
                      <a:pt x="95929" y="35048"/>
                      <a:pt x="93683" y="43723"/>
                    </a:cubicBezTo>
                    <a:lnTo>
                      <a:pt x="81335" y="89896"/>
                    </a:lnTo>
                    <a:cubicBezTo>
                      <a:pt x="77686" y="104167"/>
                      <a:pt x="76844" y="108085"/>
                      <a:pt x="76844" y="110883"/>
                    </a:cubicBezTo>
                    <a:cubicBezTo>
                      <a:pt x="76844" y="121517"/>
                      <a:pt x="80774" y="125995"/>
                      <a:pt x="90035" y="125995"/>
                    </a:cubicBezTo>
                    <a:cubicBezTo>
                      <a:pt x="102664" y="125995"/>
                      <a:pt x="109961" y="120118"/>
                      <a:pt x="129326" y="94373"/>
                    </a:cubicBezTo>
                    <a:lnTo>
                      <a:pt x="125397" y="90735"/>
                    </a:ln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121F3DD-9E29-A6CE-D82C-A297CC09025B}"/>
                  </a:ext>
                </a:extLst>
              </p:cNvPr>
              <p:cNvSpPr/>
              <p:nvPr>
                <p:custDataLst>
                  <p:tags r:id="rId212"/>
                </p:custDataLst>
              </p:nvPr>
            </p:nvSpPr>
            <p:spPr>
              <a:xfrm>
                <a:off x="11091027" y="5206406"/>
                <a:ext cx="371912" cy="476476"/>
              </a:xfrm>
              <a:custGeom>
                <a:avLst/>
                <a:gdLst>
                  <a:gd name="connsiteX0" fmla="*/ 88698 w 371912"/>
                  <a:gd name="connsiteY0" fmla="*/ 22406 h 476476"/>
                  <a:gd name="connsiteX1" fmla="*/ 235060 w 371912"/>
                  <a:gd name="connsiteY1" fmla="*/ 22406 h 476476"/>
                  <a:gd name="connsiteX2" fmla="*/ 323533 w 371912"/>
                  <a:gd name="connsiteY2" fmla="*/ 89929 h 476476"/>
                  <a:gd name="connsiteX3" fmla="*/ 337732 w 371912"/>
                  <a:gd name="connsiteY3" fmla="*/ 89929 h 476476"/>
                  <a:gd name="connsiteX4" fmla="*/ 332271 w 371912"/>
                  <a:gd name="connsiteY4" fmla="*/ 79 h 476476"/>
                  <a:gd name="connsiteX5" fmla="*/ 5140 w 371912"/>
                  <a:gd name="connsiteY5" fmla="*/ 79 h 476476"/>
                  <a:gd name="connsiteX6" fmla="*/ 132388 w 371912"/>
                  <a:gd name="connsiteY6" fmla="*/ 254382 h 476476"/>
                  <a:gd name="connsiteX7" fmla="*/ 225 w 371912"/>
                  <a:gd name="connsiteY7" fmla="*/ 476556 h 476476"/>
                  <a:gd name="connsiteX8" fmla="*/ 342647 w 371912"/>
                  <a:gd name="connsiteY8" fmla="*/ 476556 h 476476"/>
                  <a:gd name="connsiteX9" fmla="*/ 372138 w 371912"/>
                  <a:gd name="connsiteY9" fmla="*/ 362201 h 476476"/>
                  <a:gd name="connsiteX10" fmla="*/ 357939 w 371912"/>
                  <a:gd name="connsiteY10" fmla="*/ 362201 h 476476"/>
                  <a:gd name="connsiteX11" fmla="*/ 260728 w 371912"/>
                  <a:gd name="connsiteY11" fmla="*/ 415567 h 476476"/>
                  <a:gd name="connsiteX12" fmla="*/ 81598 w 371912"/>
                  <a:gd name="connsiteY12" fmla="*/ 415567 h 476476"/>
                  <a:gd name="connsiteX13" fmla="*/ 191370 w 371912"/>
                  <a:gd name="connsiteY13" fmla="*/ 223887 h 476476"/>
                  <a:gd name="connsiteX14" fmla="*/ 88698 w 371912"/>
                  <a:gd name="connsiteY14" fmla="*/ 22406 h 476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71912" h="476476">
                    <a:moveTo>
                      <a:pt x="88698" y="22406"/>
                    </a:moveTo>
                    <a:lnTo>
                      <a:pt x="235060" y="22406"/>
                    </a:lnTo>
                    <a:cubicBezTo>
                      <a:pt x="297865" y="22406"/>
                      <a:pt x="314248" y="34930"/>
                      <a:pt x="323533" y="89929"/>
                    </a:cubicBezTo>
                    <a:lnTo>
                      <a:pt x="337732" y="89929"/>
                    </a:lnTo>
                    <a:lnTo>
                      <a:pt x="332271" y="79"/>
                    </a:lnTo>
                    <a:lnTo>
                      <a:pt x="5140" y="79"/>
                    </a:lnTo>
                    <a:lnTo>
                      <a:pt x="132388" y="254382"/>
                    </a:lnTo>
                    <a:lnTo>
                      <a:pt x="225" y="476556"/>
                    </a:lnTo>
                    <a:lnTo>
                      <a:pt x="342647" y="476556"/>
                    </a:lnTo>
                    <a:lnTo>
                      <a:pt x="372138" y="362201"/>
                    </a:lnTo>
                    <a:lnTo>
                      <a:pt x="357939" y="362201"/>
                    </a:lnTo>
                    <a:cubicBezTo>
                      <a:pt x="340463" y="406310"/>
                      <a:pt x="324079" y="415567"/>
                      <a:pt x="260728" y="415567"/>
                    </a:cubicBezTo>
                    <a:lnTo>
                      <a:pt x="81598" y="415567"/>
                    </a:lnTo>
                    <a:lnTo>
                      <a:pt x="191370" y="223887"/>
                    </a:lnTo>
                    <a:lnTo>
                      <a:pt x="88698" y="22406"/>
                    </a:lnTo>
                    <a:close/>
                  </a:path>
                </a:pathLst>
              </a:custGeom>
              <a:solidFill>
                <a:srgbClr val="FFFFFF"/>
              </a:solidFill>
              <a:ln w="550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6C0FA08-A516-EFE6-C796-AC4A5D7D2D21}"/>
                  </a:ext>
                </a:extLst>
              </p:cNvPr>
              <p:cNvSpPr/>
              <p:nvPr>
                <p:custDataLst>
                  <p:tags r:id="rId213"/>
                </p:custDataLst>
              </p:nvPr>
            </p:nvSpPr>
            <p:spPr>
              <a:xfrm>
                <a:off x="11073399" y="5743019"/>
                <a:ext cx="60339" cy="186091"/>
              </a:xfrm>
              <a:custGeom>
                <a:avLst/>
                <a:gdLst>
                  <a:gd name="connsiteX0" fmla="*/ 48776 w 60339"/>
                  <a:gd name="connsiteY0" fmla="*/ 151201 h 186091"/>
                  <a:gd name="connsiteX1" fmla="*/ 37269 w 60339"/>
                  <a:gd name="connsiteY1" fmla="*/ 165473 h 186091"/>
                  <a:gd name="connsiteX2" fmla="*/ 25762 w 60339"/>
                  <a:gd name="connsiteY2" fmla="*/ 173028 h 186091"/>
                  <a:gd name="connsiteX3" fmla="*/ 21272 w 60339"/>
                  <a:gd name="connsiteY3" fmla="*/ 168831 h 186091"/>
                  <a:gd name="connsiteX4" fmla="*/ 24078 w 60339"/>
                  <a:gd name="connsiteY4" fmla="*/ 156518 h 186091"/>
                  <a:gd name="connsiteX5" fmla="*/ 25482 w 60339"/>
                  <a:gd name="connsiteY5" fmla="*/ 151481 h 186091"/>
                  <a:gd name="connsiteX6" fmla="*/ 25482 w 60339"/>
                  <a:gd name="connsiteY6" fmla="*/ 150921 h 186091"/>
                  <a:gd name="connsiteX7" fmla="*/ 25762 w 60339"/>
                  <a:gd name="connsiteY7" fmla="*/ 150361 h 186091"/>
                  <a:gd name="connsiteX8" fmla="*/ 50459 w 60339"/>
                  <a:gd name="connsiteY8" fmla="*/ 60254 h 186091"/>
                  <a:gd name="connsiteX9" fmla="*/ 49617 w 60339"/>
                  <a:gd name="connsiteY9" fmla="*/ 59694 h 186091"/>
                  <a:gd name="connsiteX10" fmla="*/ 4713 w 60339"/>
                  <a:gd name="connsiteY10" fmla="*/ 66690 h 186091"/>
                  <a:gd name="connsiteX11" fmla="*/ 4713 w 60339"/>
                  <a:gd name="connsiteY11" fmla="*/ 71167 h 186091"/>
                  <a:gd name="connsiteX12" fmla="*/ 22394 w 60339"/>
                  <a:gd name="connsiteY12" fmla="*/ 77884 h 186091"/>
                  <a:gd name="connsiteX13" fmla="*/ 19869 w 60339"/>
                  <a:gd name="connsiteY13" fmla="*/ 90196 h 186091"/>
                  <a:gd name="connsiteX14" fmla="*/ 6397 w 60339"/>
                  <a:gd name="connsiteY14" fmla="*/ 139728 h 186091"/>
                  <a:gd name="connsiteX15" fmla="*/ 223 w 60339"/>
                  <a:gd name="connsiteY15" fmla="*/ 170230 h 186091"/>
                  <a:gd name="connsiteX16" fmla="*/ 13133 w 60339"/>
                  <a:gd name="connsiteY16" fmla="*/ 186181 h 186091"/>
                  <a:gd name="connsiteX17" fmla="*/ 52424 w 60339"/>
                  <a:gd name="connsiteY17" fmla="*/ 154279 h 186091"/>
                  <a:gd name="connsiteX18" fmla="*/ 48776 w 60339"/>
                  <a:gd name="connsiteY18" fmla="*/ 151201 h 186091"/>
                  <a:gd name="connsiteX19" fmla="*/ 46530 w 60339"/>
                  <a:gd name="connsiteY19" fmla="*/ 89 h 186091"/>
                  <a:gd name="connsiteX20" fmla="*/ 33340 w 60339"/>
                  <a:gd name="connsiteY20" fmla="*/ 14920 h 186091"/>
                  <a:gd name="connsiteX21" fmla="*/ 46811 w 60339"/>
                  <a:gd name="connsiteY21" fmla="*/ 29752 h 186091"/>
                  <a:gd name="connsiteX22" fmla="*/ 60563 w 60339"/>
                  <a:gd name="connsiteY22" fmla="*/ 15480 h 186091"/>
                  <a:gd name="connsiteX23" fmla="*/ 46530 w 60339"/>
                  <a:gd name="connsiteY23" fmla="*/ 89 h 18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339" h="186091">
                    <a:moveTo>
                      <a:pt x="48776" y="151201"/>
                    </a:moveTo>
                    <a:cubicBezTo>
                      <a:pt x="42040" y="160156"/>
                      <a:pt x="40075" y="162394"/>
                      <a:pt x="37269" y="165473"/>
                    </a:cubicBezTo>
                    <a:cubicBezTo>
                      <a:pt x="32498" y="170230"/>
                      <a:pt x="28288" y="173028"/>
                      <a:pt x="25762" y="173028"/>
                    </a:cubicBezTo>
                    <a:cubicBezTo>
                      <a:pt x="23517" y="173028"/>
                      <a:pt x="21272" y="170789"/>
                      <a:pt x="21272" y="168831"/>
                    </a:cubicBezTo>
                    <a:cubicBezTo>
                      <a:pt x="21272" y="166032"/>
                      <a:pt x="22114" y="161835"/>
                      <a:pt x="24078" y="156518"/>
                    </a:cubicBezTo>
                    <a:cubicBezTo>
                      <a:pt x="24078" y="155678"/>
                      <a:pt x="24920" y="153719"/>
                      <a:pt x="25482" y="151481"/>
                    </a:cubicBezTo>
                    <a:lnTo>
                      <a:pt x="25482" y="150921"/>
                    </a:lnTo>
                    <a:lnTo>
                      <a:pt x="25762" y="150361"/>
                    </a:lnTo>
                    <a:lnTo>
                      <a:pt x="50459" y="60254"/>
                    </a:lnTo>
                    <a:lnTo>
                      <a:pt x="49617" y="59694"/>
                    </a:lnTo>
                    <a:cubicBezTo>
                      <a:pt x="21272" y="65011"/>
                      <a:pt x="15659" y="65851"/>
                      <a:pt x="4713" y="66690"/>
                    </a:cubicBezTo>
                    <a:lnTo>
                      <a:pt x="4713" y="71167"/>
                    </a:lnTo>
                    <a:cubicBezTo>
                      <a:pt x="19588" y="71447"/>
                      <a:pt x="22394" y="72287"/>
                      <a:pt x="22394" y="77884"/>
                    </a:cubicBezTo>
                    <a:cubicBezTo>
                      <a:pt x="22394" y="80122"/>
                      <a:pt x="21552" y="84600"/>
                      <a:pt x="19869" y="90196"/>
                    </a:cubicBezTo>
                    <a:lnTo>
                      <a:pt x="6397" y="139728"/>
                    </a:lnTo>
                    <a:cubicBezTo>
                      <a:pt x="1907" y="155958"/>
                      <a:pt x="223" y="164633"/>
                      <a:pt x="223" y="170230"/>
                    </a:cubicBezTo>
                    <a:cubicBezTo>
                      <a:pt x="223" y="180584"/>
                      <a:pt x="4713" y="186181"/>
                      <a:pt x="13133" y="186181"/>
                    </a:cubicBezTo>
                    <a:cubicBezTo>
                      <a:pt x="26043" y="186181"/>
                      <a:pt x="36427" y="177785"/>
                      <a:pt x="52424" y="154279"/>
                    </a:cubicBezTo>
                    <a:lnTo>
                      <a:pt x="48776" y="151201"/>
                    </a:lnTo>
                    <a:close/>
                    <a:moveTo>
                      <a:pt x="46530" y="89"/>
                    </a:moveTo>
                    <a:cubicBezTo>
                      <a:pt x="38953" y="89"/>
                      <a:pt x="33340" y="6525"/>
                      <a:pt x="33340" y="14920"/>
                    </a:cubicBezTo>
                    <a:cubicBezTo>
                      <a:pt x="33340" y="23875"/>
                      <a:pt x="38672" y="29752"/>
                      <a:pt x="46811" y="29752"/>
                    </a:cubicBezTo>
                    <a:cubicBezTo>
                      <a:pt x="54108" y="29752"/>
                      <a:pt x="60563" y="23315"/>
                      <a:pt x="60563" y="15480"/>
                    </a:cubicBezTo>
                    <a:cubicBezTo>
                      <a:pt x="60563" y="7365"/>
                      <a:pt x="54108" y="89"/>
                      <a:pt x="46530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F65C004-295F-9EDE-A5F2-43A4950AF546}"/>
                  </a:ext>
                </a:extLst>
              </p:cNvPr>
              <p:cNvSpPr/>
              <p:nvPr>
                <p:custDataLst>
                  <p:tags r:id="rId214"/>
                </p:custDataLst>
              </p:nvPr>
            </p:nvSpPr>
            <p:spPr>
              <a:xfrm>
                <a:off x="11153674" y="5823333"/>
                <a:ext cx="186632" cy="65481"/>
              </a:xfrm>
              <a:custGeom>
                <a:avLst/>
                <a:gdLst>
                  <a:gd name="connsiteX0" fmla="*/ 177316 w 186632"/>
                  <a:gd name="connsiteY0" fmla="*/ 11282 h 65481"/>
                  <a:gd name="connsiteX1" fmla="*/ 186858 w 186632"/>
                  <a:gd name="connsiteY1" fmla="*/ 5686 h 65481"/>
                  <a:gd name="connsiteX2" fmla="*/ 177596 w 186632"/>
                  <a:gd name="connsiteY2" fmla="*/ 89 h 65481"/>
                  <a:gd name="connsiteX3" fmla="*/ 9486 w 186632"/>
                  <a:gd name="connsiteY3" fmla="*/ 89 h 65481"/>
                  <a:gd name="connsiteX4" fmla="*/ 225 w 186632"/>
                  <a:gd name="connsiteY4" fmla="*/ 5686 h 65481"/>
                  <a:gd name="connsiteX5" fmla="*/ 9767 w 186632"/>
                  <a:gd name="connsiteY5" fmla="*/ 11282 h 65481"/>
                  <a:gd name="connsiteX6" fmla="*/ 177316 w 186632"/>
                  <a:gd name="connsiteY6" fmla="*/ 11282 h 65481"/>
                  <a:gd name="connsiteX7" fmla="*/ 177596 w 186632"/>
                  <a:gd name="connsiteY7" fmla="*/ 65571 h 65481"/>
                  <a:gd name="connsiteX8" fmla="*/ 186858 w 186632"/>
                  <a:gd name="connsiteY8" fmla="*/ 59974 h 65481"/>
                  <a:gd name="connsiteX9" fmla="*/ 177316 w 186632"/>
                  <a:gd name="connsiteY9" fmla="*/ 54377 h 65481"/>
                  <a:gd name="connsiteX10" fmla="*/ 9767 w 186632"/>
                  <a:gd name="connsiteY10" fmla="*/ 54377 h 65481"/>
                  <a:gd name="connsiteX11" fmla="*/ 225 w 186632"/>
                  <a:gd name="connsiteY11" fmla="*/ 59974 h 65481"/>
                  <a:gd name="connsiteX12" fmla="*/ 9486 w 186632"/>
                  <a:gd name="connsiteY12" fmla="*/ 65571 h 65481"/>
                  <a:gd name="connsiteX13" fmla="*/ 177596 w 186632"/>
                  <a:gd name="connsiteY13" fmla="*/ 65571 h 6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6632" h="65481">
                    <a:moveTo>
                      <a:pt x="177316" y="11282"/>
                    </a:moveTo>
                    <a:cubicBezTo>
                      <a:pt x="181525" y="11282"/>
                      <a:pt x="186858" y="11282"/>
                      <a:pt x="186858" y="5686"/>
                    </a:cubicBezTo>
                    <a:cubicBezTo>
                      <a:pt x="186858" y="89"/>
                      <a:pt x="181525" y="89"/>
                      <a:pt x="177596" y="89"/>
                    </a:cubicBezTo>
                    <a:lnTo>
                      <a:pt x="9486" y="89"/>
                    </a:lnTo>
                    <a:cubicBezTo>
                      <a:pt x="5557" y="89"/>
                      <a:pt x="225" y="89"/>
                      <a:pt x="225" y="5686"/>
                    </a:cubicBezTo>
                    <a:cubicBezTo>
                      <a:pt x="225" y="11282"/>
                      <a:pt x="5557" y="11282"/>
                      <a:pt x="9767" y="11282"/>
                    </a:cubicBezTo>
                    <a:lnTo>
                      <a:pt x="177316" y="11282"/>
                    </a:lnTo>
                    <a:close/>
                    <a:moveTo>
                      <a:pt x="177596" y="65571"/>
                    </a:moveTo>
                    <a:cubicBezTo>
                      <a:pt x="181525" y="65571"/>
                      <a:pt x="186858" y="65571"/>
                      <a:pt x="186858" y="59974"/>
                    </a:cubicBezTo>
                    <a:cubicBezTo>
                      <a:pt x="186858" y="54377"/>
                      <a:pt x="181525" y="54377"/>
                      <a:pt x="177316" y="54377"/>
                    </a:cubicBezTo>
                    <a:lnTo>
                      <a:pt x="9767" y="54377"/>
                    </a:lnTo>
                    <a:cubicBezTo>
                      <a:pt x="5557" y="54377"/>
                      <a:pt x="225" y="54377"/>
                      <a:pt x="225" y="59974"/>
                    </a:cubicBezTo>
                    <a:cubicBezTo>
                      <a:pt x="225" y="65571"/>
                      <a:pt x="5557" y="65571"/>
                      <a:pt x="9486" y="65571"/>
                    </a:cubicBezTo>
                    <a:lnTo>
                      <a:pt x="177596" y="65571"/>
                    </a:ln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95AC4CE-F2A8-1862-90D0-CB6ABF9680A1}"/>
                  </a:ext>
                </a:extLst>
              </p:cNvPr>
              <p:cNvSpPr/>
              <p:nvPr>
                <p:custDataLst>
                  <p:tags r:id="rId215"/>
                </p:custDataLst>
              </p:nvPr>
            </p:nvSpPr>
            <p:spPr>
              <a:xfrm>
                <a:off x="11363574" y="5736863"/>
                <a:ext cx="126854" cy="193087"/>
              </a:xfrm>
              <a:custGeom>
                <a:avLst/>
                <a:gdLst>
                  <a:gd name="connsiteX0" fmla="*/ 64780 w 126854"/>
                  <a:gd name="connsiteY0" fmla="*/ 89 h 193087"/>
                  <a:gd name="connsiteX1" fmla="*/ 27173 w 126854"/>
                  <a:gd name="connsiteY1" fmla="*/ 14640 h 193087"/>
                  <a:gd name="connsiteX2" fmla="*/ 231 w 126854"/>
                  <a:gd name="connsiteY2" fmla="*/ 95233 h 193087"/>
                  <a:gd name="connsiteX3" fmla="*/ 22683 w 126854"/>
                  <a:gd name="connsiteY3" fmla="*/ 174148 h 193087"/>
                  <a:gd name="connsiteX4" fmla="*/ 63658 w 126854"/>
                  <a:gd name="connsiteY4" fmla="*/ 193176 h 193087"/>
                  <a:gd name="connsiteX5" fmla="*/ 100142 w 126854"/>
                  <a:gd name="connsiteY5" fmla="*/ 178625 h 193087"/>
                  <a:gd name="connsiteX6" fmla="*/ 127085 w 126854"/>
                  <a:gd name="connsiteY6" fmla="*/ 96912 h 193087"/>
                  <a:gd name="connsiteX7" fmla="*/ 64780 w 126854"/>
                  <a:gd name="connsiteY7" fmla="*/ 89 h 193087"/>
                  <a:gd name="connsiteX8" fmla="*/ 63938 w 126854"/>
                  <a:gd name="connsiteY8" fmla="*/ 7365 h 193087"/>
                  <a:gd name="connsiteX9" fmla="*/ 100142 w 126854"/>
                  <a:gd name="connsiteY9" fmla="*/ 97472 h 193087"/>
                  <a:gd name="connsiteX10" fmla="*/ 63658 w 126854"/>
                  <a:gd name="connsiteY10" fmla="*/ 185901 h 193087"/>
                  <a:gd name="connsiteX11" fmla="*/ 27173 w 126854"/>
                  <a:gd name="connsiteY11" fmla="*/ 97752 h 193087"/>
                  <a:gd name="connsiteX12" fmla="*/ 63938 w 126854"/>
                  <a:gd name="connsiteY12" fmla="*/ 7365 h 1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854" h="193087">
                    <a:moveTo>
                      <a:pt x="64780" y="89"/>
                    </a:moveTo>
                    <a:cubicBezTo>
                      <a:pt x="49345" y="89"/>
                      <a:pt x="37557" y="4846"/>
                      <a:pt x="27173" y="14640"/>
                    </a:cubicBezTo>
                    <a:cubicBezTo>
                      <a:pt x="10895" y="30311"/>
                      <a:pt x="231" y="62493"/>
                      <a:pt x="231" y="95233"/>
                    </a:cubicBezTo>
                    <a:cubicBezTo>
                      <a:pt x="231" y="125736"/>
                      <a:pt x="9492" y="158477"/>
                      <a:pt x="22683" y="174148"/>
                    </a:cubicBezTo>
                    <a:cubicBezTo>
                      <a:pt x="33067" y="186460"/>
                      <a:pt x="47380" y="193176"/>
                      <a:pt x="63658" y="193176"/>
                    </a:cubicBezTo>
                    <a:cubicBezTo>
                      <a:pt x="77971" y="193176"/>
                      <a:pt x="90039" y="188419"/>
                      <a:pt x="100142" y="178625"/>
                    </a:cubicBezTo>
                    <a:cubicBezTo>
                      <a:pt x="116420" y="163234"/>
                      <a:pt x="127085" y="130773"/>
                      <a:pt x="127085" y="96912"/>
                    </a:cubicBezTo>
                    <a:cubicBezTo>
                      <a:pt x="127085" y="39546"/>
                      <a:pt x="101546" y="89"/>
                      <a:pt x="64780" y="89"/>
                    </a:cubicBezTo>
                    <a:close/>
                    <a:moveTo>
                      <a:pt x="63938" y="7365"/>
                    </a:moveTo>
                    <a:cubicBezTo>
                      <a:pt x="87513" y="7365"/>
                      <a:pt x="100142" y="38986"/>
                      <a:pt x="100142" y="97472"/>
                    </a:cubicBezTo>
                    <a:cubicBezTo>
                      <a:pt x="100142" y="155958"/>
                      <a:pt x="87794" y="185901"/>
                      <a:pt x="63658" y="185901"/>
                    </a:cubicBezTo>
                    <a:cubicBezTo>
                      <a:pt x="39522" y="185901"/>
                      <a:pt x="27173" y="155958"/>
                      <a:pt x="27173" y="97752"/>
                    </a:cubicBezTo>
                    <a:cubicBezTo>
                      <a:pt x="27173" y="38427"/>
                      <a:pt x="39802" y="7365"/>
                      <a:pt x="63938" y="73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F49AF79-1D02-8E88-B90E-CDE822F829F1}"/>
                  </a:ext>
                </a:extLst>
              </p:cNvPr>
              <p:cNvSpPr/>
              <p:nvPr>
                <p:custDataLst>
                  <p:tags r:id="rId216"/>
                </p:custDataLst>
              </p:nvPr>
            </p:nvSpPr>
            <p:spPr>
              <a:xfrm>
                <a:off x="11536951" y="5287926"/>
                <a:ext cx="215039" cy="246937"/>
              </a:xfrm>
              <a:custGeom>
                <a:avLst/>
                <a:gdLst>
                  <a:gd name="connsiteX0" fmla="*/ 156111 w 215039"/>
                  <a:gd name="connsiteY0" fmla="*/ 78 h 246937"/>
                  <a:gd name="connsiteX1" fmla="*/ 52574 w 215039"/>
                  <a:gd name="connsiteY1" fmla="*/ 78 h 246937"/>
                  <a:gd name="connsiteX2" fmla="*/ 52574 w 215039"/>
                  <a:gd name="connsiteY2" fmla="*/ 6128 h 246937"/>
                  <a:gd name="connsiteX3" fmla="*/ 81777 w 215039"/>
                  <a:gd name="connsiteY3" fmla="*/ 22389 h 246937"/>
                  <a:gd name="connsiteX4" fmla="*/ 77605 w 215039"/>
                  <a:gd name="connsiteY4" fmla="*/ 45835 h 246937"/>
                  <a:gd name="connsiteX5" fmla="*/ 30956 w 215039"/>
                  <a:gd name="connsiteY5" fmla="*/ 212981 h 246937"/>
                  <a:gd name="connsiteX6" fmla="*/ 236 w 215039"/>
                  <a:gd name="connsiteY6" fmla="*/ 240965 h 246937"/>
                  <a:gd name="connsiteX7" fmla="*/ 236 w 215039"/>
                  <a:gd name="connsiteY7" fmla="*/ 247015 h 246937"/>
                  <a:gd name="connsiteX8" fmla="*/ 193278 w 215039"/>
                  <a:gd name="connsiteY8" fmla="*/ 247015 h 246937"/>
                  <a:gd name="connsiteX9" fmla="*/ 215275 w 215039"/>
                  <a:gd name="connsiteY9" fmla="*/ 179325 h 246937"/>
                  <a:gd name="connsiteX10" fmla="*/ 207690 w 215039"/>
                  <a:gd name="connsiteY10" fmla="*/ 177056 h 246937"/>
                  <a:gd name="connsiteX11" fmla="*/ 167489 w 215039"/>
                  <a:gd name="connsiteY11" fmla="*/ 224704 h 246937"/>
                  <a:gd name="connsiteX12" fmla="*/ 105670 w 215039"/>
                  <a:gd name="connsiteY12" fmla="*/ 233401 h 246937"/>
                  <a:gd name="connsiteX13" fmla="*/ 67365 w 215039"/>
                  <a:gd name="connsiteY13" fmla="*/ 220544 h 246937"/>
                  <a:gd name="connsiteX14" fmla="*/ 71157 w 215039"/>
                  <a:gd name="connsiteY14" fmla="*/ 201636 h 246937"/>
                  <a:gd name="connsiteX15" fmla="*/ 117806 w 215039"/>
                  <a:gd name="connsiteY15" fmla="*/ 34112 h 246937"/>
                  <a:gd name="connsiteX16" fmla="*/ 156111 w 215039"/>
                  <a:gd name="connsiteY16" fmla="*/ 6128 h 246937"/>
                  <a:gd name="connsiteX17" fmla="*/ 156111 w 215039"/>
                  <a:gd name="connsiteY17" fmla="*/ 78 h 246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5039" h="246937">
                    <a:moveTo>
                      <a:pt x="156111" y="78"/>
                    </a:moveTo>
                    <a:lnTo>
                      <a:pt x="52574" y="78"/>
                    </a:lnTo>
                    <a:lnTo>
                      <a:pt x="52574" y="6128"/>
                    </a:lnTo>
                    <a:cubicBezTo>
                      <a:pt x="76088" y="8397"/>
                      <a:pt x="81777" y="11423"/>
                      <a:pt x="81777" y="22389"/>
                    </a:cubicBezTo>
                    <a:cubicBezTo>
                      <a:pt x="81777" y="27683"/>
                      <a:pt x="80260" y="36381"/>
                      <a:pt x="77605" y="45835"/>
                    </a:cubicBezTo>
                    <a:lnTo>
                      <a:pt x="30956" y="212981"/>
                    </a:lnTo>
                    <a:cubicBezTo>
                      <a:pt x="24129" y="234914"/>
                      <a:pt x="21475" y="237183"/>
                      <a:pt x="236" y="240965"/>
                    </a:cubicBezTo>
                    <a:lnTo>
                      <a:pt x="236" y="247015"/>
                    </a:lnTo>
                    <a:lnTo>
                      <a:pt x="193278" y="247015"/>
                    </a:lnTo>
                    <a:lnTo>
                      <a:pt x="215275" y="179325"/>
                    </a:lnTo>
                    <a:lnTo>
                      <a:pt x="207690" y="177056"/>
                    </a:lnTo>
                    <a:cubicBezTo>
                      <a:pt x="194416" y="204283"/>
                      <a:pt x="184176" y="216384"/>
                      <a:pt x="167489" y="224704"/>
                    </a:cubicBezTo>
                    <a:cubicBezTo>
                      <a:pt x="154215" y="231132"/>
                      <a:pt x="138665" y="233401"/>
                      <a:pt x="105670" y="233401"/>
                    </a:cubicBezTo>
                    <a:cubicBezTo>
                      <a:pt x="76846" y="233401"/>
                      <a:pt x="67365" y="230376"/>
                      <a:pt x="67365" y="220544"/>
                    </a:cubicBezTo>
                    <a:cubicBezTo>
                      <a:pt x="67365" y="217897"/>
                      <a:pt x="69261" y="208821"/>
                      <a:pt x="71157" y="201636"/>
                    </a:cubicBezTo>
                    <a:lnTo>
                      <a:pt x="117806" y="34112"/>
                    </a:lnTo>
                    <a:cubicBezTo>
                      <a:pt x="123495" y="14826"/>
                      <a:pt x="133356" y="7641"/>
                      <a:pt x="156111" y="6128"/>
                    </a:cubicBezTo>
                    <a:lnTo>
                      <a:pt x="156111" y="78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C1C97FD-470F-CE69-53BA-1F79F2760749}"/>
                  </a:ext>
                </a:extLst>
              </p:cNvPr>
              <p:cNvSpPr/>
              <p:nvPr>
                <p:custDataLst>
                  <p:tags r:id="rId217"/>
                </p:custDataLst>
              </p:nvPr>
            </p:nvSpPr>
            <p:spPr>
              <a:xfrm>
                <a:off x="11765393" y="5408786"/>
                <a:ext cx="60339" cy="186091"/>
              </a:xfrm>
              <a:custGeom>
                <a:avLst/>
                <a:gdLst>
                  <a:gd name="connsiteX0" fmla="*/ 48794 w 60339"/>
                  <a:gd name="connsiteY0" fmla="*/ 151192 h 186091"/>
                  <a:gd name="connsiteX1" fmla="*/ 37287 w 60339"/>
                  <a:gd name="connsiteY1" fmla="*/ 165464 h 186091"/>
                  <a:gd name="connsiteX2" fmla="*/ 25780 w 60339"/>
                  <a:gd name="connsiteY2" fmla="*/ 173019 h 186091"/>
                  <a:gd name="connsiteX3" fmla="*/ 21290 w 60339"/>
                  <a:gd name="connsiteY3" fmla="*/ 168822 h 186091"/>
                  <a:gd name="connsiteX4" fmla="*/ 24096 w 60339"/>
                  <a:gd name="connsiteY4" fmla="*/ 156509 h 186091"/>
                  <a:gd name="connsiteX5" fmla="*/ 25500 w 60339"/>
                  <a:gd name="connsiteY5" fmla="*/ 151472 h 186091"/>
                  <a:gd name="connsiteX6" fmla="*/ 25500 w 60339"/>
                  <a:gd name="connsiteY6" fmla="*/ 150912 h 186091"/>
                  <a:gd name="connsiteX7" fmla="*/ 25780 w 60339"/>
                  <a:gd name="connsiteY7" fmla="*/ 150353 h 186091"/>
                  <a:gd name="connsiteX8" fmla="*/ 50478 w 60339"/>
                  <a:gd name="connsiteY8" fmla="*/ 60245 h 186091"/>
                  <a:gd name="connsiteX9" fmla="*/ 49636 w 60339"/>
                  <a:gd name="connsiteY9" fmla="*/ 59685 h 186091"/>
                  <a:gd name="connsiteX10" fmla="*/ 4731 w 60339"/>
                  <a:gd name="connsiteY10" fmla="*/ 66681 h 186091"/>
                  <a:gd name="connsiteX11" fmla="*/ 4731 w 60339"/>
                  <a:gd name="connsiteY11" fmla="*/ 71159 h 186091"/>
                  <a:gd name="connsiteX12" fmla="*/ 22412 w 60339"/>
                  <a:gd name="connsiteY12" fmla="*/ 77875 h 186091"/>
                  <a:gd name="connsiteX13" fmla="*/ 19887 w 60339"/>
                  <a:gd name="connsiteY13" fmla="*/ 90188 h 186091"/>
                  <a:gd name="connsiteX14" fmla="*/ 6415 w 60339"/>
                  <a:gd name="connsiteY14" fmla="*/ 139719 h 186091"/>
                  <a:gd name="connsiteX15" fmla="*/ 241 w 60339"/>
                  <a:gd name="connsiteY15" fmla="*/ 170221 h 186091"/>
                  <a:gd name="connsiteX16" fmla="*/ 13151 w 60339"/>
                  <a:gd name="connsiteY16" fmla="*/ 186172 h 186091"/>
                  <a:gd name="connsiteX17" fmla="*/ 52442 w 60339"/>
                  <a:gd name="connsiteY17" fmla="*/ 154270 h 186091"/>
                  <a:gd name="connsiteX18" fmla="*/ 48794 w 60339"/>
                  <a:gd name="connsiteY18" fmla="*/ 151192 h 186091"/>
                  <a:gd name="connsiteX19" fmla="*/ 46548 w 60339"/>
                  <a:gd name="connsiteY19" fmla="*/ 80 h 186091"/>
                  <a:gd name="connsiteX20" fmla="*/ 33358 w 60339"/>
                  <a:gd name="connsiteY20" fmla="*/ 14911 h 186091"/>
                  <a:gd name="connsiteX21" fmla="*/ 46829 w 60339"/>
                  <a:gd name="connsiteY21" fmla="*/ 29743 h 186091"/>
                  <a:gd name="connsiteX22" fmla="*/ 60581 w 60339"/>
                  <a:gd name="connsiteY22" fmla="*/ 15471 h 186091"/>
                  <a:gd name="connsiteX23" fmla="*/ 46548 w 60339"/>
                  <a:gd name="connsiteY23" fmla="*/ 80 h 18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339" h="186091">
                    <a:moveTo>
                      <a:pt x="48794" y="151192"/>
                    </a:moveTo>
                    <a:cubicBezTo>
                      <a:pt x="42058" y="160147"/>
                      <a:pt x="40093" y="162386"/>
                      <a:pt x="37287" y="165464"/>
                    </a:cubicBezTo>
                    <a:cubicBezTo>
                      <a:pt x="32516" y="170221"/>
                      <a:pt x="28306" y="173019"/>
                      <a:pt x="25780" y="173019"/>
                    </a:cubicBezTo>
                    <a:cubicBezTo>
                      <a:pt x="23535" y="173019"/>
                      <a:pt x="21290" y="170781"/>
                      <a:pt x="21290" y="168822"/>
                    </a:cubicBezTo>
                    <a:cubicBezTo>
                      <a:pt x="21290" y="166023"/>
                      <a:pt x="22132" y="161826"/>
                      <a:pt x="24096" y="156509"/>
                    </a:cubicBezTo>
                    <a:cubicBezTo>
                      <a:pt x="24096" y="155669"/>
                      <a:pt x="24938" y="153711"/>
                      <a:pt x="25500" y="151472"/>
                    </a:cubicBezTo>
                    <a:lnTo>
                      <a:pt x="25500" y="150912"/>
                    </a:lnTo>
                    <a:lnTo>
                      <a:pt x="25780" y="150353"/>
                    </a:lnTo>
                    <a:lnTo>
                      <a:pt x="50478" y="60245"/>
                    </a:lnTo>
                    <a:lnTo>
                      <a:pt x="49636" y="59685"/>
                    </a:lnTo>
                    <a:cubicBezTo>
                      <a:pt x="21290" y="65002"/>
                      <a:pt x="15677" y="65842"/>
                      <a:pt x="4731" y="66681"/>
                    </a:cubicBezTo>
                    <a:lnTo>
                      <a:pt x="4731" y="71159"/>
                    </a:lnTo>
                    <a:cubicBezTo>
                      <a:pt x="19606" y="71439"/>
                      <a:pt x="22412" y="72278"/>
                      <a:pt x="22412" y="77875"/>
                    </a:cubicBezTo>
                    <a:cubicBezTo>
                      <a:pt x="22412" y="80113"/>
                      <a:pt x="21571" y="84591"/>
                      <a:pt x="19887" y="90188"/>
                    </a:cubicBezTo>
                    <a:lnTo>
                      <a:pt x="6415" y="139719"/>
                    </a:lnTo>
                    <a:cubicBezTo>
                      <a:pt x="1925" y="155949"/>
                      <a:pt x="241" y="164624"/>
                      <a:pt x="241" y="170221"/>
                    </a:cubicBezTo>
                    <a:cubicBezTo>
                      <a:pt x="241" y="180575"/>
                      <a:pt x="4731" y="186172"/>
                      <a:pt x="13151" y="186172"/>
                    </a:cubicBezTo>
                    <a:cubicBezTo>
                      <a:pt x="26061" y="186172"/>
                      <a:pt x="36445" y="177777"/>
                      <a:pt x="52442" y="154270"/>
                    </a:cubicBezTo>
                    <a:lnTo>
                      <a:pt x="48794" y="151192"/>
                    </a:lnTo>
                    <a:close/>
                    <a:moveTo>
                      <a:pt x="46548" y="80"/>
                    </a:moveTo>
                    <a:cubicBezTo>
                      <a:pt x="38971" y="80"/>
                      <a:pt x="33358" y="6516"/>
                      <a:pt x="33358" y="14911"/>
                    </a:cubicBezTo>
                    <a:cubicBezTo>
                      <a:pt x="33358" y="23866"/>
                      <a:pt x="38690" y="29743"/>
                      <a:pt x="46829" y="29743"/>
                    </a:cubicBezTo>
                    <a:cubicBezTo>
                      <a:pt x="54126" y="29743"/>
                      <a:pt x="60581" y="23307"/>
                      <a:pt x="60581" y="15471"/>
                    </a:cubicBezTo>
                    <a:cubicBezTo>
                      <a:pt x="60581" y="7356"/>
                      <a:pt x="54126" y="80"/>
                      <a:pt x="46548" y="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81715CE-B59C-968D-50E1-51DAC5377F59}"/>
                  </a:ext>
                </a:extLst>
              </p:cNvPr>
              <p:cNvSpPr/>
              <p:nvPr>
                <p:custDataLst>
                  <p:tags r:id="rId218"/>
                </p:custDataLst>
              </p:nvPr>
            </p:nvSpPr>
            <p:spPr>
              <a:xfrm>
                <a:off x="11886532" y="5251245"/>
                <a:ext cx="87987" cy="378158"/>
              </a:xfrm>
              <a:custGeom>
                <a:avLst/>
                <a:gdLst>
                  <a:gd name="connsiteX0" fmla="*/ 88232 w 87987"/>
                  <a:gd name="connsiteY0" fmla="*/ 374455 h 378158"/>
                  <a:gd name="connsiteX1" fmla="*/ 81785 w 87987"/>
                  <a:gd name="connsiteY1" fmla="*/ 366135 h 378158"/>
                  <a:gd name="connsiteX2" fmla="*/ 22241 w 87987"/>
                  <a:gd name="connsiteY2" fmla="*/ 189157 h 378158"/>
                  <a:gd name="connsiteX3" fmla="*/ 83302 w 87987"/>
                  <a:gd name="connsiteY3" fmla="*/ 10288 h 378158"/>
                  <a:gd name="connsiteX4" fmla="*/ 88232 w 87987"/>
                  <a:gd name="connsiteY4" fmla="*/ 3860 h 378158"/>
                  <a:gd name="connsiteX5" fmla="*/ 84439 w 87987"/>
                  <a:gd name="connsiteY5" fmla="*/ 78 h 378158"/>
                  <a:gd name="connsiteX6" fmla="*/ 24137 w 87987"/>
                  <a:gd name="connsiteY6" fmla="*/ 73819 h 378158"/>
                  <a:gd name="connsiteX7" fmla="*/ 244 w 87987"/>
                  <a:gd name="connsiteY7" fmla="*/ 189157 h 378158"/>
                  <a:gd name="connsiteX8" fmla="*/ 25275 w 87987"/>
                  <a:gd name="connsiteY8" fmla="*/ 307143 h 378158"/>
                  <a:gd name="connsiteX9" fmla="*/ 84439 w 87987"/>
                  <a:gd name="connsiteY9" fmla="*/ 378236 h 378158"/>
                  <a:gd name="connsiteX10" fmla="*/ 88232 w 87987"/>
                  <a:gd name="connsiteY10" fmla="*/ 374455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987" h="378158">
                    <a:moveTo>
                      <a:pt x="88232" y="374455"/>
                    </a:moveTo>
                    <a:cubicBezTo>
                      <a:pt x="88232" y="373320"/>
                      <a:pt x="88232" y="372564"/>
                      <a:pt x="81785" y="366135"/>
                    </a:cubicBezTo>
                    <a:cubicBezTo>
                      <a:pt x="34377" y="318487"/>
                      <a:pt x="22241" y="247015"/>
                      <a:pt x="22241" y="189157"/>
                    </a:cubicBezTo>
                    <a:cubicBezTo>
                      <a:pt x="22241" y="123358"/>
                      <a:pt x="36653" y="57558"/>
                      <a:pt x="83302" y="10288"/>
                    </a:cubicBezTo>
                    <a:cubicBezTo>
                      <a:pt x="88232" y="5750"/>
                      <a:pt x="88232" y="4994"/>
                      <a:pt x="88232" y="3860"/>
                    </a:cubicBezTo>
                    <a:cubicBezTo>
                      <a:pt x="88232" y="1212"/>
                      <a:pt x="86715" y="78"/>
                      <a:pt x="84439" y="78"/>
                    </a:cubicBezTo>
                    <a:cubicBezTo>
                      <a:pt x="80647" y="78"/>
                      <a:pt x="46514" y="25793"/>
                      <a:pt x="24137" y="73819"/>
                    </a:cubicBezTo>
                    <a:cubicBezTo>
                      <a:pt x="4795" y="115416"/>
                      <a:pt x="244" y="157392"/>
                      <a:pt x="244" y="189157"/>
                    </a:cubicBezTo>
                    <a:cubicBezTo>
                      <a:pt x="244" y="218654"/>
                      <a:pt x="4416" y="264411"/>
                      <a:pt x="25275" y="307143"/>
                    </a:cubicBezTo>
                    <a:cubicBezTo>
                      <a:pt x="48031" y="353656"/>
                      <a:pt x="80647" y="378236"/>
                      <a:pt x="84439" y="378236"/>
                    </a:cubicBezTo>
                    <a:cubicBezTo>
                      <a:pt x="86715" y="378236"/>
                      <a:pt x="88232" y="377102"/>
                      <a:pt x="88232" y="374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5292550-A48C-935F-CEA8-D90FC30731D8}"/>
                  </a:ext>
                </a:extLst>
              </p:cNvPr>
              <p:cNvSpPr/>
              <p:nvPr>
                <p:custDataLst>
                  <p:tags r:id="rId219"/>
                </p:custDataLst>
              </p:nvPr>
            </p:nvSpPr>
            <p:spPr>
              <a:xfrm>
                <a:off x="11986445" y="5368096"/>
                <a:ext cx="179768" cy="170927"/>
              </a:xfrm>
              <a:custGeom>
                <a:avLst/>
                <a:gdLst>
                  <a:gd name="connsiteX0" fmla="*/ 162950 w 179768"/>
                  <a:gd name="connsiteY0" fmla="*/ 124870 h 170927"/>
                  <a:gd name="connsiteX1" fmla="*/ 154606 w 179768"/>
                  <a:gd name="connsiteY1" fmla="*/ 135081 h 170927"/>
                  <a:gd name="connsiteX2" fmla="*/ 137160 w 179768"/>
                  <a:gd name="connsiteY2" fmla="*/ 150207 h 170927"/>
                  <a:gd name="connsiteX3" fmla="*/ 125403 w 179768"/>
                  <a:gd name="connsiteY3" fmla="*/ 134702 h 170927"/>
                  <a:gd name="connsiteX4" fmla="*/ 123886 w 179768"/>
                  <a:gd name="connsiteY4" fmla="*/ 128274 h 170927"/>
                  <a:gd name="connsiteX5" fmla="*/ 110233 w 179768"/>
                  <a:gd name="connsiteY5" fmla="*/ 67012 h 170927"/>
                  <a:gd name="connsiteX6" fmla="*/ 147400 w 179768"/>
                  <a:gd name="connsiteY6" fmla="*/ 21255 h 170927"/>
                  <a:gd name="connsiteX7" fmla="*/ 156502 w 179768"/>
                  <a:gd name="connsiteY7" fmla="*/ 24280 h 170927"/>
                  <a:gd name="connsiteX8" fmla="*/ 166742 w 179768"/>
                  <a:gd name="connsiteY8" fmla="*/ 27684 h 170927"/>
                  <a:gd name="connsiteX9" fmla="*/ 180016 w 179768"/>
                  <a:gd name="connsiteY9" fmla="*/ 14070 h 170927"/>
                  <a:gd name="connsiteX10" fmla="*/ 164467 w 179768"/>
                  <a:gd name="connsiteY10" fmla="*/ 78 h 170927"/>
                  <a:gd name="connsiteX11" fmla="*/ 107199 w 179768"/>
                  <a:gd name="connsiteY11" fmla="*/ 54155 h 170927"/>
                  <a:gd name="connsiteX12" fmla="*/ 103027 w 179768"/>
                  <a:gd name="connsiteY12" fmla="*/ 33356 h 170927"/>
                  <a:gd name="connsiteX13" fmla="*/ 83305 w 179768"/>
                  <a:gd name="connsiteY13" fmla="*/ 78 h 170927"/>
                  <a:gd name="connsiteX14" fmla="*/ 38932 w 179768"/>
                  <a:gd name="connsiteY14" fmla="*/ 11045 h 170927"/>
                  <a:gd name="connsiteX15" fmla="*/ 34760 w 179768"/>
                  <a:gd name="connsiteY15" fmla="*/ 12557 h 170927"/>
                  <a:gd name="connsiteX16" fmla="*/ 36278 w 179768"/>
                  <a:gd name="connsiteY16" fmla="*/ 18230 h 170927"/>
                  <a:gd name="connsiteX17" fmla="*/ 57516 w 179768"/>
                  <a:gd name="connsiteY17" fmla="*/ 14070 h 170927"/>
                  <a:gd name="connsiteX18" fmla="*/ 74583 w 179768"/>
                  <a:gd name="connsiteY18" fmla="*/ 40163 h 170927"/>
                  <a:gd name="connsiteX19" fmla="*/ 85581 w 179768"/>
                  <a:gd name="connsiteY19" fmla="*/ 86676 h 170927"/>
                  <a:gd name="connsiteX20" fmla="*/ 54482 w 179768"/>
                  <a:gd name="connsiteY20" fmla="*/ 130921 h 170927"/>
                  <a:gd name="connsiteX21" fmla="*/ 35140 w 179768"/>
                  <a:gd name="connsiteY21" fmla="*/ 149072 h 170927"/>
                  <a:gd name="connsiteX22" fmla="*/ 25279 w 179768"/>
                  <a:gd name="connsiteY22" fmla="*/ 145669 h 170927"/>
                  <a:gd name="connsiteX23" fmla="*/ 13143 w 179768"/>
                  <a:gd name="connsiteY23" fmla="*/ 141887 h 170927"/>
                  <a:gd name="connsiteX24" fmla="*/ 248 w 179768"/>
                  <a:gd name="connsiteY24" fmla="*/ 155123 h 170927"/>
                  <a:gd name="connsiteX25" fmla="*/ 19211 w 179768"/>
                  <a:gd name="connsiteY25" fmla="*/ 171006 h 170927"/>
                  <a:gd name="connsiteX26" fmla="*/ 54482 w 179768"/>
                  <a:gd name="connsiteY26" fmla="*/ 144535 h 170927"/>
                  <a:gd name="connsiteX27" fmla="*/ 88615 w 179768"/>
                  <a:gd name="connsiteY27" fmla="*/ 100290 h 170927"/>
                  <a:gd name="connsiteX28" fmla="*/ 99993 w 179768"/>
                  <a:gd name="connsiteY28" fmla="*/ 145669 h 170927"/>
                  <a:gd name="connsiteX29" fmla="*/ 121990 w 179768"/>
                  <a:gd name="connsiteY29" fmla="*/ 171006 h 170927"/>
                  <a:gd name="connsiteX30" fmla="*/ 168259 w 179768"/>
                  <a:gd name="connsiteY30" fmla="*/ 127896 h 170927"/>
                  <a:gd name="connsiteX31" fmla="*/ 162950 w 179768"/>
                  <a:gd name="connsiteY31" fmla="*/ 124870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768" h="170927">
                    <a:moveTo>
                      <a:pt x="162950" y="124870"/>
                    </a:moveTo>
                    <a:cubicBezTo>
                      <a:pt x="159916" y="128274"/>
                      <a:pt x="158019" y="130543"/>
                      <a:pt x="154606" y="135081"/>
                    </a:cubicBezTo>
                    <a:cubicBezTo>
                      <a:pt x="145883" y="146425"/>
                      <a:pt x="141332" y="150207"/>
                      <a:pt x="137160" y="150207"/>
                    </a:cubicBezTo>
                    <a:cubicBezTo>
                      <a:pt x="131471" y="150207"/>
                      <a:pt x="128058" y="145291"/>
                      <a:pt x="125403" y="134702"/>
                    </a:cubicBezTo>
                    <a:cubicBezTo>
                      <a:pt x="124645" y="131677"/>
                      <a:pt x="124265" y="129408"/>
                      <a:pt x="123886" y="128274"/>
                    </a:cubicBezTo>
                    <a:cubicBezTo>
                      <a:pt x="114405" y="90080"/>
                      <a:pt x="110233" y="72684"/>
                      <a:pt x="110233" y="67012"/>
                    </a:cubicBezTo>
                    <a:cubicBezTo>
                      <a:pt x="126920" y="37894"/>
                      <a:pt x="140573" y="21255"/>
                      <a:pt x="147400" y="21255"/>
                    </a:cubicBezTo>
                    <a:cubicBezTo>
                      <a:pt x="149676" y="21255"/>
                      <a:pt x="152710" y="22389"/>
                      <a:pt x="156502" y="24280"/>
                    </a:cubicBezTo>
                    <a:cubicBezTo>
                      <a:pt x="161053" y="26927"/>
                      <a:pt x="163708" y="27684"/>
                      <a:pt x="166742" y="27684"/>
                    </a:cubicBezTo>
                    <a:cubicBezTo>
                      <a:pt x="174707" y="27684"/>
                      <a:pt x="180016" y="22011"/>
                      <a:pt x="180016" y="14070"/>
                    </a:cubicBezTo>
                    <a:cubicBezTo>
                      <a:pt x="180016" y="6129"/>
                      <a:pt x="173569" y="78"/>
                      <a:pt x="164467" y="78"/>
                    </a:cubicBezTo>
                    <a:cubicBezTo>
                      <a:pt x="147779" y="78"/>
                      <a:pt x="133368" y="13692"/>
                      <a:pt x="107199" y="54155"/>
                    </a:cubicBezTo>
                    <a:lnTo>
                      <a:pt x="103027" y="33356"/>
                    </a:lnTo>
                    <a:cubicBezTo>
                      <a:pt x="97717" y="7641"/>
                      <a:pt x="93545" y="78"/>
                      <a:pt x="83305" y="78"/>
                    </a:cubicBezTo>
                    <a:cubicBezTo>
                      <a:pt x="74962" y="78"/>
                      <a:pt x="62067" y="3481"/>
                      <a:pt x="38932" y="11045"/>
                    </a:cubicBezTo>
                    <a:lnTo>
                      <a:pt x="34760" y="12557"/>
                    </a:lnTo>
                    <a:lnTo>
                      <a:pt x="36278" y="18230"/>
                    </a:lnTo>
                    <a:cubicBezTo>
                      <a:pt x="50689" y="14826"/>
                      <a:pt x="54103" y="14070"/>
                      <a:pt x="57516" y="14070"/>
                    </a:cubicBezTo>
                    <a:cubicBezTo>
                      <a:pt x="66997" y="14070"/>
                      <a:pt x="69273" y="17473"/>
                      <a:pt x="74583" y="40163"/>
                    </a:cubicBezTo>
                    <a:lnTo>
                      <a:pt x="85581" y="86676"/>
                    </a:lnTo>
                    <a:lnTo>
                      <a:pt x="54482" y="130921"/>
                    </a:lnTo>
                    <a:cubicBezTo>
                      <a:pt x="46897" y="142266"/>
                      <a:pt x="39312" y="149072"/>
                      <a:pt x="35140" y="149072"/>
                    </a:cubicBezTo>
                    <a:cubicBezTo>
                      <a:pt x="32864" y="149072"/>
                      <a:pt x="29072" y="147938"/>
                      <a:pt x="25279" y="145669"/>
                    </a:cubicBezTo>
                    <a:cubicBezTo>
                      <a:pt x="20349" y="143022"/>
                      <a:pt x="16177" y="141887"/>
                      <a:pt x="13143" y="141887"/>
                    </a:cubicBezTo>
                    <a:cubicBezTo>
                      <a:pt x="5937" y="141887"/>
                      <a:pt x="248" y="147560"/>
                      <a:pt x="248" y="155123"/>
                    </a:cubicBezTo>
                    <a:cubicBezTo>
                      <a:pt x="248" y="164955"/>
                      <a:pt x="7833" y="171006"/>
                      <a:pt x="19211" y="171006"/>
                    </a:cubicBezTo>
                    <a:cubicBezTo>
                      <a:pt x="30968" y="171006"/>
                      <a:pt x="35519" y="167602"/>
                      <a:pt x="54482" y="144535"/>
                    </a:cubicBezTo>
                    <a:cubicBezTo>
                      <a:pt x="64722" y="132434"/>
                      <a:pt x="72686" y="122223"/>
                      <a:pt x="88615" y="100290"/>
                    </a:cubicBezTo>
                    <a:lnTo>
                      <a:pt x="99993" y="145669"/>
                    </a:lnTo>
                    <a:cubicBezTo>
                      <a:pt x="104923" y="164955"/>
                      <a:pt x="109854" y="171006"/>
                      <a:pt x="121990" y="171006"/>
                    </a:cubicBezTo>
                    <a:cubicBezTo>
                      <a:pt x="136402" y="171006"/>
                      <a:pt x="146262" y="161930"/>
                      <a:pt x="168259" y="127896"/>
                    </a:cubicBezTo>
                    <a:lnTo>
                      <a:pt x="162950" y="124870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171784C-E353-F7B6-817A-25B27C658C5C}"/>
                  </a:ext>
                </a:extLst>
              </p:cNvPr>
              <p:cNvSpPr/>
              <p:nvPr>
                <p:custDataLst>
                  <p:tags r:id="rId220"/>
                </p:custDataLst>
              </p:nvPr>
            </p:nvSpPr>
            <p:spPr>
              <a:xfrm>
                <a:off x="12188460" y="5251245"/>
                <a:ext cx="87987" cy="378158"/>
              </a:xfrm>
              <a:custGeom>
                <a:avLst/>
                <a:gdLst>
                  <a:gd name="connsiteX0" fmla="*/ 88240 w 87987"/>
                  <a:gd name="connsiteY0" fmla="*/ 189157 h 378158"/>
                  <a:gd name="connsiteX1" fmla="*/ 63209 w 87987"/>
                  <a:gd name="connsiteY1" fmla="*/ 71172 h 378158"/>
                  <a:gd name="connsiteX2" fmla="*/ 4045 w 87987"/>
                  <a:gd name="connsiteY2" fmla="*/ 78 h 378158"/>
                  <a:gd name="connsiteX3" fmla="*/ 252 w 87987"/>
                  <a:gd name="connsiteY3" fmla="*/ 3860 h 378158"/>
                  <a:gd name="connsiteX4" fmla="*/ 7458 w 87987"/>
                  <a:gd name="connsiteY4" fmla="*/ 12557 h 378158"/>
                  <a:gd name="connsiteX5" fmla="*/ 66243 w 87987"/>
                  <a:gd name="connsiteY5" fmla="*/ 189157 h 378158"/>
                  <a:gd name="connsiteX6" fmla="*/ 5183 w 87987"/>
                  <a:gd name="connsiteY6" fmla="*/ 368026 h 378158"/>
                  <a:gd name="connsiteX7" fmla="*/ 252 w 87987"/>
                  <a:gd name="connsiteY7" fmla="*/ 374455 h 378158"/>
                  <a:gd name="connsiteX8" fmla="*/ 4045 w 87987"/>
                  <a:gd name="connsiteY8" fmla="*/ 378236 h 378158"/>
                  <a:gd name="connsiteX9" fmla="*/ 64347 w 87987"/>
                  <a:gd name="connsiteY9" fmla="*/ 304495 h 378158"/>
                  <a:gd name="connsiteX10" fmla="*/ 88240 w 87987"/>
                  <a:gd name="connsiteY10" fmla="*/ 189157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987" h="378158">
                    <a:moveTo>
                      <a:pt x="88240" y="189157"/>
                    </a:moveTo>
                    <a:cubicBezTo>
                      <a:pt x="88240" y="159661"/>
                      <a:pt x="84068" y="113904"/>
                      <a:pt x="63209" y="71172"/>
                    </a:cubicBezTo>
                    <a:cubicBezTo>
                      <a:pt x="40454" y="24658"/>
                      <a:pt x="7838" y="78"/>
                      <a:pt x="4045" y="78"/>
                    </a:cubicBezTo>
                    <a:cubicBezTo>
                      <a:pt x="1769" y="78"/>
                      <a:pt x="252" y="1591"/>
                      <a:pt x="252" y="3860"/>
                    </a:cubicBezTo>
                    <a:cubicBezTo>
                      <a:pt x="252" y="4994"/>
                      <a:pt x="252" y="5750"/>
                      <a:pt x="7458" y="12557"/>
                    </a:cubicBezTo>
                    <a:cubicBezTo>
                      <a:pt x="44626" y="49995"/>
                      <a:pt x="66243" y="110122"/>
                      <a:pt x="66243" y="189157"/>
                    </a:cubicBezTo>
                    <a:cubicBezTo>
                      <a:pt x="66243" y="253822"/>
                      <a:pt x="52211" y="320378"/>
                      <a:pt x="5183" y="368026"/>
                    </a:cubicBezTo>
                    <a:cubicBezTo>
                      <a:pt x="252" y="372564"/>
                      <a:pt x="252" y="373320"/>
                      <a:pt x="252" y="374455"/>
                    </a:cubicBezTo>
                    <a:cubicBezTo>
                      <a:pt x="252" y="376724"/>
                      <a:pt x="1769" y="378236"/>
                      <a:pt x="4045" y="378236"/>
                    </a:cubicBezTo>
                    <a:cubicBezTo>
                      <a:pt x="7838" y="378236"/>
                      <a:pt x="41971" y="352522"/>
                      <a:pt x="64347" y="304495"/>
                    </a:cubicBezTo>
                    <a:cubicBezTo>
                      <a:pt x="83689" y="262898"/>
                      <a:pt x="88240" y="220922"/>
                      <a:pt x="88240" y="1891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1840261-63BF-3890-56E5-CB7AFCB6D22E}"/>
                  </a:ext>
                </a:extLst>
              </p:cNvPr>
              <p:cNvSpPr/>
              <p:nvPr>
                <p:custDataLst>
                  <p:tags r:id="rId221"/>
                </p:custDataLst>
              </p:nvPr>
            </p:nvSpPr>
            <p:spPr>
              <a:xfrm>
                <a:off x="12358189" y="5278472"/>
                <a:ext cx="216556" cy="334670"/>
              </a:xfrm>
              <a:custGeom>
                <a:avLst/>
                <a:gdLst>
                  <a:gd name="connsiteX0" fmla="*/ 69284 w 216556"/>
                  <a:gd name="connsiteY0" fmla="*/ 106719 h 334670"/>
                  <a:gd name="connsiteX1" fmla="*/ 103417 w 216556"/>
                  <a:gd name="connsiteY1" fmla="*/ 106719 h 334670"/>
                  <a:gd name="connsiteX2" fmla="*/ 70042 w 216556"/>
                  <a:gd name="connsiteY2" fmla="*/ 265545 h 334670"/>
                  <a:gd name="connsiteX3" fmla="*/ 33254 w 216556"/>
                  <a:gd name="connsiteY3" fmla="*/ 326807 h 334670"/>
                  <a:gd name="connsiteX4" fmla="*/ 25669 w 216556"/>
                  <a:gd name="connsiteY4" fmla="*/ 320756 h 334670"/>
                  <a:gd name="connsiteX5" fmla="*/ 27186 w 216556"/>
                  <a:gd name="connsiteY5" fmla="*/ 316597 h 334670"/>
                  <a:gd name="connsiteX6" fmla="*/ 29082 w 216556"/>
                  <a:gd name="connsiteY6" fmla="*/ 310546 h 334670"/>
                  <a:gd name="connsiteX7" fmla="*/ 14291 w 216556"/>
                  <a:gd name="connsiteY7" fmla="*/ 296176 h 334670"/>
                  <a:gd name="connsiteX8" fmla="*/ 259 w 216556"/>
                  <a:gd name="connsiteY8" fmla="*/ 311680 h 334670"/>
                  <a:gd name="connsiteX9" fmla="*/ 30220 w 216556"/>
                  <a:gd name="connsiteY9" fmla="*/ 334748 h 334670"/>
                  <a:gd name="connsiteX10" fmla="*/ 106072 w 216556"/>
                  <a:gd name="connsiteY10" fmla="*/ 227729 h 334670"/>
                  <a:gd name="connsiteX11" fmla="*/ 133378 w 216556"/>
                  <a:gd name="connsiteY11" fmla="*/ 106719 h 334670"/>
                  <a:gd name="connsiteX12" fmla="*/ 174717 w 216556"/>
                  <a:gd name="connsiteY12" fmla="*/ 106719 h 334670"/>
                  <a:gd name="connsiteX13" fmla="*/ 176993 w 216556"/>
                  <a:gd name="connsiteY13" fmla="*/ 94618 h 334670"/>
                  <a:gd name="connsiteX14" fmla="*/ 136033 w 216556"/>
                  <a:gd name="connsiteY14" fmla="*/ 94618 h 334670"/>
                  <a:gd name="connsiteX15" fmla="*/ 182302 w 216556"/>
                  <a:gd name="connsiteY15" fmla="*/ 8397 h 334670"/>
                  <a:gd name="connsiteX16" fmla="*/ 190646 w 216556"/>
                  <a:gd name="connsiteY16" fmla="*/ 12935 h 334670"/>
                  <a:gd name="connsiteX17" fmla="*/ 189129 w 216556"/>
                  <a:gd name="connsiteY17" fmla="*/ 16717 h 334670"/>
                  <a:gd name="connsiteX18" fmla="*/ 186854 w 216556"/>
                  <a:gd name="connsiteY18" fmla="*/ 24658 h 334670"/>
                  <a:gd name="connsiteX19" fmla="*/ 200886 w 216556"/>
                  <a:gd name="connsiteY19" fmla="*/ 39785 h 334670"/>
                  <a:gd name="connsiteX20" fmla="*/ 216815 w 216556"/>
                  <a:gd name="connsiteY20" fmla="*/ 24658 h 334670"/>
                  <a:gd name="connsiteX21" fmla="*/ 184199 w 216556"/>
                  <a:gd name="connsiteY21" fmla="*/ 78 h 334670"/>
                  <a:gd name="connsiteX22" fmla="*/ 137171 w 216556"/>
                  <a:gd name="connsiteY22" fmla="*/ 26171 h 334670"/>
                  <a:gd name="connsiteX23" fmla="*/ 106830 w 216556"/>
                  <a:gd name="connsiteY23" fmla="*/ 94618 h 334670"/>
                  <a:gd name="connsiteX24" fmla="*/ 71938 w 216556"/>
                  <a:gd name="connsiteY24" fmla="*/ 94618 h 334670"/>
                  <a:gd name="connsiteX25" fmla="*/ 69284 w 216556"/>
                  <a:gd name="connsiteY25" fmla="*/ 106719 h 334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6556" h="334670">
                    <a:moveTo>
                      <a:pt x="69284" y="106719"/>
                    </a:moveTo>
                    <a:lnTo>
                      <a:pt x="103417" y="106719"/>
                    </a:lnTo>
                    <a:lnTo>
                      <a:pt x="70042" y="265545"/>
                    </a:lnTo>
                    <a:cubicBezTo>
                      <a:pt x="61698" y="306008"/>
                      <a:pt x="49183" y="326807"/>
                      <a:pt x="33254" y="326807"/>
                    </a:cubicBezTo>
                    <a:cubicBezTo>
                      <a:pt x="28703" y="326807"/>
                      <a:pt x="25669" y="324160"/>
                      <a:pt x="25669" y="320756"/>
                    </a:cubicBezTo>
                    <a:cubicBezTo>
                      <a:pt x="25669" y="319622"/>
                      <a:pt x="26048" y="318487"/>
                      <a:pt x="27186" y="316597"/>
                    </a:cubicBezTo>
                    <a:cubicBezTo>
                      <a:pt x="28703" y="314328"/>
                      <a:pt x="29082" y="312815"/>
                      <a:pt x="29082" y="310546"/>
                    </a:cubicBezTo>
                    <a:cubicBezTo>
                      <a:pt x="29082" y="302605"/>
                      <a:pt x="22256" y="296176"/>
                      <a:pt x="14291" y="296176"/>
                    </a:cubicBezTo>
                    <a:cubicBezTo>
                      <a:pt x="6327" y="296176"/>
                      <a:pt x="259" y="302983"/>
                      <a:pt x="259" y="311680"/>
                    </a:cubicBezTo>
                    <a:cubicBezTo>
                      <a:pt x="259" y="324538"/>
                      <a:pt x="13533" y="334748"/>
                      <a:pt x="30220" y="334748"/>
                    </a:cubicBezTo>
                    <a:cubicBezTo>
                      <a:pt x="63974" y="334748"/>
                      <a:pt x="90522" y="297311"/>
                      <a:pt x="106072" y="227729"/>
                    </a:cubicBezTo>
                    <a:lnTo>
                      <a:pt x="133378" y="106719"/>
                    </a:lnTo>
                    <a:lnTo>
                      <a:pt x="174717" y="106719"/>
                    </a:lnTo>
                    <a:lnTo>
                      <a:pt x="176993" y="94618"/>
                    </a:lnTo>
                    <a:lnTo>
                      <a:pt x="136033" y="94618"/>
                    </a:lnTo>
                    <a:cubicBezTo>
                      <a:pt x="147031" y="35247"/>
                      <a:pt x="161064" y="8397"/>
                      <a:pt x="182302" y="8397"/>
                    </a:cubicBezTo>
                    <a:cubicBezTo>
                      <a:pt x="187233" y="8397"/>
                      <a:pt x="190646" y="10288"/>
                      <a:pt x="190646" y="12935"/>
                    </a:cubicBezTo>
                    <a:cubicBezTo>
                      <a:pt x="190646" y="14070"/>
                      <a:pt x="190267" y="14826"/>
                      <a:pt x="189129" y="16717"/>
                    </a:cubicBezTo>
                    <a:cubicBezTo>
                      <a:pt x="187612" y="20120"/>
                      <a:pt x="186854" y="22011"/>
                      <a:pt x="186854" y="24658"/>
                    </a:cubicBezTo>
                    <a:cubicBezTo>
                      <a:pt x="186854" y="33734"/>
                      <a:pt x="192542" y="39785"/>
                      <a:pt x="200886" y="39785"/>
                    </a:cubicBezTo>
                    <a:cubicBezTo>
                      <a:pt x="209609" y="39785"/>
                      <a:pt x="216815" y="32978"/>
                      <a:pt x="216815" y="24658"/>
                    </a:cubicBezTo>
                    <a:cubicBezTo>
                      <a:pt x="216815" y="10666"/>
                      <a:pt x="202782" y="78"/>
                      <a:pt x="184199" y="78"/>
                    </a:cubicBezTo>
                    <a:cubicBezTo>
                      <a:pt x="165615" y="78"/>
                      <a:pt x="150824" y="8397"/>
                      <a:pt x="137171" y="26171"/>
                    </a:cubicBezTo>
                    <a:cubicBezTo>
                      <a:pt x="125793" y="40919"/>
                      <a:pt x="118208" y="58314"/>
                      <a:pt x="106830" y="94618"/>
                    </a:cubicBezTo>
                    <a:lnTo>
                      <a:pt x="71938" y="94618"/>
                    </a:lnTo>
                    <a:lnTo>
                      <a:pt x="69284" y="106719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1A2671F-E4ED-8773-DBCB-8CAFA39FE914}"/>
                  </a:ext>
                </a:extLst>
              </p:cNvPr>
              <p:cNvSpPr/>
              <p:nvPr>
                <p:custDataLst>
                  <p:tags r:id="rId222"/>
                </p:custDataLst>
              </p:nvPr>
            </p:nvSpPr>
            <p:spPr>
              <a:xfrm>
                <a:off x="12612890" y="5251245"/>
                <a:ext cx="87987" cy="378158"/>
              </a:xfrm>
              <a:custGeom>
                <a:avLst/>
                <a:gdLst>
                  <a:gd name="connsiteX0" fmla="*/ 88251 w 87987"/>
                  <a:gd name="connsiteY0" fmla="*/ 374455 h 378158"/>
                  <a:gd name="connsiteX1" fmla="*/ 81804 w 87987"/>
                  <a:gd name="connsiteY1" fmla="*/ 366135 h 378158"/>
                  <a:gd name="connsiteX2" fmla="*/ 22260 w 87987"/>
                  <a:gd name="connsiteY2" fmla="*/ 189157 h 378158"/>
                  <a:gd name="connsiteX3" fmla="*/ 83321 w 87987"/>
                  <a:gd name="connsiteY3" fmla="*/ 10288 h 378158"/>
                  <a:gd name="connsiteX4" fmla="*/ 88251 w 87987"/>
                  <a:gd name="connsiteY4" fmla="*/ 3860 h 378158"/>
                  <a:gd name="connsiteX5" fmla="*/ 84458 w 87987"/>
                  <a:gd name="connsiteY5" fmla="*/ 78 h 378158"/>
                  <a:gd name="connsiteX6" fmla="*/ 24156 w 87987"/>
                  <a:gd name="connsiteY6" fmla="*/ 73819 h 378158"/>
                  <a:gd name="connsiteX7" fmla="*/ 263 w 87987"/>
                  <a:gd name="connsiteY7" fmla="*/ 189157 h 378158"/>
                  <a:gd name="connsiteX8" fmla="*/ 25294 w 87987"/>
                  <a:gd name="connsiteY8" fmla="*/ 307143 h 378158"/>
                  <a:gd name="connsiteX9" fmla="*/ 84458 w 87987"/>
                  <a:gd name="connsiteY9" fmla="*/ 378236 h 378158"/>
                  <a:gd name="connsiteX10" fmla="*/ 88251 w 87987"/>
                  <a:gd name="connsiteY10" fmla="*/ 374455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987" h="378158">
                    <a:moveTo>
                      <a:pt x="88251" y="374455"/>
                    </a:moveTo>
                    <a:cubicBezTo>
                      <a:pt x="88251" y="373320"/>
                      <a:pt x="88251" y="372564"/>
                      <a:pt x="81804" y="366135"/>
                    </a:cubicBezTo>
                    <a:cubicBezTo>
                      <a:pt x="34396" y="318487"/>
                      <a:pt x="22260" y="247015"/>
                      <a:pt x="22260" y="189157"/>
                    </a:cubicBezTo>
                    <a:cubicBezTo>
                      <a:pt x="22260" y="123358"/>
                      <a:pt x="36672" y="57558"/>
                      <a:pt x="83321" y="10288"/>
                    </a:cubicBezTo>
                    <a:cubicBezTo>
                      <a:pt x="88251" y="5750"/>
                      <a:pt x="88251" y="4994"/>
                      <a:pt x="88251" y="3860"/>
                    </a:cubicBezTo>
                    <a:cubicBezTo>
                      <a:pt x="88251" y="1212"/>
                      <a:pt x="86734" y="78"/>
                      <a:pt x="84458" y="78"/>
                    </a:cubicBezTo>
                    <a:cubicBezTo>
                      <a:pt x="80666" y="78"/>
                      <a:pt x="46533" y="25793"/>
                      <a:pt x="24156" y="73819"/>
                    </a:cubicBezTo>
                    <a:cubicBezTo>
                      <a:pt x="4814" y="115416"/>
                      <a:pt x="263" y="157392"/>
                      <a:pt x="263" y="189157"/>
                    </a:cubicBezTo>
                    <a:cubicBezTo>
                      <a:pt x="263" y="218654"/>
                      <a:pt x="4435" y="264411"/>
                      <a:pt x="25294" y="307143"/>
                    </a:cubicBezTo>
                    <a:cubicBezTo>
                      <a:pt x="48050" y="353656"/>
                      <a:pt x="80666" y="378236"/>
                      <a:pt x="84458" y="378236"/>
                    </a:cubicBezTo>
                    <a:cubicBezTo>
                      <a:pt x="86734" y="378236"/>
                      <a:pt x="88251" y="377102"/>
                      <a:pt x="88251" y="374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D873FF9-760A-A486-9109-7B6A4BA4A1CD}"/>
                  </a:ext>
                </a:extLst>
              </p:cNvPr>
              <p:cNvSpPr/>
              <p:nvPr>
                <p:custDataLst>
                  <p:tags r:id="rId223"/>
                </p:custDataLst>
              </p:nvPr>
            </p:nvSpPr>
            <p:spPr>
              <a:xfrm>
                <a:off x="12712803" y="5368096"/>
                <a:ext cx="179768" cy="170927"/>
              </a:xfrm>
              <a:custGeom>
                <a:avLst/>
                <a:gdLst>
                  <a:gd name="connsiteX0" fmla="*/ 162969 w 179768"/>
                  <a:gd name="connsiteY0" fmla="*/ 124870 h 170927"/>
                  <a:gd name="connsiteX1" fmla="*/ 154625 w 179768"/>
                  <a:gd name="connsiteY1" fmla="*/ 135081 h 170927"/>
                  <a:gd name="connsiteX2" fmla="*/ 137179 w 179768"/>
                  <a:gd name="connsiteY2" fmla="*/ 150207 h 170927"/>
                  <a:gd name="connsiteX3" fmla="*/ 125422 w 179768"/>
                  <a:gd name="connsiteY3" fmla="*/ 134702 h 170927"/>
                  <a:gd name="connsiteX4" fmla="*/ 123905 w 179768"/>
                  <a:gd name="connsiteY4" fmla="*/ 128274 h 170927"/>
                  <a:gd name="connsiteX5" fmla="*/ 110252 w 179768"/>
                  <a:gd name="connsiteY5" fmla="*/ 67012 h 170927"/>
                  <a:gd name="connsiteX6" fmla="*/ 147419 w 179768"/>
                  <a:gd name="connsiteY6" fmla="*/ 21255 h 170927"/>
                  <a:gd name="connsiteX7" fmla="*/ 156521 w 179768"/>
                  <a:gd name="connsiteY7" fmla="*/ 24280 h 170927"/>
                  <a:gd name="connsiteX8" fmla="*/ 166761 w 179768"/>
                  <a:gd name="connsiteY8" fmla="*/ 27684 h 170927"/>
                  <a:gd name="connsiteX9" fmla="*/ 180035 w 179768"/>
                  <a:gd name="connsiteY9" fmla="*/ 14070 h 170927"/>
                  <a:gd name="connsiteX10" fmla="*/ 164486 w 179768"/>
                  <a:gd name="connsiteY10" fmla="*/ 78 h 170927"/>
                  <a:gd name="connsiteX11" fmla="*/ 107218 w 179768"/>
                  <a:gd name="connsiteY11" fmla="*/ 54155 h 170927"/>
                  <a:gd name="connsiteX12" fmla="*/ 103046 w 179768"/>
                  <a:gd name="connsiteY12" fmla="*/ 33356 h 170927"/>
                  <a:gd name="connsiteX13" fmla="*/ 83324 w 179768"/>
                  <a:gd name="connsiteY13" fmla="*/ 78 h 170927"/>
                  <a:gd name="connsiteX14" fmla="*/ 38951 w 179768"/>
                  <a:gd name="connsiteY14" fmla="*/ 11045 h 170927"/>
                  <a:gd name="connsiteX15" fmla="*/ 34779 w 179768"/>
                  <a:gd name="connsiteY15" fmla="*/ 12557 h 170927"/>
                  <a:gd name="connsiteX16" fmla="*/ 36297 w 179768"/>
                  <a:gd name="connsiteY16" fmla="*/ 18230 h 170927"/>
                  <a:gd name="connsiteX17" fmla="*/ 57535 w 179768"/>
                  <a:gd name="connsiteY17" fmla="*/ 14070 h 170927"/>
                  <a:gd name="connsiteX18" fmla="*/ 74602 w 179768"/>
                  <a:gd name="connsiteY18" fmla="*/ 40163 h 170927"/>
                  <a:gd name="connsiteX19" fmla="*/ 85600 w 179768"/>
                  <a:gd name="connsiteY19" fmla="*/ 86676 h 170927"/>
                  <a:gd name="connsiteX20" fmla="*/ 54501 w 179768"/>
                  <a:gd name="connsiteY20" fmla="*/ 130921 h 170927"/>
                  <a:gd name="connsiteX21" fmla="*/ 35159 w 179768"/>
                  <a:gd name="connsiteY21" fmla="*/ 149072 h 170927"/>
                  <a:gd name="connsiteX22" fmla="*/ 25298 w 179768"/>
                  <a:gd name="connsiteY22" fmla="*/ 145669 h 170927"/>
                  <a:gd name="connsiteX23" fmla="*/ 13162 w 179768"/>
                  <a:gd name="connsiteY23" fmla="*/ 141887 h 170927"/>
                  <a:gd name="connsiteX24" fmla="*/ 267 w 179768"/>
                  <a:gd name="connsiteY24" fmla="*/ 155123 h 170927"/>
                  <a:gd name="connsiteX25" fmla="*/ 19230 w 179768"/>
                  <a:gd name="connsiteY25" fmla="*/ 171006 h 170927"/>
                  <a:gd name="connsiteX26" fmla="*/ 54501 w 179768"/>
                  <a:gd name="connsiteY26" fmla="*/ 144535 h 170927"/>
                  <a:gd name="connsiteX27" fmla="*/ 88634 w 179768"/>
                  <a:gd name="connsiteY27" fmla="*/ 100290 h 170927"/>
                  <a:gd name="connsiteX28" fmla="*/ 100012 w 179768"/>
                  <a:gd name="connsiteY28" fmla="*/ 145669 h 170927"/>
                  <a:gd name="connsiteX29" fmla="*/ 122009 w 179768"/>
                  <a:gd name="connsiteY29" fmla="*/ 171006 h 170927"/>
                  <a:gd name="connsiteX30" fmla="*/ 168278 w 179768"/>
                  <a:gd name="connsiteY30" fmla="*/ 127896 h 170927"/>
                  <a:gd name="connsiteX31" fmla="*/ 162969 w 179768"/>
                  <a:gd name="connsiteY31" fmla="*/ 124870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768" h="170927">
                    <a:moveTo>
                      <a:pt x="162969" y="124870"/>
                    </a:moveTo>
                    <a:cubicBezTo>
                      <a:pt x="159935" y="128274"/>
                      <a:pt x="158038" y="130543"/>
                      <a:pt x="154625" y="135081"/>
                    </a:cubicBezTo>
                    <a:cubicBezTo>
                      <a:pt x="145902" y="146425"/>
                      <a:pt x="141351" y="150207"/>
                      <a:pt x="137179" y="150207"/>
                    </a:cubicBezTo>
                    <a:cubicBezTo>
                      <a:pt x="131490" y="150207"/>
                      <a:pt x="128077" y="145291"/>
                      <a:pt x="125422" y="134702"/>
                    </a:cubicBezTo>
                    <a:cubicBezTo>
                      <a:pt x="124664" y="131677"/>
                      <a:pt x="124284" y="129408"/>
                      <a:pt x="123905" y="128274"/>
                    </a:cubicBezTo>
                    <a:cubicBezTo>
                      <a:pt x="114424" y="90080"/>
                      <a:pt x="110252" y="72684"/>
                      <a:pt x="110252" y="67012"/>
                    </a:cubicBezTo>
                    <a:cubicBezTo>
                      <a:pt x="126939" y="37894"/>
                      <a:pt x="140592" y="21255"/>
                      <a:pt x="147419" y="21255"/>
                    </a:cubicBezTo>
                    <a:cubicBezTo>
                      <a:pt x="149695" y="21255"/>
                      <a:pt x="152729" y="22389"/>
                      <a:pt x="156521" y="24280"/>
                    </a:cubicBezTo>
                    <a:cubicBezTo>
                      <a:pt x="161072" y="26927"/>
                      <a:pt x="163727" y="27684"/>
                      <a:pt x="166761" y="27684"/>
                    </a:cubicBezTo>
                    <a:cubicBezTo>
                      <a:pt x="174726" y="27684"/>
                      <a:pt x="180035" y="22011"/>
                      <a:pt x="180035" y="14070"/>
                    </a:cubicBezTo>
                    <a:cubicBezTo>
                      <a:pt x="180035" y="6129"/>
                      <a:pt x="173588" y="78"/>
                      <a:pt x="164486" y="78"/>
                    </a:cubicBezTo>
                    <a:cubicBezTo>
                      <a:pt x="147798" y="78"/>
                      <a:pt x="133387" y="13692"/>
                      <a:pt x="107218" y="54155"/>
                    </a:cubicBezTo>
                    <a:lnTo>
                      <a:pt x="103046" y="33356"/>
                    </a:lnTo>
                    <a:cubicBezTo>
                      <a:pt x="97736" y="7641"/>
                      <a:pt x="93564" y="78"/>
                      <a:pt x="83324" y="78"/>
                    </a:cubicBezTo>
                    <a:cubicBezTo>
                      <a:pt x="74981" y="78"/>
                      <a:pt x="62086" y="3481"/>
                      <a:pt x="38951" y="11045"/>
                    </a:cubicBezTo>
                    <a:lnTo>
                      <a:pt x="34779" y="12557"/>
                    </a:lnTo>
                    <a:lnTo>
                      <a:pt x="36297" y="18230"/>
                    </a:lnTo>
                    <a:cubicBezTo>
                      <a:pt x="50708" y="14826"/>
                      <a:pt x="54122" y="14070"/>
                      <a:pt x="57535" y="14070"/>
                    </a:cubicBezTo>
                    <a:cubicBezTo>
                      <a:pt x="67016" y="14070"/>
                      <a:pt x="69292" y="17473"/>
                      <a:pt x="74602" y="40163"/>
                    </a:cubicBezTo>
                    <a:lnTo>
                      <a:pt x="85600" y="86676"/>
                    </a:lnTo>
                    <a:lnTo>
                      <a:pt x="54501" y="130921"/>
                    </a:lnTo>
                    <a:cubicBezTo>
                      <a:pt x="46916" y="142266"/>
                      <a:pt x="39331" y="149072"/>
                      <a:pt x="35159" y="149072"/>
                    </a:cubicBezTo>
                    <a:cubicBezTo>
                      <a:pt x="32883" y="149072"/>
                      <a:pt x="29091" y="147938"/>
                      <a:pt x="25298" y="145669"/>
                    </a:cubicBezTo>
                    <a:cubicBezTo>
                      <a:pt x="20368" y="143022"/>
                      <a:pt x="16196" y="141887"/>
                      <a:pt x="13162" y="141887"/>
                    </a:cubicBezTo>
                    <a:cubicBezTo>
                      <a:pt x="5956" y="141887"/>
                      <a:pt x="267" y="147560"/>
                      <a:pt x="267" y="155123"/>
                    </a:cubicBezTo>
                    <a:cubicBezTo>
                      <a:pt x="267" y="164955"/>
                      <a:pt x="7852" y="171006"/>
                      <a:pt x="19230" y="171006"/>
                    </a:cubicBezTo>
                    <a:cubicBezTo>
                      <a:pt x="30987" y="171006"/>
                      <a:pt x="35538" y="167602"/>
                      <a:pt x="54501" y="144535"/>
                    </a:cubicBezTo>
                    <a:cubicBezTo>
                      <a:pt x="64741" y="132434"/>
                      <a:pt x="72705" y="122223"/>
                      <a:pt x="88634" y="100290"/>
                    </a:cubicBezTo>
                    <a:lnTo>
                      <a:pt x="100012" y="145669"/>
                    </a:lnTo>
                    <a:cubicBezTo>
                      <a:pt x="104942" y="164955"/>
                      <a:pt x="109873" y="171006"/>
                      <a:pt x="122009" y="171006"/>
                    </a:cubicBezTo>
                    <a:cubicBezTo>
                      <a:pt x="136421" y="171006"/>
                      <a:pt x="146281" y="161930"/>
                      <a:pt x="168278" y="127896"/>
                    </a:cubicBezTo>
                    <a:lnTo>
                      <a:pt x="162969" y="124870"/>
                    </a:ln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F92FB7F-32C3-82BE-41FE-52FE21075007}"/>
                  </a:ext>
                </a:extLst>
              </p:cNvPr>
              <p:cNvSpPr/>
              <p:nvPr>
                <p:custDataLst>
                  <p:tags r:id="rId224"/>
                </p:custDataLst>
              </p:nvPr>
            </p:nvSpPr>
            <p:spPr>
              <a:xfrm>
                <a:off x="12905814" y="5408786"/>
                <a:ext cx="60339" cy="186091"/>
              </a:xfrm>
              <a:custGeom>
                <a:avLst/>
                <a:gdLst>
                  <a:gd name="connsiteX0" fmla="*/ 48823 w 60339"/>
                  <a:gd name="connsiteY0" fmla="*/ 151192 h 186091"/>
                  <a:gd name="connsiteX1" fmla="*/ 37317 w 60339"/>
                  <a:gd name="connsiteY1" fmla="*/ 165464 h 186091"/>
                  <a:gd name="connsiteX2" fmla="*/ 25810 w 60339"/>
                  <a:gd name="connsiteY2" fmla="*/ 173019 h 186091"/>
                  <a:gd name="connsiteX3" fmla="*/ 21320 w 60339"/>
                  <a:gd name="connsiteY3" fmla="*/ 168822 h 186091"/>
                  <a:gd name="connsiteX4" fmla="*/ 24126 w 60339"/>
                  <a:gd name="connsiteY4" fmla="*/ 156509 h 186091"/>
                  <a:gd name="connsiteX5" fmla="*/ 25529 w 60339"/>
                  <a:gd name="connsiteY5" fmla="*/ 151472 h 186091"/>
                  <a:gd name="connsiteX6" fmla="*/ 25529 w 60339"/>
                  <a:gd name="connsiteY6" fmla="*/ 150912 h 186091"/>
                  <a:gd name="connsiteX7" fmla="*/ 25810 w 60339"/>
                  <a:gd name="connsiteY7" fmla="*/ 150353 h 186091"/>
                  <a:gd name="connsiteX8" fmla="*/ 50507 w 60339"/>
                  <a:gd name="connsiteY8" fmla="*/ 60245 h 186091"/>
                  <a:gd name="connsiteX9" fmla="*/ 49665 w 60339"/>
                  <a:gd name="connsiteY9" fmla="*/ 59685 h 186091"/>
                  <a:gd name="connsiteX10" fmla="*/ 4761 w 60339"/>
                  <a:gd name="connsiteY10" fmla="*/ 66681 h 186091"/>
                  <a:gd name="connsiteX11" fmla="*/ 4761 w 60339"/>
                  <a:gd name="connsiteY11" fmla="*/ 71159 h 186091"/>
                  <a:gd name="connsiteX12" fmla="*/ 22442 w 60339"/>
                  <a:gd name="connsiteY12" fmla="*/ 77875 h 186091"/>
                  <a:gd name="connsiteX13" fmla="*/ 19916 w 60339"/>
                  <a:gd name="connsiteY13" fmla="*/ 90188 h 186091"/>
                  <a:gd name="connsiteX14" fmla="*/ 6445 w 60339"/>
                  <a:gd name="connsiteY14" fmla="*/ 139719 h 186091"/>
                  <a:gd name="connsiteX15" fmla="*/ 271 w 60339"/>
                  <a:gd name="connsiteY15" fmla="*/ 170221 h 186091"/>
                  <a:gd name="connsiteX16" fmla="*/ 13181 w 60339"/>
                  <a:gd name="connsiteY16" fmla="*/ 186172 h 186091"/>
                  <a:gd name="connsiteX17" fmla="*/ 52472 w 60339"/>
                  <a:gd name="connsiteY17" fmla="*/ 154270 h 186091"/>
                  <a:gd name="connsiteX18" fmla="*/ 48823 w 60339"/>
                  <a:gd name="connsiteY18" fmla="*/ 151192 h 186091"/>
                  <a:gd name="connsiteX19" fmla="*/ 46578 w 60339"/>
                  <a:gd name="connsiteY19" fmla="*/ 80 h 186091"/>
                  <a:gd name="connsiteX20" fmla="*/ 33388 w 60339"/>
                  <a:gd name="connsiteY20" fmla="*/ 14911 h 186091"/>
                  <a:gd name="connsiteX21" fmla="*/ 46859 w 60339"/>
                  <a:gd name="connsiteY21" fmla="*/ 29743 h 186091"/>
                  <a:gd name="connsiteX22" fmla="*/ 60611 w 60339"/>
                  <a:gd name="connsiteY22" fmla="*/ 15471 h 186091"/>
                  <a:gd name="connsiteX23" fmla="*/ 46578 w 60339"/>
                  <a:gd name="connsiteY23" fmla="*/ 80 h 18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339" h="186091">
                    <a:moveTo>
                      <a:pt x="48823" y="151192"/>
                    </a:moveTo>
                    <a:cubicBezTo>
                      <a:pt x="42088" y="160147"/>
                      <a:pt x="40123" y="162386"/>
                      <a:pt x="37317" y="165464"/>
                    </a:cubicBezTo>
                    <a:cubicBezTo>
                      <a:pt x="32546" y="170221"/>
                      <a:pt x="28336" y="173019"/>
                      <a:pt x="25810" y="173019"/>
                    </a:cubicBezTo>
                    <a:cubicBezTo>
                      <a:pt x="23565" y="173019"/>
                      <a:pt x="21320" y="170781"/>
                      <a:pt x="21320" y="168822"/>
                    </a:cubicBezTo>
                    <a:cubicBezTo>
                      <a:pt x="21320" y="166023"/>
                      <a:pt x="22162" y="161826"/>
                      <a:pt x="24126" y="156509"/>
                    </a:cubicBezTo>
                    <a:cubicBezTo>
                      <a:pt x="24126" y="155669"/>
                      <a:pt x="24968" y="153711"/>
                      <a:pt x="25529" y="151472"/>
                    </a:cubicBezTo>
                    <a:lnTo>
                      <a:pt x="25529" y="150912"/>
                    </a:lnTo>
                    <a:lnTo>
                      <a:pt x="25810" y="150353"/>
                    </a:lnTo>
                    <a:lnTo>
                      <a:pt x="50507" y="60245"/>
                    </a:lnTo>
                    <a:lnTo>
                      <a:pt x="49665" y="59685"/>
                    </a:lnTo>
                    <a:cubicBezTo>
                      <a:pt x="21320" y="65002"/>
                      <a:pt x="15707" y="65842"/>
                      <a:pt x="4761" y="66681"/>
                    </a:cubicBezTo>
                    <a:lnTo>
                      <a:pt x="4761" y="71159"/>
                    </a:lnTo>
                    <a:cubicBezTo>
                      <a:pt x="19636" y="71439"/>
                      <a:pt x="22442" y="72278"/>
                      <a:pt x="22442" y="77875"/>
                    </a:cubicBezTo>
                    <a:cubicBezTo>
                      <a:pt x="22442" y="80113"/>
                      <a:pt x="21600" y="84591"/>
                      <a:pt x="19916" y="90188"/>
                    </a:cubicBezTo>
                    <a:lnTo>
                      <a:pt x="6445" y="139719"/>
                    </a:lnTo>
                    <a:cubicBezTo>
                      <a:pt x="1955" y="155949"/>
                      <a:pt x="271" y="164624"/>
                      <a:pt x="271" y="170221"/>
                    </a:cubicBezTo>
                    <a:cubicBezTo>
                      <a:pt x="271" y="180575"/>
                      <a:pt x="4761" y="186172"/>
                      <a:pt x="13181" y="186172"/>
                    </a:cubicBezTo>
                    <a:cubicBezTo>
                      <a:pt x="26091" y="186172"/>
                      <a:pt x="36475" y="177777"/>
                      <a:pt x="52472" y="154270"/>
                    </a:cubicBezTo>
                    <a:lnTo>
                      <a:pt x="48823" y="151192"/>
                    </a:lnTo>
                    <a:close/>
                    <a:moveTo>
                      <a:pt x="46578" y="80"/>
                    </a:moveTo>
                    <a:cubicBezTo>
                      <a:pt x="39001" y="80"/>
                      <a:pt x="33388" y="6516"/>
                      <a:pt x="33388" y="14911"/>
                    </a:cubicBezTo>
                    <a:cubicBezTo>
                      <a:pt x="33388" y="23866"/>
                      <a:pt x="38720" y="29743"/>
                      <a:pt x="46859" y="29743"/>
                    </a:cubicBezTo>
                    <a:cubicBezTo>
                      <a:pt x="54156" y="29743"/>
                      <a:pt x="60611" y="23307"/>
                      <a:pt x="60611" y="15471"/>
                    </a:cubicBezTo>
                    <a:cubicBezTo>
                      <a:pt x="60611" y="7356"/>
                      <a:pt x="54156" y="80"/>
                      <a:pt x="46578" y="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2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018110C-71F3-B9CF-A0A7-9515B493E5B6}"/>
                  </a:ext>
                </a:extLst>
              </p:cNvPr>
              <p:cNvSpPr/>
              <p:nvPr>
                <p:custDataLst>
                  <p:tags r:id="rId225"/>
                </p:custDataLst>
              </p:nvPr>
            </p:nvSpPr>
            <p:spPr>
              <a:xfrm>
                <a:off x="13011024" y="5251245"/>
                <a:ext cx="87987" cy="378158"/>
              </a:xfrm>
              <a:custGeom>
                <a:avLst/>
                <a:gdLst>
                  <a:gd name="connsiteX0" fmla="*/ 88262 w 87987"/>
                  <a:gd name="connsiteY0" fmla="*/ 189157 h 378158"/>
                  <a:gd name="connsiteX1" fmla="*/ 63231 w 87987"/>
                  <a:gd name="connsiteY1" fmla="*/ 71172 h 378158"/>
                  <a:gd name="connsiteX2" fmla="*/ 4066 w 87987"/>
                  <a:gd name="connsiteY2" fmla="*/ 78 h 378158"/>
                  <a:gd name="connsiteX3" fmla="*/ 274 w 87987"/>
                  <a:gd name="connsiteY3" fmla="*/ 3860 h 378158"/>
                  <a:gd name="connsiteX4" fmla="*/ 7480 w 87987"/>
                  <a:gd name="connsiteY4" fmla="*/ 12557 h 378158"/>
                  <a:gd name="connsiteX5" fmla="*/ 66265 w 87987"/>
                  <a:gd name="connsiteY5" fmla="*/ 189157 h 378158"/>
                  <a:gd name="connsiteX6" fmla="*/ 5204 w 87987"/>
                  <a:gd name="connsiteY6" fmla="*/ 368026 h 378158"/>
                  <a:gd name="connsiteX7" fmla="*/ 274 w 87987"/>
                  <a:gd name="connsiteY7" fmla="*/ 374455 h 378158"/>
                  <a:gd name="connsiteX8" fmla="*/ 4066 w 87987"/>
                  <a:gd name="connsiteY8" fmla="*/ 378236 h 378158"/>
                  <a:gd name="connsiteX9" fmla="*/ 64368 w 87987"/>
                  <a:gd name="connsiteY9" fmla="*/ 304495 h 378158"/>
                  <a:gd name="connsiteX10" fmla="*/ 88262 w 87987"/>
                  <a:gd name="connsiteY10" fmla="*/ 189157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987" h="378158">
                    <a:moveTo>
                      <a:pt x="88262" y="189157"/>
                    </a:moveTo>
                    <a:cubicBezTo>
                      <a:pt x="88262" y="159661"/>
                      <a:pt x="84090" y="113904"/>
                      <a:pt x="63231" y="71172"/>
                    </a:cubicBezTo>
                    <a:cubicBezTo>
                      <a:pt x="40475" y="24658"/>
                      <a:pt x="7859" y="78"/>
                      <a:pt x="4066" y="78"/>
                    </a:cubicBezTo>
                    <a:cubicBezTo>
                      <a:pt x="1791" y="78"/>
                      <a:pt x="274" y="1591"/>
                      <a:pt x="274" y="3860"/>
                    </a:cubicBezTo>
                    <a:cubicBezTo>
                      <a:pt x="274" y="4994"/>
                      <a:pt x="274" y="5750"/>
                      <a:pt x="7480" y="12557"/>
                    </a:cubicBezTo>
                    <a:cubicBezTo>
                      <a:pt x="44647" y="49995"/>
                      <a:pt x="66265" y="110122"/>
                      <a:pt x="66265" y="189157"/>
                    </a:cubicBezTo>
                    <a:cubicBezTo>
                      <a:pt x="66265" y="253822"/>
                      <a:pt x="52232" y="320378"/>
                      <a:pt x="5204" y="368026"/>
                    </a:cubicBezTo>
                    <a:cubicBezTo>
                      <a:pt x="274" y="372564"/>
                      <a:pt x="274" y="373320"/>
                      <a:pt x="274" y="374455"/>
                    </a:cubicBezTo>
                    <a:cubicBezTo>
                      <a:pt x="274" y="376724"/>
                      <a:pt x="1791" y="378236"/>
                      <a:pt x="4066" y="378236"/>
                    </a:cubicBezTo>
                    <a:cubicBezTo>
                      <a:pt x="7859" y="378236"/>
                      <a:pt x="41992" y="352522"/>
                      <a:pt x="64368" y="304495"/>
                    </a:cubicBezTo>
                    <a:cubicBezTo>
                      <a:pt x="83711" y="262898"/>
                      <a:pt x="88262" y="220922"/>
                      <a:pt x="88262" y="1891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2" name="Group 28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where,} \,\,\, L_i (x) = \prod_{\substack{j=0,\\ j\ne i}}^n  \frac{x-x_j}{x_i-x_j}&#10;$$&#10;}&#10;\end{document}" title="IguanaTex Shape Display">
              <a:extLst>
                <a:ext uri="{FF2B5EF4-FFF2-40B4-BE49-F238E27FC236}">
                  <a16:creationId xmlns:a16="http://schemas.microsoft.com/office/drawing/2014/main" id="{B3BCC8E0-B0F0-1FED-5223-CE819F47672C}"/>
                </a:ext>
              </a:extLst>
            </p:cNvPr>
            <p:cNvGrpSpPr>
              <a:grpSpLocks noChangeAspect="1"/>
            </p:cNvGrpSpPr>
            <p:nvPr>
              <p:custDataLst>
                <p:tags r:id="rId172"/>
              </p:custDataLst>
            </p:nvPr>
          </p:nvGrpSpPr>
          <p:grpSpPr>
            <a:xfrm>
              <a:off x="6769100" y="2717800"/>
              <a:ext cx="3993290" cy="1264598"/>
              <a:chOff x="13653784" y="5183681"/>
              <a:chExt cx="3993290" cy="1264598"/>
            </a:xfrm>
          </p:grpSpPr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80A36F6-E796-3981-77CB-35683BE72244}"/>
                  </a:ext>
                </a:extLst>
              </p:cNvPr>
              <p:cNvSpPr/>
              <p:nvPr>
                <p:custDataLst>
                  <p:tags r:id="rId173"/>
                </p:custDataLst>
              </p:nvPr>
            </p:nvSpPr>
            <p:spPr>
              <a:xfrm>
                <a:off x="13653784" y="5543808"/>
                <a:ext cx="238996" cy="173574"/>
              </a:xfrm>
              <a:custGeom>
                <a:avLst/>
                <a:gdLst>
                  <a:gd name="connsiteX0" fmla="*/ 181 w 238996"/>
                  <a:gd name="connsiteY0" fmla="*/ 14070 h 173574"/>
                  <a:gd name="connsiteX1" fmla="*/ 7744 w 238996"/>
                  <a:gd name="connsiteY1" fmla="*/ 14070 h 173574"/>
                  <a:gd name="connsiteX2" fmla="*/ 11147 w 238996"/>
                  <a:gd name="connsiteY2" fmla="*/ 13692 h 173574"/>
                  <a:gd name="connsiteX3" fmla="*/ 28164 w 238996"/>
                  <a:gd name="connsiteY3" fmla="*/ 31088 h 173574"/>
                  <a:gd name="connsiteX4" fmla="*/ 38375 w 238996"/>
                  <a:gd name="connsiteY4" fmla="*/ 122602 h 173574"/>
                  <a:gd name="connsiteX5" fmla="*/ 39887 w 238996"/>
                  <a:gd name="connsiteY5" fmla="*/ 155880 h 173574"/>
                  <a:gd name="connsiteX6" fmla="*/ 44803 w 238996"/>
                  <a:gd name="connsiteY6" fmla="*/ 173653 h 173574"/>
                  <a:gd name="connsiteX7" fmla="*/ 69005 w 238996"/>
                  <a:gd name="connsiteY7" fmla="*/ 138106 h 173574"/>
                  <a:gd name="connsiteX8" fmla="*/ 89804 w 238996"/>
                  <a:gd name="connsiteY8" fmla="*/ 100669 h 173574"/>
                  <a:gd name="connsiteX9" fmla="*/ 123460 w 238996"/>
                  <a:gd name="connsiteY9" fmla="*/ 41676 h 173574"/>
                  <a:gd name="connsiteX10" fmla="*/ 134427 w 238996"/>
                  <a:gd name="connsiteY10" fmla="*/ 162309 h 173574"/>
                  <a:gd name="connsiteX11" fmla="*/ 138587 w 238996"/>
                  <a:gd name="connsiteY11" fmla="*/ 173653 h 173574"/>
                  <a:gd name="connsiteX12" fmla="*/ 155604 w 238996"/>
                  <a:gd name="connsiteY12" fmla="*/ 157393 h 173574"/>
                  <a:gd name="connsiteX13" fmla="*/ 159007 w 238996"/>
                  <a:gd name="connsiteY13" fmla="*/ 153233 h 173574"/>
                  <a:gd name="connsiteX14" fmla="*/ 239177 w 238996"/>
                  <a:gd name="connsiteY14" fmla="*/ 19743 h 173574"/>
                  <a:gd name="connsiteX15" fmla="*/ 219513 w 238996"/>
                  <a:gd name="connsiteY15" fmla="*/ 79 h 173574"/>
                  <a:gd name="connsiteX16" fmla="*/ 204764 w 238996"/>
                  <a:gd name="connsiteY16" fmla="*/ 12936 h 173574"/>
                  <a:gd name="connsiteX17" fmla="*/ 212706 w 238996"/>
                  <a:gd name="connsiteY17" fmla="*/ 26550 h 173574"/>
                  <a:gd name="connsiteX18" fmla="*/ 221025 w 238996"/>
                  <a:gd name="connsiteY18" fmla="*/ 40542 h 173574"/>
                  <a:gd name="connsiteX19" fmla="*/ 158629 w 238996"/>
                  <a:gd name="connsiteY19" fmla="*/ 138863 h 173574"/>
                  <a:gd name="connsiteX20" fmla="*/ 146528 w 238996"/>
                  <a:gd name="connsiteY20" fmla="*/ 5751 h 173574"/>
                  <a:gd name="connsiteX21" fmla="*/ 143503 w 238996"/>
                  <a:gd name="connsiteY21" fmla="*/ 457 h 173574"/>
                  <a:gd name="connsiteX22" fmla="*/ 138587 w 238996"/>
                  <a:gd name="connsiteY22" fmla="*/ 4238 h 173574"/>
                  <a:gd name="connsiteX23" fmla="*/ 65980 w 238996"/>
                  <a:gd name="connsiteY23" fmla="*/ 119198 h 173574"/>
                  <a:gd name="connsiteX24" fmla="*/ 56526 w 238996"/>
                  <a:gd name="connsiteY24" fmla="*/ 26550 h 173574"/>
                  <a:gd name="connsiteX25" fmla="*/ 47072 w 238996"/>
                  <a:gd name="connsiteY25" fmla="*/ 79 h 173574"/>
                  <a:gd name="connsiteX26" fmla="*/ 35727 w 238996"/>
                  <a:gd name="connsiteY26" fmla="*/ 2726 h 173574"/>
                  <a:gd name="connsiteX27" fmla="*/ 10013 w 238996"/>
                  <a:gd name="connsiteY27" fmla="*/ 7642 h 173574"/>
                  <a:gd name="connsiteX28" fmla="*/ 181 w 238996"/>
                  <a:gd name="connsiteY28" fmla="*/ 9154 h 173574"/>
                  <a:gd name="connsiteX29" fmla="*/ 181 w 238996"/>
                  <a:gd name="connsiteY29" fmla="*/ 14070 h 173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38996" h="173574">
                    <a:moveTo>
                      <a:pt x="181" y="14070"/>
                    </a:moveTo>
                    <a:lnTo>
                      <a:pt x="7744" y="14070"/>
                    </a:lnTo>
                    <a:cubicBezTo>
                      <a:pt x="8122" y="14070"/>
                      <a:pt x="9256" y="14070"/>
                      <a:pt x="11147" y="13692"/>
                    </a:cubicBezTo>
                    <a:cubicBezTo>
                      <a:pt x="21736" y="12936"/>
                      <a:pt x="25517" y="16718"/>
                      <a:pt x="28164" y="31088"/>
                    </a:cubicBezTo>
                    <a:cubicBezTo>
                      <a:pt x="32702" y="52643"/>
                      <a:pt x="37240" y="92727"/>
                      <a:pt x="38375" y="122602"/>
                    </a:cubicBezTo>
                    <a:lnTo>
                      <a:pt x="39887" y="155880"/>
                    </a:lnTo>
                    <a:cubicBezTo>
                      <a:pt x="40644" y="170628"/>
                      <a:pt x="41400" y="173653"/>
                      <a:pt x="44803" y="173653"/>
                    </a:cubicBezTo>
                    <a:cubicBezTo>
                      <a:pt x="48963" y="173653"/>
                      <a:pt x="55392" y="164199"/>
                      <a:pt x="69005" y="138106"/>
                    </a:cubicBezTo>
                    <a:cubicBezTo>
                      <a:pt x="70896" y="133947"/>
                      <a:pt x="78459" y="120711"/>
                      <a:pt x="89804" y="100669"/>
                    </a:cubicBezTo>
                    <a:lnTo>
                      <a:pt x="123460" y="41676"/>
                    </a:lnTo>
                    <a:lnTo>
                      <a:pt x="134427" y="162309"/>
                    </a:lnTo>
                    <a:cubicBezTo>
                      <a:pt x="135183" y="172519"/>
                      <a:pt x="135940" y="173653"/>
                      <a:pt x="138587" y="173653"/>
                    </a:cubicBezTo>
                    <a:cubicBezTo>
                      <a:pt x="141612" y="173653"/>
                      <a:pt x="145394" y="169872"/>
                      <a:pt x="155604" y="157393"/>
                    </a:cubicBezTo>
                    <a:cubicBezTo>
                      <a:pt x="155982" y="157014"/>
                      <a:pt x="157495" y="155124"/>
                      <a:pt x="159007" y="153233"/>
                    </a:cubicBezTo>
                    <a:cubicBezTo>
                      <a:pt x="210437" y="91593"/>
                      <a:pt x="239177" y="43945"/>
                      <a:pt x="239177" y="19743"/>
                    </a:cubicBezTo>
                    <a:cubicBezTo>
                      <a:pt x="239177" y="8398"/>
                      <a:pt x="230857" y="79"/>
                      <a:pt x="219513" y="79"/>
                    </a:cubicBezTo>
                    <a:cubicBezTo>
                      <a:pt x="210437" y="79"/>
                      <a:pt x="204764" y="4995"/>
                      <a:pt x="204764" y="12936"/>
                    </a:cubicBezTo>
                    <a:cubicBezTo>
                      <a:pt x="204764" y="17852"/>
                      <a:pt x="206655" y="20877"/>
                      <a:pt x="212706" y="26550"/>
                    </a:cubicBezTo>
                    <a:cubicBezTo>
                      <a:pt x="218756" y="32222"/>
                      <a:pt x="221025" y="36004"/>
                      <a:pt x="221025" y="40542"/>
                    </a:cubicBezTo>
                    <a:cubicBezTo>
                      <a:pt x="221025" y="56802"/>
                      <a:pt x="208168" y="77223"/>
                      <a:pt x="158629" y="138863"/>
                    </a:cubicBezTo>
                    <a:lnTo>
                      <a:pt x="146528" y="5751"/>
                    </a:lnTo>
                    <a:cubicBezTo>
                      <a:pt x="146528" y="1591"/>
                      <a:pt x="145772" y="457"/>
                      <a:pt x="143503" y="457"/>
                    </a:cubicBezTo>
                    <a:cubicBezTo>
                      <a:pt x="141612" y="457"/>
                      <a:pt x="140477" y="1213"/>
                      <a:pt x="138587" y="4238"/>
                    </a:cubicBezTo>
                    <a:lnTo>
                      <a:pt x="65980" y="119198"/>
                    </a:lnTo>
                    <a:cubicBezTo>
                      <a:pt x="64846" y="92727"/>
                      <a:pt x="60686" y="53021"/>
                      <a:pt x="56526" y="26550"/>
                    </a:cubicBezTo>
                    <a:cubicBezTo>
                      <a:pt x="52366" y="3104"/>
                      <a:pt x="51610" y="79"/>
                      <a:pt x="47072" y="79"/>
                    </a:cubicBezTo>
                    <a:cubicBezTo>
                      <a:pt x="44803" y="79"/>
                      <a:pt x="40644" y="1213"/>
                      <a:pt x="35727" y="2726"/>
                    </a:cubicBezTo>
                    <a:cubicBezTo>
                      <a:pt x="31568" y="4238"/>
                      <a:pt x="22492" y="5751"/>
                      <a:pt x="10013" y="7642"/>
                    </a:cubicBezTo>
                    <a:cubicBezTo>
                      <a:pt x="8500" y="7642"/>
                      <a:pt x="4718" y="8398"/>
                      <a:pt x="181" y="9154"/>
                    </a:cubicBezTo>
                    <a:lnTo>
                      <a:pt x="181" y="14070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773C97B2-1F71-7414-62FC-A7EC8022E0B6}"/>
                  </a:ext>
                </a:extLst>
              </p:cNvPr>
              <p:cNvSpPr/>
              <p:nvPr>
                <p:custDataLst>
                  <p:tags r:id="rId174"/>
                </p:custDataLst>
              </p:nvPr>
            </p:nvSpPr>
            <p:spPr>
              <a:xfrm>
                <a:off x="13908093" y="5452294"/>
                <a:ext cx="173574" cy="261685"/>
              </a:xfrm>
              <a:custGeom>
                <a:avLst/>
                <a:gdLst>
                  <a:gd name="connsiteX0" fmla="*/ 168846 w 173574"/>
                  <a:gd name="connsiteY0" fmla="*/ 214116 h 261685"/>
                  <a:gd name="connsiteX1" fmla="*/ 137837 w 173574"/>
                  <a:gd name="connsiteY1" fmla="*/ 243991 h 261685"/>
                  <a:gd name="connsiteX2" fmla="*/ 131786 w 173574"/>
                  <a:gd name="connsiteY2" fmla="*/ 237184 h 261685"/>
                  <a:gd name="connsiteX3" fmla="*/ 144266 w 173574"/>
                  <a:gd name="connsiteY3" fmla="*/ 189914 h 261685"/>
                  <a:gd name="connsiteX4" fmla="*/ 162417 w 173574"/>
                  <a:gd name="connsiteY4" fmla="*/ 116930 h 261685"/>
                  <a:gd name="connsiteX5" fmla="*/ 137459 w 173574"/>
                  <a:gd name="connsiteY5" fmla="*/ 91593 h 261685"/>
                  <a:gd name="connsiteX6" fmla="*/ 50860 w 173574"/>
                  <a:gd name="connsiteY6" fmla="*/ 171384 h 261685"/>
                  <a:gd name="connsiteX7" fmla="*/ 96240 w 173574"/>
                  <a:gd name="connsiteY7" fmla="*/ 1969 h 261685"/>
                  <a:gd name="connsiteX8" fmla="*/ 94349 w 173574"/>
                  <a:gd name="connsiteY8" fmla="*/ 79 h 261685"/>
                  <a:gd name="connsiteX9" fmla="*/ 34978 w 173574"/>
                  <a:gd name="connsiteY9" fmla="*/ 10289 h 261685"/>
                  <a:gd name="connsiteX10" fmla="*/ 34978 w 173574"/>
                  <a:gd name="connsiteY10" fmla="*/ 15961 h 261685"/>
                  <a:gd name="connsiteX11" fmla="*/ 44810 w 173574"/>
                  <a:gd name="connsiteY11" fmla="*/ 15961 h 261685"/>
                  <a:gd name="connsiteX12" fmla="*/ 45944 w 173574"/>
                  <a:gd name="connsiteY12" fmla="*/ 15583 h 261685"/>
                  <a:gd name="connsiteX13" fmla="*/ 60314 w 173574"/>
                  <a:gd name="connsiteY13" fmla="*/ 25037 h 261685"/>
                  <a:gd name="connsiteX14" fmla="*/ 55020 w 173574"/>
                  <a:gd name="connsiteY14" fmla="*/ 50752 h 261685"/>
                  <a:gd name="connsiteX15" fmla="*/ 51239 w 173574"/>
                  <a:gd name="connsiteY15" fmla="*/ 64744 h 261685"/>
                  <a:gd name="connsiteX16" fmla="*/ 187 w 173574"/>
                  <a:gd name="connsiteY16" fmla="*/ 258361 h 261685"/>
                  <a:gd name="connsiteX17" fmla="*/ 28549 w 173574"/>
                  <a:gd name="connsiteY17" fmla="*/ 258361 h 261685"/>
                  <a:gd name="connsiteX18" fmla="*/ 63718 w 173574"/>
                  <a:gd name="connsiteY18" fmla="*/ 164199 h 261685"/>
                  <a:gd name="connsiteX19" fmla="*/ 122332 w 173574"/>
                  <a:gd name="connsiteY19" fmla="*/ 110879 h 261685"/>
                  <a:gd name="connsiteX20" fmla="*/ 132921 w 173574"/>
                  <a:gd name="connsiteY20" fmla="*/ 120333 h 261685"/>
                  <a:gd name="connsiteX21" fmla="*/ 130274 w 173574"/>
                  <a:gd name="connsiteY21" fmla="*/ 132812 h 261685"/>
                  <a:gd name="connsiteX22" fmla="*/ 109475 w 173574"/>
                  <a:gd name="connsiteY22" fmla="*/ 211091 h 261685"/>
                  <a:gd name="connsiteX23" fmla="*/ 101912 w 173574"/>
                  <a:gd name="connsiteY23" fmla="*/ 245882 h 261685"/>
                  <a:gd name="connsiteX24" fmla="*/ 118551 w 173574"/>
                  <a:gd name="connsiteY24" fmla="*/ 261764 h 261685"/>
                  <a:gd name="connsiteX25" fmla="*/ 173762 w 173574"/>
                  <a:gd name="connsiteY25" fmla="*/ 218654 h 261685"/>
                  <a:gd name="connsiteX26" fmla="*/ 168846 w 173574"/>
                  <a:gd name="connsiteY26" fmla="*/ 214116 h 261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73574" h="261685">
                    <a:moveTo>
                      <a:pt x="168846" y="214116"/>
                    </a:moveTo>
                    <a:cubicBezTo>
                      <a:pt x="148425" y="239831"/>
                      <a:pt x="143888" y="243991"/>
                      <a:pt x="137837" y="243991"/>
                    </a:cubicBezTo>
                    <a:cubicBezTo>
                      <a:pt x="134434" y="243991"/>
                      <a:pt x="131786" y="240587"/>
                      <a:pt x="131786" y="237184"/>
                    </a:cubicBezTo>
                    <a:cubicBezTo>
                      <a:pt x="131786" y="233402"/>
                      <a:pt x="137837" y="209578"/>
                      <a:pt x="144266" y="189914"/>
                    </a:cubicBezTo>
                    <a:cubicBezTo>
                      <a:pt x="155232" y="153989"/>
                      <a:pt x="162417" y="126005"/>
                      <a:pt x="162417" y="116930"/>
                    </a:cubicBezTo>
                    <a:cubicBezTo>
                      <a:pt x="162417" y="101803"/>
                      <a:pt x="152207" y="91593"/>
                      <a:pt x="137459" y="91593"/>
                    </a:cubicBezTo>
                    <a:cubicBezTo>
                      <a:pt x="112879" y="91593"/>
                      <a:pt x="86029" y="116551"/>
                      <a:pt x="50860" y="171384"/>
                    </a:cubicBezTo>
                    <a:lnTo>
                      <a:pt x="96240" y="1969"/>
                    </a:lnTo>
                    <a:lnTo>
                      <a:pt x="94349" y="79"/>
                    </a:lnTo>
                    <a:cubicBezTo>
                      <a:pt x="72416" y="4995"/>
                      <a:pt x="57667" y="7642"/>
                      <a:pt x="34978" y="10289"/>
                    </a:cubicBezTo>
                    <a:lnTo>
                      <a:pt x="34978" y="15961"/>
                    </a:lnTo>
                    <a:lnTo>
                      <a:pt x="44810" y="15961"/>
                    </a:lnTo>
                    <a:cubicBezTo>
                      <a:pt x="45188" y="15961"/>
                      <a:pt x="45566" y="15961"/>
                      <a:pt x="45944" y="15583"/>
                    </a:cubicBezTo>
                    <a:cubicBezTo>
                      <a:pt x="51239" y="13314"/>
                      <a:pt x="60314" y="19743"/>
                      <a:pt x="60314" y="25037"/>
                    </a:cubicBezTo>
                    <a:cubicBezTo>
                      <a:pt x="60314" y="30331"/>
                      <a:pt x="58424" y="39785"/>
                      <a:pt x="55020" y="50752"/>
                    </a:cubicBezTo>
                    <a:cubicBezTo>
                      <a:pt x="54642" y="51130"/>
                      <a:pt x="53508" y="56424"/>
                      <a:pt x="51239" y="64744"/>
                    </a:cubicBezTo>
                    <a:lnTo>
                      <a:pt x="187" y="258361"/>
                    </a:lnTo>
                    <a:lnTo>
                      <a:pt x="28549" y="258361"/>
                    </a:lnTo>
                    <a:cubicBezTo>
                      <a:pt x="43675" y="200124"/>
                      <a:pt x="48592" y="187267"/>
                      <a:pt x="63718" y="164199"/>
                    </a:cubicBezTo>
                    <a:cubicBezTo>
                      <a:pt x="83382" y="134325"/>
                      <a:pt x="109097" y="110879"/>
                      <a:pt x="122332" y="110879"/>
                    </a:cubicBezTo>
                    <a:cubicBezTo>
                      <a:pt x="128005" y="110879"/>
                      <a:pt x="132921" y="115417"/>
                      <a:pt x="132921" y="120333"/>
                    </a:cubicBezTo>
                    <a:cubicBezTo>
                      <a:pt x="132921" y="121846"/>
                      <a:pt x="131786" y="126762"/>
                      <a:pt x="130274" y="132812"/>
                    </a:cubicBezTo>
                    <a:lnTo>
                      <a:pt x="109475" y="211091"/>
                    </a:lnTo>
                    <a:cubicBezTo>
                      <a:pt x="104559" y="229621"/>
                      <a:pt x="101912" y="241344"/>
                      <a:pt x="101912" y="245882"/>
                    </a:cubicBezTo>
                    <a:cubicBezTo>
                      <a:pt x="101912" y="255714"/>
                      <a:pt x="108341" y="261764"/>
                      <a:pt x="118551" y="261764"/>
                    </a:cubicBezTo>
                    <a:cubicBezTo>
                      <a:pt x="137837" y="261764"/>
                      <a:pt x="151073" y="251554"/>
                      <a:pt x="173762" y="218654"/>
                    </a:cubicBezTo>
                    <a:lnTo>
                      <a:pt x="168846" y="214116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B0D30803-A38E-E7E1-D802-F2CEA10D105D}"/>
                  </a:ext>
                </a:extLst>
              </p:cNvPr>
              <p:cNvSpPr/>
              <p:nvPr>
                <p:custDataLst>
                  <p:tags r:id="rId175"/>
                </p:custDataLst>
              </p:nvPr>
            </p:nvSpPr>
            <p:spPr>
              <a:xfrm>
                <a:off x="14102419" y="5543808"/>
                <a:ext cx="144078" cy="170927"/>
              </a:xfrm>
              <a:custGeom>
                <a:avLst/>
                <a:gdLst>
                  <a:gd name="connsiteX0" fmla="*/ 123850 w 144078"/>
                  <a:gd name="connsiteY0" fmla="*/ 125627 h 170927"/>
                  <a:gd name="connsiteX1" fmla="*/ 68639 w 144078"/>
                  <a:gd name="connsiteY1" fmla="*/ 153989 h 170927"/>
                  <a:gd name="connsiteX2" fmla="*/ 33092 w 144078"/>
                  <a:gd name="connsiteY2" fmla="*/ 119955 h 170927"/>
                  <a:gd name="connsiteX3" fmla="*/ 36874 w 144078"/>
                  <a:gd name="connsiteY3" fmla="*/ 96509 h 170927"/>
                  <a:gd name="connsiteX4" fmla="*/ 47462 w 144078"/>
                  <a:gd name="connsiteY4" fmla="*/ 94996 h 170927"/>
                  <a:gd name="connsiteX5" fmla="*/ 144271 w 144078"/>
                  <a:gd name="connsiteY5" fmla="*/ 25793 h 170927"/>
                  <a:gd name="connsiteX6" fmla="*/ 114018 w 144078"/>
                  <a:gd name="connsiteY6" fmla="*/ 79 h 170927"/>
                  <a:gd name="connsiteX7" fmla="*/ 192 w 144078"/>
                  <a:gd name="connsiteY7" fmla="*/ 119198 h 170927"/>
                  <a:gd name="connsiteX8" fmla="*/ 50109 w 144078"/>
                  <a:gd name="connsiteY8" fmla="*/ 171006 h 170927"/>
                  <a:gd name="connsiteX9" fmla="*/ 128388 w 144078"/>
                  <a:gd name="connsiteY9" fmla="*/ 130165 h 170927"/>
                  <a:gd name="connsiteX10" fmla="*/ 123850 w 144078"/>
                  <a:gd name="connsiteY10" fmla="*/ 125627 h 170927"/>
                  <a:gd name="connsiteX11" fmla="*/ 45949 w 144078"/>
                  <a:gd name="connsiteY11" fmla="*/ 71551 h 170927"/>
                  <a:gd name="connsiteX12" fmla="*/ 106077 w 144078"/>
                  <a:gd name="connsiteY12" fmla="*/ 8776 h 170927"/>
                  <a:gd name="connsiteX13" fmla="*/ 119312 w 144078"/>
                  <a:gd name="connsiteY13" fmla="*/ 23524 h 170927"/>
                  <a:gd name="connsiteX14" fmla="*/ 100404 w 144078"/>
                  <a:gd name="connsiteY14" fmla="*/ 60206 h 170927"/>
                  <a:gd name="connsiteX15" fmla="*/ 39521 w 144078"/>
                  <a:gd name="connsiteY15" fmla="*/ 88189 h 170927"/>
                  <a:gd name="connsiteX16" fmla="*/ 45949 w 144078"/>
                  <a:gd name="connsiteY16" fmla="*/ 71551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4078" h="170927">
                    <a:moveTo>
                      <a:pt x="123850" y="125627"/>
                    </a:moveTo>
                    <a:cubicBezTo>
                      <a:pt x="96623" y="147939"/>
                      <a:pt x="84900" y="153989"/>
                      <a:pt x="68639" y="153989"/>
                    </a:cubicBezTo>
                    <a:cubicBezTo>
                      <a:pt x="47084" y="153989"/>
                      <a:pt x="33092" y="140375"/>
                      <a:pt x="33092" y="119955"/>
                    </a:cubicBezTo>
                    <a:cubicBezTo>
                      <a:pt x="33092" y="114282"/>
                      <a:pt x="33848" y="108610"/>
                      <a:pt x="36874" y="96509"/>
                    </a:cubicBezTo>
                    <a:lnTo>
                      <a:pt x="47462" y="94996"/>
                    </a:lnTo>
                    <a:cubicBezTo>
                      <a:pt x="104186" y="87055"/>
                      <a:pt x="144271" y="58315"/>
                      <a:pt x="144271" y="25793"/>
                    </a:cubicBezTo>
                    <a:cubicBezTo>
                      <a:pt x="144271" y="9911"/>
                      <a:pt x="132926" y="79"/>
                      <a:pt x="114018" y="79"/>
                    </a:cubicBezTo>
                    <a:cubicBezTo>
                      <a:pt x="59563" y="79"/>
                      <a:pt x="192" y="62475"/>
                      <a:pt x="192" y="119198"/>
                    </a:cubicBezTo>
                    <a:cubicBezTo>
                      <a:pt x="192" y="149829"/>
                      <a:pt x="20613" y="171006"/>
                      <a:pt x="50109" y="171006"/>
                    </a:cubicBezTo>
                    <a:cubicBezTo>
                      <a:pt x="76958" y="171006"/>
                      <a:pt x="106077" y="155502"/>
                      <a:pt x="128388" y="130165"/>
                    </a:cubicBezTo>
                    <a:lnTo>
                      <a:pt x="123850" y="125627"/>
                    </a:lnTo>
                    <a:close/>
                    <a:moveTo>
                      <a:pt x="45949" y="71551"/>
                    </a:moveTo>
                    <a:cubicBezTo>
                      <a:pt x="58807" y="37894"/>
                      <a:pt x="86791" y="8776"/>
                      <a:pt x="106077" y="8776"/>
                    </a:cubicBezTo>
                    <a:cubicBezTo>
                      <a:pt x="114018" y="8776"/>
                      <a:pt x="119312" y="14827"/>
                      <a:pt x="119312" y="23524"/>
                    </a:cubicBezTo>
                    <a:cubicBezTo>
                      <a:pt x="119312" y="35247"/>
                      <a:pt x="112127" y="48861"/>
                      <a:pt x="100404" y="60206"/>
                    </a:cubicBezTo>
                    <a:cubicBezTo>
                      <a:pt x="86412" y="73441"/>
                      <a:pt x="72042" y="80248"/>
                      <a:pt x="39521" y="88189"/>
                    </a:cubicBezTo>
                    <a:lnTo>
                      <a:pt x="45949" y="71551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9BF9EE19-D662-2926-2D00-5DE52C44AD30}"/>
                  </a:ext>
                </a:extLst>
              </p:cNvPr>
              <p:cNvSpPr/>
              <p:nvPr>
                <p:custDataLst>
                  <p:tags r:id="rId176"/>
                </p:custDataLst>
              </p:nvPr>
            </p:nvSpPr>
            <p:spPr>
              <a:xfrm>
                <a:off x="14276244" y="5543808"/>
                <a:ext cx="138784" cy="166767"/>
              </a:xfrm>
              <a:custGeom>
                <a:avLst/>
                <a:gdLst>
                  <a:gd name="connsiteX0" fmla="*/ 28937 w 138784"/>
                  <a:gd name="connsiteY0" fmla="*/ 166846 h 166767"/>
                  <a:gd name="connsiteX1" fmla="*/ 72425 w 138784"/>
                  <a:gd name="connsiteY1" fmla="*/ 57559 h 166767"/>
                  <a:gd name="connsiteX2" fmla="*/ 101921 w 138784"/>
                  <a:gd name="connsiteY2" fmla="*/ 24659 h 166767"/>
                  <a:gd name="connsiteX3" fmla="*/ 107972 w 138784"/>
                  <a:gd name="connsiteY3" fmla="*/ 29953 h 166767"/>
                  <a:gd name="connsiteX4" fmla="*/ 121586 w 138784"/>
                  <a:gd name="connsiteY4" fmla="*/ 38273 h 166767"/>
                  <a:gd name="connsiteX5" fmla="*/ 138981 w 138784"/>
                  <a:gd name="connsiteY5" fmla="*/ 19743 h 166767"/>
                  <a:gd name="connsiteX6" fmla="*/ 121207 w 138784"/>
                  <a:gd name="connsiteY6" fmla="*/ 79 h 166767"/>
                  <a:gd name="connsiteX7" fmla="*/ 92467 w 138784"/>
                  <a:gd name="connsiteY7" fmla="*/ 15961 h 166767"/>
                  <a:gd name="connsiteX8" fmla="*/ 55786 w 138784"/>
                  <a:gd name="connsiteY8" fmla="*/ 69282 h 166767"/>
                  <a:gd name="connsiteX9" fmla="*/ 50492 w 138784"/>
                  <a:gd name="connsiteY9" fmla="*/ 82895 h 166767"/>
                  <a:gd name="connsiteX10" fmla="*/ 70534 w 138784"/>
                  <a:gd name="connsiteY10" fmla="*/ 835 h 166767"/>
                  <a:gd name="connsiteX11" fmla="*/ 69400 w 138784"/>
                  <a:gd name="connsiteY11" fmla="*/ 79 h 166767"/>
                  <a:gd name="connsiteX12" fmla="*/ 10785 w 138784"/>
                  <a:gd name="connsiteY12" fmla="*/ 10289 h 166767"/>
                  <a:gd name="connsiteX13" fmla="*/ 10785 w 138784"/>
                  <a:gd name="connsiteY13" fmla="*/ 16718 h 166767"/>
                  <a:gd name="connsiteX14" fmla="*/ 23642 w 138784"/>
                  <a:gd name="connsiteY14" fmla="*/ 14827 h 166767"/>
                  <a:gd name="connsiteX15" fmla="*/ 36878 w 138784"/>
                  <a:gd name="connsiteY15" fmla="*/ 25415 h 166767"/>
                  <a:gd name="connsiteX16" fmla="*/ 30827 w 138784"/>
                  <a:gd name="connsiteY16" fmla="*/ 56424 h 166767"/>
                  <a:gd name="connsiteX17" fmla="*/ 197 w 138784"/>
                  <a:gd name="connsiteY17" fmla="*/ 166846 h 166767"/>
                  <a:gd name="connsiteX18" fmla="*/ 28937 w 138784"/>
                  <a:gd name="connsiteY18" fmla="*/ 166846 h 166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784" h="166767">
                    <a:moveTo>
                      <a:pt x="28937" y="166846"/>
                    </a:moveTo>
                    <a:cubicBezTo>
                      <a:pt x="48601" y="102560"/>
                      <a:pt x="55030" y="86299"/>
                      <a:pt x="72425" y="57559"/>
                    </a:cubicBezTo>
                    <a:cubicBezTo>
                      <a:pt x="84904" y="36382"/>
                      <a:pt x="95493" y="24659"/>
                      <a:pt x="101921" y="24659"/>
                    </a:cubicBezTo>
                    <a:cubicBezTo>
                      <a:pt x="104190" y="24659"/>
                      <a:pt x="106081" y="26171"/>
                      <a:pt x="107972" y="29953"/>
                    </a:cubicBezTo>
                    <a:cubicBezTo>
                      <a:pt x="110997" y="36382"/>
                      <a:pt x="114022" y="38273"/>
                      <a:pt x="121586" y="38273"/>
                    </a:cubicBezTo>
                    <a:cubicBezTo>
                      <a:pt x="132552" y="38273"/>
                      <a:pt x="138981" y="31466"/>
                      <a:pt x="138981" y="19743"/>
                    </a:cubicBezTo>
                    <a:cubicBezTo>
                      <a:pt x="138981" y="8020"/>
                      <a:pt x="131796" y="79"/>
                      <a:pt x="121207" y="79"/>
                    </a:cubicBezTo>
                    <a:cubicBezTo>
                      <a:pt x="112510" y="79"/>
                      <a:pt x="102299" y="5751"/>
                      <a:pt x="92467" y="15961"/>
                    </a:cubicBezTo>
                    <a:cubicBezTo>
                      <a:pt x="76963" y="31844"/>
                      <a:pt x="61836" y="54155"/>
                      <a:pt x="55786" y="69282"/>
                    </a:cubicBezTo>
                    <a:lnTo>
                      <a:pt x="50492" y="82895"/>
                    </a:lnTo>
                    <a:lnTo>
                      <a:pt x="70534" y="835"/>
                    </a:lnTo>
                    <a:lnTo>
                      <a:pt x="69400" y="79"/>
                    </a:lnTo>
                    <a:cubicBezTo>
                      <a:pt x="41794" y="4995"/>
                      <a:pt x="38391" y="5751"/>
                      <a:pt x="10785" y="10289"/>
                    </a:cubicBezTo>
                    <a:lnTo>
                      <a:pt x="10785" y="16718"/>
                    </a:lnTo>
                    <a:cubicBezTo>
                      <a:pt x="19861" y="14827"/>
                      <a:pt x="20995" y="14827"/>
                      <a:pt x="23642" y="14827"/>
                    </a:cubicBezTo>
                    <a:cubicBezTo>
                      <a:pt x="31962" y="14827"/>
                      <a:pt x="36878" y="18608"/>
                      <a:pt x="36878" y="25415"/>
                    </a:cubicBezTo>
                    <a:cubicBezTo>
                      <a:pt x="36878" y="30709"/>
                      <a:pt x="36878" y="30709"/>
                      <a:pt x="30827" y="56424"/>
                    </a:cubicBezTo>
                    <a:lnTo>
                      <a:pt x="197" y="166846"/>
                    </a:lnTo>
                    <a:lnTo>
                      <a:pt x="28937" y="166846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EF27860-6F88-0BD6-2635-33F809D3D00F}"/>
                  </a:ext>
                </a:extLst>
              </p:cNvPr>
              <p:cNvSpPr/>
              <p:nvPr>
                <p:custDataLst>
                  <p:tags r:id="rId177"/>
                </p:custDataLst>
              </p:nvPr>
            </p:nvSpPr>
            <p:spPr>
              <a:xfrm>
                <a:off x="14404556" y="5543808"/>
                <a:ext cx="144078" cy="170927"/>
              </a:xfrm>
              <a:custGeom>
                <a:avLst/>
                <a:gdLst>
                  <a:gd name="connsiteX0" fmla="*/ 123858 w 144078"/>
                  <a:gd name="connsiteY0" fmla="*/ 125627 h 170927"/>
                  <a:gd name="connsiteX1" fmla="*/ 68647 w 144078"/>
                  <a:gd name="connsiteY1" fmla="*/ 153989 h 170927"/>
                  <a:gd name="connsiteX2" fmla="*/ 33100 w 144078"/>
                  <a:gd name="connsiteY2" fmla="*/ 119955 h 170927"/>
                  <a:gd name="connsiteX3" fmla="*/ 36882 w 144078"/>
                  <a:gd name="connsiteY3" fmla="*/ 96509 h 170927"/>
                  <a:gd name="connsiteX4" fmla="*/ 47470 w 144078"/>
                  <a:gd name="connsiteY4" fmla="*/ 94996 h 170927"/>
                  <a:gd name="connsiteX5" fmla="*/ 144279 w 144078"/>
                  <a:gd name="connsiteY5" fmla="*/ 25793 h 170927"/>
                  <a:gd name="connsiteX6" fmla="*/ 114026 w 144078"/>
                  <a:gd name="connsiteY6" fmla="*/ 79 h 170927"/>
                  <a:gd name="connsiteX7" fmla="*/ 200 w 144078"/>
                  <a:gd name="connsiteY7" fmla="*/ 119198 h 170927"/>
                  <a:gd name="connsiteX8" fmla="*/ 50117 w 144078"/>
                  <a:gd name="connsiteY8" fmla="*/ 171006 h 170927"/>
                  <a:gd name="connsiteX9" fmla="*/ 128396 w 144078"/>
                  <a:gd name="connsiteY9" fmla="*/ 130165 h 170927"/>
                  <a:gd name="connsiteX10" fmla="*/ 123858 w 144078"/>
                  <a:gd name="connsiteY10" fmla="*/ 125627 h 170927"/>
                  <a:gd name="connsiteX11" fmla="*/ 45957 w 144078"/>
                  <a:gd name="connsiteY11" fmla="*/ 71551 h 170927"/>
                  <a:gd name="connsiteX12" fmla="*/ 106085 w 144078"/>
                  <a:gd name="connsiteY12" fmla="*/ 8776 h 170927"/>
                  <a:gd name="connsiteX13" fmla="*/ 119320 w 144078"/>
                  <a:gd name="connsiteY13" fmla="*/ 23524 h 170927"/>
                  <a:gd name="connsiteX14" fmla="*/ 100412 w 144078"/>
                  <a:gd name="connsiteY14" fmla="*/ 60206 h 170927"/>
                  <a:gd name="connsiteX15" fmla="*/ 39529 w 144078"/>
                  <a:gd name="connsiteY15" fmla="*/ 88189 h 170927"/>
                  <a:gd name="connsiteX16" fmla="*/ 45957 w 144078"/>
                  <a:gd name="connsiteY16" fmla="*/ 71551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4078" h="170927">
                    <a:moveTo>
                      <a:pt x="123858" y="125627"/>
                    </a:moveTo>
                    <a:cubicBezTo>
                      <a:pt x="96631" y="147939"/>
                      <a:pt x="84908" y="153989"/>
                      <a:pt x="68647" y="153989"/>
                    </a:cubicBezTo>
                    <a:cubicBezTo>
                      <a:pt x="47092" y="153989"/>
                      <a:pt x="33100" y="140375"/>
                      <a:pt x="33100" y="119955"/>
                    </a:cubicBezTo>
                    <a:cubicBezTo>
                      <a:pt x="33100" y="114282"/>
                      <a:pt x="33856" y="108610"/>
                      <a:pt x="36882" y="96509"/>
                    </a:cubicBezTo>
                    <a:lnTo>
                      <a:pt x="47470" y="94996"/>
                    </a:lnTo>
                    <a:cubicBezTo>
                      <a:pt x="104194" y="87055"/>
                      <a:pt x="144279" y="58315"/>
                      <a:pt x="144279" y="25793"/>
                    </a:cubicBezTo>
                    <a:cubicBezTo>
                      <a:pt x="144279" y="9911"/>
                      <a:pt x="132934" y="79"/>
                      <a:pt x="114026" y="79"/>
                    </a:cubicBezTo>
                    <a:cubicBezTo>
                      <a:pt x="59571" y="79"/>
                      <a:pt x="200" y="62475"/>
                      <a:pt x="200" y="119198"/>
                    </a:cubicBezTo>
                    <a:cubicBezTo>
                      <a:pt x="200" y="149829"/>
                      <a:pt x="20621" y="171006"/>
                      <a:pt x="50117" y="171006"/>
                    </a:cubicBezTo>
                    <a:cubicBezTo>
                      <a:pt x="76966" y="171006"/>
                      <a:pt x="106085" y="155502"/>
                      <a:pt x="128396" y="130165"/>
                    </a:cubicBezTo>
                    <a:lnTo>
                      <a:pt x="123858" y="125627"/>
                    </a:lnTo>
                    <a:close/>
                    <a:moveTo>
                      <a:pt x="45957" y="71551"/>
                    </a:moveTo>
                    <a:cubicBezTo>
                      <a:pt x="58815" y="37894"/>
                      <a:pt x="86798" y="8776"/>
                      <a:pt x="106085" y="8776"/>
                    </a:cubicBezTo>
                    <a:cubicBezTo>
                      <a:pt x="114026" y="8776"/>
                      <a:pt x="119320" y="14827"/>
                      <a:pt x="119320" y="23524"/>
                    </a:cubicBezTo>
                    <a:cubicBezTo>
                      <a:pt x="119320" y="35247"/>
                      <a:pt x="112135" y="48861"/>
                      <a:pt x="100412" y="60206"/>
                    </a:cubicBezTo>
                    <a:cubicBezTo>
                      <a:pt x="86420" y="73441"/>
                      <a:pt x="72050" y="80248"/>
                      <a:pt x="39529" y="88189"/>
                    </a:cubicBezTo>
                    <a:lnTo>
                      <a:pt x="45957" y="71551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512B73C6-263A-30A6-B935-E443BA990441}"/>
                  </a:ext>
                </a:extLst>
              </p:cNvPr>
              <p:cNvSpPr/>
              <p:nvPr>
                <p:custDataLst>
                  <p:tags r:id="rId178"/>
                </p:custDataLst>
              </p:nvPr>
            </p:nvSpPr>
            <p:spPr>
              <a:xfrm>
                <a:off x="14556055" y="5672382"/>
                <a:ext cx="52564" cy="86976"/>
              </a:xfrm>
              <a:custGeom>
                <a:avLst/>
                <a:gdLst>
                  <a:gd name="connsiteX0" fmla="*/ 3608 w 52564"/>
                  <a:gd name="connsiteY0" fmla="*/ 87055 h 86976"/>
                  <a:gd name="connsiteX1" fmla="*/ 52769 w 52564"/>
                  <a:gd name="connsiteY1" fmla="*/ 26928 h 86976"/>
                  <a:gd name="connsiteX2" fmla="*/ 30835 w 52564"/>
                  <a:gd name="connsiteY2" fmla="*/ 79 h 86976"/>
                  <a:gd name="connsiteX3" fmla="*/ 11549 w 52564"/>
                  <a:gd name="connsiteY3" fmla="*/ 17852 h 86976"/>
                  <a:gd name="connsiteX4" fmla="*/ 21003 w 52564"/>
                  <a:gd name="connsiteY4" fmla="*/ 34869 h 86976"/>
                  <a:gd name="connsiteX5" fmla="*/ 28566 w 52564"/>
                  <a:gd name="connsiteY5" fmla="*/ 46970 h 86976"/>
                  <a:gd name="connsiteX6" fmla="*/ 204 w 52564"/>
                  <a:gd name="connsiteY6" fmla="*/ 80626 h 86976"/>
                  <a:gd name="connsiteX7" fmla="*/ 3608 w 52564"/>
                  <a:gd name="connsiteY7" fmla="*/ 87055 h 86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564" h="86976">
                    <a:moveTo>
                      <a:pt x="3608" y="87055"/>
                    </a:moveTo>
                    <a:cubicBezTo>
                      <a:pt x="35373" y="69282"/>
                      <a:pt x="52769" y="48105"/>
                      <a:pt x="52769" y="26928"/>
                    </a:cubicBezTo>
                    <a:cubicBezTo>
                      <a:pt x="52769" y="11801"/>
                      <a:pt x="43315" y="79"/>
                      <a:pt x="30835" y="79"/>
                    </a:cubicBezTo>
                    <a:cubicBezTo>
                      <a:pt x="19869" y="79"/>
                      <a:pt x="11549" y="7642"/>
                      <a:pt x="11549" y="17852"/>
                    </a:cubicBezTo>
                    <a:cubicBezTo>
                      <a:pt x="11549" y="24281"/>
                      <a:pt x="13818" y="28440"/>
                      <a:pt x="21003" y="34869"/>
                    </a:cubicBezTo>
                    <a:cubicBezTo>
                      <a:pt x="26676" y="40163"/>
                      <a:pt x="28566" y="43189"/>
                      <a:pt x="28566" y="46970"/>
                    </a:cubicBezTo>
                    <a:cubicBezTo>
                      <a:pt x="28566" y="57180"/>
                      <a:pt x="19869" y="67391"/>
                      <a:pt x="204" y="80626"/>
                    </a:cubicBezTo>
                    <a:lnTo>
                      <a:pt x="3608" y="87055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3D4037E0-345A-5CAE-920C-AC79006D2F37}"/>
                  </a:ext>
                </a:extLst>
              </p:cNvPr>
              <p:cNvSpPr/>
              <p:nvPr>
                <p:custDataLst>
                  <p:tags r:id="rId179"/>
                </p:custDataLst>
              </p:nvPr>
            </p:nvSpPr>
            <p:spPr>
              <a:xfrm>
                <a:off x="14775959" y="5463638"/>
                <a:ext cx="214416" cy="246937"/>
              </a:xfrm>
              <a:custGeom>
                <a:avLst/>
                <a:gdLst>
                  <a:gd name="connsiteX0" fmla="*/ 155633 w 214416"/>
                  <a:gd name="connsiteY0" fmla="*/ 79 h 246937"/>
                  <a:gd name="connsiteX1" fmla="*/ 52396 w 214416"/>
                  <a:gd name="connsiteY1" fmla="*/ 79 h 246937"/>
                  <a:gd name="connsiteX2" fmla="*/ 52396 w 214416"/>
                  <a:gd name="connsiteY2" fmla="*/ 6129 h 246937"/>
                  <a:gd name="connsiteX3" fmla="*/ 81514 w 214416"/>
                  <a:gd name="connsiteY3" fmla="*/ 22390 h 246937"/>
                  <a:gd name="connsiteX4" fmla="*/ 77355 w 214416"/>
                  <a:gd name="connsiteY4" fmla="*/ 45836 h 246937"/>
                  <a:gd name="connsiteX5" fmla="*/ 30841 w 214416"/>
                  <a:gd name="connsiteY5" fmla="*/ 212982 h 246937"/>
                  <a:gd name="connsiteX6" fmla="*/ 210 w 214416"/>
                  <a:gd name="connsiteY6" fmla="*/ 240966 h 246937"/>
                  <a:gd name="connsiteX7" fmla="*/ 210 w 214416"/>
                  <a:gd name="connsiteY7" fmla="*/ 247016 h 246937"/>
                  <a:gd name="connsiteX8" fmla="*/ 192693 w 214416"/>
                  <a:gd name="connsiteY8" fmla="*/ 247016 h 246937"/>
                  <a:gd name="connsiteX9" fmla="*/ 214626 w 214416"/>
                  <a:gd name="connsiteY9" fmla="*/ 179326 h 246937"/>
                  <a:gd name="connsiteX10" fmla="*/ 207063 w 214416"/>
                  <a:gd name="connsiteY10" fmla="*/ 177057 h 246937"/>
                  <a:gd name="connsiteX11" fmla="*/ 166978 w 214416"/>
                  <a:gd name="connsiteY11" fmla="*/ 224705 h 246937"/>
                  <a:gd name="connsiteX12" fmla="*/ 105338 w 214416"/>
                  <a:gd name="connsiteY12" fmla="*/ 233402 h 246937"/>
                  <a:gd name="connsiteX13" fmla="*/ 67144 w 214416"/>
                  <a:gd name="connsiteY13" fmla="*/ 220545 h 246937"/>
                  <a:gd name="connsiteX14" fmla="*/ 70926 w 214416"/>
                  <a:gd name="connsiteY14" fmla="*/ 201637 h 246937"/>
                  <a:gd name="connsiteX15" fmla="*/ 117439 w 214416"/>
                  <a:gd name="connsiteY15" fmla="*/ 34113 h 246937"/>
                  <a:gd name="connsiteX16" fmla="*/ 155633 w 214416"/>
                  <a:gd name="connsiteY16" fmla="*/ 6129 h 246937"/>
                  <a:gd name="connsiteX17" fmla="*/ 155633 w 214416"/>
                  <a:gd name="connsiteY17" fmla="*/ 79 h 246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4416" h="246937">
                    <a:moveTo>
                      <a:pt x="155633" y="79"/>
                    </a:moveTo>
                    <a:lnTo>
                      <a:pt x="52396" y="79"/>
                    </a:lnTo>
                    <a:lnTo>
                      <a:pt x="52396" y="6129"/>
                    </a:lnTo>
                    <a:cubicBezTo>
                      <a:pt x="75842" y="8398"/>
                      <a:pt x="81514" y="11423"/>
                      <a:pt x="81514" y="22390"/>
                    </a:cubicBezTo>
                    <a:cubicBezTo>
                      <a:pt x="81514" y="27684"/>
                      <a:pt x="80002" y="36382"/>
                      <a:pt x="77355" y="45836"/>
                    </a:cubicBezTo>
                    <a:lnTo>
                      <a:pt x="30841" y="212982"/>
                    </a:lnTo>
                    <a:cubicBezTo>
                      <a:pt x="24034" y="234915"/>
                      <a:pt x="21387" y="237184"/>
                      <a:pt x="210" y="240966"/>
                    </a:cubicBezTo>
                    <a:lnTo>
                      <a:pt x="210" y="247016"/>
                    </a:lnTo>
                    <a:lnTo>
                      <a:pt x="192693" y="247016"/>
                    </a:lnTo>
                    <a:lnTo>
                      <a:pt x="214626" y="179326"/>
                    </a:lnTo>
                    <a:lnTo>
                      <a:pt x="207063" y="177057"/>
                    </a:lnTo>
                    <a:cubicBezTo>
                      <a:pt x="193828" y="204284"/>
                      <a:pt x="183617" y="216385"/>
                      <a:pt x="166978" y="224705"/>
                    </a:cubicBezTo>
                    <a:cubicBezTo>
                      <a:pt x="153743" y="231133"/>
                      <a:pt x="138238" y="233402"/>
                      <a:pt x="105338" y="233402"/>
                    </a:cubicBezTo>
                    <a:cubicBezTo>
                      <a:pt x="76598" y="233402"/>
                      <a:pt x="67144" y="230377"/>
                      <a:pt x="67144" y="220545"/>
                    </a:cubicBezTo>
                    <a:cubicBezTo>
                      <a:pt x="67144" y="217898"/>
                      <a:pt x="69035" y="208822"/>
                      <a:pt x="70926" y="201637"/>
                    </a:cubicBezTo>
                    <a:lnTo>
                      <a:pt x="117439" y="34113"/>
                    </a:lnTo>
                    <a:cubicBezTo>
                      <a:pt x="123112" y="14827"/>
                      <a:pt x="132944" y="7642"/>
                      <a:pt x="155633" y="6129"/>
                    </a:cubicBezTo>
                    <a:lnTo>
                      <a:pt x="155633" y="79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A2D5FD77-1176-C256-CA67-7F31AD6A011C}"/>
                  </a:ext>
                </a:extLst>
              </p:cNvPr>
              <p:cNvSpPr/>
              <p:nvPr>
                <p:custDataLst>
                  <p:tags r:id="rId180"/>
                </p:custDataLst>
              </p:nvPr>
            </p:nvSpPr>
            <p:spPr>
              <a:xfrm>
                <a:off x="15003739" y="5584498"/>
                <a:ext cx="60164" cy="186091"/>
              </a:xfrm>
              <a:custGeom>
                <a:avLst/>
                <a:gdLst>
                  <a:gd name="connsiteX0" fmla="*/ 48627 w 60164"/>
                  <a:gd name="connsiteY0" fmla="*/ 151193 h 186091"/>
                  <a:gd name="connsiteX1" fmla="*/ 37154 w 60164"/>
                  <a:gd name="connsiteY1" fmla="*/ 165465 h 186091"/>
                  <a:gd name="connsiteX2" fmla="*/ 25681 w 60164"/>
                  <a:gd name="connsiteY2" fmla="*/ 173020 h 186091"/>
                  <a:gd name="connsiteX3" fmla="*/ 21203 w 60164"/>
                  <a:gd name="connsiteY3" fmla="*/ 168823 h 186091"/>
                  <a:gd name="connsiteX4" fmla="*/ 24002 w 60164"/>
                  <a:gd name="connsiteY4" fmla="*/ 156510 h 186091"/>
                  <a:gd name="connsiteX5" fmla="*/ 25401 w 60164"/>
                  <a:gd name="connsiteY5" fmla="*/ 151473 h 186091"/>
                  <a:gd name="connsiteX6" fmla="*/ 25401 w 60164"/>
                  <a:gd name="connsiteY6" fmla="*/ 150913 h 186091"/>
                  <a:gd name="connsiteX7" fmla="*/ 25681 w 60164"/>
                  <a:gd name="connsiteY7" fmla="*/ 150353 h 186091"/>
                  <a:gd name="connsiteX8" fmla="*/ 50306 w 60164"/>
                  <a:gd name="connsiteY8" fmla="*/ 60246 h 186091"/>
                  <a:gd name="connsiteX9" fmla="*/ 49467 w 60164"/>
                  <a:gd name="connsiteY9" fmla="*/ 59686 h 186091"/>
                  <a:gd name="connsiteX10" fmla="*/ 4693 w 60164"/>
                  <a:gd name="connsiteY10" fmla="*/ 66682 h 186091"/>
                  <a:gd name="connsiteX11" fmla="*/ 4693 w 60164"/>
                  <a:gd name="connsiteY11" fmla="*/ 71159 h 186091"/>
                  <a:gd name="connsiteX12" fmla="*/ 22322 w 60164"/>
                  <a:gd name="connsiteY12" fmla="*/ 77876 h 186091"/>
                  <a:gd name="connsiteX13" fmla="*/ 19804 w 60164"/>
                  <a:gd name="connsiteY13" fmla="*/ 90188 h 186091"/>
                  <a:gd name="connsiteX14" fmla="*/ 6372 w 60164"/>
                  <a:gd name="connsiteY14" fmla="*/ 139720 h 186091"/>
                  <a:gd name="connsiteX15" fmla="*/ 215 w 60164"/>
                  <a:gd name="connsiteY15" fmla="*/ 170222 h 186091"/>
                  <a:gd name="connsiteX16" fmla="*/ 13088 w 60164"/>
                  <a:gd name="connsiteY16" fmla="*/ 186172 h 186091"/>
                  <a:gd name="connsiteX17" fmla="*/ 52265 w 60164"/>
                  <a:gd name="connsiteY17" fmla="*/ 154271 h 186091"/>
                  <a:gd name="connsiteX18" fmla="*/ 48627 w 60164"/>
                  <a:gd name="connsiteY18" fmla="*/ 151193 h 186091"/>
                  <a:gd name="connsiteX19" fmla="*/ 46388 w 60164"/>
                  <a:gd name="connsiteY19" fmla="*/ 81 h 186091"/>
                  <a:gd name="connsiteX20" fmla="*/ 33236 w 60164"/>
                  <a:gd name="connsiteY20" fmla="*/ 14912 h 186091"/>
                  <a:gd name="connsiteX21" fmla="*/ 46668 w 60164"/>
                  <a:gd name="connsiteY21" fmla="*/ 29744 h 186091"/>
                  <a:gd name="connsiteX22" fmla="*/ 60380 w 60164"/>
                  <a:gd name="connsiteY22" fmla="*/ 15472 h 186091"/>
                  <a:gd name="connsiteX23" fmla="*/ 46388 w 60164"/>
                  <a:gd name="connsiteY23" fmla="*/ 81 h 18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164" h="186091">
                    <a:moveTo>
                      <a:pt x="48627" y="151193"/>
                    </a:moveTo>
                    <a:cubicBezTo>
                      <a:pt x="41911" y="160148"/>
                      <a:pt x="39952" y="162386"/>
                      <a:pt x="37154" y="165465"/>
                    </a:cubicBezTo>
                    <a:cubicBezTo>
                      <a:pt x="32397" y="170222"/>
                      <a:pt x="28199" y="173020"/>
                      <a:pt x="25681" y="173020"/>
                    </a:cubicBezTo>
                    <a:cubicBezTo>
                      <a:pt x="23442" y="173020"/>
                      <a:pt x="21203" y="170781"/>
                      <a:pt x="21203" y="168823"/>
                    </a:cubicBezTo>
                    <a:cubicBezTo>
                      <a:pt x="21203" y="166024"/>
                      <a:pt x="22043" y="161827"/>
                      <a:pt x="24002" y="156510"/>
                    </a:cubicBezTo>
                    <a:cubicBezTo>
                      <a:pt x="24002" y="155670"/>
                      <a:pt x="24841" y="153711"/>
                      <a:pt x="25401" y="151473"/>
                    </a:cubicBezTo>
                    <a:lnTo>
                      <a:pt x="25401" y="150913"/>
                    </a:lnTo>
                    <a:lnTo>
                      <a:pt x="25681" y="150353"/>
                    </a:lnTo>
                    <a:lnTo>
                      <a:pt x="50306" y="60246"/>
                    </a:lnTo>
                    <a:lnTo>
                      <a:pt x="49467" y="59686"/>
                    </a:lnTo>
                    <a:cubicBezTo>
                      <a:pt x="21203" y="65003"/>
                      <a:pt x="15606" y="65843"/>
                      <a:pt x="4693" y="66682"/>
                    </a:cubicBezTo>
                    <a:lnTo>
                      <a:pt x="4693" y="71159"/>
                    </a:lnTo>
                    <a:cubicBezTo>
                      <a:pt x="19524" y="71439"/>
                      <a:pt x="22322" y="72279"/>
                      <a:pt x="22322" y="77876"/>
                    </a:cubicBezTo>
                    <a:cubicBezTo>
                      <a:pt x="22322" y="80114"/>
                      <a:pt x="21483" y="84592"/>
                      <a:pt x="19804" y="90188"/>
                    </a:cubicBezTo>
                    <a:lnTo>
                      <a:pt x="6372" y="139720"/>
                    </a:lnTo>
                    <a:cubicBezTo>
                      <a:pt x="1894" y="155950"/>
                      <a:pt x="215" y="164625"/>
                      <a:pt x="215" y="170222"/>
                    </a:cubicBezTo>
                    <a:cubicBezTo>
                      <a:pt x="215" y="180576"/>
                      <a:pt x="4693" y="186172"/>
                      <a:pt x="13088" y="186172"/>
                    </a:cubicBezTo>
                    <a:cubicBezTo>
                      <a:pt x="25960" y="186172"/>
                      <a:pt x="36314" y="177777"/>
                      <a:pt x="52265" y="154271"/>
                    </a:cubicBezTo>
                    <a:lnTo>
                      <a:pt x="48627" y="151193"/>
                    </a:lnTo>
                    <a:close/>
                    <a:moveTo>
                      <a:pt x="46388" y="81"/>
                    </a:moveTo>
                    <a:cubicBezTo>
                      <a:pt x="38833" y="81"/>
                      <a:pt x="33236" y="6517"/>
                      <a:pt x="33236" y="14912"/>
                    </a:cubicBezTo>
                    <a:cubicBezTo>
                      <a:pt x="33236" y="23867"/>
                      <a:pt x="38553" y="29744"/>
                      <a:pt x="46668" y="29744"/>
                    </a:cubicBezTo>
                    <a:cubicBezTo>
                      <a:pt x="53944" y="29744"/>
                      <a:pt x="60380" y="23307"/>
                      <a:pt x="60380" y="15472"/>
                    </a:cubicBezTo>
                    <a:cubicBezTo>
                      <a:pt x="60380" y="7357"/>
                      <a:pt x="53944" y="81"/>
                      <a:pt x="46388" y="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9D521098-B53F-D0A7-B2BC-B5A8B751EBF6}"/>
                  </a:ext>
                </a:extLst>
              </p:cNvPr>
              <p:cNvSpPr/>
              <p:nvPr>
                <p:custDataLst>
                  <p:tags r:id="rId181"/>
                </p:custDataLst>
              </p:nvPr>
            </p:nvSpPr>
            <p:spPr>
              <a:xfrm>
                <a:off x="15124526" y="5426957"/>
                <a:ext cx="87732" cy="378158"/>
              </a:xfrm>
              <a:custGeom>
                <a:avLst/>
                <a:gdLst>
                  <a:gd name="connsiteX0" fmla="*/ 87952 w 87732"/>
                  <a:gd name="connsiteY0" fmla="*/ 374455 h 378158"/>
                  <a:gd name="connsiteX1" fmla="*/ 81523 w 87732"/>
                  <a:gd name="connsiteY1" fmla="*/ 366135 h 378158"/>
                  <a:gd name="connsiteX2" fmla="*/ 22152 w 87732"/>
                  <a:gd name="connsiteY2" fmla="*/ 189157 h 378158"/>
                  <a:gd name="connsiteX3" fmla="*/ 83036 w 87732"/>
                  <a:gd name="connsiteY3" fmla="*/ 10288 h 378158"/>
                  <a:gd name="connsiteX4" fmla="*/ 87952 w 87732"/>
                  <a:gd name="connsiteY4" fmla="*/ 3859 h 378158"/>
                  <a:gd name="connsiteX5" fmla="*/ 84170 w 87732"/>
                  <a:gd name="connsiteY5" fmla="*/ 78 h 378158"/>
                  <a:gd name="connsiteX6" fmla="*/ 24043 w 87732"/>
                  <a:gd name="connsiteY6" fmla="*/ 73819 h 378158"/>
                  <a:gd name="connsiteX7" fmla="*/ 219 w 87732"/>
                  <a:gd name="connsiteY7" fmla="*/ 189157 h 378158"/>
                  <a:gd name="connsiteX8" fmla="*/ 25177 w 87732"/>
                  <a:gd name="connsiteY8" fmla="*/ 307143 h 378158"/>
                  <a:gd name="connsiteX9" fmla="*/ 84170 w 87732"/>
                  <a:gd name="connsiteY9" fmla="*/ 378236 h 378158"/>
                  <a:gd name="connsiteX10" fmla="*/ 87952 w 87732"/>
                  <a:gd name="connsiteY10" fmla="*/ 374455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732" h="378158">
                    <a:moveTo>
                      <a:pt x="87952" y="374455"/>
                    </a:moveTo>
                    <a:cubicBezTo>
                      <a:pt x="87952" y="373320"/>
                      <a:pt x="87952" y="372564"/>
                      <a:pt x="81523" y="366135"/>
                    </a:cubicBezTo>
                    <a:cubicBezTo>
                      <a:pt x="34253" y="318487"/>
                      <a:pt x="22152" y="247015"/>
                      <a:pt x="22152" y="189157"/>
                    </a:cubicBezTo>
                    <a:cubicBezTo>
                      <a:pt x="22152" y="123358"/>
                      <a:pt x="36522" y="57558"/>
                      <a:pt x="83036" y="10288"/>
                    </a:cubicBezTo>
                    <a:cubicBezTo>
                      <a:pt x="87952" y="5750"/>
                      <a:pt x="87952" y="4994"/>
                      <a:pt x="87952" y="3859"/>
                    </a:cubicBezTo>
                    <a:cubicBezTo>
                      <a:pt x="87952" y="1212"/>
                      <a:pt x="86439" y="78"/>
                      <a:pt x="84170" y="78"/>
                    </a:cubicBezTo>
                    <a:cubicBezTo>
                      <a:pt x="80388" y="78"/>
                      <a:pt x="46354" y="25793"/>
                      <a:pt x="24043" y="73819"/>
                    </a:cubicBezTo>
                    <a:cubicBezTo>
                      <a:pt x="4757" y="115416"/>
                      <a:pt x="219" y="157392"/>
                      <a:pt x="219" y="189157"/>
                    </a:cubicBezTo>
                    <a:cubicBezTo>
                      <a:pt x="219" y="218653"/>
                      <a:pt x="4379" y="264411"/>
                      <a:pt x="25177" y="307143"/>
                    </a:cubicBezTo>
                    <a:cubicBezTo>
                      <a:pt x="47867" y="353656"/>
                      <a:pt x="80388" y="378236"/>
                      <a:pt x="84170" y="378236"/>
                    </a:cubicBezTo>
                    <a:cubicBezTo>
                      <a:pt x="86439" y="378236"/>
                      <a:pt x="87952" y="377102"/>
                      <a:pt x="87952" y="374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F8632E13-717A-96D0-E67E-5E8AA06624C2}"/>
                  </a:ext>
                </a:extLst>
              </p:cNvPr>
              <p:cNvSpPr/>
              <p:nvPr>
                <p:custDataLst>
                  <p:tags r:id="rId182"/>
                </p:custDataLst>
              </p:nvPr>
            </p:nvSpPr>
            <p:spPr>
              <a:xfrm>
                <a:off x="15224150" y="5543808"/>
                <a:ext cx="179247" cy="170927"/>
              </a:xfrm>
              <a:custGeom>
                <a:avLst/>
                <a:gdLst>
                  <a:gd name="connsiteX0" fmla="*/ 162452 w 179247"/>
                  <a:gd name="connsiteY0" fmla="*/ 124871 h 170927"/>
                  <a:gd name="connsiteX1" fmla="*/ 154133 w 179247"/>
                  <a:gd name="connsiteY1" fmla="*/ 135081 h 170927"/>
                  <a:gd name="connsiteX2" fmla="*/ 136737 w 179247"/>
                  <a:gd name="connsiteY2" fmla="*/ 150207 h 170927"/>
                  <a:gd name="connsiteX3" fmla="*/ 125015 w 179247"/>
                  <a:gd name="connsiteY3" fmla="*/ 134703 h 170927"/>
                  <a:gd name="connsiteX4" fmla="*/ 123502 w 179247"/>
                  <a:gd name="connsiteY4" fmla="*/ 128274 h 170927"/>
                  <a:gd name="connsiteX5" fmla="*/ 109888 w 179247"/>
                  <a:gd name="connsiteY5" fmla="*/ 67013 h 170927"/>
                  <a:gd name="connsiteX6" fmla="*/ 146948 w 179247"/>
                  <a:gd name="connsiteY6" fmla="*/ 21255 h 170927"/>
                  <a:gd name="connsiteX7" fmla="*/ 156024 w 179247"/>
                  <a:gd name="connsiteY7" fmla="*/ 24281 h 170927"/>
                  <a:gd name="connsiteX8" fmla="*/ 166234 w 179247"/>
                  <a:gd name="connsiteY8" fmla="*/ 27684 h 170927"/>
                  <a:gd name="connsiteX9" fmla="*/ 179469 w 179247"/>
                  <a:gd name="connsiteY9" fmla="*/ 14070 h 170927"/>
                  <a:gd name="connsiteX10" fmla="*/ 163965 w 179247"/>
                  <a:gd name="connsiteY10" fmla="*/ 79 h 170927"/>
                  <a:gd name="connsiteX11" fmla="*/ 106863 w 179247"/>
                  <a:gd name="connsiteY11" fmla="*/ 54155 h 170927"/>
                  <a:gd name="connsiteX12" fmla="*/ 102703 w 179247"/>
                  <a:gd name="connsiteY12" fmla="*/ 33356 h 170927"/>
                  <a:gd name="connsiteX13" fmla="*/ 83039 w 179247"/>
                  <a:gd name="connsiteY13" fmla="*/ 79 h 170927"/>
                  <a:gd name="connsiteX14" fmla="*/ 38794 w 179247"/>
                  <a:gd name="connsiteY14" fmla="*/ 11045 h 170927"/>
                  <a:gd name="connsiteX15" fmla="*/ 34635 w 179247"/>
                  <a:gd name="connsiteY15" fmla="*/ 12558 h 170927"/>
                  <a:gd name="connsiteX16" fmla="*/ 36147 w 179247"/>
                  <a:gd name="connsiteY16" fmla="*/ 18230 h 170927"/>
                  <a:gd name="connsiteX17" fmla="*/ 57324 w 179247"/>
                  <a:gd name="connsiteY17" fmla="*/ 14070 h 170927"/>
                  <a:gd name="connsiteX18" fmla="*/ 74341 w 179247"/>
                  <a:gd name="connsiteY18" fmla="*/ 40163 h 170927"/>
                  <a:gd name="connsiteX19" fmla="*/ 85308 w 179247"/>
                  <a:gd name="connsiteY19" fmla="*/ 86677 h 170927"/>
                  <a:gd name="connsiteX20" fmla="*/ 54299 w 179247"/>
                  <a:gd name="connsiteY20" fmla="*/ 130921 h 170927"/>
                  <a:gd name="connsiteX21" fmla="*/ 35013 w 179247"/>
                  <a:gd name="connsiteY21" fmla="*/ 149073 h 170927"/>
                  <a:gd name="connsiteX22" fmla="*/ 25181 w 179247"/>
                  <a:gd name="connsiteY22" fmla="*/ 145670 h 170927"/>
                  <a:gd name="connsiteX23" fmla="*/ 13080 w 179247"/>
                  <a:gd name="connsiteY23" fmla="*/ 141888 h 170927"/>
                  <a:gd name="connsiteX24" fmla="*/ 222 w 179247"/>
                  <a:gd name="connsiteY24" fmla="*/ 155124 h 170927"/>
                  <a:gd name="connsiteX25" fmla="*/ 19130 w 179247"/>
                  <a:gd name="connsiteY25" fmla="*/ 171006 h 170927"/>
                  <a:gd name="connsiteX26" fmla="*/ 54299 w 179247"/>
                  <a:gd name="connsiteY26" fmla="*/ 144535 h 170927"/>
                  <a:gd name="connsiteX27" fmla="*/ 88333 w 179247"/>
                  <a:gd name="connsiteY27" fmla="*/ 100291 h 170927"/>
                  <a:gd name="connsiteX28" fmla="*/ 99678 w 179247"/>
                  <a:gd name="connsiteY28" fmla="*/ 145670 h 170927"/>
                  <a:gd name="connsiteX29" fmla="*/ 121611 w 179247"/>
                  <a:gd name="connsiteY29" fmla="*/ 171006 h 170927"/>
                  <a:gd name="connsiteX30" fmla="*/ 167747 w 179247"/>
                  <a:gd name="connsiteY30" fmla="*/ 127896 h 170927"/>
                  <a:gd name="connsiteX31" fmla="*/ 162452 w 179247"/>
                  <a:gd name="connsiteY31" fmla="*/ 124871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247" h="170927">
                    <a:moveTo>
                      <a:pt x="162452" y="124871"/>
                    </a:moveTo>
                    <a:cubicBezTo>
                      <a:pt x="159427" y="128274"/>
                      <a:pt x="157536" y="130543"/>
                      <a:pt x="154133" y="135081"/>
                    </a:cubicBezTo>
                    <a:cubicBezTo>
                      <a:pt x="145435" y="146426"/>
                      <a:pt x="140897" y="150207"/>
                      <a:pt x="136737" y="150207"/>
                    </a:cubicBezTo>
                    <a:cubicBezTo>
                      <a:pt x="131065" y="150207"/>
                      <a:pt x="127662" y="145291"/>
                      <a:pt x="125015" y="134703"/>
                    </a:cubicBezTo>
                    <a:cubicBezTo>
                      <a:pt x="124258" y="131678"/>
                      <a:pt x="123880" y="129409"/>
                      <a:pt x="123502" y="128274"/>
                    </a:cubicBezTo>
                    <a:cubicBezTo>
                      <a:pt x="114048" y="90080"/>
                      <a:pt x="109888" y="72685"/>
                      <a:pt x="109888" y="67013"/>
                    </a:cubicBezTo>
                    <a:cubicBezTo>
                      <a:pt x="126527" y="37894"/>
                      <a:pt x="140141" y="21255"/>
                      <a:pt x="146948" y="21255"/>
                    </a:cubicBezTo>
                    <a:cubicBezTo>
                      <a:pt x="149217" y="21255"/>
                      <a:pt x="152242" y="22390"/>
                      <a:pt x="156024" y="24281"/>
                    </a:cubicBezTo>
                    <a:cubicBezTo>
                      <a:pt x="160562" y="26928"/>
                      <a:pt x="163209" y="27684"/>
                      <a:pt x="166234" y="27684"/>
                    </a:cubicBezTo>
                    <a:cubicBezTo>
                      <a:pt x="174175" y="27684"/>
                      <a:pt x="179469" y="22012"/>
                      <a:pt x="179469" y="14070"/>
                    </a:cubicBezTo>
                    <a:cubicBezTo>
                      <a:pt x="179469" y="6129"/>
                      <a:pt x="173041" y="79"/>
                      <a:pt x="163965" y="79"/>
                    </a:cubicBezTo>
                    <a:cubicBezTo>
                      <a:pt x="147326" y="79"/>
                      <a:pt x="132956" y="13692"/>
                      <a:pt x="106863" y="54155"/>
                    </a:cubicBezTo>
                    <a:lnTo>
                      <a:pt x="102703" y="33356"/>
                    </a:lnTo>
                    <a:cubicBezTo>
                      <a:pt x="97409" y="7642"/>
                      <a:pt x="93249" y="79"/>
                      <a:pt x="83039" y="79"/>
                    </a:cubicBezTo>
                    <a:cubicBezTo>
                      <a:pt x="74719" y="79"/>
                      <a:pt x="61862" y="3482"/>
                      <a:pt x="38794" y="11045"/>
                    </a:cubicBezTo>
                    <a:lnTo>
                      <a:pt x="34635" y="12558"/>
                    </a:lnTo>
                    <a:lnTo>
                      <a:pt x="36147" y="18230"/>
                    </a:lnTo>
                    <a:cubicBezTo>
                      <a:pt x="50517" y="14827"/>
                      <a:pt x="53921" y="14070"/>
                      <a:pt x="57324" y="14070"/>
                    </a:cubicBezTo>
                    <a:cubicBezTo>
                      <a:pt x="66778" y="14070"/>
                      <a:pt x="69047" y="17474"/>
                      <a:pt x="74341" y="40163"/>
                    </a:cubicBezTo>
                    <a:lnTo>
                      <a:pt x="85308" y="86677"/>
                    </a:lnTo>
                    <a:lnTo>
                      <a:pt x="54299" y="130921"/>
                    </a:lnTo>
                    <a:cubicBezTo>
                      <a:pt x="46736" y="142266"/>
                      <a:pt x="39173" y="149073"/>
                      <a:pt x="35013" y="149073"/>
                    </a:cubicBezTo>
                    <a:cubicBezTo>
                      <a:pt x="32744" y="149073"/>
                      <a:pt x="28962" y="147939"/>
                      <a:pt x="25181" y="145670"/>
                    </a:cubicBezTo>
                    <a:cubicBezTo>
                      <a:pt x="20265" y="143022"/>
                      <a:pt x="16105" y="141888"/>
                      <a:pt x="13080" y="141888"/>
                    </a:cubicBezTo>
                    <a:cubicBezTo>
                      <a:pt x="5895" y="141888"/>
                      <a:pt x="222" y="147560"/>
                      <a:pt x="222" y="155124"/>
                    </a:cubicBezTo>
                    <a:cubicBezTo>
                      <a:pt x="222" y="164956"/>
                      <a:pt x="7785" y="171006"/>
                      <a:pt x="19130" y="171006"/>
                    </a:cubicBezTo>
                    <a:cubicBezTo>
                      <a:pt x="30853" y="171006"/>
                      <a:pt x="35391" y="167603"/>
                      <a:pt x="54299" y="144535"/>
                    </a:cubicBezTo>
                    <a:cubicBezTo>
                      <a:pt x="64509" y="132434"/>
                      <a:pt x="72451" y="122224"/>
                      <a:pt x="88333" y="100291"/>
                    </a:cubicBezTo>
                    <a:lnTo>
                      <a:pt x="99678" y="145670"/>
                    </a:lnTo>
                    <a:cubicBezTo>
                      <a:pt x="104594" y="164956"/>
                      <a:pt x="109510" y="171006"/>
                      <a:pt x="121611" y="171006"/>
                    </a:cubicBezTo>
                    <a:cubicBezTo>
                      <a:pt x="135981" y="171006"/>
                      <a:pt x="145813" y="161930"/>
                      <a:pt x="167747" y="127896"/>
                    </a:cubicBezTo>
                    <a:lnTo>
                      <a:pt x="162452" y="124871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561D1B5F-F045-9040-F431-917F5BE17ADD}"/>
                  </a:ext>
                </a:extLst>
              </p:cNvPr>
              <p:cNvSpPr/>
              <p:nvPr>
                <p:custDataLst>
                  <p:tags r:id="rId183"/>
                </p:custDataLst>
              </p:nvPr>
            </p:nvSpPr>
            <p:spPr>
              <a:xfrm>
                <a:off x="15425580" y="5426957"/>
                <a:ext cx="87732" cy="378158"/>
              </a:xfrm>
              <a:custGeom>
                <a:avLst/>
                <a:gdLst>
                  <a:gd name="connsiteX0" fmla="*/ 87960 w 87732"/>
                  <a:gd name="connsiteY0" fmla="*/ 189157 h 378158"/>
                  <a:gd name="connsiteX1" fmla="*/ 63001 w 87732"/>
                  <a:gd name="connsiteY1" fmla="*/ 71172 h 378158"/>
                  <a:gd name="connsiteX2" fmla="*/ 4009 w 87732"/>
                  <a:gd name="connsiteY2" fmla="*/ 78 h 378158"/>
                  <a:gd name="connsiteX3" fmla="*/ 227 w 87732"/>
                  <a:gd name="connsiteY3" fmla="*/ 3859 h 378158"/>
                  <a:gd name="connsiteX4" fmla="*/ 7412 w 87732"/>
                  <a:gd name="connsiteY4" fmla="*/ 12557 h 378158"/>
                  <a:gd name="connsiteX5" fmla="*/ 66027 w 87732"/>
                  <a:gd name="connsiteY5" fmla="*/ 189157 h 378158"/>
                  <a:gd name="connsiteX6" fmla="*/ 5143 w 87732"/>
                  <a:gd name="connsiteY6" fmla="*/ 368026 h 378158"/>
                  <a:gd name="connsiteX7" fmla="*/ 227 w 87732"/>
                  <a:gd name="connsiteY7" fmla="*/ 374455 h 378158"/>
                  <a:gd name="connsiteX8" fmla="*/ 4009 w 87732"/>
                  <a:gd name="connsiteY8" fmla="*/ 378236 h 378158"/>
                  <a:gd name="connsiteX9" fmla="*/ 64136 w 87732"/>
                  <a:gd name="connsiteY9" fmla="*/ 304495 h 378158"/>
                  <a:gd name="connsiteX10" fmla="*/ 87960 w 87732"/>
                  <a:gd name="connsiteY10" fmla="*/ 189157 h 37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732" h="378158">
                    <a:moveTo>
                      <a:pt x="87960" y="189157"/>
                    </a:moveTo>
                    <a:cubicBezTo>
                      <a:pt x="87960" y="159661"/>
                      <a:pt x="83800" y="113904"/>
                      <a:pt x="63001" y="71172"/>
                    </a:cubicBezTo>
                    <a:cubicBezTo>
                      <a:pt x="40312" y="24658"/>
                      <a:pt x="7790" y="78"/>
                      <a:pt x="4009" y="78"/>
                    </a:cubicBezTo>
                    <a:cubicBezTo>
                      <a:pt x="1740" y="78"/>
                      <a:pt x="227" y="1591"/>
                      <a:pt x="227" y="3859"/>
                    </a:cubicBezTo>
                    <a:cubicBezTo>
                      <a:pt x="227" y="4994"/>
                      <a:pt x="227" y="5750"/>
                      <a:pt x="7412" y="12557"/>
                    </a:cubicBezTo>
                    <a:cubicBezTo>
                      <a:pt x="44472" y="49995"/>
                      <a:pt x="66027" y="110122"/>
                      <a:pt x="66027" y="189157"/>
                    </a:cubicBezTo>
                    <a:cubicBezTo>
                      <a:pt x="66027" y="253822"/>
                      <a:pt x="52035" y="320378"/>
                      <a:pt x="5143" y="368026"/>
                    </a:cubicBezTo>
                    <a:cubicBezTo>
                      <a:pt x="227" y="372564"/>
                      <a:pt x="227" y="373320"/>
                      <a:pt x="227" y="374455"/>
                    </a:cubicBezTo>
                    <a:cubicBezTo>
                      <a:pt x="227" y="376724"/>
                      <a:pt x="1740" y="378236"/>
                      <a:pt x="4009" y="378236"/>
                    </a:cubicBezTo>
                    <a:cubicBezTo>
                      <a:pt x="7790" y="378236"/>
                      <a:pt x="41825" y="352521"/>
                      <a:pt x="64136" y="304495"/>
                    </a:cubicBezTo>
                    <a:cubicBezTo>
                      <a:pt x="83422" y="262898"/>
                      <a:pt x="87960" y="220922"/>
                      <a:pt x="87960" y="1891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4D5B254A-F757-ACFB-1AEA-66E8F3D8BD57}"/>
                  </a:ext>
                </a:extLst>
              </p:cNvPr>
              <p:cNvSpPr/>
              <p:nvPr>
                <p:custDataLst>
                  <p:tags r:id="rId184"/>
                </p:custDataLst>
              </p:nvPr>
            </p:nvSpPr>
            <p:spPr>
              <a:xfrm>
                <a:off x="15656821" y="5571792"/>
                <a:ext cx="251475" cy="88489"/>
              </a:xfrm>
              <a:custGeom>
                <a:avLst/>
                <a:gdLst>
                  <a:gd name="connsiteX0" fmla="*/ 238852 w 251475"/>
                  <a:gd name="connsiteY0" fmla="*/ 15204 h 88489"/>
                  <a:gd name="connsiteX1" fmla="*/ 251709 w 251475"/>
                  <a:gd name="connsiteY1" fmla="*/ 7641 h 88489"/>
                  <a:gd name="connsiteX2" fmla="*/ 239230 w 251475"/>
                  <a:gd name="connsiteY2" fmla="*/ 78 h 88489"/>
                  <a:gd name="connsiteX3" fmla="*/ 12713 w 251475"/>
                  <a:gd name="connsiteY3" fmla="*/ 78 h 88489"/>
                  <a:gd name="connsiteX4" fmla="*/ 234 w 251475"/>
                  <a:gd name="connsiteY4" fmla="*/ 7641 h 88489"/>
                  <a:gd name="connsiteX5" fmla="*/ 13091 w 251475"/>
                  <a:gd name="connsiteY5" fmla="*/ 15204 h 88489"/>
                  <a:gd name="connsiteX6" fmla="*/ 238852 w 251475"/>
                  <a:gd name="connsiteY6" fmla="*/ 15204 h 88489"/>
                  <a:gd name="connsiteX7" fmla="*/ 239230 w 251475"/>
                  <a:gd name="connsiteY7" fmla="*/ 88567 h 88489"/>
                  <a:gd name="connsiteX8" fmla="*/ 251709 w 251475"/>
                  <a:gd name="connsiteY8" fmla="*/ 81004 h 88489"/>
                  <a:gd name="connsiteX9" fmla="*/ 238852 w 251475"/>
                  <a:gd name="connsiteY9" fmla="*/ 73441 h 88489"/>
                  <a:gd name="connsiteX10" fmla="*/ 13091 w 251475"/>
                  <a:gd name="connsiteY10" fmla="*/ 73441 h 88489"/>
                  <a:gd name="connsiteX11" fmla="*/ 234 w 251475"/>
                  <a:gd name="connsiteY11" fmla="*/ 81004 h 88489"/>
                  <a:gd name="connsiteX12" fmla="*/ 12713 w 251475"/>
                  <a:gd name="connsiteY12" fmla="*/ 88567 h 88489"/>
                  <a:gd name="connsiteX13" fmla="*/ 239230 w 251475"/>
                  <a:gd name="connsiteY13" fmla="*/ 88567 h 88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475" h="88489">
                    <a:moveTo>
                      <a:pt x="238852" y="15204"/>
                    </a:moveTo>
                    <a:cubicBezTo>
                      <a:pt x="244524" y="15204"/>
                      <a:pt x="251709" y="15204"/>
                      <a:pt x="251709" y="7641"/>
                    </a:cubicBezTo>
                    <a:cubicBezTo>
                      <a:pt x="251709" y="78"/>
                      <a:pt x="244524" y="78"/>
                      <a:pt x="239230" y="78"/>
                    </a:cubicBezTo>
                    <a:lnTo>
                      <a:pt x="12713" y="78"/>
                    </a:lnTo>
                    <a:cubicBezTo>
                      <a:pt x="7419" y="78"/>
                      <a:pt x="234" y="78"/>
                      <a:pt x="234" y="7641"/>
                    </a:cubicBezTo>
                    <a:cubicBezTo>
                      <a:pt x="234" y="15204"/>
                      <a:pt x="7419" y="15204"/>
                      <a:pt x="13091" y="15204"/>
                    </a:cubicBezTo>
                    <a:lnTo>
                      <a:pt x="238852" y="15204"/>
                    </a:lnTo>
                    <a:close/>
                    <a:moveTo>
                      <a:pt x="239230" y="88567"/>
                    </a:moveTo>
                    <a:cubicBezTo>
                      <a:pt x="244524" y="88567"/>
                      <a:pt x="251709" y="88567"/>
                      <a:pt x="251709" y="81004"/>
                    </a:cubicBezTo>
                    <a:cubicBezTo>
                      <a:pt x="251709" y="73441"/>
                      <a:pt x="244524" y="73441"/>
                      <a:pt x="238852" y="73441"/>
                    </a:cubicBezTo>
                    <a:lnTo>
                      <a:pt x="13091" y="73441"/>
                    </a:lnTo>
                    <a:cubicBezTo>
                      <a:pt x="7419" y="73441"/>
                      <a:pt x="234" y="73441"/>
                      <a:pt x="234" y="81004"/>
                    </a:cubicBezTo>
                    <a:cubicBezTo>
                      <a:pt x="234" y="88567"/>
                      <a:pt x="7419" y="88567"/>
                      <a:pt x="12713" y="88567"/>
                    </a:cubicBezTo>
                    <a:lnTo>
                      <a:pt x="239230" y="88567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8C89B15F-8134-8873-5462-2A680FCF5F89}"/>
                  </a:ext>
                </a:extLst>
              </p:cNvPr>
              <p:cNvSpPr/>
              <p:nvPr>
                <p:custDataLst>
                  <p:tags r:id="rId185"/>
                </p:custDataLst>
              </p:nvPr>
            </p:nvSpPr>
            <p:spPr>
              <a:xfrm>
                <a:off x="16230481" y="5183681"/>
                <a:ext cx="128725" cy="125926"/>
              </a:xfrm>
              <a:custGeom>
                <a:avLst/>
                <a:gdLst>
                  <a:gd name="connsiteX0" fmla="*/ 125055 w 128725"/>
                  <a:gd name="connsiteY0" fmla="*/ 90736 h 125926"/>
                  <a:gd name="connsiteX1" fmla="*/ 119178 w 128725"/>
                  <a:gd name="connsiteY1" fmla="*/ 98011 h 125926"/>
                  <a:gd name="connsiteX2" fmla="*/ 102108 w 128725"/>
                  <a:gd name="connsiteY2" fmla="*/ 112843 h 125926"/>
                  <a:gd name="connsiteX3" fmla="*/ 97631 w 128725"/>
                  <a:gd name="connsiteY3" fmla="*/ 108365 h 125926"/>
                  <a:gd name="connsiteX4" fmla="*/ 101549 w 128725"/>
                  <a:gd name="connsiteY4" fmla="*/ 90736 h 125926"/>
                  <a:gd name="connsiteX5" fmla="*/ 117499 w 128725"/>
                  <a:gd name="connsiteY5" fmla="*/ 33089 h 125926"/>
                  <a:gd name="connsiteX6" fmla="*/ 120018 w 128725"/>
                  <a:gd name="connsiteY6" fmla="*/ 17139 h 125926"/>
                  <a:gd name="connsiteX7" fmla="*/ 101549 w 128725"/>
                  <a:gd name="connsiteY7" fmla="*/ 69 h 125926"/>
                  <a:gd name="connsiteX8" fmla="*/ 37186 w 128725"/>
                  <a:gd name="connsiteY8" fmla="*/ 61633 h 125926"/>
                  <a:gd name="connsiteX9" fmla="*/ 55935 w 128725"/>
                  <a:gd name="connsiteY9" fmla="*/ 628 h 125926"/>
                  <a:gd name="connsiteX10" fmla="*/ 55096 w 128725"/>
                  <a:gd name="connsiteY10" fmla="*/ 69 h 125926"/>
                  <a:gd name="connsiteX11" fmla="*/ 9762 w 128725"/>
                  <a:gd name="connsiteY11" fmla="*/ 8743 h 125926"/>
                  <a:gd name="connsiteX12" fmla="*/ 9762 w 128725"/>
                  <a:gd name="connsiteY12" fmla="*/ 13221 h 125926"/>
                  <a:gd name="connsiteX13" fmla="*/ 27672 w 128725"/>
                  <a:gd name="connsiteY13" fmla="*/ 20776 h 125926"/>
                  <a:gd name="connsiteX14" fmla="*/ 27112 w 128725"/>
                  <a:gd name="connsiteY14" fmla="*/ 25534 h 125926"/>
                  <a:gd name="connsiteX15" fmla="*/ 248 w 128725"/>
                  <a:gd name="connsiteY15" fmla="*/ 123477 h 125926"/>
                  <a:gd name="connsiteX16" fmla="*/ 21235 w 128725"/>
                  <a:gd name="connsiteY16" fmla="*/ 123477 h 125926"/>
                  <a:gd name="connsiteX17" fmla="*/ 49219 w 128725"/>
                  <a:gd name="connsiteY17" fmla="*/ 54077 h 125926"/>
                  <a:gd name="connsiteX18" fmla="*/ 90635 w 128725"/>
                  <a:gd name="connsiteY18" fmla="*/ 14340 h 125926"/>
                  <a:gd name="connsiteX19" fmla="*/ 97351 w 128725"/>
                  <a:gd name="connsiteY19" fmla="*/ 22455 h 125926"/>
                  <a:gd name="connsiteX20" fmla="*/ 93433 w 128725"/>
                  <a:gd name="connsiteY20" fmla="*/ 43723 h 125926"/>
                  <a:gd name="connsiteX21" fmla="*/ 81121 w 128725"/>
                  <a:gd name="connsiteY21" fmla="*/ 89896 h 125926"/>
                  <a:gd name="connsiteX22" fmla="*/ 76643 w 128725"/>
                  <a:gd name="connsiteY22" fmla="*/ 110884 h 125926"/>
                  <a:gd name="connsiteX23" fmla="*/ 89795 w 128725"/>
                  <a:gd name="connsiteY23" fmla="*/ 125995 h 125926"/>
                  <a:gd name="connsiteX24" fmla="*/ 128973 w 128725"/>
                  <a:gd name="connsiteY24" fmla="*/ 94374 h 125926"/>
                  <a:gd name="connsiteX25" fmla="*/ 125055 w 128725"/>
                  <a:gd name="connsiteY25" fmla="*/ 90736 h 125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8725" h="125926">
                    <a:moveTo>
                      <a:pt x="125055" y="90736"/>
                    </a:moveTo>
                    <a:lnTo>
                      <a:pt x="119178" y="98011"/>
                    </a:lnTo>
                    <a:cubicBezTo>
                      <a:pt x="111063" y="108365"/>
                      <a:pt x="106026" y="112843"/>
                      <a:pt x="102108" y="112843"/>
                    </a:cubicBezTo>
                    <a:cubicBezTo>
                      <a:pt x="99870" y="112843"/>
                      <a:pt x="97631" y="110604"/>
                      <a:pt x="97631" y="108365"/>
                    </a:cubicBezTo>
                    <a:cubicBezTo>
                      <a:pt x="97631" y="106407"/>
                      <a:pt x="97631" y="106407"/>
                      <a:pt x="101549" y="90736"/>
                    </a:cubicBezTo>
                    <a:lnTo>
                      <a:pt x="117499" y="33089"/>
                    </a:lnTo>
                    <a:cubicBezTo>
                      <a:pt x="118899" y="27213"/>
                      <a:pt x="120018" y="21056"/>
                      <a:pt x="120018" y="17139"/>
                    </a:cubicBezTo>
                    <a:cubicBezTo>
                      <a:pt x="120018" y="7064"/>
                      <a:pt x="112462" y="69"/>
                      <a:pt x="101549" y="69"/>
                    </a:cubicBezTo>
                    <a:cubicBezTo>
                      <a:pt x="83639" y="69"/>
                      <a:pt x="66009" y="16859"/>
                      <a:pt x="37186" y="61633"/>
                    </a:cubicBezTo>
                    <a:lnTo>
                      <a:pt x="55935" y="628"/>
                    </a:lnTo>
                    <a:lnTo>
                      <a:pt x="55096" y="69"/>
                    </a:lnTo>
                    <a:cubicBezTo>
                      <a:pt x="39984" y="3147"/>
                      <a:pt x="34108" y="4266"/>
                      <a:pt x="9762" y="8743"/>
                    </a:cubicBezTo>
                    <a:lnTo>
                      <a:pt x="9762" y="13221"/>
                    </a:lnTo>
                    <a:cubicBezTo>
                      <a:pt x="24034" y="13501"/>
                      <a:pt x="27672" y="15180"/>
                      <a:pt x="27672" y="20776"/>
                    </a:cubicBezTo>
                    <a:cubicBezTo>
                      <a:pt x="27672" y="22455"/>
                      <a:pt x="27392" y="24134"/>
                      <a:pt x="27112" y="25534"/>
                    </a:cubicBezTo>
                    <a:lnTo>
                      <a:pt x="248" y="123477"/>
                    </a:lnTo>
                    <a:lnTo>
                      <a:pt x="21235" y="123477"/>
                    </a:lnTo>
                    <a:cubicBezTo>
                      <a:pt x="34388" y="79262"/>
                      <a:pt x="36906" y="73106"/>
                      <a:pt x="49219" y="54077"/>
                    </a:cubicBezTo>
                    <a:cubicBezTo>
                      <a:pt x="66009" y="28332"/>
                      <a:pt x="80281" y="14340"/>
                      <a:pt x="90635" y="14340"/>
                    </a:cubicBezTo>
                    <a:cubicBezTo>
                      <a:pt x="94833" y="14340"/>
                      <a:pt x="97351" y="17418"/>
                      <a:pt x="97351" y="22455"/>
                    </a:cubicBezTo>
                    <a:cubicBezTo>
                      <a:pt x="97351" y="25813"/>
                      <a:pt x="95672" y="35048"/>
                      <a:pt x="93433" y="43723"/>
                    </a:cubicBezTo>
                    <a:lnTo>
                      <a:pt x="81121" y="89896"/>
                    </a:lnTo>
                    <a:cubicBezTo>
                      <a:pt x="77483" y="104168"/>
                      <a:pt x="76643" y="108086"/>
                      <a:pt x="76643" y="110884"/>
                    </a:cubicBezTo>
                    <a:cubicBezTo>
                      <a:pt x="76643" y="121518"/>
                      <a:pt x="80561" y="125995"/>
                      <a:pt x="89795" y="125995"/>
                    </a:cubicBezTo>
                    <a:cubicBezTo>
                      <a:pt x="102388" y="125995"/>
                      <a:pt x="109664" y="120119"/>
                      <a:pt x="128973" y="94374"/>
                    </a:cubicBezTo>
                    <a:lnTo>
                      <a:pt x="125055" y="90736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4C2A2A49-F0FF-F9F3-DCF9-CCB35466B606}"/>
                  </a:ext>
                </a:extLst>
              </p:cNvPr>
              <p:cNvSpPr/>
              <p:nvPr>
                <p:custDataLst>
                  <p:tags r:id="rId186"/>
                </p:custDataLst>
              </p:nvPr>
            </p:nvSpPr>
            <p:spPr>
              <a:xfrm>
                <a:off x="16085500" y="5384371"/>
                <a:ext cx="423655" cy="476476"/>
              </a:xfrm>
              <a:custGeom>
                <a:avLst/>
                <a:gdLst>
                  <a:gd name="connsiteX0" fmla="*/ 246 w 423655"/>
                  <a:gd name="connsiteY0" fmla="*/ 476556 h 476476"/>
                  <a:gd name="connsiteX1" fmla="*/ 158164 w 423655"/>
                  <a:gd name="connsiteY1" fmla="*/ 476556 h 476476"/>
                  <a:gd name="connsiteX2" fmla="*/ 158164 w 423655"/>
                  <a:gd name="connsiteY2" fmla="*/ 462398 h 476476"/>
                  <a:gd name="connsiteX3" fmla="*/ 156530 w 423655"/>
                  <a:gd name="connsiteY3" fmla="*/ 462398 h 476476"/>
                  <a:gd name="connsiteX4" fmla="*/ 116234 w 423655"/>
                  <a:gd name="connsiteY4" fmla="*/ 445517 h 476476"/>
                  <a:gd name="connsiteX5" fmla="*/ 108610 w 423655"/>
                  <a:gd name="connsiteY5" fmla="*/ 399230 h 476476"/>
                  <a:gd name="connsiteX6" fmla="*/ 108610 w 423655"/>
                  <a:gd name="connsiteY6" fmla="*/ 86117 h 476476"/>
                  <a:gd name="connsiteX7" fmla="*/ 118412 w 423655"/>
                  <a:gd name="connsiteY7" fmla="*/ 33297 h 476476"/>
                  <a:gd name="connsiteX8" fmla="*/ 211529 w 423655"/>
                  <a:gd name="connsiteY8" fmla="*/ 23495 h 476476"/>
                  <a:gd name="connsiteX9" fmla="*/ 305736 w 423655"/>
                  <a:gd name="connsiteY9" fmla="*/ 33297 h 476476"/>
                  <a:gd name="connsiteX10" fmla="*/ 315538 w 423655"/>
                  <a:gd name="connsiteY10" fmla="*/ 86117 h 476476"/>
                  <a:gd name="connsiteX11" fmla="*/ 315538 w 423655"/>
                  <a:gd name="connsiteY11" fmla="*/ 399230 h 476476"/>
                  <a:gd name="connsiteX12" fmla="*/ 307914 w 423655"/>
                  <a:gd name="connsiteY12" fmla="*/ 445517 h 476476"/>
                  <a:gd name="connsiteX13" fmla="*/ 267618 w 423655"/>
                  <a:gd name="connsiteY13" fmla="*/ 462398 h 476476"/>
                  <a:gd name="connsiteX14" fmla="*/ 265984 w 423655"/>
                  <a:gd name="connsiteY14" fmla="*/ 462398 h 476476"/>
                  <a:gd name="connsiteX15" fmla="*/ 265984 w 423655"/>
                  <a:gd name="connsiteY15" fmla="*/ 476556 h 476476"/>
                  <a:gd name="connsiteX16" fmla="*/ 423902 w 423655"/>
                  <a:gd name="connsiteY16" fmla="*/ 476556 h 476476"/>
                  <a:gd name="connsiteX17" fmla="*/ 423902 w 423655"/>
                  <a:gd name="connsiteY17" fmla="*/ 462398 h 476476"/>
                  <a:gd name="connsiteX18" fmla="*/ 422268 w 423655"/>
                  <a:gd name="connsiteY18" fmla="*/ 462398 h 476476"/>
                  <a:gd name="connsiteX19" fmla="*/ 381972 w 423655"/>
                  <a:gd name="connsiteY19" fmla="*/ 445517 h 476476"/>
                  <a:gd name="connsiteX20" fmla="*/ 374348 w 423655"/>
                  <a:gd name="connsiteY20" fmla="*/ 399230 h 476476"/>
                  <a:gd name="connsiteX21" fmla="*/ 374348 w 423655"/>
                  <a:gd name="connsiteY21" fmla="*/ 77405 h 476476"/>
                  <a:gd name="connsiteX22" fmla="*/ 381972 w 423655"/>
                  <a:gd name="connsiteY22" fmla="*/ 31118 h 476476"/>
                  <a:gd name="connsiteX23" fmla="*/ 422268 w 423655"/>
                  <a:gd name="connsiteY23" fmla="*/ 14238 h 476476"/>
                  <a:gd name="connsiteX24" fmla="*/ 423902 w 423655"/>
                  <a:gd name="connsiteY24" fmla="*/ 14238 h 476476"/>
                  <a:gd name="connsiteX25" fmla="*/ 423902 w 423655"/>
                  <a:gd name="connsiteY25" fmla="*/ 79 h 476476"/>
                  <a:gd name="connsiteX26" fmla="*/ 246 w 423655"/>
                  <a:gd name="connsiteY26" fmla="*/ 79 h 476476"/>
                  <a:gd name="connsiteX27" fmla="*/ 246 w 423655"/>
                  <a:gd name="connsiteY27" fmla="*/ 14238 h 476476"/>
                  <a:gd name="connsiteX28" fmla="*/ 1880 w 423655"/>
                  <a:gd name="connsiteY28" fmla="*/ 14238 h 476476"/>
                  <a:gd name="connsiteX29" fmla="*/ 42176 w 423655"/>
                  <a:gd name="connsiteY29" fmla="*/ 31118 h 476476"/>
                  <a:gd name="connsiteX30" fmla="*/ 49800 w 423655"/>
                  <a:gd name="connsiteY30" fmla="*/ 77405 h 476476"/>
                  <a:gd name="connsiteX31" fmla="*/ 49800 w 423655"/>
                  <a:gd name="connsiteY31" fmla="*/ 399230 h 476476"/>
                  <a:gd name="connsiteX32" fmla="*/ 42176 w 423655"/>
                  <a:gd name="connsiteY32" fmla="*/ 445517 h 476476"/>
                  <a:gd name="connsiteX33" fmla="*/ 1880 w 423655"/>
                  <a:gd name="connsiteY33" fmla="*/ 462398 h 476476"/>
                  <a:gd name="connsiteX34" fmla="*/ 246 w 423655"/>
                  <a:gd name="connsiteY34" fmla="*/ 462398 h 476476"/>
                  <a:gd name="connsiteX35" fmla="*/ 246 w 423655"/>
                  <a:gd name="connsiteY35" fmla="*/ 476556 h 476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23655" h="476476">
                    <a:moveTo>
                      <a:pt x="246" y="476556"/>
                    </a:moveTo>
                    <a:lnTo>
                      <a:pt x="158164" y="476556"/>
                    </a:lnTo>
                    <a:lnTo>
                      <a:pt x="158164" y="462398"/>
                    </a:lnTo>
                    <a:lnTo>
                      <a:pt x="156530" y="462398"/>
                    </a:lnTo>
                    <a:cubicBezTo>
                      <a:pt x="138560" y="462398"/>
                      <a:pt x="123858" y="455863"/>
                      <a:pt x="116234" y="445517"/>
                    </a:cubicBezTo>
                    <a:cubicBezTo>
                      <a:pt x="110244" y="436259"/>
                      <a:pt x="108610" y="427547"/>
                      <a:pt x="108610" y="399230"/>
                    </a:cubicBezTo>
                    <a:lnTo>
                      <a:pt x="108610" y="86117"/>
                    </a:lnTo>
                    <a:cubicBezTo>
                      <a:pt x="108610" y="51811"/>
                      <a:pt x="110789" y="40376"/>
                      <a:pt x="118412" y="33297"/>
                    </a:cubicBezTo>
                    <a:cubicBezTo>
                      <a:pt x="128214" y="24039"/>
                      <a:pt x="135293" y="23495"/>
                      <a:pt x="211529" y="23495"/>
                    </a:cubicBezTo>
                    <a:cubicBezTo>
                      <a:pt x="288855" y="23495"/>
                      <a:pt x="295934" y="24039"/>
                      <a:pt x="305736" y="33297"/>
                    </a:cubicBezTo>
                    <a:cubicBezTo>
                      <a:pt x="313359" y="40376"/>
                      <a:pt x="315538" y="51811"/>
                      <a:pt x="315538" y="86117"/>
                    </a:cubicBezTo>
                    <a:lnTo>
                      <a:pt x="315538" y="399230"/>
                    </a:lnTo>
                    <a:cubicBezTo>
                      <a:pt x="315538" y="427547"/>
                      <a:pt x="313904" y="436259"/>
                      <a:pt x="307914" y="445517"/>
                    </a:cubicBezTo>
                    <a:cubicBezTo>
                      <a:pt x="300290" y="455863"/>
                      <a:pt x="285588" y="462398"/>
                      <a:pt x="267618" y="462398"/>
                    </a:cubicBezTo>
                    <a:lnTo>
                      <a:pt x="265984" y="462398"/>
                    </a:lnTo>
                    <a:lnTo>
                      <a:pt x="265984" y="476556"/>
                    </a:lnTo>
                    <a:lnTo>
                      <a:pt x="423902" y="476556"/>
                    </a:lnTo>
                    <a:lnTo>
                      <a:pt x="423902" y="462398"/>
                    </a:lnTo>
                    <a:lnTo>
                      <a:pt x="422268" y="462398"/>
                    </a:lnTo>
                    <a:cubicBezTo>
                      <a:pt x="404298" y="462398"/>
                      <a:pt x="389596" y="455863"/>
                      <a:pt x="381972" y="445517"/>
                    </a:cubicBezTo>
                    <a:cubicBezTo>
                      <a:pt x="375982" y="436259"/>
                      <a:pt x="374348" y="427547"/>
                      <a:pt x="374348" y="399230"/>
                    </a:cubicBezTo>
                    <a:lnTo>
                      <a:pt x="374348" y="77405"/>
                    </a:lnTo>
                    <a:cubicBezTo>
                      <a:pt x="374348" y="49088"/>
                      <a:pt x="375982" y="40920"/>
                      <a:pt x="381972" y="31118"/>
                    </a:cubicBezTo>
                    <a:cubicBezTo>
                      <a:pt x="389596" y="20772"/>
                      <a:pt x="404298" y="14238"/>
                      <a:pt x="422268" y="14238"/>
                    </a:cubicBezTo>
                    <a:lnTo>
                      <a:pt x="423902" y="14238"/>
                    </a:lnTo>
                    <a:lnTo>
                      <a:pt x="423902" y="79"/>
                    </a:lnTo>
                    <a:lnTo>
                      <a:pt x="246" y="79"/>
                    </a:lnTo>
                    <a:lnTo>
                      <a:pt x="246" y="14238"/>
                    </a:lnTo>
                    <a:lnTo>
                      <a:pt x="1880" y="14238"/>
                    </a:lnTo>
                    <a:cubicBezTo>
                      <a:pt x="19850" y="14238"/>
                      <a:pt x="34552" y="20772"/>
                      <a:pt x="42176" y="31118"/>
                    </a:cubicBezTo>
                    <a:cubicBezTo>
                      <a:pt x="48166" y="40920"/>
                      <a:pt x="49800" y="49088"/>
                      <a:pt x="49800" y="77405"/>
                    </a:cubicBezTo>
                    <a:lnTo>
                      <a:pt x="49800" y="399230"/>
                    </a:lnTo>
                    <a:cubicBezTo>
                      <a:pt x="49800" y="427547"/>
                      <a:pt x="48166" y="436259"/>
                      <a:pt x="42176" y="445517"/>
                    </a:cubicBezTo>
                    <a:cubicBezTo>
                      <a:pt x="34552" y="455863"/>
                      <a:pt x="19850" y="462398"/>
                      <a:pt x="1880" y="462398"/>
                    </a:cubicBezTo>
                    <a:lnTo>
                      <a:pt x="246" y="462398"/>
                    </a:lnTo>
                    <a:lnTo>
                      <a:pt x="246" y="476556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9E00E24E-417A-CBB8-173B-9F2971C67F42}"/>
                  </a:ext>
                </a:extLst>
              </p:cNvPr>
              <p:cNvSpPr/>
              <p:nvPr>
                <p:custDataLst>
                  <p:tags r:id="rId187"/>
                </p:custDataLst>
              </p:nvPr>
            </p:nvSpPr>
            <p:spPr>
              <a:xfrm>
                <a:off x="16022353" y="5916644"/>
                <a:ext cx="111934" cy="240939"/>
              </a:xfrm>
              <a:custGeom>
                <a:avLst/>
                <a:gdLst>
                  <a:gd name="connsiteX0" fmla="*/ 103783 w 111934"/>
                  <a:gd name="connsiteY0" fmla="*/ 60254 h 240939"/>
                  <a:gd name="connsiteX1" fmla="*/ 102944 w 111934"/>
                  <a:gd name="connsiteY1" fmla="*/ 59695 h 240939"/>
                  <a:gd name="connsiteX2" fmla="*/ 55372 w 111934"/>
                  <a:gd name="connsiteY2" fmla="*/ 66691 h 240939"/>
                  <a:gd name="connsiteX3" fmla="*/ 55372 w 111934"/>
                  <a:gd name="connsiteY3" fmla="*/ 71168 h 240939"/>
                  <a:gd name="connsiteX4" fmla="*/ 62927 w 111934"/>
                  <a:gd name="connsiteY4" fmla="*/ 71168 h 240939"/>
                  <a:gd name="connsiteX5" fmla="*/ 64886 w 111934"/>
                  <a:gd name="connsiteY5" fmla="*/ 70888 h 240939"/>
                  <a:gd name="connsiteX6" fmla="*/ 74121 w 111934"/>
                  <a:gd name="connsiteY6" fmla="*/ 73407 h 240939"/>
                  <a:gd name="connsiteX7" fmla="*/ 76079 w 111934"/>
                  <a:gd name="connsiteY7" fmla="*/ 79843 h 240939"/>
                  <a:gd name="connsiteX8" fmla="*/ 71602 w 111934"/>
                  <a:gd name="connsiteY8" fmla="*/ 102230 h 240939"/>
                  <a:gd name="connsiteX9" fmla="*/ 51454 w 111934"/>
                  <a:gd name="connsiteY9" fmla="*/ 183942 h 240939"/>
                  <a:gd name="connsiteX10" fmla="*/ 24310 w 111934"/>
                  <a:gd name="connsiteY10" fmla="*/ 234593 h 240939"/>
                  <a:gd name="connsiteX11" fmla="*/ 19272 w 111934"/>
                  <a:gd name="connsiteY11" fmla="*/ 231514 h 240939"/>
                  <a:gd name="connsiteX12" fmla="*/ 20672 w 111934"/>
                  <a:gd name="connsiteY12" fmla="*/ 228436 h 240939"/>
                  <a:gd name="connsiteX13" fmla="*/ 22910 w 111934"/>
                  <a:gd name="connsiteY13" fmla="*/ 222560 h 240939"/>
                  <a:gd name="connsiteX14" fmla="*/ 11437 w 111934"/>
                  <a:gd name="connsiteY14" fmla="*/ 212206 h 240939"/>
                  <a:gd name="connsiteX15" fmla="*/ 244 w 111934"/>
                  <a:gd name="connsiteY15" fmla="*/ 223959 h 240939"/>
                  <a:gd name="connsiteX16" fmla="*/ 22351 w 111934"/>
                  <a:gd name="connsiteY16" fmla="*/ 241029 h 240939"/>
                  <a:gd name="connsiteX17" fmla="*/ 74680 w 111934"/>
                  <a:gd name="connsiteY17" fmla="*/ 175267 h 240939"/>
                  <a:gd name="connsiteX18" fmla="*/ 103783 w 111934"/>
                  <a:gd name="connsiteY18" fmla="*/ 60254 h 240939"/>
                  <a:gd name="connsiteX19" fmla="*/ 98187 w 111934"/>
                  <a:gd name="connsiteY19" fmla="*/ 89 h 240939"/>
                  <a:gd name="connsiteX20" fmla="*/ 85034 w 111934"/>
                  <a:gd name="connsiteY20" fmla="*/ 14921 h 240939"/>
                  <a:gd name="connsiteX21" fmla="*/ 98466 w 111934"/>
                  <a:gd name="connsiteY21" fmla="*/ 29752 h 240939"/>
                  <a:gd name="connsiteX22" fmla="*/ 112178 w 111934"/>
                  <a:gd name="connsiteY22" fmla="*/ 15480 h 240939"/>
                  <a:gd name="connsiteX23" fmla="*/ 98187 w 111934"/>
                  <a:gd name="connsiteY23" fmla="*/ 89 h 240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934" h="240939">
                    <a:moveTo>
                      <a:pt x="103783" y="60254"/>
                    </a:moveTo>
                    <a:lnTo>
                      <a:pt x="102944" y="59695"/>
                    </a:lnTo>
                    <a:cubicBezTo>
                      <a:pt x="78038" y="64172"/>
                      <a:pt x="64046" y="66411"/>
                      <a:pt x="55372" y="66691"/>
                    </a:cubicBezTo>
                    <a:lnTo>
                      <a:pt x="55372" y="71168"/>
                    </a:lnTo>
                    <a:lnTo>
                      <a:pt x="62927" y="71168"/>
                    </a:lnTo>
                    <a:lnTo>
                      <a:pt x="64886" y="70888"/>
                    </a:lnTo>
                    <a:cubicBezTo>
                      <a:pt x="67125" y="70608"/>
                      <a:pt x="72721" y="72287"/>
                      <a:pt x="74121" y="73407"/>
                    </a:cubicBezTo>
                    <a:cubicBezTo>
                      <a:pt x="75240" y="74526"/>
                      <a:pt x="76079" y="77045"/>
                      <a:pt x="76079" y="79843"/>
                    </a:cubicBezTo>
                    <a:cubicBezTo>
                      <a:pt x="76079" y="82641"/>
                      <a:pt x="74680" y="90197"/>
                      <a:pt x="71602" y="102230"/>
                    </a:cubicBezTo>
                    <a:lnTo>
                      <a:pt x="51454" y="183942"/>
                    </a:lnTo>
                    <a:cubicBezTo>
                      <a:pt x="41939" y="222280"/>
                      <a:pt x="35503" y="234593"/>
                      <a:pt x="24310" y="234593"/>
                    </a:cubicBezTo>
                    <a:cubicBezTo>
                      <a:pt x="20952" y="234593"/>
                      <a:pt x="19272" y="233473"/>
                      <a:pt x="19272" y="231514"/>
                    </a:cubicBezTo>
                    <a:cubicBezTo>
                      <a:pt x="19272" y="230395"/>
                      <a:pt x="19552" y="229835"/>
                      <a:pt x="20672" y="228436"/>
                    </a:cubicBezTo>
                    <a:cubicBezTo>
                      <a:pt x="22351" y="226198"/>
                      <a:pt x="22910" y="224798"/>
                      <a:pt x="22910" y="222560"/>
                    </a:cubicBezTo>
                    <a:cubicBezTo>
                      <a:pt x="22910" y="216683"/>
                      <a:pt x="17873" y="212206"/>
                      <a:pt x="11437" y="212206"/>
                    </a:cubicBezTo>
                    <a:cubicBezTo>
                      <a:pt x="5001" y="212206"/>
                      <a:pt x="244" y="217243"/>
                      <a:pt x="244" y="223959"/>
                    </a:cubicBezTo>
                    <a:cubicBezTo>
                      <a:pt x="244" y="233753"/>
                      <a:pt x="9478" y="241029"/>
                      <a:pt x="22351" y="241029"/>
                    </a:cubicBezTo>
                    <a:cubicBezTo>
                      <a:pt x="46697" y="241029"/>
                      <a:pt x="63487" y="219761"/>
                      <a:pt x="74680" y="175267"/>
                    </a:cubicBezTo>
                    <a:lnTo>
                      <a:pt x="103783" y="60254"/>
                    </a:lnTo>
                    <a:close/>
                    <a:moveTo>
                      <a:pt x="98187" y="89"/>
                    </a:moveTo>
                    <a:cubicBezTo>
                      <a:pt x="90631" y="89"/>
                      <a:pt x="85034" y="6246"/>
                      <a:pt x="85034" y="14921"/>
                    </a:cubicBezTo>
                    <a:cubicBezTo>
                      <a:pt x="85034" y="23875"/>
                      <a:pt x="90351" y="29752"/>
                      <a:pt x="98466" y="29752"/>
                    </a:cubicBezTo>
                    <a:cubicBezTo>
                      <a:pt x="105742" y="29752"/>
                      <a:pt x="112178" y="23316"/>
                      <a:pt x="112178" y="15480"/>
                    </a:cubicBezTo>
                    <a:cubicBezTo>
                      <a:pt x="112178" y="7365"/>
                      <a:pt x="105742" y="89"/>
                      <a:pt x="98187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D4505625-C7EC-2A2C-8776-1A3EB1814EFD}"/>
                  </a:ext>
                </a:extLst>
              </p:cNvPr>
              <p:cNvSpPr/>
              <p:nvPr>
                <p:custDataLst>
                  <p:tags r:id="rId188"/>
                </p:custDataLst>
              </p:nvPr>
            </p:nvSpPr>
            <p:spPr>
              <a:xfrm>
                <a:off x="16157829" y="5996957"/>
                <a:ext cx="186091" cy="65481"/>
              </a:xfrm>
              <a:custGeom>
                <a:avLst/>
                <a:gdLst>
                  <a:gd name="connsiteX0" fmla="*/ 176823 w 186091"/>
                  <a:gd name="connsiteY0" fmla="*/ 11282 h 65481"/>
                  <a:gd name="connsiteX1" fmla="*/ 186338 w 186091"/>
                  <a:gd name="connsiteY1" fmla="*/ 5686 h 65481"/>
                  <a:gd name="connsiteX2" fmla="*/ 177103 w 186091"/>
                  <a:gd name="connsiteY2" fmla="*/ 89 h 65481"/>
                  <a:gd name="connsiteX3" fmla="*/ 9481 w 186091"/>
                  <a:gd name="connsiteY3" fmla="*/ 89 h 65481"/>
                  <a:gd name="connsiteX4" fmla="*/ 246 w 186091"/>
                  <a:gd name="connsiteY4" fmla="*/ 5686 h 65481"/>
                  <a:gd name="connsiteX5" fmla="*/ 9760 w 186091"/>
                  <a:gd name="connsiteY5" fmla="*/ 11282 h 65481"/>
                  <a:gd name="connsiteX6" fmla="*/ 176823 w 186091"/>
                  <a:gd name="connsiteY6" fmla="*/ 11282 h 65481"/>
                  <a:gd name="connsiteX7" fmla="*/ 177103 w 186091"/>
                  <a:gd name="connsiteY7" fmla="*/ 65571 h 65481"/>
                  <a:gd name="connsiteX8" fmla="*/ 186338 w 186091"/>
                  <a:gd name="connsiteY8" fmla="*/ 59974 h 65481"/>
                  <a:gd name="connsiteX9" fmla="*/ 176823 w 186091"/>
                  <a:gd name="connsiteY9" fmla="*/ 54377 h 65481"/>
                  <a:gd name="connsiteX10" fmla="*/ 9760 w 186091"/>
                  <a:gd name="connsiteY10" fmla="*/ 54377 h 65481"/>
                  <a:gd name="connsiteX11" fmla="*/ 246 w 186091"/>
                  <a:gd name="connsiteY11" fmla="*/ 59974 h 65481"/>
                  <a:gd name="connsiteX12" fmla="*/ 9481 w 186091"/>
                  <a:gd name="connsiteY12" fmla="*/ 65571 h 65481"/>
                  <a:gd name="connsiteX13" fmla="*/ 177103 w 186091"/>
                  <a:gd name="connsiteY13" fmla="*/ 65571 h 6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6091" h="65481">
                    <a:moveTo>
                      <a:pt x="176823" y="11282"/>
                    </a:moveTo>
                    <a:cubicBezTo>
                      <a:pt x="181021" y="11282"/>
                      <a:pt x="186338" y="11282"/>
                      <a:pt x="186338" y="5686"/>
                    </a:cubicBezTo>
                    <a:cubicBezTo>
                      <a:pt x="186338" y="89"/>
                      <a:pt x="181021" y="89"/>
                      <a:pt x="177103" y="89"/>
                    </a:cubicBezTo>
                    <a:lnTo>
                      <a:pt x="9481" y="89"/>
                    </a:lnTo>
                    <a:cubicBezTo>
                      <a:pt x="5563" y="89"/>
                      <a:pt x="246" y="89"/>
                      <a:pt x="246" y="5686"/>
                    </a:cubicBezTo>
                    <a:cubicBezTo>
                      <a:pt x="246" y="11282"/>
                      <a:pt x="5563" y="11282"/>
                      <a:pt x="9760" y="11282"/>
                    </a:cubicBezTo>
                    <a:lnTo>
                      <a:pt x="176823" y="11282"/>
                    </a:lnTo>
                    <a:close/>
                    <a:moveTo>
                      <a:pt x="177103" y="65571"/>
                    </a:moveTo>
                    <a:cubicBezTo>
                      <a:pt x="181021" y="65571"/>
                      <a:pt x="186338" y="65571"/>
                      <a:pt x="186338" y="59974"/>
                    </a:cubicBezTo>
                    <a:cubicBezTo>
                      <a:pt x="186338" y="54377"/>
                      <a:pt x="181021" y="54377"/>
                      <a:pt x="176823" y="54377"/>
                    </a:cubicBezTo>
                    <a:lnTo>
                      <a:pt x="9760" y="54377"/>
                    </a:lnTo>
                    <a:cubicBezTo>
                      <a:pt x="5563" y="54377"/>
                      <a:pt x="246" y="54377"/>
                      <a:pt x="246" y="59974"/>
                    </a:cubicBezTo>
                    <a:cubicBezTo>
                      <a:pt x="246" y="65571"/>
                      <a:pt x="5563" y="65571"/>
                      <a:pt x="9481" y="65571"/>
                    </a:cubicBezTo>
                    <a:lnTo>
                      <a:pt x="177103" y="65571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58C3B287-E35B-45DF-5699-F887DFD47B42}"/>
                  </a:ext>
                </a:extLst>
              </p:cNvPr>
              <p:cNvSpPr/>
              <p:nvPr>
                <p:custDataLst>
                  <p:tags r:id="rId189"/>
                </p:custDataLst>
              </p:nvPr>
            </p:nvSpPr>
            <p:spPr>
              <a:xfrm>
                <a:off x="16367120" y="5910488"/>
                <a:ext cx="126486" cy="193087"/>
              </a:xfrm>
              <a:custGeom>
                <a:avLst/>
                <a:gdLst>
                  <a:gd name="connsiteX0" fmla="*/ 64614 w 126486"/>
                  <a:gd name="connsiteY0" fmla="*/ 89 h 193087"/>
                  <a:gd name="connsiteX1" fmla="*/ 27116 w 126486"/>
                  <a:gd name="connsiteY1" fmla="*/ 14640 h 193087"/>
                  <a:gd name="connsiteX2" fmla="*/ 252 w 126486"/>
                  <a:gd name="connsiteY2" fmla="*/ 95233 h 193087"/>
                  <a:gd name="connsiteX3" fmla="*/ 22639 w 126486"/>
                  <a:gd name="connsiteY3" fmla="*/ 174147 h 193087"/>
                  <a:gd name="connsiteX4" fmla="*/ 63495 w 126486"/>
                  <a:gd name="connsiteY4" fmla="*/ 193176 h 193087"/>
                  <a:gd name="connsiteX5" fmla="*/ 99874 w 126486"/>
                  <a:gd name="connsiteY5" fmla="*/ 178625 h 193087"/>
                  <a:gd name="connsiteX6" fmla="*/ 126738 w 126486"/>
                  <a:gd name="connsiteY6" fmla="*/ 96912 h 193087"/>
                  <a:gd name="connsiteX7" fmla="*/ 64614 w 126486"/>
                  <a:gd name="connsiteY7" fmla="*/ 89 h 193087"/>
                  <a:gd name="connsiteX8" fmla="*/ 63775 w 126486"/>
                  <a:gd name="connsiteY8" fmla="*/ 7365 h 193087"/>
                  <a:gd name="connsiteX9" fmla="*/ 99874 w 126486"/>
                  <a:gd name="connsiteY9" fmla="*/ 97472 h 193087"/>
                  <a:gd name="connsiteX10" fmla="*/ 63495 w 126486"/>
                  <a:gd name="connsiteY10" fmla="*/ 185901 h 193087"/>
                  <a:gd name="connsiteX11" fmla="*/ 27116 w 126486"/>
                  <a:gd name="connsiteY11" fmla="*/ 97752 h 193087"/>
                  <a:gd name="connsiteX12" fmla="*/ 63775 w 126486"/>
                  <a:gd name="connsiteY12" fmla="*/ 7365 h 1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486" h="193087">
                    <a:moveTo>
                      <a:pt x="64614" y="89"/>
                    </a:moveTo>
                    <a:cubicBezTo>
                      <a:pt x="49223" y="89"/>
                      <a:pt x="37470" y="4846"/>
                      <a:pt x="27116" y="14640"/>
                    </a:cubicBezTo>
                    <a:cubicBezTo>
                      <a:pt x="10886" y="30311"/>
                      <a:pt x="252" y="62492"/>
                      <a:pt x="252" y="95233"/>
                    </a:cubicBezTo>
                    <a:cubicBezTo>
                      <a:pt x="252" y="125736"/>
                      <a:pt x="9486" y="158477"/>
                      <a:pt x="22639" y="174147"/>
                    </a:cubicBezTo>
                    <a:cubicBezTo>
                      <a:pt x="32993" y="186460"/>
                      <a:pt x="47264" y="193176"/>
                      <a:pt x="63495" y="193176"/>
                    </a:cubicBezTo>
                    <a:cubicBezTo>
                      <a:pt x="77767" y="193176"/>
                      <a:pt x="89800" y="188419"/>
                      <a:pt x="99874" y="178625"/>
                    </a:cubicBezTo>
                    <a:cubicBezTo>
                      <a:pt x="116104" y="163234"/>
                      <a:pt x="126738" y="130773"/>
                      <a:pt x="126738" y="96912"/>
                    </a:cubicBezTo>
                    <a:cubicBezTo>
                      <a:pt x="126738" y="39546"/>
                      <a:pt x="101273" y="89"/>
                      <a:pt x="64614" y="89"/>
                    </a:cubicBezTo>
                    <a:close/>
                    <a:moveTo>
                      <a:pt x="63775" y="7365"/>
                    </a:moveTo>
                    <a:cubicBezTo>
                      <a:pt x="87281" y="7365"/>
                      <a:pt x="99874" y="38986"/>
                      <a:pt x="99874" y="97472"/>
                    </a:cubicBezTo>
                    <a:cubicBezTo>
                      <a:pt x="99874" y="155958"/>
                      <a:pt x="87561" y="185901"/>
                      <a:pt x="63495" y="185901"/>
                    </a:cubicBezTo>
                    <a:cubicBezTo>
                      <a:pt x="39429" y="185901"/>
                      <a:pt x="27116" y="155958"/>
                      <a:pt x="27116" y="97752"/>
                    </a:cubicBezTo>
                    <a:cubicBezTo>
                      <a:pt x="27116" y="38426"/>
                      <a:pt x="39709" y="7365"/>
                      <a:pt x="63775" y="73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FFF6F96B-0822-84B8-0E0F-B0AC68812B75}"/>
                  </a:ext>
                </a:extLst>
              </p:cNvPr>
              <p:cNvSpPr/>
              <p:nvPr>
                <p:custDataLst>
                  <p:tags r:id="rId190"/>
                </p:custDataLst>
              </p:nvPr>
            </p:nvSpPr>
            <p:spPr>
              <a:xfrm>
                <a:off x="16524914" y="6069995"/>
                <a:ext cx="32740" cy="83671"/>
              </a:xfrm>
              <a:custGeom>
                <a:avLst/>
                <a:gdLst>
                  <a:gd name="connsiteX0" fmla="*/ 32996 w 32740"/>
                  <a:gd name="connsiteY0" fmla="*/ 29472 h 83671"/>
                  <a:gd name="connsiteX1" fmla="*/ 15087 w 32740"/>
                  <a:gd name="connsiteY1" fmla="*/ 89 h 83671"/>
                  <a:gd name="connsiteX2" fmla="*/ 255 w 32740"/>
                  <a:gd name="connsiteY2" fmla="*/ 14920 h 83671"/>
                  <a:gd name="connsiteX3" fmla="*/ 15087 w 32740"/>
                  <a:gd name="connsiteY3" fmla="*/ 29751 h 83671"/>
                  <a:gd name="connsiteX4" fmla="*/ 24881 w 32740"/>
                  <a:gd name="connsiteY4" fmla="*/ 26114 h 83671"/>
                  <a:gd name="connsiteX5" fmla="*/ 26280 w 32740"/>
                  <a:gd name="connsiteY5" fmla="*/ 25274 h 83671"/>
                  <a:gd name="connsiteX6" fmla="*/ 26840 w 32740"/>
                  <a:gd name="connsiteY6" fmla="*/ 29472 h 83671"/>
                  <a:gd name="connsiteX7" fmla="*/ 7811 w 32740"/>
                  <a:gd name="connsiteY7" fmla="*/ 76204 h 83671"/>
                  <a:gd name="connsiteX8" fmla="*/ 4733 w 32740"/>
                  <a:gd name="connsiteY8" fmla="*/ 80682 h 83671"/>
                  <a:gd name="connsiteX9" fmla="*/ 7531 w 32740"/>
                  <a:gd name="connsiteY9" fmla="*/ 83760 h 83671"/>
                  <a:gd name="connsiteX10" fmla="*/ 32996 w 32740"/>
                  <a:gd name="connsiteY10" fmla="*/ 29472 h 83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740" h="83671">
                    <a:moveTo>
                      <a:pt x="32996" y="29472"/>
                    </a:moveTo>
                    <a:cubicBezTo>
                      <a:pt x="32996" y="11002"/>
                      <a:pt x="26000" y="89"/>
                      <a:pt x="15087" y="89"/>
                    </a:cubicBezTo>
                    <a:cubicBezTo>
                      <a:pt x="5852" y="89"/>
                      <a:pt x="255" y="7085"/>
                      <a:pt x="255" y="14920"/>
                    </a:cubicBezTo>
                    <a:cubicBezTo>
                      <a:pt x="255" y="22476"/>
                      <a:pt x="5852" y="29751"/>
                      <a:pt x="15087" y="29751"/>
                    </a:cubicBezTo>
                    <a:cubicBezTo>
                      <a:pt x="18445" y="29751"/>
                      <a:pt x="22083" y="28632"/>
                      <a:pt x="24881" y="26114"/>
                    </a:cubicBezTo>
                    <a:cubicBezTo>
                      <a:pt x="25721" y="25554"/>
                      <a:pt x="26000" y="25274"/>
                      <a:pt x="26280" y="25274"/>
                    </a:cubicBezTo>
                    <a:cubicBezTo>
                      <a:pt x="26560" y="25274"/>
                      <a:pt x="26840" y="25554"/>
                      <a:pt x="26840" y="29472"/>
                    </a:cubicBezTo>
                    <a:cubicBezTo>
                      <a:pt x="26840" y="50180"/>
                      <a:pt x="17046" y="66970"/>
                      <a:pt x="7811" y="76204"/>
                    </a:cubicBezTo>
                    <a:cubicBezTo>
                      <a:pt x="4733" y="79283"/>
                      <a:pt x="4733" y="79842"/>
                      <a:pt x="4733" y="80682"/>
                    </a:cubicBezTo>
                    <a:cubicBezTo>
                      <a:pt x="4733" y="82641"/>
                      <a:pt x="6132" y="83760"/>
                      <a:pt x="7531" y="83760"/>
                    </a:cubicBezTo>
                    <a:cubicBezTo>
                      <a:pt x="10609" y="83760"/>
                      <a:pt x="32996" y="62213"/>
                      <a:pt x="32996" y="294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9A10ED23-8246-8BA1-FA7A-6A3041AED079}"/>
                  </a:ext>
                </a:extLst>
              </p:cNvPr>
              <p:cNvSpPr/>
              <p:nvPr>
                <p:custDataLst>
                  <p:tags r:id="rId191"/>
                </p:custDataLst>
              </p:nvPr>
            </p:nvSpPr>
            <p:spPr>
              <a:xfrm>
                <a:off x="16092434" y="6204821"/>
                <a:ext cx="111934" cy="240939"/>
              </a:xfrm>
              <a:custGeom>
                <a:avLst/>
                <a:gdLst>
                  <a:gd name="connsiteX0" fmla="*/ 103785 w 111934"/>
                  <a:gd name="connsiteY0" fmla="*/ 60262 h 240939"/>
                  <a:gd name="connsiteX1" fmla="*/ 102946 w 111934"/>
                  <a:gd name="connsiteY1" fmla="*/ 59702 h 240939"/>
                  <a:gd name="connsiteX2" fmla="*/ 55373 w 111934"/>
                  <a:gd name="connsiteY2" fmla="*/ 66698 h 240939"/>
                  <a:gd name="connsiteX3" fmla="*/ 55373 w 111934"/>
                  <a:gd name="connsiteY3" fmla="*/ 71175 h 240939"/>
                  <a:gd name="connsiteX4" fmla="*/ 62929 w 111934"/>
                  <a:gd name="connsiteY4" fmla="*/ 71175 h 240939"/>
                  <a:gd name="connsiteX5" fmla="*/ 64888 w 111934"/>
                  <a:gd name="connsiteY5" fmla="*/ 70896 h 240939"/>
                  <a:gd name="connsiteX6" fmla="*/ 74122 w 111934"/>
                  <a:gd name="connsiteY6" fmla="*/ 73414 h 240939"/>
                  <a:gd name="connsiteX7" fmla="*/ 76081 w 111934"/>
                  <a:gd name="connsiteY7" fmla="*/ 79850 h 240939"/>
                  <a:gd name="connsiteX8" fmla="*/ 71604 w 111934"/>
                  <a:gd name="connsiteY8" fmla="*/ 102237 h 240939"/>
                  <a:gd name="connsiteX9" fmla="*/ 51456 w 111934"/>
                  <a:gd name="connsiteY9" fmla="*/ 183950 h 240939"/>
                  <a:gd name="connsiteX10" fmla="*/ 24311 w 111934"/>
                  <a:gd name="connsiteY10" fmla="*/ 234600 h 240939"/>
                  <a:gd name="connsiteX11" fmla="*/ 19274 w 111934"/>
                  <a:gd name="connsiteY11" fmla="*/ 231522 h 240939"/>
                  <a:gd name="connsiteX12" fmla="*/ 20674 w 111934"/>
                  <a:gd name="connsiteY12" fmla="*/ 228444 h 240939"/>
                  <a:gd name="connsiteX13" fmla="*/ 22912 w 111934"/>
                  <a:gd name="connsiteY13" fmla="*/ 222567 h 240939"/>
                  <a:gd name="connsiteX14" fmla="*/ 11439 w 111934"/>
                  <a:gd name="connsiteY14" fmla="*/ 212213 h 240939"/>
                  <a:gd name="connsiteX15" fmla="*/ 245 w 111934"/>
                  <a:gd name="connsiteY15" fmla="*/ 223966 h 240939"/>
                  <a:gd name="connsiteX16" fmla="*/ 22353 w 111934"/>
                  <a:gd name="connsiteY16" fmla="*/ 241037 h 240939"/>
                  <a:gd name="connsiteX17" fmla="*/ 74682 w 111934"/>
                  <a:gd name="connsiteY17" fmla="*/ 175275 h 240939"/>
                  <a:gd name="connsiteX18" fmla="*/ 103785 w 111934"/>
                  <a:gd name="connsiteY18" fmla="*/ 60262 h 240939"/>
                  <a:gd name="connsiteX19" fmla="*/ 98188 w 111934"/>
                  <a:gd name="connsiteY19" fmla="*/ 97 h 240939"/>
                  <a:gd name="connsiteX20" fmla="*/ 85036 w 111934"/>
                  <a:gd name="connsiteY20" fmla="*/ 14928 h 240939"/>
                  <a:gd name="connsiteX21" fmla="*/ 98468 w 111934"/>
                  <a:gd name="connsiteY21" fmla="*/ 29760 h 240939"/>
                  <a:gd name="connsiteX22" fmla="*/ 112180 w 111934"/>
                  <a:gd name="connsiteY22" fmla="*/ 15488 h 240939"/>
                  <a:gd name="connsiteX23" fmla="*/ 98188 w 111934"/>
                  <a:gd name="connsiteY23" fmla="*/ 97 h 240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934" h="240939">
                    <a:moveTo>
                      <a:pt x="103785" y="60262"/>
                    </a:moveTo>
                    <a:lnTo>
                      <a:pt x="102946" y="59702"/>
                    </a:lnTo>
                    <a:cubicBezTo>
                      <a:pt x="78040" y="64180"/>
                      <a:pt x="64048" y="66418"/>
                      <a:pt x="55373" y="66698"/>
                    </a:cubicBezTo>
                    <a:lnTo>
                      <a:pt x="55373" y="71175"/>
                    </a:lnTo>
                    <a:lnTo>
                      <a:pt x="62929" y="71175"/>
                    </a:lnTo>
                    <a:lnTo>
                      <a:pt x="64888" y="70896"/>
                    </a:lnTo>
                    <a:cubicBezTo>
                      <a:pt x="67126" y="70616"/>
                      <a:pt x="72723" y="72295"/>
                      <a:pt x="74122" y="73414"/>
                    </a:cubicBezTo>
                    <a:cubicBezTo>
                      <a:pt x="75242" y="74534"/>
                      <a:pt x="76081" y="77052"/>
                      <a:pt x="76081" y="79850"/>
                    </a:cubicBezTo>
                    <a:cubicBezTo>
                      <a:pt x="76081" y="82649"/>
                      <a:pt x="74682" y="90204"/>
                      <a:pt x="71604" y="102237"/>
                    </a:cubicBezTo>
                    <a:lnTo>
                      <a:pt x="51456" y="183950"/>
                    </a:lnTo>
                    <a:cubicBezTo>
                      <a:pt x="41941" y="222287"/>
                      <a:pt x="35505" y="234600"/>
                      <a:pt x="24311" y="234600"/>
                    </a:cubicBezTo>
                    <a:cubicBezTo>
                      <a:pt x="20953" y="234600"/>
                      <a:pt x="19274" y="233481"/>
                      <a:pt x="19274" y="231522"/>
                    </a:cubicBezTo>
                    <a:cubicBezTo>
                      <a:pt x="19274" y="230403"/>
                      <a:pt x="19554" y="229843"/>
                      <a:pt x="20674" y="228444"/>
                    </a:cubicBezTo>
                    <a:cubicBezTo>
                      <a:pt x="22353" y="226205"/>
                      <a:pt x="22912" y="224806"/>
                      <a:pt x="22912" y="222567"/>
                    </a:cubicBezTo>
                    <a:cubicBezTo>
                      <a:pt x="22912" y="216691"/>
                      <a:pt x="17875" y="212213"/>
                      <a:pt x="11439" y="212213"/>
                    </a:cubicBezTo>
                    <a:cubicBezTo>
                      <a:pt x="5003" y="212213"/>
                      <a:pt x="245" y="217250"/>
                      <a:pt x="245" y="223966"/>
                    </a:cubicBezTo>
                    <a:cubicBezTo>
                      <a:pt x="245" y="233761"/>
                      <a:pt x="9480" y="241037"/>
                      <a:pt x="22353" y="241037"/>
                    </a:cubicBezTo>
                    <a:cubicBezTo>
                      <a:pt x="46698" y="241037"/>
                      <a:pt x="63489" y="219769"/>
                      <a:pt x="74682" y="175275"/>
                    </a:cubicBezTo>
                    <a:lnTo>
                      <a:pt x="103785" y="60262"/>
                    </a:lnTo>
                    <a:close/>
                    <a:moveTo>
                      <a:pt x="98188" y="97"/>
                    </a:moveTo>
                    <a:cubicBezTo>
                      <a:pt x="90633" y="97"/>
                      <a:pt x="85036" y="6253"/>
                      <a:pt x="85036" y="14928"/>
                    </a:cubicBezTo>
                    <a:cubicBezTo>
                      <a:pt x="85036" y="23883"/>
                      <a:pt x="90353" y="29760"/>
                      <a:pt x="98468" y="29760"/>
                    </a:cubicBezTo>
                    <a:cubicBezTo>
                      <a:pt x="105744" y="29760"/>
                      <a:pt x="112180" y="23323"/>
                      <a:pt x="112180" y="15488"/>
                    </a:cubicBezTo>
                    <a:cubicBezTo>
                      <a:pt x="112180" y="7373"/>
                      <a:pt x="105744" y="97"/>
                      <a:pt x="98188" y="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E7C5BEF-4C91-0478-3474-015213155B18}"/>
                  </a:ext>
                </a:extLst>
              </p:cNvPr>
              <p:cNvSpPr/>
              <p:nvPr>
                <p:custDataLst>
                  <p:tags r:id="rId192"/>
                </p:custDataLst>
              </p:nvPr>
            </p:nvSpPr>
            <p:spPr>
              <a:xfrm>
                <a:off x="16251137" y="6187471"/>
                <a:ext cx="139638" cy="260808"/>
              </a:xfrm>
              <a:custGeom>
                <a:avLst/>
                <a:gdLst>
                  <a:gd name="connsiteX0" fmla="*/ 137648 w 139638"/>
                  <a:gd name="connsiteY0" fmla="*/ 11010 h 260808"/>
                  <a:gd name="connsiteX1" fmla="*/ 139887 w 139638"/>
                  <a:gd name="connsiteY1" fmla="*/ 5693 h 260808"/>
                  <a:gd name="connsiteX2" fmla="*/ 134290 w 139638"/>
                  <a:gd name="connsiteY2" fmla="*/ 96 h 260808"/>
                  <a:gd name="connsiteX3" fmla="*/ 128133 w 139638"/>
                  <a:gd name="connsiteY3" fmla="*/ 5693 h 260808"/>
                  <a:gd name="connsiteX4" fmla="*/ 2487 w 139638"/>
                  <a:gd name="connsiteY4" fmla="*/ 249991 h 260808"/>
                  <a:gd name="connsiteX5" fmla="*/ 248 w 139638"/>
                  <a:gd name="connsiteY5" fmla="*/ 255308 h 260808"/>
                  <a:gd name="connsiteX6" fmla="*/ 5845 w 139638"/>
                  <a:gd name="connsiteY6" fmla="*/ 260904 h 260808"/>
                  <a:gd name="connsiteX7" fmla="*/ 12001 w 139638"/>
                  <a:gd name="connsiteY7" fmla="*/ 255308 h 260808"/>
                  <a:gd name="connsiteX8" fmla="*/ 137648 w 139638"/>
                  <a:gd name="connsiteY8" fmla="*/ 11010 h 260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638" h="260808">
                    <a:moveTo>
                      <a:pt x="137648" y="11010"/>
                    </a:moveTo>
                    <a:cubicBezTo>
                      <a:pt x="139887" y="7092"/>
                      <a:pt x="139887" y="6533"/>
                      <a:pt x="139887" y="5693"/>
                    </a:cubicBezTo>
                    <a:cubicBezTo>
                      <a:pt x="139887" y="3734"/>
                      <a:pt x="138208" y="96"/>
                      <a:pt x="134290" y="96"/>
                    </a:cubicBezTo>
                    <a:cubicBezTo>
                      <a:pt x="130932" y="96"/>
                      <a:pt x="130092" y="1775"/>
                      <a:pt x="128133" y="5693"/>
                    </a:cubicBezTo>
                    <a:lnTo>
                      <a:pt x="2487" y="249991"/>
                    </a:lnTo>
                    <a:cubicBezTo>
                      <a:pt x="248" y="253909"/>
                      <a:pt x="248" y="254468"/>
                      <a:pt x="248" y="255308"/>
                    </a:cubicBezTo>
                    <a:cubicBezTo>
                      <a:pt x="248" y="257546"/>
                      <a:pt x="2207" y="260904"/>
                      <a:pt x="5845" y="260904"/>
                    </a:cubicBezTo>
                    <a:cubicBezTo>
                      <a:pt x="9203" y="260904"/>
                      <a:pt x="10042" y="259225"/>
                      <a:pt x="12001" y="255308"/>
                    </a:cubicBezTo>
                    <a:lnTo>
                      <a:pt x="137648" y="11010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10E37EA-0909-C83D-6138-E64085DE5C63}"/>
                  </a:ext>
                </a:extLst>
              </p:cNvPr>
              <p:cNvSpPr/>
              <p:nvPr>
                <p:custDataLst>
                  <p:tags r:id="rId193"/>
                </p:custDataLst>
              </p:nvPr>
            </p:nvSpPr>
            <p:spPr>
              <a:xfrm>
                <a:off x="16227910" y="6285135"/>
                <a:ext cx="186091" cy="65481"/>
              </a:xfrm>
              <a:custGeom>
                <a:avLst/>
                <a:gdLst>
                  <a:gd name="connsiteX0" fmla="*/ 176825 w 186091"/>
                  <a:gd name="connsiteY0" fmla="*/ 11290 h 65481"/>
                  <a:gd name="connsiteX1" fmla="*/ 186340 w 186091"/>
                  <a:gd name="connsiteY1" fmla="*/ 5693 h 65481"/>
                  <a:gd name="connsiteX2" fmla="*/ 177105 w 186091"/>
                  <a:gd name="connsiteY2" fmla="*/ 96 h 65481"/>
                  <a:gd name="connsiteX3" fmla="*/ 9482 w 186091"/>
                  <a:gd name="connsiteY3" fmla="*/ 96 h 65481"/>
                  <a:gd name="connsiteX4" fmla="*/ 248 w 186091"/>
                  <a:gd name="connsiteY4" fmla="*/ 5693 h 65481"/>
                  <a:gd name="connsiteX5" fmla="*/ 9762 w 186091"/>
                  <a:gd name="connsiteY5" fmla="*/ 11290 h 65481"/>
                  <a:gd name="connsiteX6" fmla="*/ 176825 w 186091"/>
                  <a:gd name="connsiteY6" fmla="*/ 11290 h 65481"/>
                  <a:gd name="connsiteX7" fmla="*/ 177105 w 186091"/>
                  <a:gd name="connsiteY7" fmla="*/ 65578 h 65481"/>
                  <a:gd name="connsiteX8" fmla="*/ 186340 w 186091"/>
                  <a:gd name="connsiteY8" fmla="*/ 59981 h 65481"/>
                  <a:gd name="connsiteX9" fmla="*/ 176825 w 186091"/>
                  <a:gd name="connsiteY9" fmla="*/ 54385 h 65481"/>
                  <a:gd name="connsiteX10" fmla="*/ 9762 w 186091"/>
                  <a:gd name="connsiteY10" fmla="*/ 54385 h 65481"/>
                  <a:gd name="connsiteX11" fmla="*/ 248 w 186091"/>
                  <a:gd name="connsiteY11" fmla="*/ 59981 h 65481"/>
                  <a:gd name="connsiteX12" fmla="*/ 9482 w 186091"/>
                  <a:gd name="connsiteY12" fmla="*/ 65578 h 65481"/>
                  <a:gd name="connsiteX13" fmla="*/ 177105 w 186091"/>
                  <a:gd name="connsiteY13" fmla="*/ 65578 h 6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6091" h="65481">
                    <a:moveTo>
                      <a:pt x="176825" y="11290"/>
                    </a:moveTo>
                    <a:cubicBezTo>
                      <a:pt x="181023" y="11290"/>
                      <a:pt x="186340" y="11290"/>
                      <a:pt x="186340" y="5693"/>
                    </a:cubicBezTo>
                    <a:cubicBezTo>
                      <a:pt x="186340" y="96"/>
                      <a:pt x="181023" y="96"/>
                      <a:pt x="177105" y="96"/>
                    </a:cubicBezTo>
                    <a:lnTo>
                      <a:pt x="9482" y="96"/>
                    </a:lnTo>
                    <a:cubicBezTo>
                      <a:pt x="5565" y="96"/>
                      <a:pt x="248" y="96"/>
                      <a:pt x="248" y="5693"/>
                    </a:cubicBezTo>
                    <a:cubicBezTo>
                      <a:pt x="248" y="11290"/>
                      <a:pt x="5565" y="11290"/>
                      <a:pt x="9762" y="11290"/>
                    </a:cubicBezTo>
                    <a:lnTo>
                      <a:pt x="176825" y="11290"/>
                    </a:lnTo>
                    <a:close/>
                    <a:moveTo>
                      <a:pt x="177105" y="65578"/>
                    </a:moveTo>
                    <a:cubicBezTo>
                      <a:pt x="181023" y="65578"/>
                      <a:pt x="186340" y="65578"/>
                      <a:pt x="186340" y="59981"/>
                    </a:cubicBezTo>
                    <a:cubicBezTo>
                      <a:pt x="186340" y="54385"/>
                      <a:pt x="181023" y="54385"/>
                      <a:pt x="176825" y="54385"/>
                    </a:cubicBezTo>
                    <a:lnTo>
                      <a:pt x="9762" y="54385"/>
                    </a:lnTo>
                    <a:cubicBezTo>
                      <a:pt x="5565" y="54385"/>
                      <a:pt x="248" y="54385"/>
                      <a:pt x="248" y="59981"/>
                    </a:cubicBezTo>
                    <a:cubicBezTo>
                      <a:pt x="248" y="65578"/>
                      <a:pt x="5565" y="65578"/>
                      <a:pt x="9482" y="65578"/>
                    </a:cubicBezTo>
                    <a:lnTo>
                      <a:pt x="177105" y="65578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571613D1-0285-142E-13BD-CBFDD44D6E1B}"/>
                  </a:ext>
                </a:extLst>
              </p:cNvPr>
              <p:cNvSpPr/>
              <p:nvPr>
                <p:custDataLst>
                  <p:tags r:id="rId194"/>
                </p:custDataLst>
              </p:nvPr>
            </p:nvSpPr>
            <p:spPr>
              <a:xfrm>
                <a:off x="16444198" y="6204821"/>
                <a:ext cx="60164" cy="186091"/>
              </a:xfrm>
              <a:custGeom>
                <a:avLst/>
                <a:gdLst>
                  <a:gd name="connsiteX0" fmla="*/ 48665 w 60164"/>
                  <a:gd name="connsiteY0" fmla="*/ 151209 h 186091"/>
                  <a:gd name="connsiteX1" fmla="*/ 37192 w 60164"/>
                  <a:gd name="connsiteY1" fmla="*/ 165481 h 186091"/>
                  <a:gd name="connsiteX2" fmla="*/ 25718 w 60164"/>
                  <a:gd name="connsiteY2" fmla="*/ 173036 h 186091"/>
                  <a:gd name="connsiteX3" fmla="*/ 21241 w 60164"/>
                  <a:gd name="connsiteY3" fmla="*/ 168839 h 186091"/>
                  <a:gd name="connsiteX4" fmla="*/ 24039 w 60164"/>
                  <a:gd name="connsiteY4" fmla="*/ 156526 h 186091"/>
                  <a:gd name="connsiteX5" fmla="*/ 25438 w 60164"/>
                  <a:gd name="connsiteY5" fmla="*/ 151489 h 186091"/>
                  <a:gd name="connsiteX6" fmla="*/ 25438 w 60164"/>
                  <a:gd name="connsiteY6" fmla="*/ 150929 h 186091"/>
                  <a:gd name="connsiteX7" fmla="*/ 25718 w 60164"/>
                  <a:gd name="connsiteY7" fmla="*/ 150370 h 186091"/>
                  <a:gd name="connsiteX8" fmla="*/ 50344 w 60164"/>
                  <a:gd name="connsiteY8" fmla="*/ 60262 h 186091"/>
                  <a:gd name="connsiteX9" fmla="*/ 49504 w 60164"/>
                  <a:gd name="connsiteY9" fmla="*/ 59702 h 186091"/>
                  <a:gd name="connsiteX10" fmla="*/ 4731 w 60164"/>
                  <a:gd name="connsiteY10" fmla="*/ 66698 h 186091"/>
                  <a:gd name="connsiteX11" fmla="*/ 4731 w 60164"/>
                  <a:gd name="connsiteY11" fmla="*/ 71176 h 186091"/>
                  <a:gd name="connsiteX12" fmla="*/ 22360 w 60164"/>
                  <a:gd name="connsiteY12" fmla="*/ 77892 h 186091"/>
                  <a:gd name="connsiteX13" fmla="*/ 19842 w 60164"/>
                  <a:gd name="connsiteY13" fmla="*/ 90205 h 186091"/>
                  <a:gd name="connsiteX14" fmla="*/ 6410 w 60164"/>
                  <a:gd name="connsiteY14" fmla="*/ 139736 h 186091"/>
                  <a:gd name="connsiteX15" fmla="*/ 253 w 60164"/>
                  <a:gd name="connsiteY15" fmla="*/ 170238 h 186091"/>
                  <a:gd name="connsiteX16" fmla="*/ 13126 w 60164"/>
                  <a:gd name="connsiteY16" fmla="*/ 186189 h 186091"/>
                  <a:gd name="connsiteX17" fmla="*/ 52303 w 60164"/>
                  <a:gd name="connsiteY17" fmla="*/ 154287 h 186091"/>
                  <a:gd name="connsiteX18" fmla="*/ 48665 w 60164"/>
                  <a:gd name="connsiteY18" fmla="*/ 151209 h 186091"/>
                  <a:gd name="connsiteX19" fmla="*/ 46426 w 60164"/>
                  <a:gd name="connsiteY19" fmla="*/ 97 h 186091"/>
                  <a:gd name="connsiteX20" fmla="*/ 33274 w 60164"/>
                  <a:gd name="connsiteY20" fmla="*/ 14929 h 186091"/>
                  <a:gd name="connsiteX21" fmla="*/ 46706 w 60164"/>
                  <a:gd name="connsiteY21" fmla="*/ 29760 h 186091"/>
                  <a:gd name="connsiteX22" fmla="*/ 60418 w 60164"/>
                  <a:gd name="connsiteY22" fmla="*/ 15488 h 186091"/>
                  <a:gd name="connsiteX23" fmla="*/ 46426 w 60164"/>
                  <a:gd name="connsiteY23" fmla="*/ 97 h 18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164" h="186091">
                    <a:moveTo>
                      <a:pt x="48665" y="151209"/>
                    </a:moveTo>
                    <a:cubicBezTo>
                      <a:pt x="41949" y="160164"/>
                      <a:pt x="39990" y="162403"/>
                      <a:pt x="37192" y="165481"/>
                    </a:cubicBezTo>
                    <a:cubicBezTo>
                      <a:pt x="32434" y="170238"/>
                      <a:pt x="28237" y="173036"/>
                      <a:pt x="25718" y="173036"/>
                    </a:cubicBezTo>
                    <a:cubicBezTo>
                      <a:pt x="23480" y="173036"/>
                      <a:pt x="21241" y="170798"/>
                      <a:pt x="21241" y="168839"/>
                    </a:cubicBezTo>
                    <a:cubicBezTo>
                      <a:pt x="21241" y="166040"/>
                      <a:pt x="22080" y="161843"/>
                      <a:pt x="24039" y="156526"/>
                    </a:cubicBezTo>
                    <a:cubicBezTo>
                      <a:pt x="24039" y="155686"/>
                      <a:pt x="24879" y="153728"/>
                      <a:pt x="25438" y="151489"/>
                    </a:cubicBezTo>
                    <a:lnTo>
                      <a:pt x="25438" y="150929"/>
                    </a:lnTo>
                    <a:lnTo>
                      <a:pt x="25718" y="150370"/>
                    </a:lnTo>
                    <a:lnTo>
                      <a:pt x="50344" y="60262"/>
                    </a:lnTo>
                    <a:lnTo>
                      <a:pt x="49504" y="59702"/>
                    </a:lnTo>
                    <a:cubicBezTo>
                      <a:pt x="21241" y="65019"/>
                      <a:pt x="15644" y="65859"/>
                      <a:pt x="4731" y="66698"/>
                    </a:cubicBezTo>
                    <a:lnTo>
                      <a:pt x="4731" y="71176"/>
                    </a:lnTo>
                    <a:cubicBezTo>
                      <a:pt x="19562" y="71456"/>
                      <a:pt x="22360" y="72295"/>
                      <a:pt x="22360" y="77892"/>
                    </a:cubicBezTo>
                    <a:cubicBezTo>
                      <a:pt x="22360" y="80131"/>
                      <a:pt x="21521" y="84608"/>
                      <a:pt x="19842" y="90205"/>
                    </a:cubicBezTo>
                    <a:lnTo>
                      <a:pt x="6410" y="139736"/>
                    </a:lnTo>
                    <a:cubicBezTo>
                      <a:pt x="1932" y="155966"/>
                      <a:pt x="253" y="164641"/>
                      <a:pt x="253" y="170238"/>
                    </a:cubicBezTo>
                    <a:cubicBezTo>
                      <a:pt x="253" y="180592"/>
                      <a:pt x="4731" y="186189"/>
                      <a:pt x="13126" y="186189"/>
                    </a:cubicBezTo>
                    <a:cubicBezTo>
                      <a:pt x="25998" y="186189"/>
                      <a:pt x="36352" y="177794"/>
                      <a:pt x="52303" y="154287"/>
                    </a:cubicBezTo>
                    <a:lnTo>
                      <a:pt x="48665" y="151209"/>
                    </a:lnTo>
                    <a:close/>
                    <a:moveTo>
                      <a:pt x="46426" y="97"/>
                    </a:moveTo>
                    <a:cubicBezTo>
                      <a:pt x="38871" y="97"/>
                      <a:pt x="33274" y="6533"/>
                      <a:pt x="33274" y="14929"/>
                    </a:cubicBezTo>
                    <a:cubicBezTo>
                      <a:pt x="33274" y="23883"/>
                      <a:pt x="38591" y="29760"/>
                      <a:pt x="46706" y="29760"/>
                    </a:cubicBezTo>
                    <a:cubicBezTo>
                      <a:pt x="53982" y="29760"/>
                      <a:pt x="60418" y="23324"/>
                      <a:pt x="60418" y="15488"/>
                    </a:cubicBezTo>
                    <a:cubicBezTo>
                      <a:pt x="60418" y="7373"/>
                      <a:pt x="53982" y="97"/>
                      <a:pt x="46426" y="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97CDBC03-998F-34E5-1A00-B3BCE271B575}"/>
                  </a:ext>
                </a:extLst>
              </p:cNvPr>
              <p:cNvSpPr/>
              <p:nvPr>
                <p:custDataLst>
                  <p:tags r:id="rId195"/>
                </p:custDataLst>
              </p:nvPr>
            </p:nvSpPr>
            <p:spPr>
              <a:xfrm>
                <a:off x="16704126" y="5280146"/>
                <a:ext cx="179247" cy="170927"/>
              </a:xfrm>
              <a:custGeom>
                <a:avLst/>
                <a:gdLst>
                  <a:gd name="connsiteX0" fmla="*/ 162491 w 179247"/>
                  <a:gd name="connsiteY0" fmla="*/ 124864 h 170927"/>
                  <a:gd name="connsiteX1" fmla="*/ 154172 w 179247"/>
                  <a:gd name="connsiteY1" fmla="*/ 135074 h 170927"/>
                  <a:gd name="connsiteX2" fmla="*/ 136776 w 179247"/>
                  <a:gd name="connsiteY2" fmla="*/ 150201 h 170927"/>
                  <a:gd name="connsiteX3" fmla="*/ 125053 w 179247"/>
                  <a:gd name="connsiteY3" fmla="*/ 134696 h 170927"/>
                  <a:gd name="connsiteX4" fmla="*/ 123541 w 179247"/>
                  <a:gd name="connsiteY4" fmla="*/ 128267 h 170927"/>
                  <a:gd name="connsiteX5" fmla="*/ 109927 w 179247"/>
                  <a:gd name="connsiteY5" fmla="*/ 67006 h 170927"/>
                  <a:gd name="connsiteX6" fmla="*/ 146987 w 179247"/>
                  <a:gd name="connsiteY6" fmla="*/ 21248 h 170927"/>
                  <a:gd name="connsiteX7" fmla="*/ 156062 w 179247"/>
                  <a:gd name="connsiteY7" fmla="*/ 24274 h 170927"/>
                  <a:gd name="connsiteX8" fmla="*/ 166273 w 179247"/>
                  <a:gd name="connsiteY8" fmla="*/ 27677 h 170927"/>
                  <a:gd name="connsiteX9" fmla="*/ 179508 w 179247"/>
                  <a:gd name="connsiteY9" fmla="*/ 14063 h 170927"/>
                  <a:gd name="connsiteX10" fmla="*/ 164004 w 179247"/>
                  <a:gd name="connsiteY10" fmla="*/ 72 h 170927"/>
                  <a:gd name="connsiteX11" fmla="*/ 106902 w 179247"/>
                  <a:gd name="connsiteY11" fmla="*/ 54148 h 170927"/>
                  <a:gd name="connsiteX12" fmla="*/ 102742 w 179247"/>
                  <a:gd name="connsiteY12" fmla="*/ 33350 h 170927"/>
                  <a:gd name="connsiteX13" fmla="*/ 83078 w 179247"/>
                  <a:gd name="connsiteY13" fmla="*/ 72 h 170927"/>
                  <a:gd name="connsiteX14" fmla="*/ 38833 w 179247"/>
                  <a:gd name="connsiteY14" fmla="*/ 11038 h 170927"/>
                  <a:gd name="connsiteX15" fmla="*/ 34673 w 179247"/>
                  <a:gd name="connsiteY15" fmla="*/ 12551 h 170927"/>
                  <a:gd name="connsiteX16" fmla="*/ 36186 w 179247"/>
                  <a:gd name="connsiteY16" fmla="*/ 18223 h 170927"/>
                  <a:gd name="connsiteX17" fmla="*/ 57363 w 179247"/>
                  <a:gd name="connsiteY17" fmla="*/ 14063 h 170927"/>
                  <a:gd name="connsiteX18" fmla="*/ 74380 w 179247"/>
                  <a:gd name="connsiteY18" fmla="*/ 40156 h 170927"/>
                  <a:gd name="connsiteX19" fmla="*/ 85347 w 179247"/>
                  <a:gd name="connsiteY19" fmla="*/ 86670 h 170927"/>
                  <a:gd name="connsiteX20" fmla="*/ 54338 w 179247"/>
                  <a:gd name="connsiteY20" fmla="*/ 130914 h 170927"/>
                  <a:gd name="connsiteX21" fmla="*/ 35052 w 179247"/>
                  <a:gd name="connsiteY21" fmla="*/ 149066 h 170927"/>
                  <a:gd name="connsiteX22" fmla="*/ 25219 w 179247"/>
                  <a:gd name="connsiteY22" fmla="*/ 145663 h 170927"/>
                  <a:gd name="connsiteX23" fmla="*/ 13118 w 179247"/>
                  <a:gd name="connsiteY23" fmla="*/ 141881 h 170927"/>
                  <a:gd name="connsiteX24" fmla="*/ 261 w 179247"/>
                  <a:gd name="connsiteY24" fmla="*/ 155117 h 170927"/>
                  <a:gd name="connsiteX25" fmla="*/ 19169 w 179247"/>
                  <a:gd name="connsiteY25" fmla="*/ 170999 h 170927"/>
                  <a:gd name="connsiteX26" fmla="*/ 54338 w 179247"/>
                  <a:gd name="connsiteY26" fmla="*/ 144528 h 170927"/>
                  <a:gd name="connsiteX27" fmla="*/ 88372 w 179247"/>
                  <a:gd name="connsiteY27" fmla="*/ 100284 h 170927"/>
                  <a:gd name="connsiteX28" fmla="*/ 99717 w 179247"/>
                  <a:gd name="connsiteY28" fmla="*/ 145663 h 170927"/>
                  <a:gd name="connsiteX29" fmla="*/ 121650 w 179247"/>
                  <a:gd name="connsiteY29" fmla="*/ 170999 h 170927"/>
                  <a:gd name="connsiteX30" fmla="*/ 167785 w 179247"/>
                  <a:gd name="connsiteY30" fmla="*/ 127889 h 170927"/>
                  <a:gd name="connsiteX31" fmla="*/ 162491 w 179247"/>
                  <a:gd name="connsiteY31" fmla="*/ 124864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247" h="170927">
                    <a:moveTo>
                      <a:pt x="162491" y="124864"/>
                    </a:moveTo>
                    <a:cubicBezTo>
                      <a:pt x="159466" y="128267"/>
                      <a:pt x="157575" y="130536"/>
                      <a:pt x="154172" y="135074"/>
                    </a:cubicBezTo>
                    <a:cubicBezTo>
                      <a:pt x="145474" y="146419"/>
                      <a:pt x="140936" y="150201"/>
                      <a:pt x="136776" y="150201"/>
                    </a:cubicBezTo>
                    <a:cubicBezTo>
                      <a:pt x="131104" y="150201"/>
                      <a:pt x="127701" y="145284"/>
                      <a:pt x="125053" y="134696"/>
                    </a:cubicBezTo>
                    <a:cubicBezTo>
                      <a:pt x="124297" y="131671"/>
                      <a:pt x="123919" y="129402"/>
                      <a:pt x="123541" y="128267"/>
                    </a:cubicBezTo>
                    <a:cubicBezTo>
                      <a:pt x="114087" y="90073"/>
                      <a:pt x="109927" y="72678"/>
                      <a:pt x="109927" y="67006"/>
                    </a:cubicBezTo>
                    <a:cubicBezTo>
                      <a:pt x="126566" y="37887"/>
                      <a:pt x="140180" y="21248"/>
                      <a:pt x="146987" y="21248"/>
                    </a:cubicBezTo>
                    <a:cubicBezTo>
                      <a:pt x="149256" y="21248"/>
                      <a:pt x="152281" y="22383"/>
                      <a:pt x="156062" y="24274"/>
                    </a:cubicBezTo>
                    <a:cubicBezTo>
                      <a:pt x="160600" y="26921"/>
                      <a:pt x="163247" y="27677"/>
                      <a:pt x="166273" y="27677"/>
                    </a:cubicBezTo>
                    <a:cubicBezTo>
                      <a:pt x="174214" y="27677"/>
                      <a:pt x="179508" y="22005"/>
                      <a:pt x="179508" y="14063"/>
                    </a:cubicBezTo>
                    <a:cubicBezTo>
                      <a:pt x="179508" y="6122"/>
                      <a:pt x="173080" y="72"/>
                      <a:pt x="164004" y="72"/>
                    </a:cubicBezTo>
                    <a:cubicBezTo>
                      <a:pt x="147365" y="72"/>
                      <a:pt x="132995" y="13685"/>
                      <a:pt x="106902" y="54148"/>
                    </a:cubicBezTo>
                    <a:lnTo>
                      <a:pt x="102742" y="33350"/>
                    </a:lnTo>
                    <a:cubicBezTo>
                      <a:pt x="97448" y="7635"/>
                      <a:pt x="93288" y="72"/>
                      <a:pt x="83078" y="72"/>
                    </a:cubicBezTo>
                    <a:cubicBezTo>
                      <a:pt x="74758" y="72"/>
                      <a:pt x="61901" y="3475"/>
                      <a:pt x="38833" y="11038"/>
                    </a:cubicBezTo>
                    <a:lnTo>
                      <a:pt x="34673" y="12551"/>
                    </a:lnTo>
                    <a:lnTo>
                      <a:pt x="36186" y="18223"/>
                    </a:lnTo>
                    <a:cubicBezTo>
                      <a:pt x="50556" y="14820"/>
                      <a:pt x="53960" y="14063"/>
                      <a:pt x="57363" y="14063"/>
                    </a:cubicBezTo>
                    <a:cubicBezTo>
                      <a:pt x="66817" y="14063"/>
                      <a:pt x="69086" y="17467"/>
                      <a:pt x="74380" y="40156"/>
                    </a:cubicBezTo>
                    <a:lnTo>
                      <a:pt x="85347" y="86670"/>
                    </a:lnTo>
                    <a:lnTo>
                      <a:pt x="54338" y="130914"/>
                    </a:lnTo>
                    <a:cubicBezTo>
                      <a:pt x="46775" y="142259"/>
                      <a:pt x="39211" y="149066"/>
                      <a:pt x="35052" y="149066"/>
                    </a:cubicBezTo>
                    <a:cubicBezTo>
                      <a:pt x="32783" y="149066"/>
                      <a:pt x="29001" y="147932"/>
                      <a:pt x="25219" y="145663"/>
                    </a:cubicBezTo>
                    <a:cubicBezTo>
                      <a:pt x="20303" y="143016"/>
                      <a:pt x="16144" y="141881"/>
                      <a:pt x="13118" y="141881"/>
                    </a:cubicBezTo>
                    <a:cubicBezTo>
                      <a:pt x="5933" y="141881"/>
                      <a:pt x="261" y="147553"/>
                      <a:pt x="261" y="155117"/>
                    </a:cubicBezTo>
                    <a:cubicBezTo>
                      <a:pt x="261" y="164949"/>
                      <a:pt x="7824" y="170999"/>
                      <a:pt x="19169" y="170999"/>
                    </a:cubicBezTo>
                    <a:cubicBezTo>
                      <a:pt x="30892" y="170999"/>
                      <a:pt x="35430" y="167596"/>
                      <a:pt x="54338" y="144528"/>
                    </a:cubicBezTo>
                    <a:cubicBezTo>
                      <a:pt x="64548" y="132427"/>
                      <a:pt x="72489" y="122217"/>
                      <a:pt x="88372" y="100284"/>
                    </a:cubicBezTo>
                    <a:lnTo>
                      <a:pt x="99717" y="145663"/>
                    </a:lnTo>
                    <a:cubicBezTo>
                      <a:pt x="104633" y="164949"/>
                      <a:pt x="109549" y="170999"/>
                      <a:pt x="121650" y="170999"/>
                    </a:cubicBezTo>
                    <a:cubicBezTo>
                      <a:pt x="136020" y="170999"/>
                      <a:pt x="145852" y="161923"/>
                      <a:pt x="167785" y="127889"/>
                    </a:cubicBezTo>
                    <a:lnTo>
                      <a:pt x="162491" y="124864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9920E192-D15F-53DB-F50F-C281B210667E}"/>
                  </a:ext>
                </a:extLst>
              </p:cNvPr>
              <p:cNvSpPr/>
              <p:nvPr>
                <p:custDataLst>
                  <p:tags r:id="rId196"/>
                </p:custDataLst>
              </p:nvPr>
            </p:nvSpPr>
            <p:spPr>
              <a:xfrm>
                <a:off x="16968106" y="5344811"/>
                <a:ext cx="231054" cy="15126"/>
              </a:xfrm>
              <a:custGeom>
                <a:avLst/>
                <a:gdLst>
                  <a:gd name="connsiteX0" fmla="*/ 218087 w 231054"/>
                  <a:gd name="connsiteY0" fmla="*/ 15197 h 15126"/>
                  <a:gd name="connsiteX1" fmla="*/ 231323 w 231054"/>
                  <a:gd name="connsiteY1" fmla="*/ 7634 h 15126"/>
                  <a:gd name="connsiteX2" fmla="*/ 218087 w 231054"/>
                  <a:gd name="connsiteY2" fmla="*/ 71 h 15126"/>
                  <a:gd name="connsiteX3" fmla="*/ 13503 w 231054"/>
                  <a:gd name="connsiteY3" fmla="*/ 71 h 15126"/>
                  <a:gd name="connsiteX4" fmla="*/ 268 w 231054"/>
                  <a:gd name="connsiteY4" fmla="*/ 7634 h 15126"/>
                  <a:gd name="connsiteX5" fmla="*/ 13503 w 231054"/>
                  <a:gd name="connsiteY5" fmla="*/ 15197 h 15126"/>
                  <a:gd name="connsiteX6" fmla="*/ 218087 w 231054"/>
                  <a:gd name="connsiteY6" fmla="*/ 15197 h 15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054" h="15126">
                    <a:moveTo>
                      <a:pt x="218087" y="15197"/>
                    </a:moveTo>
                    <a:cubicBezTo>
                      <a:pt x="224516" y="15197"/>
                      <a:pt x="231323" y="15197"/>
                      <a:pt x="231323" y="7634"/>
                    </a:cubicBezTo>
                    <a:cubicBezTo>
                      <a:pt x="231323" y="71"/>
                      <a:pt x="224516" y="71"/>
                      <a:pt x="218087" y="71"/>
                    </a:cubicBezTo>
                    <a:lnTo>
                      <a:pt x="13503" y="71"/>
                    </a:lnTo>
                    <a:cubicBezTo>
                      <a:pt x="7075" y="71"/>
                      <a:pt x="268" y="71"/>
                      <a:pt x="268" y="7634"/>
                    </a:cubicBezTo>
                    <a:cubicBezTo>
                      <a:pt x="268" y="15197"/>
                      <a:pt x="7075" y="15197"/>
                      <a:pt x="13503" y="15197"/>
                    </a:cubicBezTo>
                    <a:lnTo>
                      <a:pt x="218087" y="15197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6AA1008F-61CB-45DD-A0C9-FACB275B7D04}"/>
                  </a:ext>
                </a:extLst>
              </p:cNvPr>
              <p:cNvSpPr/>
              <p:nvPr>
                <p:custDataLst>
                  <p:tags r:id="rId197"/>
                </p:custDataLst>
              </p:nvPr>
            </p:nvSpPr>
            <p:spPr>
              <a:xfrm>
                <a:off x="17274154" y="5280146"/>
                <a:ext cx="179247" cy="170927"/>
              </a:xfrm>
              <a:custGeom>
                <a:avLst/>
                <a:gdLst>
                  <a:gd name="connsiteX0" fmla="*/ 162506 w 179247"/>
                  <a:gd name="connsiteY0" fmla="*/ 124864 h 170927"/>
                  <a:gd name="connsiteX1" fmla="*/ 154187 w 179247"/>
                  <a:gd name="connsiteY1" fmla="*/ 135074 h 170927"/>
                  <a:gd name="connsiteX2" fmla="*/ 136791 w 179247"/>
                  <a:gd name="connsiteY2" fmla="*/ 150201 h 170927"/>
                  <a:gd name="connsiteX3" fmla="*/ 125068 w 179247"/>
                  <a:gd name="connsiteY3" fmla="*/ 134696 h 170927"/>
                  <a:gd name="connsiteX4" fmla="*/ 123556 w 179247"/>
                  <a:gd name="connsiteY4" fmla="*/ 128267 h 170927"/>
                  <a:gd name="connsiteX5" fmla="*/ 109942 w 179247"/>
                  <a:gd name="connsiteY5" fmla="*/ 67006 h 170927"/>
                  <a:gd name="connsiteX6" fmla="*/ 147002 w 179247"/>
                  <a:gd name="connsiteY6" fmla="*/ 21248 h 170927"/>
                  <a:gd name="connsiteX7" fmla="*/ 156077 w 179247"/>
                  <a:gd name="connsiteY7" fmla="*/ 24274 h 170927"/>
                  <a:gd name="connsiteX8" fmla="*/ 166288 w 179247"/>
                  <a:gd name="connsiteY8" fmla="*/ 27677 h 170927"/>
                  <a:gd name="connsiteX9" fmla="*/ 179523 w 179247"/>
                  <a:gd name="connsiteY9" fmla="*/ 14063 h 170927"/>
                  <a:gd name="connsiteX10" fmla="*/ 164019 w 179247"/>
                  <a:gd name="connsiteY10" fmla="*/ 72 h 170927"/>
                  <a:gd name="connsiteX11" fmla="*/ 106917 w 179247"/>
                  <a:gd name="connsiteY11" fmla="*/ 54148 h 170927"/>
                  <a:gd name="connsiteX12" fmla="*/ 102757 w 179247"/>
                  <a:gd name="connsiteY12" fmla="*/ 33350 h 170927"/>
                  <a:gd name="connsiteX13" fmla="*/ 83093 w 179247"/>
                  <a:gd name="connsiteY13" fmla="*/ 72 h 170927"/>
                  <a:gd name="connsiteX14" fmla="*/ 38848 w 179247"/>
                  <a:gd name="connsiteY14" fmla="*/ 11038 h 170927"/>
                  <a:gd name="connsiteX15" fmla="*/ 34688 w 179247"/>
                  <a:gd name="connsiteY15" fmla="*/ 12551 h 170927"/>
                  <a:gd name="connsiteX16" fmla="*/ 36201 w 179247"/>
                  <a:gd name="connsiteY16" fmla="*/ 18223 h 170927"/>
                  <a:gd name="connsiteX17" fmla="*/ 57378 w 179247"/>
                  <a:gd name="connsiteY17" fmla="*/ 14063 h 170927"/>
                  <a:gd name="connsiteX18" fmla="*/ 74395 w 179247"/>
                  <a:gd name="connsiteY18" fmla="*/ 40156 h 170927"/>
                  <a:gd name="connsiteX19" fmla="*/ 85362 w 179247"/>
                  <a:gd name="connsiteY19" fmla="*/ 86670 h 170927"/>
                  <a:gd name="connsiteX20" fmla="*/ 54353 w 179247"/>
                  <a:gd name="connsiteY20" fmla="*/ 130914 h 170927"/>
                  <a:gd name="connsiteX21" fmla="*/ 35067 w 179247"/>
                  <a:gd name="connsiteY21" fmla="*/ 149066 h 170927"/>
                  <a:gd name="connsiteX22" fmla="*/ 25234 w 179247"/>
                  <a:gd name="connsiteY22" fmla="*/ 145663 h 170927"/>
                  <a:gd name="connsiteX23" fmla="*/ 13133 w 179247"/>
                  <a:gd name="connsiteY23" fmla="*/ 141881 h 170927"/>
                  <a:gd name="connsiteX24" fmla="*/ 276 w 179247"/>
                  <a:gd name="connsiteY24" fmla="*/ 155117 h 170927"/>
                  <a:gd name="connsiteX25" fmla="*/ 19184 w 179247"/>
                  <a:gd name="connsiteY25" fmla="*/ 170999 h 170927"/>
                  <a:gd name="connsiteX26" fmla="*/ 54353 w 179247"/>
                  <a:gd name="connsiteY26" fmla="*/ 144528 h 170927"/>
                  <a:gd name="connsiteX27" fmla="*/ 88387 w 179247"/>
                  <a:gd name="connsiteY27" fmla="*/ 100284 h 170927"/>
                  <a:gd name="connsiteX28" fmla="*/ 99732 w 179247"/>
                  <a:gd name="connsiteY28" fmla="*/ 145663 h 170927"/>
                  <a:gd name="connsiteX29" fmla="*/ 121665 w 179247"/>
                  <a:gd name="connsiteY29" fmla="*/ 170999 h 170927"/>
                  <a:gd name="connsiteX30" fmla="*/ 167800 w 179247"/>
                  <a:gd name="connsiteY30" fmla="*/ 127889 h 170927"/>
                  <a:gd name="connsiteX31" fmla="*/ 162506 w 179247"/>
                  <a:gd name="connsiteY31" fmla="*/ 124864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247" h="170927">
                    <a:moveTo>
                      <a:pt x="162506" y="124864"/>
                    </a:moveTo>
                    <a:cubicBezTo>
                      <a:pt x="159481" y="128267"/>
                      <a:pt x="157590" y="130536"/>
                      <a:pt x="154187" y="135074"/>
                    </a:cubicBezTo>
                    <a:cubicBezTo>
                      <a:pt x="145489" y="146419"/>
                      <a:pt x="140951" y="150201"/>
                      <a:pt x="136791" y="150201"/>
                    </a:cubicBezTo>
                    <a:cubicBezTo>
                      <a:pt x="131119" y="150201"/>
                      <a:pt x="127715" y="145284"/>
                      <a:pt x="125068" y="134696"/>
                    </a:cubicBezTo>
                    <a:cubicBezTo>
                      <a:pt x="124312" y="131671"/>
                      <a:pt x="123934" y="129402"/>
                      <a:pt x="123556" y="128267"/>
                    </a:cubicBezTo>
                    <a:cubicBezTo>
                      <a:pt x="114102" y="90073"/>
                      <a:pt x="109942" y="72678"/>
                      <a:pt x="109942" y="67006"/>
                    </a:cubicBezTo>
                    <a:cubicBezTo>
                      <a:pt x="126581" y="37887"/>
                      <a:pt x="140195" y="21248"/>
                      <a:pt x="147002" y="21248"/>
                    </a:cubicBezTo>
                    <a:cubicBezTo>
                      <a:pt x="149271" y="21248"/>
                      <a:pt x="152296" y="22383"/>
                      <a:pt x="156077" y="24274"/>
                    </a:cubicBezTo>
                    <a:cubicBezTo>
                      <a:pt x="160615" y="26921"/>
                      <a:pt x="163262" y="27677"/>
                      <a:pt x="166288" y="27677"/>
                    </a:cubicBezTo>
                    <a:cubicBezTo>
                      <a:pt x="174229" y="27677"/>
                      <a:pt x="179523" y="22005"/>
                      <a:pt x="179523" y="14063"/>
                    </a:cubicBezTo>
                    <a:cubicBezTo>
                      <a:pt x="179523" y="6122"/>
                      <a:pt x="173095" y="72"/>
                      <a:pt x="164019" y="72"/>
                    </a:cubicBezTo>
                    <a:cubicBezTo>
                      <a:pt x="147380" y="72"/>
                      <a:pt x="133010" y="13685"/>
                      <a:pt x="106917" y="54148"/>
                    </a:cubicBezTo>
                    <a:lnTo>
                      <a:pt x="102757" y="33350"/>
                    </a:lnTo>
                    <a:cubicBezTo>
                      <a:pt x="97463" y="7635"/>
                      <a:pt x="93303" y="72"/>
                      <a:pt x="83093" y="72"/>
                    </a:cubicBezTo>
                    <a:cubicBezTo>
                      <a:pt x="74773" y="72"/>
                      <a:pt x="61916" y="3475"/>
                      <a:pt x="38848" y="11038"/>
                    </a:cubicBezTo>
                    <a:lnTo>
                      <a:pt x="34688" y="12551"/>
                    </a:lnTo>
                    <a:lnTo>
                      <a:pt x="36201" y="18223"/>
                    </a:lnTo>
                    <a:cubicBezTo>
                      <a:pt x="50571" y="14820"/>
                      <a:pt x="53975" y="14063"/>
                      <a:pt x="57378" y="14063"/>
                    </a:cubicBezTo>
                    <a:cubicBezTo>
                      <a:pt x="66832" y="14063"/>
                      <a:pt x="69101" y="17467"/>
                      <a:pt x="74395" y="40156"/>
                    </a:cubicBezTo>
                    <a:lnTo>
                      <a:pt x="85362" y="86670"/>
                    </a:lnTo>
                    <a:lnTo>
                      <a:pt x="54353" y="130914"/>
                    </a:lnTo>
                    <a:cubicBezTo>
                      <a:pt x="46789" y="142259"/>
                      <a:pt x="39226" y="149066"/>
                      <a:pt x="35067" y="149066"/>
                    </a:cubicBezTo>
                    <a:cubicBezTo>
                      <a:pt x="32798" y="149066"/>
                      <a:pt x="29016" y="147932"/>
                      <a:pt x="25234" y="145663"/>
                    </a:cubicBezTo>
                    <a:cubicBezTo>
                      <a:pt x="20318" y="143016"/>
                      <a:pt x="16159" y="141881"/>
                      <a:pt x="13133" y="141881"/>
                    </a:cubicBezTo>
                    <a:cubicBezTo>
                      <a:pt x="5948" y="141881"/>
                      <a:pt x="276" y="147553"/>
                      <a:pt x="276" y="155117"/>
                    </a:cubicBezTo>
                    <a:cubicBezTo>
                      <a:pt x="276" y="164949"/>
                      <a:pt x="7839" y="170999"/>
                      <a:pt x="19184" y="170999"/>
                    </a:cubicBezTo>
                    <a:cubicBezTo>
                      <a:pt x="30907" y="170999"/>
                      <a:pt x="35445" y="167596"/>
                      <a:pt x="54353" y="144528"/>
                    </a:cubicBezTo>
                    <a:cubicBezTo>
                      <a:pt x="64563" y="132427"/>
                      <a:pt x="72504" y="122217"/>
                      <a:pt x="88387" y="100284"/>
                    </a:cubicBezTo>
                    <a:lnTo>
                      <a:pt x="99732" y="145663"/>
                    </a:lnTo>
                    <a:cubicBezTo>
                      <a:pt x="104648" y="164949"/>
                      <a:pt x="109564" y="170999"/>
                      <a:pt x="121665" y="170999"/>
                    </a:cubicBezTo>
                    <a:cubicBezTo>
                      <a:pt x="136035" y="170999"/>
                      <a:pt x="145867" y="161923"/>
                      <a:pt x="167800" y="127889"/>
                    </a:cubicBezTo>
                    <a:lnTo>
                      <a:pt x="162506" y="124864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B4FB0428-9E20-AD59-2716-C53205602D92}"/>
                  </a:ext>
                </a:extLst>
              </p:cNvPr>
              <p:cNvSpPr/>
              <p:nvPr>
                <p:custDataLst>
                  <p:tags r:id="rId198"/>
                </p:custDataLst>
              </p:nvPr>
            </p:nvSpPr>
            <p:spPr>
              <a:xfrm>
                <a:off x="17460327" y="5320836"/>
                <a:ext cx="111934" cy="240939"/>
              </a:xfrm>
              <a:custGeom>
                <a:avLst/>
                <a:gdLst>
                  <a:gd name="connsiteX0" fmla="*/ 103821 w 111934"/>
                  <a:gd name="connsiteY0" fmla="*/ 60239 h 240939"/>
                  <a:gd name="connsiteX1" fmla="*/ 102982 w 111934"/>
                  <a:gd name="connsiteY1" fmla="*/ 59679 h 240939"/>
                  <a:gd name="connsiteX2" fmla="*/ 55409 w 111934"/>
                  <a:gd name="connsiteY2" fmla="*/ 66675 h 240939"/>
                  <a:gd name="connsiteX3" fmla="*/ 55409 w 111934"/>
                  <a:gd name="connsiteY3" fmla="*/ 71152 h 240939"/>
                  <a:gd name="connsiteX4" fmla="*/ 62965 w 111934"/>
                  <a:gd name="connsiteY4" fmla="*/ 71152 h 240939"/>
                  <a:gd name="connsiteX5" fmla="*/ 64924 w 111934"/>
                  <a:gd name="connsiteY5" fmla="*/ 70872 h 240939"/>
                  <a:gd name="connsiteX6" fmla="*/ 74158 w 111934"/>
                  <a:gd name="connsiteY6" fmla="*/ 73391 h 240939"/>
                  <a:gd name="connsiteX7" fmla="*/ 76117 w 111934"/>
                  <a:gd name="connsiteY7" fmla="*/ 79827 h 240939"/>
                  <a:gd name="connsiteX8" fmla="*/ 71640 w 111934"/>
                  <a:gd name="connsiteY8" fmla="*/ 102214 h 240939"/>
                  <a:gd name="connsiteX9" fmla="*/ 51492 w 111934"/>
                  <a:gd name="connsiteY9" fmla="*/ 183927 h 240939"/>
                  <a:gd name="connsiteX10" fmla="*/ 24347 w 111934"/>
                  <a:gd name="connsiteY10" fmla="*/ 234577 h 240939"/>
                  <a:gd name="connsiteX11" fmla="*/ 19310 w 111934"/>
                  <a:gd name="connsiteY11" fmla="*/ 231499 h 240939"/>
                  <a:gd name="connsiteX12" fmla="*/ 20709 w 111934"/>
                  <a:gd name="connsiteY12" fmla="*/ 228421 h 240939"/>
                  <a:gd name="connsiteX13" fmla="*/ 22948 w 111934"/>
                  <a:gd name="connsiteY13" fmla="*/ 222544 h 240939"/>
                  <a:gd name="connsiteX14" fmla="*/ 11475 w 111934"/>
                  <a:gd name="connsiteY14" fmla="*/ 212190 h 240939"/>
                  <a:gd name="connsiteX15" fmla="*/ 281 w 111934"/>
                  <a:gd name="connsiteY15" fmla="*/ 223943 h 240939"/>
                  <a:gd name="connsiteX16" fmla="*/ 22388 w 111934"/>
                  <a:gd name="connsiteY16" fmla="*/ 241013 h 240939"/>
                  <a:gd name="connsiteX17" fmla="*/ 74718 w 111934"/>
                  <a:gd name="connsiteY17" fmla="*/ 175252 h 240939"/>
                  <a:gd name="connsiteX18" fmla="*/ 103821 w 111934"/>
                  <a:gd name="connsiteY18" fmla="*/ 60239 h 240939"/>
                  <a:gd name="connsiteX19" fmla="*/ 98224 w 111934"/>
                  <a:gd name="connsiteY19" fmla="*/ 74 h 240939"/>
                  <a:gd name="connsiteX20" fmla="*/ 85072 w 111934"/>
                  <a:gd name="connsiteY20" fmla="*/ 14905 h 240939"/>
                  <a:gd name="connsiteX21" fmla="*/ 98504 w 111934"/>
                  <a:gd name="connsiteY21" fmla="*/ 29736 h 240939"/>
                  <a:gd name="connsiteX22" fmla="*/ 112216 w 111934"/>
                  <a:gd name="connsiteY22" fmla="*/ 15465 h 240939"/>
                  <a:gd name="connsiteX23" fmla="*/ 98224 w 111934"/>
                  <a:gd name="connsiteY23" fmla="*/ 74 h 240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934" h="240939">
                    <a:moveTo>
                      <a:pt x="103821" y="60239"/>
                    </a:moveTo>
                    <a:lnTo>
                      <a:pt x="102982" y="59679"/>
                    </a:lnTo>
                    <a:cubicBezTo>
                      <a:pt x="78076" y="64156"/>
                      <a:pt x="64084" y="66395"/>
                      <a:pt x="55409" y="66675"/>
                    </a:cubicBezTo>
                    <a:lnTo>
                      <a:pt x="55409" y="71152"/>
                    </a:lnTo>
                    <a:lnTo>
                      <a:pt x="62965" y="71152"/>
                    </a:lnTo>
                    <a:lnTo>
                      <a:pt x="64924" y="70872"/>
                    </a:lnTo>
                    <a:cubicBezTo>
                      <a:pt x="67162" y="70593"/>
                      <a:pt x="72759" y="72272"/>
                      <a:pt x="74158" y="73391"/>
                    </a:cubicBezTo>
                    <a:cubicBezTo>
                      <a:pt x="75278" y="74510"/>
                      <a:pt x="76117" y="77029"/>
                      <a:pt x="76117" y="79827"/>
                    </a:cubicBezTo>
                    <a:cubicBezTo>
                      <a:pt x="76117" y="82626"/>
                      <a:pt x="74718" y="90181"/>
                      <a:pt x="71640" y="102214"/>
                    </a:cubicBezTo>
                    <a:lnTo>
                      <a:pt x="51492" y="183927"/>
                    </a:lnTo>
                    <a:cubicBezTo>
                      <a:pt x="41977" y="222264"/>
                      <a:pt x="35541" y="234577"/>
                      <a:pt x="24347" y="234577"/>
                    </a:cubicBezTo>
                    <a:cubicBezTo>
                      <a:pt x="20989" y="234577"/>
                      <a:pt x="19310" y="233458"/>
                      <a:pt x="19310" y="231499"/>
                    </a:cubicBezTo>
                    <a:cubicBezTo>
                      <a:pt x="19310" y="230379"/>
                      <a:pt x="19590" y="229820"/>
                      <a:pt x="20709" y="228421"/>
                    </a:cubicBezTo>
                    <a:cubicBezTo>
                      <a:pt x="22388" y="226182"/>
                      <a:pt x="22948" y="224783"/>
                      <a:pt x="22948" y="222544"/>
                    </a:cubicBezTo>
                    <a:cubicBezTo>
                      <a:pt x="22948" y="216667"/>
                      <a:pt x="17911" y="212190"/>
                      <a:pt x="11475" y="212190"/>
                    </a:cubicBezTo>
                    <a:cubicBezTo>
                      <a:pt x="5039" y="212190"/>
                      <a:pt x="281" y="217227"/>
                      <a:pt x="281" y="223943"/>
                    </a:cubicBezTo>
                    <a:cubicBezTo>
                      <a:pt x="281" y="233738"/>
                      <a:pt x="9516" y="241013"/>
                      <a:pt x="22388" y="241013"/>
                    </a:cubicBezTo>
                    <a:cubicBezTo>
                      <a:pt x="46734" y="241013"/>
                      <a:pt x="63525" y="219746"/>
                      <a:pt x="74718" y="175252"/>
                    </a:cubicBezTo>
                    <a:lnTo>
                      <a:pt x="103821" y="60239"/>
                    </a:lnTo>
                    <a:close/>
                    <a:moveTo>
                      <a:pt x="98224" y="74"/>
                    </a:moveTo>
                    <a:cubicBezTo>
                      <a:pt x="90669" y="74"/>
                      <a:pt x="85072" y="6230"/>
                      <a:pt x="85072" y="14905"/>
                    </a:cubicBezTo>
                    <a:cubicBezTo>
                      <a:pt x="85072" y="23860"/>
                      <a:pt x="90389" y="29736"/>
                      <a:pt x="98504" y="29736"/>
                    </a:cubicBezTo>
                    <a:cubicBezTo>
                      <a:pt x="105780" y="29736"/>
                      <a:pt x="112216" y="23300"/>
                      <a:pt x="112216" y="15465"/>
                    </a:cubicBezTo>
                    <a:cubicBezTo>
                      <a:pt x="112216" y="7349"/>
                      <a:pt x="105780" y="74"/>
                      <a:pt x="98224" y="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1BDC091-3190-FBCF-34B2-99E182044ABF}"/>
                  </a:ext>
                </a:extLst>
              </p:cNvPr>
              <p:cNvSpPr/>
              <p:nvPr>
                <p:custDataLst>
                  <p:tags r:id="rId199"/>
                </p:custDataLst>
              </p:nvPr>
            </p:nvSpPr>
            <p:spPr>
              <a:xfrm>
                <a:off x="16666373" y="5608092"/>
                <a:ext cx="980701" cy="15179"/>
              </a:xfrm>
              <a:custGeom>
                <a:avLst/>
                <a:gdLst>
                  <a:gd name="connsiteX0" fmla="*/ 0 w 980701"/>
                  <a:gd name="connsiteY0" fmla="*/ 0 h 15179"/>
                  <a:gd name="connsiteX1" fmla="*/ 980701 w 980701"/>
                  <a:gd name="connsiteY1" fmla="*/ 0 h 15179"/>
                  <a:gd name="connsiteX2" fmla="*/ 980701 w 980701"/>
                  <a:gd name="connsiteY2" fmla="*/ 15179 h 15179"/>
                  <a:gd name="connsiteX3" fmla="*/ 0 w 980701"/>
                  <a:gd name="connsiteY3" fmla="*/ 15179 h 15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701" h="15179">
                    <a:moveTo>
                      <a:pt x="0" y="0"/>
                    </a:moveTo>
                    <a:lnTo>
                      <a:pt x="980701" y="0"/>
                    </a:lnTo>
                    <a:lnTo>
                      <a:pt x="980701" y="15179"/>
                    </a:lnTo>
                    <a:lnTo>
                      <a:pt x="0" y="15179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B3057C15-8814-E932-99D0-36F678568465}"/>
                  </a:ext>
                </a:extLst>
              </p:cNvPr>
              <p:cNvSpPr/>
              <p:nvPr>
                <p:custDataLst>
                  <p:tags r:id="rId200"/>
                </p:custDataLst>
              </p:nvPr>
            </p:nvSpPr>
            <p:spPr>
              <a:xfrm>
                <a:off x="16656162" y="5804197"/>
                <a:ext cx="179247" cy="170927"/>
              </a:xfrm>
              <a:custGeom>
                <a:avLst/>
                <a:gdLst>
                  <a:gd name="connsiteX0" fmla="*/ 162490 w 179247"/>
                  <a:gd name="connsiteY0" fmla="*/ 124878 h 170927"/>
                  <a:gd name="connsiteX1" fmla="*/ 154170 w 179247"/>
                  <a:gd name="connsiteY1" fmla="*/ 135088 h 170927"/>
                  <a:gd name="connsiteX2" fmla="*/ 136775 w 179247"/>
                  <a:gd name="connsiteY2" fmla="*/ 150214 h 170927"/>
                  <a:gd name="connsiteX3" fmla="*/ 125052 w 179247"/>
                  <a:gd name="connsiteY3" fmla="*/ 134710 h 170927"/>
                  <a:gd name="connsiteX4" fmla="*/ 123540 w 179247"/>
                  <a:gd name="connsiteY4" fmla="*/ 128281 h 170927"/>
                  <a:gd name="connsiteX5" fmla="*/ 109926 w 179247"/>
                  <a:gd name="connsiteY5" fmla="*/ 67019 h 170927"/>
                  <a:gd name="connsiteX6" fmla="*/ 146985 w 179247"/>
                  <a:gd name="connsiteY6" fmla="*/ 21262 h 170927"/>
                  <a:gd name="connsiteX7" fmla="*/ 156061 w 179247"/>
                  <a:gd name="connsiteY7" fmla="*/ 24288 h 170927"/>
                  <a:gd name="connsiteX8" fmla="*/ 166271 w 179247"/>
                  <a:gd name="connsiteY8" fmla="*/ 27691 h 170927"/>
                  <a:gd name="connsiteX9" fmla="*/ 179507 w 179247"/>
                  <a:gd name="connsiteY9" fmla="*/ 14077 h 170927"/>
                  <a:gd name="connsiteX10" fmla="*/ 164002 w 179247"/>
                  <a:gd name="connsiteY10" fmla="*/ 85 h 170927"/>
                  <a:gd name="connsiteX11" fmla="*/ 106901 w 179247"/>
                  <a:gd name="connsiteY11" fmla="*/ 54162 h 170927"/>
                  <a:gd name="connsiteX12" fmla="*/ 102741 w 179247"/>
                  <a:gd name="connsiteY12" fmla="*/ 33363 h 170927"/>
                  <a:gd name="connsiteX13" fmla="*/ 83077 w 179247"/>
                  <a:gd name="connsiteY13" fmla="*/ 85 h 170927"/>
                  <a:gd name="connsiteX14" fmla="*/ 38832 w 179247"/>
                  <a:gd name="connsiteY14" fmla="*/ 11052 h 170927"/>
                  <a:gd name="connsiteX15" fmla="*/ 34672 w 179247"/>
                  <a:gd name="connsiteY15" fmla="*/ 12565 h 170927"/>
                  <a:gd name="connsiteX16" fmla="*/ 36185 w 179247"/>
                  <a:gd name="connsiteY16" fmla="*/ 18237 h 170927"/>
                  <a:gd name="connsiteX17" fmla="*/ 57362 w 179247"/>
                  <a:gd name="connsiteY17" fmla="*/ 14077 h 170927"/>
                  <a:gd name="connsiteX18" fmla="*/ 74379 w 179247"/>
                  <a:gd name="connsiteY18" fmla="*/ 40170 h 170927"/>
                  <a:gd name="connsiteX19" fmla="*/ 85345 w 179247"/>
                  <a:gd name="connsiteY19" fmla="*/ 86684 h 170927"/>
                  <a:gd name="connsiteX20" fmla="*/ 54336 w 179247"/>
                  <a:gd name="connsiteY20" fmla="*/ 130928 h 170927"/>
                  <a:gd name="connsiteX21" fmla="*/ 35050 w 179247"/>
                  <a:gd name="connsiteY21" fmla="*/ 149080 h 170927"/>
                  <a:gd name="connsiteX22" fmla="*/ 25218 w 179247"/>
                  <a:gd name="connsiteY22" fmla="*/ 145676 h 170927"/>
                  <a:gd name="connsiteX23" fmla="*/ 13117 w 179247"/>
                  <a:gd name="connsiteY23" fmla="*/ 141895 h 170927"/>
                  <a:gd name="connsiteX24" fmla="*/ 260 w 179247"/>
                  <a:gd name="connsiteY24" fmla="*/ 155130 h 170927"/>
                  <a:gd name="connsiteX25" fmla="*/ 19168 w 179247"/>
                  <a:gd name="connsiteY25" fmla="*/ 171013 h 170927"/>
                  <a:gd name="connsiteX26" fmla="*/ 54336 w 179247"/>
                  <a:gd name="connsiteY26" fmla="*/ 144542 h 170927"/>
                  <a:gd name="connsiteX27" fmla="*/ 88371 w 179247"/>
                  <a:gd name="connsiteY27" fmla="*/ 100297 h 170927"/>
                  <a:gd name="connsiteX28" fmla="*/ 99716 w 179247"/>
                  <a:gd name="connsiteY28" fmla="*/ 145676 h 170927"/>
                  <a:gd name="connsiteX29" fmla="*/ 121649 w 179247"/>
                  <a:gd name="connsiteY29" fmla="*/ 171013 h 170927"/>
                  <a:gd name="connsiteX30" fmla="*/ 167784 w 179247"/>
                  <a:gd name="connsiteY30" fmla="*/ 127903 h 170927"/>
                  <a:gd name="connsiteX31" fmla="*/ 162490 w 179247"/>
                  <a:gd name="connsiteY31" fmla="*/ 124878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247" h="170927">
                    <a:moveTo>
                      <a:pt x="162490" y="124878"/>
                    </a:moveTo>
                    <a:cubicBezTo>
                      <a:pt x="159465" y="128281"/>
                      <a:pt x="157574" y="130550"/>
                      <a:pt x="154170" y="135088"/>
                    </a:cubicBezTo>
                    <a:cubicBezTo>
                      <a:pt x="145473" y="146433"/>
                      <a:pt x="140935" y="150214"/>
                      <a:pt x="136775" y="150214"/>
                    </a:cubicBezTo>
                    <a:cubicBezTo>
                      <a:pt x="131103" y="150214"/>
                      <a:pt x="127699" y="145298"/>
                      <a:pt x="125052" y="134710"/>
                    </a:cubicBezTo>
                    <a:cubicBezTo>
                      <a:pt x="124296" y="131685"/>
                      <a:pt x="123918" y="129416"/>
                      <a:pt x="123540" y="128281"/>
                    </a:cubicBezTo>
                    <a:cubicBezTo>
                      <a:pt x="114086" y="90087"/>
                      <a:pt x="109926" y="72692"/>
                      <a:pt x="109926" y="67019"/>
                    </a:cubicBezTo>
                    <a:cubicBezTo>
                      <a:pt x="126565" y="37901"/>
                      <a:pt x="140179" y="21262"/>
                      <a:pt x="146985" y="21262"/>
                    </a:cubicBezTo>
                    <a:cubicBezTo>
                      <a:pt x="149254" y="21262"/>
                      <a:pt x="152280" y="22397"/>
                      <a:pt x="156061" y="24288"/>
                    </a:cubicBezTo>
                    <a:cubicBezTo>
                      <a:pt x="160599" y="26935"/>
                      <a:pt x="163246" y="27691"/>
                      <a:pt x="166271" y="27691"/>
                    </a:cubicBezTo>
                    <a:cubicBezTo>
                      <a:pt x="174213" y="27691"/>
                      <a:pt x="179507" y="22019"/>
                      <a:pt x="179507" y="14077"/>
                    </a:cubicBezTo>
                    <a:cubicBezTo>
                      <a:pt x="179507" y="6136"/>
                      <a:pt x="173078" y="85"/>
                      <a:pt x="164002" y="85"/>
                    </a:cubicBezTo>
                    <a:cubicBezTo>
                      <a:pt x="147364" y="85"/>
                      <a:pt x="132993" y="13699"/>
                      <a:pt x="106901" y="54162"/>
                    </a:cubicBezTo>
                    <a:lnTo>
                      <a:pt x="102741" y="33363"/>
                    </a:lnTo>
                    <a:cubicBezTo>
                      <a:pt x="97447" y="7649"/>
                      <a:pt x="93287" y="85"/>
                      <a:pt x="83077" y="85"/>
                    </a:cubicBezTo>
                    <a:cubicBezTo>
                      <a:pt x="74757" y="85"/>
                      <a:pt x="61900" y="3489"/>
                      <a:pt x="38832" y="11052"/>
                    </a:cubicBezTo>
                    <a:lnTo>
                      <a:pt x="34672" y="12565"/>
                    </a:lnTo>
                    <a:lnTo>
                      <a:pt x="36185" y="18237"/>
                    </a:lnTo>
                    <a:cubicBezTo>
                      <a:pt x="50555" y="14834"/>
                      <a:pt x="53958" y="14077"/>
                      <a:pt x="57362" y="14077"/>
                    </a:cubicBezTo>
                    <a:cubicBezTo>
                      <a:pt x="66816" y="14077"/>
                      <a:pt x="69085" y="17481"/>
                      <a:pt x="74379" y="40170"/>
                    </a:cubicBezTo>
                    <a:lnTo>
                      <a:pt x="85345" y="86684"/>
                    </a:lnTo>
                    <a:lnTo>
                      <a:pt x="54336" y="130928"/>
                    </a:lnTo>
                    <a:cubicBezTo>
                      <a:pt x="46773" y="142273"/>
                      <a:pt x="39210" y="149080"/>
                      <a:pt x="35050" y="149080"/>
                    </a:cubicBezTo>
                    <a:cubicBezTo>
                      <a:pt x="32781" y="149080"/>
                      <a:pt x="29000" y="147945"/>
                      <a:pt x="25218" y="145676"/>
                    </a:cubicBezTo>
                    <a:cubicBezTo>
                      <a:pt x="20302" y="143029"/>
                      <a:pt x="16142" y="141895"/>
                      <a:pt x="13117" y="141895"/>
                    </a:cubicBezTo>
                    <a:cubicBezTo>
                      <a:pt x="5932" y="141895"/>
                      <a:pt x="260" y="147567"/>
                      <a:pt x="260" y="155130"/>
                    </a:cubicBezTo>
                    <a:cubicBezTo>
                      <a:pt x="260" y="164962"/>
                      <a:pt x="7823" y="171013"/>
                      <a:pt x="19168" y="171013"/>
                    </a:cubicBezTo>
                    <a:cubicBezTo>
                      <a:pt x="30891" y="171013"/>
                      <a:pt x="35429" y="167610"/>
                      <a:pt x="54336" y="144542"/>
                    </a:cubicBezTo>
                    <a:cubicBezTo>
                      <a:pt x="64547" y="132441"/>
                      <a:pt x="72488" y="122231"/>
                      <a:pt x="88371" y="100297"/>
                    </a:cubicBezTo>
                    <a:lnTo>
                      <a:pt x="99716" y="145676"/>
                    </a:lnTo>
                    <a:cubicBezTo>
                      <a:pt x="104632" y="164962"/>
                      <a:pt x="109548" y="171013"/>
                      <a:pt x="121649" y="171013"/>
                    </a:cubicBezTo>
                    <a:cubicBezTo>
                      <a:pt x="136019" y="171013"/>
                      <a:pt x="145851" y="161937"/>
                      <a:pt x="167784" y="127903"/>
                    </a:cubicBezTo>
                    <a:lnTo>
                      <a:pt x="162490" y="124878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E261BCC-9D40-8CE7-22FA-58AF9A714A0A}"/>
                  </a:ext>
                </a:extLst>
              </p:cNvPr>
              <p:cNvSpPr/>
              <p:nvPr>
                <p:custDataLst>
                  <p:tags r:id="rId201"/>
                </p:custDataLst>
              </p:nvPr>
            </p:nvSpPr>
            <p:spPr>
              <a:xfrm>
                <a:off x="16848615" y="5844887"/>
                <a:ext cx="60164" cy="186091"/>
              </a:xfrm>
              <a:custGeom>
                <a:avLst/>
                <a:gdLst>
                  <a:gd name="connsiteX0" fmla="*/ 48676 w 60164"/>
                  <a:gd name="connsiteY0" fmla="*/ 151200 h 186091"/>
                  <a:gd name="connsiteX1" fmla="*/ 37202 w 60164"/>
                  <a:gd name="connsiteY1" fmla="*/ 165471 h 186091"/>
                  <a:gd name="connsiteX2" fmla="*/ 25729 w 60164"/>
                  <a:gd name="connsiteY2" fmla="*/ 173027 h 186091"/>
                  <a:gd name="connsiteX3" fmla="*/ 21252 w 60164"/>
                  <a:gd name="connsiteY3" fmla="*/ 168829 h 186091"/>
                  <a:gd name="connsiteX4" fmla="*/ 24050 w 60164"/>
                  <a:gd name="connsiteY4" fmla="*/ 156517 h 186091"/>
                  <a:gd name="connsiteX5" fmla="*/ 25449 w 60164"/>
                  <a:gd name="connsiteY5" fmla="*/ 151480 h 186091"/>
                  <a:gd name="connsiteX6" fmla="*/ 25449 w 60164"/>
                  <a:gd name="connsiteY6" fmla="*/ 150920 h 186091"/>
                  <a:gd name="connsiteX7" fmla="*/ 25729 w 60164"/>
                  <a:gd name="connsiteY7" fmla="*/ 150360 h 186091"/>
                  <a:gd name="connsiteX8" fmla="*/ 50355 w 60164"/>
                  <a:gd name="connsiteY8" fmla="*/ 60253 h 186091"/>
                  <a:gd name="connsiteX9" fmla="*/ 49515 w 60164"/>
                  <a:gd name="connsiteY9" fmla="*/ 59693 h 186091"/>
                  <a:gd name="connsiteX10" fmla="*/ 4741 w 60164"/>
                  <a:gd name="connsiteY10" fmla="*/ 66689 h 186091"/>
                  <a:gd name="connsiteX11" fmla="*/ 4741 w 60164"/>
                  <a:gd name="connsiteY11" fmla="*/ 71166 h 186091"/>
                  <a:gd name="connsiteX12" fmla="*/ 22371 w 60164"/>
                  <a:gd name="connsiteY12" fmla="*/ 77882 h 186091"/>
                  <a:gd name="connsiteX13" fmla="*/ 19852 w 60164"/>
                  <a:gd name="connsiteY13" fmla="*/ 90195 h 186091"/>
                  <a:gd name="connsiteX14" fmla="*/ 6420 w 60164"/>
                  <a:gd name="connsiteY14" fmla="*/ 139726 h 186091"/>
                  <a:gd name="connsiteX15" fmla="*/ 264 w 60164"/>
                  <a:gd name="connsiteY15" fmla="*/ 170229 h 186091"/>
                  <a:gd name="connsiteX16" fmla="*/ 13136 w 60164"/>
                  <a:gd name="connsiteY16" fmla="*/ 186179 h 186091"/>
                  <a:gd name="connsiteX17" fmla="*/ 52313 w 60164"/>
                  <a:gd name="connsiteY17" fmla="*/ 154278 h 186091"/>
                  <a:gd name="connsiteX18" fmla="*/ 48676 w 60164"/>
                  <a:gd name="connsiteY18" fmla="*/ 151200 h 186091"/>
                  <a:gd name="connsiteX19" fmla="*/ 46437 w 60164"/>
                  <a:gd name="connsiteY19" fmla="*/ 88 h 186091"/>
                  <a:gd name="connsiteX20" fmla="*/ 33285 w 60164"/>
                  <a:gd name="connsiteY20" fmla="*/ 14919 h 186091"/>
                  <a:gd name="connsiteX21" fmla="*/ 46717 w 60164"/>
                  <a:gd name="connsiteY21" fmla="*/ 29750 h 186091"/>
                  <a:gd name="connsiteX22" fmla="*/ 60429 w 60164"/>
                  <a:gd name="connsiteY22" fmla="*/ 15479 h 186091"/>
                  <a:gd name="connsiteX23" fmla="*/ 46437 w 60164"/>
                  <a:gd name="connsiteY23" fmla="*/ 88 h 18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164" h="186091">
                    <a:moveTo>
                      <a:pt x="48676" y="151200"/>
                    </a:moveTo>
                    <a:cubicBezTo>
                      <a:pt x="41960" y="160154"/>
                      <a:pt x="40001" y="162393"/>
                      <a:pt x="37202" y="165471"/>
                    </a:cubicBezTo>
                    <a:cubicBezTo>
                      <a:pt x="32445" y="170229"/>
                      <a:pt x="28248" y="173027"/>
                      <a:pt x="25729" y="173027"/>
                    </a:cubicBezTo>
                    <a:cubicBezTo>
                      <a:pt x="23490" y="173027"/>
                      <a:pt x="21252" y="170788"/>
                      <a:pt x="21252" y="168829"/>
                    </a:cubicBezTo>
                    <a:cubicBezTo>
                      <a:pt x="21252" y="166031"/>
                      <a:pt x="22091" y="161833"/>
                      <a:pt x="24050" y="156517"/>
                    </a:cubicBezTo>
                    <a:cubicBezTo>
                      <a:pt x="24050" y="155677"/>
                      <a:pt x="24889" y="153718"/>
                      <a:pt x="25449" y="151480"/>
                    </a:cubicBezTo>
                    <a:lnTo>
                      <a:pt x="25449" y="150920"/>
                    </a:lnTo>
                    <a:lnTo>
                      <a:pt x="25729" y="150360"/>
                    </a:lnTo>
                    <a:lnTo>
                      <a:pt x="50355" y="60253"/>
                    </a:lnTo>
                    <a:lnTo>
                      <a:pt x="49515" y="59693"/>
                    </a:lnTo>
                    <a:cubicBezTo>
                      <a:pt x="21252" y="65010"/>
                      <a:pt x="15655" y="65849"/>
                      <a:pt x="4741" y="66689"/>
                    </a:cubicBezTo>
                    <a:lnTo>
                      <a:pt x="4741" y="71166"/>
                    </a:lnTo>
                    <a:cubicBezTo>
                      <a:pt x="19573" y="71446"/>
                      <a:pt x="22371" y="72286"/>
                      <a:pt x="22371" y="77882"/>
                    </a:cubicBezTo>
                    <a:cubicBezTo>
                      <a:pt x="22371" y="80121"/>
                      <a:pt x="21531" y="84598"/>
                      <a:pt x="19852" y="90195"/>
                    </a:cubicBezTo>
                    <a:lnTo>
                      <a:pt x="6420" y="139726"/>
                    </a:lnTo>
                    <a:cubicBezTo>
                      <a:pt x="1943" y="155957"/>
                      <a:pt x="264" y="164632"/>
                      <a:pt x="264" y="170229"/>
                    </a:cubicBezTo>
                    <a:cubicBezTo>
                      <a:pt x="264" y="180583"/>
                      <a:pt x="4741" y="186179"/>
                      <a:pt x="13136" y="186179"/>
                    </a:cubicBezTo>
                    <a:cubicBezTo>
                      <a:pt x="26009" y="186179"/>
                      <a:pt x="36363" y="177784"/>
                      <a:pt x="52313" y="154278"/>
                    </a:cubicBezTo>
                    <a:lnTo>
                      <a:pt x="48676" y="151200"/>
                    </a:lnTo>
                    <a:close/>
                    <a:moveTo>
                      <a:pt x="46437" y="88"/>
                    </a:moveTo>
                    <a:cubicBezTo>
                      <a:pt x="38881" y="88"/>
                      <a:pt x="33285" y="6524"/>
                      <a:pt x="33285" y="14919"/>
                    </a:cubicBezTo>
                    <a:cubicBezTo>
                      <a:pt x="33285" y="23874"/>
                      <a:pt x="38601" y="29750"/>
                      <a:pt x="46717" y="29750"/>
                    </a:cubicBezTo>
                    <a:cubicBezTo>
                      <a:pt x="53993" y="29750"/>
                      <a:pt x="60429" y="23314"/>
                      <a:pt x="60429" y="15479"/>
                    </a:cubicBezTo>
                    <a:cubicBezTo>
                      <a:pt x="60429" y="7363"/>
                      <a:pt x="53993" y="88"/>
                      <a:pt x="46437" y="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BD19E683-550F-251B-F2EA-C2365AFA20AD}"/>
                  </a:ext>
                </a:extLst>
              </p:cNvPr>
              <p:cNvSpPr/>
              <p:nvPr>
                <p:custDataLst>
                  <p:tags r:id="rId202"/>
                </p:custDataLst>
              </p:nvPr>
            </p:nvSpPr>
            <p:spPr>
              <a:xfrm>
                <a:off x="17016070" y="5868862"/>
                <a:ext cx="231054" cy="15126"/>
              </a:xfrm>
              <a:custGeom>
                <a:avLst/>
                <a:gdLst>
                  <a:gd name="connsiteX0" fmla="*/ 218089 w 231054"/>
                  <a:gd name="connsiteY0" fmla="*/ 15211 h 15126"/>
                  <a:gd name="connsiteX1" fmla="*/ 231324 w 231054"/>
                  <a:gd name="connsiteY1" fmla="*/ 7648 h 15126"/>
                  <a:gd name="connsiteX2" fmla="*/ 218089 w 231054"/>
                  <a:gd name="connsiteY2" fmla="*/ 85 h 15126"/>
                  <a:gd name="connsiteX3" fmla="*/ 13505 w 231054"/>
                  <a:gd name="connsiteY3" fmla="*/ 85 h 15126"/>
                  <a:gd name="connsiteX4" fmla="*/ 269 w 231054"/>
                  <a:gd name="connsiteY4" fmla="*/ 7648 h 15126"/>
                  <a:gd name="connsiteX5" fmla="*/ 13505 w 231054"/>
                  <a:gd name="connsiteY5" fmla="*/ 15211 h 15126"/>
                  <a:gd name="connsiteX6" fmla="*/ 218089 w 231054"/>
                  <a:gd name="connsiteY6" fmla="*/ 15211 h 15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054" h="15126">
                    <a:moveTo>
                      <a:pt x="218089" y="15211"/>
                    </a:moveTo>
                    <a:cubicBezTo>
                      <a:pt x="224517" y="15211"/>
                      <a:pt x="231324" y="15211"/>
                      <a:pt x="231324" y="7648"/>
                    </a:cubicBezTo>
                    <a:cubicBezTo>
                      <a:pt x="231324" y="85"/>
                      <a:pt x="224517" y="85"/>
                      <a:pt x="218089" y="85"/>
                    </a:cubicBezTo>
                    <a:lnTo>
                      <a:pt x="13505" y="85"/>
                    </a:lnTo>
                    <a:cubicBezTo>
                      <a:pt x="7076" y="85"/>
                      <a:pt x="269" y="85"/>
                      <a:pt x="269" y="7648"/>
                    </a:cubicBezTo>
                    <a:cubicBezTo>
                      <a:pt x="269" y="15211"/>
                      <a:pt x="7076" y="15211"/>
                      <a:pt x="13505" y="15211"/>
                    </a:cubicBezTo>
                    <a:lnTo>
                      <a:pt x="218089" y="15211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0E419934-88A1-7DED-5FD4-3991D753336A}"/>
                  </a:ext>
                </a:extLst>
              </p:cNvPr>
              <p:cNvSpPr/>
              <p:nvPr>
                <p:custDataLst>
                  <p:tags r:id="rId203"/>
                </p:custDataLst>
              </p:nvPr>
            </p:nvSpPr>
            <p:spPr>
              <a:xfrm>
                <a:off x="17322117" y="5804197"/>
                <a:ext cx="179247" cy="170927"/>
              </a:xfrm>
              <a:custGeom>
                <a:avLst/>
                <a:gdLst>
                  <a:gd name="connsiteX0" fmla="*/ 162507 w 179247"/>
                  <a:gd name="connsiteY0" fmla="*/ 124878 h 170927"/>
                  <a:gd name="connsiteX1" fmla="*/ 154188 w 179247"/>
                  <a:gd name="connsiteY1" fmla="*/ 135088 h 170927"/>
                  <a:gd name="connsiteX2" fmla="*/ 136793 w 179247"/>
                  <a:gd name="connsiteY2" fmla="*/ 150214 h 170927"/>
                  <a:gd name="connsiteX3" fmla="*/ 125070 w 179247"/>
                  <a:gd name="connsiteY3" fmla="*/ 134710 h 170927"/>
                  <a:gd name="connsiteX4" fmla="*/ 123557 w 179247"/>
                  <a:gd name="connsiteY4" fmla="*/ 128281 h 170927"/>
                  <a:gd name="connsiteX5" fmla="*/ 109943 w 179247"/>
                  <a:gd name="connsiteY5" fmla="*/ 67019 h 170927"/>
                  <a:gd name="connsiteX6" fmla="*/ 147003 w 179247"/>
                  <a:gd name="connsiteY6" fmla="*/ 21262 h 170927"/>
                  <a:gd name="connsiteX7" fmla="*/ 156079 w 179247"/>
                  <a:gd name="connsiteY7" fmla="*/ 24288 h 170927"/>
                  <a:gd name="connsiteX8" fmla="*/ 166289 w 179247"/>
                  <a:gd name="connsiteY8" fmla="*/ 27691 h 170927"/>
                  <a:gd name="connsiteX9" fmla="*/ 179525 w 179247"/>
                  <a:gd name="connsiteY9" fmla="*/ 14077 h 170927"/>
                  <a:gd name="connsiteX10" fmla="*/ 164020 w 179247"/>
                  <a:gd name="connsiteY10" fmla="*/ 85 h 170927"/>
                  <a:gd name="connsiteX11" fmla="*/ 106918 w 179247"/>
                  <a:gd name="connsiteY11" fmla="*/ 54162 h 170927"/>
                  <a:gd name="connsiteX12" fmla="*/ 102758 w 179247"/>
                  <a:gd name="connsiteY12" fmla="*/ 33363 h 170927"/>
                  <a:gd name="connsiteX13" fmla="*/ 83094 w 179247"/>
                  <a:gd name="connsiteY13" fmla="*/ 85 h 170927"/>
                  <a:gd name="connsiteX14" fmla="*/ 38849 w 179247"/>
                  <a:gd name="connsiteY14" fmla="*/ 11052 h 170927"/>
                  <a:gd name="connsiteX15" fmla="*/ 34690 w 179247"/>
                  <a:gd name="connsiteY15" fmla="*/ 12565 h 170927"/>
                  <a:gd name="connsiteX16" fmla="*/ 36202 w 179247"/>
                  <a:gd name="connsiteY16" fmla="*/ 18237 h 170927"/>
                  <a:gd name="connsiteX17" fmla="*/ 57379 w 179247"/>
                  <a:gd name="connsiteY17" fmla="*/ 14077 h 170927"/>
                  <a:gd name="connsiteX18" fmla="*/ 74396 w 179247"/>
                  <a:gd name="connsiteY18" fmla="*/ 40170 h 170927"/>
                  <a:gd name="connsiteX19" fmla="*/ 85363 w 179247"/>
                  <a:gd name="connsiteY19" fmla="*/ 86684 h 170927"/>
                  <a:gd name="connsiteX20" fmla="*/ 54354 w 179247"/>
                  <a:gd name="connsiteY20" fmla="*/ 130928 h 170927"/>
                  <a:gd name="connsiteX21" fmla="*/ 35068 w 179247"/>
                  <a:gd name="connsiteY21" fmla="*/ 149080 h 170927"/>
                  <a:gd name="connsiteX22" fmla="*/ 25236 w 179247"/>
                  <a:gd name="connsiteY22" fmla="*/ 145676 h 170927"/>
                  <a:gd name="connsiteX23" fmla="*/ 13135 w 179247"/>
                  <a:gd name="connsiteY23" fmla="*/ 141895 h 170927"/>
                  <a:gd name="connsiteX24" fmla="*/ 277 w 179247"/>
                  <a:gd name="connsiteY24" fmla="*/ 155130 h 170927"/>
                  <a:gd name="connsiteX25" fmla="*/ 19185 w 179247"/>
                  <a:gd name="connsiteY25" fmla="*/ 171013 h 170927"/>
                  <a:gd name="connsiteX26" fmla="*/ 54354 w 179247"/>
                  <a:gd name="connsiteY26" fmla="*/ 144542 h 170927"/>
                  <a:gd name="connsiteX27" fmla="*/ 88388 w 179247"/>
                  <a:gd name="connsiteY27" fmla="*/ 100297 h 170927"/>
                  <a:gd name="connsiteX28" fmla="*/ 99733 w 179247"/>
                  <a:gd name="connsiteY28" fmla="*/ 145676 h 170927"/>
                  <a:gd name="connsiteX29" fmla="*/ 121666 w 179247"/>
                  <a:gd name="connsiteY29" fmla="*/ 171013 h 170927"/>
                  <a:gd name="connsiteX30" fmla="*/ 167802 w 179247"/>
                  <a:gd name="connsiteY30" fmla="*/ 127903 h 170927"/>
                  <a:gd name="connsiteX31" fmla="*/ 162507 w 179247"/>
                  <a:gd name="connsiteY31" fmla="*/ 124878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9247" h="170927">
                    <a:moveTo>
                      <a:pt x="162507" y="124878"/>
                    </a:moveTo>
                    <a:cubicBezTo>
                      <a:pt x="159482" y="128281"/>
                      <a:pt x="157591" y="130550"/>
                      <a:pt x="154188" y="135088"/>
                    </a:cubicBezTo>
                    <a:cubicBezTo>
                      <a:pt x="145490" y="146433"/>
                      <a:pt x="140952" y="150214"/>
                      <a:pt x="136793" y="150214"/>
                    </a:cubicBezTo>
                    <a:cubicBezTo>
                      <a:pt x="131120" y="150214"/>
                      <a:pt x="127717" y="145298"/>
                      <a:pt x="125070" y="134710"/>
                    </a:cubicBezTo>
                    <a:cubicBezTo>
                      <a:pt x="124313" y="131685"/>
                      <a:pt x="123935" y="129416"/>
                      <a:pt x="123557" y="128281"/>
                    </a:cubicBezTo>
                    <a:cubicBezTo>
                      <a:pt x="114103" y="90087"/>
                      <a:pt x="109943" y="72692"/>
                      <a:pt x="109943" y="67019"/>
                    </a:cubicBezTo>
                    <a:cubicBezTo>
                      <a:pt x="126582" y="37901"/>
                      <a:pt x="140196" y="21262"/>
                      <a:pt x="147003" y="21262"/>
                    </a:cubicBezTo>
                    <a:cubicBezTo>
                      <a:pt x="149272" y="21262"/>
                      <a:pt x="152297" y="22397"/>
                      <a:pt x="156079" y="24288"/>
                    </a:cubicBezTo>
                    <a:cubicBezTo>
                      <a:pt x="160617" y="26935"/>
                      <a:pt x="163264" y="27691"/>
                      <a:pt x="166289" y="27691"/>
                    </a:cubicBezTo>
                    <a:cubicBezTo>
                      <a:pt x="174230" y="27691"/>
                      <a:pt x="179525" y="22019"/>
                      <a:pt x="179525" y="14077"/>
                    </a:cubicBezTo>
                    <a:cubicBezTo>
                      <a:pt x="179525" y="6136"/>
                      <a:pt x="173096" y="85"/>
                      <a:pt x="164020" y="85"/>
                    </a:cubicBezTo>
                    <a:cubicBezTo>
                      <a:pt x="147381" y="85"/>
                      <a:pt x="133011" y="13699"/>
                      <a:pt x="106918" y="54162"/>
                    </a:cubicBezTo>
                    <a:lnTo>
                      <a:pt x="102758" y="33363"/>
                    </a:lnTo>
                    <a:cubicBezTo>
                      <a:pt x="97464" y="7649"/>
                      <a:pt x="93304" y="85"/>
                      <a:pt x="83094" y="85"/>
                    </a:cubicBezTo>
                    <a:cubicBezTo>
                      <a:pt x="74775" y="85"/>
                      <a:pt x="61917" y="3489"/>
                      <a:pt x="38849" y="11052"/>
                    </a:cubicBezTo>
                    <a:lnTo>
                      <a:pt x="34690" y="12565"/>
                    </a:lnTo>
                    <a:lnTo>
                      <a:pt x="36202" y="18237"/>
                    </a:lnTo>
                    <a:cubicBezTo>
                      <a:pt x="50572" y="14834"/>
                      <a:pt x="53976" y="14077"/>
                      <a:pt x="57379" y="14077"/>
                    </a:cubicBezTo>
                    <a:cubicBezTo>
                      <a:pt x="66833" y="14077"/>
                      <a:pt x="69102" y="17481"/>
                      <a:pt x="74396" y="40170"/>
                    </a:cubicBezTo>
                    <a:lnTo>
                      <a:pt x="85363" y="86684"/>
                    </a:lnTo>
                    <a:lnTo>
                      <a:pt x="54354" y="130928"/>
                    </a:lnTo>
                    <a:cubicBezTo>
                      <a:pt x="46791" y="142273"/>
                      <a:pt x="39228" y="149080"/>
                      <a:pt x="35068" y="149080"/>
                    </a:cubicBezTo>
                    <a:cubicBezTo>
                      <a:pt x="32799" y="149080"/>
                      <a:pt x="29017" y="147945"/>
                      <a:pt x="25236" y="145676"/>
                    </a:cubicBezTo>
                    <a:cubicBezTo>
                      <a:pt x="20320" y="143029"/>
                      <a:pt x="16160" y="141895"/>
                      <a:pt x="13135" y="141895"/>
                    </a:cubicBezTo>
                    <a:cubicBezTo>
                      <a:pt x="5950" y="141895"/>
                      <a:pt x="277" y="147567"/>
                      <a:pt x="277" y="155130"/>
                    </a:cubicBezTo>
                    <a:cubicBezTo>
                      <a:pt x="277" y="164962"/>
                      <a:pt x="7840" y="171013"/>
                      <a:pt x="19185" y="171013"/>
                    </a:cubicBezTo>
                    <a:cubicBezTo>
                      <a:pt x="30908" y="171013"/>
                      <a:pt x="35446" y="167610"/>
                      <a:pt x="54354" y="144542"/>
                    </a:cubicBezTo>
                    <a:cubicBezTo>
                      <a:pt x="64564" y="132441"/>
                      <a:pt x="72506" y="122231"/>
                      <a:pt x="88388" y="100297"/>
                    </a:cubicBezTo>
                    <a:lnTo>
                      <a:pt x="99733" y="145676"/>
                    </a:lnTo>
                    <a:cubicBezTo>
                      <a:pt x="104649" y="164962"/>
                      <a:pt x="109565" y="171013"/>
                      <a:pt x="121666" y="171013"/>
                    </a:cubicBezTo>
                    <a:cubicBezTo>
                      <a:pt x="136036" y="171013"/>
                      <a:pt x="145868" y="161937"/>
                      <a:pt x="167802" y="127903"/>
                    </a:cubicBezTo>
                    <a:lnTo>
                      <a:pt x="162507" y="124878"/>
                    </a:ln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63E286A1-F8C8-4F0C-5DFB-07C3D82A0DB0}"/>
                  </a:ext>
                </a:extLst>
              </p:cNvPr>
              <p:cNvSpPr/>
              <p:nvPr>
                <p:custDataLst>
                  <p:tags r:id="rId204"/>
                </p:custDataLst>
              </p:nvPr>
            </p:nvSpPr>
            <p:spPr>
              <a:xfrm>
                <a:off x="17508291" y="5844887"/>
                <a:ext cx="111934" cy="240939"/>
              </a:xfrm>
              <a:custGeom>
                <a:avLst/>
                <a:gdLst>
                  <a:gd name="connsiteX0" fmla="*/ 103822 w 111934"/>
                  <a:gd name="connsiteY0" fmla="*/ 60252 h 240939"/>
                  <a:gd name="connsiteX1" fmla="*/ 102983 w 111934"/>
                  <a:gd name="connsiteY1" fmla="*/ 59693 h 240939"/>
                  <a:gd name="connsiteX2" fmla="*/ 55411 w 111934"/>
                  <a:gd name="connsiteY2" fmla="*/ 66689 h 240939"/>
                  <a:gd name="connsiteX3" fmla="*/ 55411 w 111934"/>
                  <a:gd name="connsiteY3" fmla="*/ 71166 h 240939"/>
                  <a:gd name="connsiteX4" fmla="*/ 62966 w 111934"/>
                  <a:gd name="connsiteY4" fmla="*/ 71166 h 240939"/>
                  <a:gd name="connsiteX5" fmla="*/ 64925 w 111934"/>
                  <a:gd name="connsiteY5" fmla="*/ 70886 h 240939"/>
                  <a:gd name="connsiteX6" fmla="*/ 74160 w 111934"/>
                  <a:gd name="connsiteY6" fmla="*/ 73405 h 240939"/>
                  <a:gd name="connsiteX7" fmla="*/ 76118 w 111934"/>
                  <a:gd name="connsiteY7" fmla="*/ 79841 h 240939"/>
                  <a:gd name="connsiteX8" fmla="*/ 71641 w 111934"/>
                  <a:gd name="connsiteY8" fmla="*/ 102228 h 240939"/>
                  <a:gd name="connsiteX9" fmla="*/ 51493 w 111934"/>
                  <a:gd name="connsiteY9" fmla="*/ 183940 h 240939"/>
                  <a:gd name="connsiteX10" fmla="*/ 24349 w 111934"/>
                  <a:gd name="connsiteY10" fmla="*/ 234591 h 240939"/>
                  <a:gd name="connsiteX11" fmla="*/ 19311 w 111934"/>
                  <a:gd name="connsiteY11" fmla="*/ 231513 h 240939"/>
                  <a:gd name="connsiteX12" fmla="*/ 20711 w 111934"/>
                  <a:gd name="connsiteY12" fmla="*/ 228434 h 240939"/>
                  <a:gd name="connsiteX13" fmla="*/ 22949 w 111934"/>
                  <a:gd name="connsiteY13" fmla="*/ 222558 h 240939"/>
                  <a:gd name="connsiteX14" fmla="*/ 11476 w 111934"/>
                  <a:gd name="connsiteY14" fmla="*/ 212204 h 240939"/>
                  <a:gd name="connsiteX15" fmla="*/ 283 w 111934"/>
                  <a:gd name="connsiteY15" fmla="*/ 223957 h 240939"/>
                  <a:gd name="connsiteX16" fmla="*/ 22390 w 111934"/>
                  <a:gd name="connsiteY16" fmla="*/ 241027 h 240939"/>
                  <a:gd name="connsiteX17" fmla="*/ 74719 w 111934"/>
                  <a:gd name="connsiteY17" fmla="*/ 175265 h 240939"/>
                  <a:gd name="connsiteX18" fmla="*/ 103822 w 111934"/>
                  <a:gd name="connsiteY18" fmla="*/ 60252 h 240939"/>
                  <a:gd name="connsiteX19" fmla="*/ 98226 w 111934"/>
                  <a:gd name="connsiteY19" fmla="*/ 87 h 240939"/>
                  <a:gd name="connsiteX20" fmla="*/ 85073 w 111934"/>
                  <a:gd name="connsiteY20" fmla="*/ 14919 h 240939"/>
                  <a:gd name="connsiteX21" fmla="*/ 98505 w 111934"/>
                  <a:gd name="connsiteY21" fmla="*/ 29750 h 240939"/>
                  <a:gd name="connsiteX22" fmla="*/ 112217 w 111934"/>
                  <a:gd name="connsiteY22" fmla="*/ 15479 h 240939"/>
                  <a:gd name="connsiteX23" fmla="*/ 98226 w 111934"/>
                  <a:gd name="connsiteY23" fmla="*/ 87 h 240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934" h="240939">
                    <a:moveTo>
                      <a:pt x="103822" y="60252"/>
                    </a:moveTo>
                    <a:lnTo>
                      <a:pt x="102983" y="59693"/>
                    </a:lnTo>
                    <a:cubicBezTo>
                      <a:pt x="78077" y="64170"/>
                      <a:pt x="64085" y="66409"/>
                      <a:pt x="55411" y="66689"/>
                    </a:cubicBezTo>
                    <a:lnTo>
                      <a:pt x="55411" y="71166"/>
                    </a:lnTo>
                    <a:lnTo>
                      <a:pt x="62966" y="71166"/>
                    </a:lnTo>
                    <a:lnTo>
                      <a:pt x="64925" y="70886"/>
                    </a:lnTo>
                    <a:cubicBezTo>
                      <a:pt x="67164" y="70606"/>
                      <a:pt x="72760" y="72285"/>
                      <a:pt x="74160" y="73405"/>
                    </a:cubicBezTo>
                    <a:cubicBezTo>
                      <a:pt x="75279" y="74524"/>
                      <a:pt x="76118" y="77043"/>
                      <a:pt x="76118" y="79841"/>
                    </a:cubicBezTo>
                    <a:cubicBezTo>
                      <a:pt x="76118" y="82639"/>
                      <a:pt x="74719" y="90195"/>
                      <a:pt x="71641" y="102228"/>
                    </a:cubicBezTo>
                    <a:lnTo>
                      <a:pt x="51493" y="183940"/>
                    </a:lnTo>
                    <a:cubicBezTo>
                      <a:pt x="41978" y="222278"/>
                      <a:pt x="35542" y="234591"/>
                      <a:pt x="24349" y="234591"/>
                    </a:cubicBezTo>
                    <a:cubicBezTo>
                      <a:pt x="20991" y="234591"/>
                      <a:pt x="19311" y="233471"/>
                      <a:pt x="19311" y="231513"/>
                    </a:cubicBezTo>
                    <a:cubicBezTo>
                      <a:pt x="19311" y="230393"/>
                      <a:pt x="19591" y="229834"/>
                      <a:pt x="20711" y="228434"/>
                    </a:cubicBezTo>
                    <a:cubicBezTo>
                      <a:pt x="22390" y="226196"/>
                      <a:pt x="22949" y="224797"/>
                      <a:pt x="22949" y="222558"/>
                    </a:cubicBezTo>
                    <a:cubicBezTo>
                      <a:pt x="22949" y="216681"/>
                      <a:pt x="17912" y="212204"/>
                      <a:pt x="11476" y="212204"/>
                    </a:cubicBezTo>
                    <a:cubicBezTo>
                      <a:pt x="5040" y="212204"/>
                      <a:pt x="283" y="217241"/>
                      <a:pt x="283" y="223957"/>
                    </a:cubicBezTo>
                    <a:cubicBezTo>
                      <a:pt x="283" y="233751"/>
                      <a:pt x="9517" y="241027"/>
                      <a:pt x="22390" y="241027"/>
                    </a:cubicBezTo>
                    <a:cubicBezTo>
                      <a:pt x="46736" y="241027"/>
                      <a:pt x="63526" y="219759"/>
                      <a:pt x="74719" y="175265"/>
                    </a:cubicBezTo>
                    <a:lnTo>
                      <a:pt x="103822" y="60252"/>
                    </a:lnTo>
                    <a:close/>
                    <a:moveTo>
                      <a:pt x="98226" y="87"/>
                    </a:moveTo>
                    <a:cubicBezTo>
                      <a:pt x="90670" y="87"/>
                      <a:pt x="85073" y="6244"/>
                      <a:pt x="85073" y="14919"/>
                    </a:cubicBezTo>
                    <a:cubicBezTo>
                      <a:pt x="85073" y="23874"/>
                      <a:pt x="90390" y="29750"/>
                      <a:pt x="98505" y="29750"/>
                    </a:cubicBezTo>
                    <a:cubicBezTo>
                      <a:pt x="105781" y="29750"/>
                      <a:pt x="112217" y="23314"/>
                      <a:pt x="112217" y="15479"/>
                    </a:cubicBezTo>
                    <a:cubicBezTo>
                      <a:pt x="112217" y="7363"/>
                      <a:pt x="105781" y="87"/>
                      <a:pt x="98226" y="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87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61" name="Group 360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f_{1}(x)=\frac{x-x_{1}}{x_{0}-x_{1}}f(x_{0})+\frac{x-x_{0}}{x_{1}-x_{0}}f(x_{1})&#10;$$&#10;}&#10;\end{document}" title="IguanaTex Shape Display">
            <a:extLst>
              <a:ext uri="{FF2B5EF4-FFF2-40B4-BE49-F238E27FC236}">
                <a16:creationId xmlns:a16="http://schemas.microsoft.com/office/drawing/2014/main" id="{D6C145B8-FADA-1A8E-3F1A-19F5A04DAE8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269311" y="4141992"/>
            <a:ext cx="4857901" cy="645998"/>
            <a:chOff x="7822619" y="4692638"/>
            <a:chExt cx="4857901" cy="645998"/>
          </a:xfrm>
          <a:solidFill>
            <a:srgbClr val="00B0F0"/>
          </a:solidFill>
        </p:grpSpPr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A13C560-33E7-4214-03E2-92947469AF2D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7822619" y="4837671"/>
              <a:ext cx="187458" cy="290047"/>
            </a:xfrm>
            <a:custGeom>
              <a:avLst/>
              <a:gdLst>
                <a:gd name="connsiteX0" fmla="*/ 59912 w 187458"/>
                <a:gd name="connsiteY0" fmla="*/ 92498 h 290047"/>
                <a:gd name="connsiteX1" fmla="*/ 89458 w 187458"/>
                <a:gd name="connsiteY1" fmla="*/ 92498 h 290047"/>
                <a:gd name="connsiteX2" fmla="*/ 60568 w 187458"/>
                <a:gd name="connsiteY2" fmla="*/ 230148 h 290047"/>
                <a:gd name="connsiteX3" fmla="*/ 28723 w 187458"/>
                <a:gd name="connsiteY3" fmla="*/ 283241 h 290047"/>
                <a:gd name="connsiteX4" fmla="*/ 22157 w 187458"/>
                <a:gd name="connsiteY4" fmla="*/ 277998 h 290047"/>
                <a:gd name="connsiteX5" fmla="*/ 23470 w 187458"/>
                <a:gd name="connsiteY5" fmla="*/ 274393 h 290047"/>
                <a:gd name="connsiteX6" fmla="*/ 25112 w 187458"/>
                <a:gd name="connsiteY6" fmla="*/ 269149 h 290047"/>
                <a:gd name="connsiteX7" fmla="*/ 12308 w 187458"/>
                <a:gd name="connsiteY7" fmla="*/ 256695 h 290047"/>
                <a:gd name="connsiteX8" fmla="*/ 161 w 187458"/>
                <a:gd name="connsiteY8" fmla="*/ 270132 h 290047"/>
                <a:gd name="connsiteX9" fmla="*/ 26097 w 187458"/>
                <a:gd name="connsiteY9" fmla="*/ 290124 h 290047"/>
                <a:gd name="connsiteX10" fmla="*/ 91756 w 187458"/>
                <a:gd name="connsiteY10" fmla="*/ 197374 h 290047"/>
                <a:gd name="connsiteX11" fmla="*/ 115394 w 187458"/>
                <a:gd name="connsiteY11" fmla="*/ 92498 h 290047"/>
                <a:gd name="connsiteX12" fmla="*/ 151179 w 187458"/>
                <a:gd name="connsiteY12" fmla="*/ 92498 h 290047"/>
                <a:gd name="connsiteX13" fmla="*/ 153148 w 187458"/>
                <a:gd name="connsiteY13" fmla="*/ 82011 h 290047"/>
                <a:gd name="connsiteX14" fmla="*/ 117692 w 187458"/>
                <a:gd name="connsiteY14" fmla="*/ 82011 h 290047"/>
                <a:gd name="connsiteX15" fmla="*/ 157744 w 187458"/>
                <a:gd name="connsiteY15" fmla="*/ 7287 h 290047"/>
                <a:gd name="connsiteX16" fmla="*/ 164967 w 187458"/>
                <a:gd name="connsiteY16" fmla="*/ 11219 h 290047"/>
                <a:gd name="connsiteX17" fmla="*/ 163654 w 187458"/>
                <a:gd name="connsiteY17" fmla="*/ 14497 h 290047"/>
                <a:gd name="connsiteX18" fmla="*/ 161684 w 187458"/>
                <a:gd name="connsiteY18" fmla="*/ 21379 h 290047"/>
                <a:gd name="connsiteX19" fmla="*/ 173831 w 187458"/>
                <a:gd name="connsiteY19" fmla="*/ 34489 h 290047"/>
                <a:gd name="connsiteX20" fmla="*/ 187620 w 187458"/>
                <a:gd name="connsiteY20" fmla="*/ 21379 h 290047"/>
                <a:gd name="connsiteX21" fmla="*/ 159386 w 187458"/>
                <a:gd name="connsiteY21" fmla="*/ 76 h 290047"/>
                <a:gd name="connsiteX22" fmla="*/ 118677 w 187458"/>
                <a:gd name="connsiteY22" fmla="*/ 22690 h 290047"/>
                <a:gd name="connsiteX23" fmla="*/ 92413 w 187458"/>
                <a:gd name="connsiteY23" fmla="*/ 82011 h 290047"/>
                <a:gd name="connsiteX24" fmla="*/ 62210 w 187458"/>
                <a:gd name="connsiteY24" fmla="*/ 82011 h 290047"/>
                <a:gd name="connsiteX25" fmla="*/ 59912 w 187458"/>
                <a:gd name="connsiteY25" fmla="*/ 92498 h 2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58" h="290047">
                  <a:moveTo>
                    <a:pt x="59912" y="92498"/>
                  </a:moveTo>
                  <a:lnTo>
                    <a:pt x="89458" y="92498"/>
                  </a:lnTo>
                  <a:lnTo>
                    <a:pt x="60568" y="230148"/>
                  </a:lnTo>
                  <a:cubicBezTo>
                    <a:pt x="53346" y="265216"/>
                    <a:pt x="42512" y="283241"/>
                    <a:pt x="28723" y="283241"/>
                  </a:cubicBezTo>
                  <a:cubicBezTo>
                    <a:pt x="24784" y="283241"/>
                    <a:pt x="22157" y="280947"/>
                    <a:pt x="22157" y="277998"/>
                  </a:cubicBezTo>
                  <a:cubicBezTo>
                    <a:pt x="22157" y="277014"/>
                    <a:pt x="22485" y="276031"/>
                    <a:pt x="23470" y="274393"/>
                  </a:cubicBezTo>
                  <a:cubicBezTo>
                    <a:pt x="24784" y="272426"/>
                    <a:pt x="25112" y="271115"/>
                    <a:pt x="25112" y="269149"/>
                  </a:cubicBezTo>
                  <a:cubicBezTo>
                    <a:pt x="25112" y="262266"/>
                    <a:pt x="19203" y="256695"/>
                    <a:pt x="12308" y="256695"/>
                  </a:cubicBezTo>
                  <a:cubicBezTo>
                    <a:pt x="5414" y="256695"/>
                    <a:pt x="161" y="262594"/>
                    <a:pt x="161" y="270132"/>
                  </a:cubicBezTo>
                  <a:cubicBezTo>
                    <a:pt x="161" y="281275"/>
                    <a:pt x="11652" y="290124"/>
                    <a:pt x="26097" y="290124"/>
                  </a:cubicBezTo>
                  <a:cubicBezTo>
                    <a:pt x="55315" y="290124"/>
                    <a:pt x="78296" y="257678"/>
                    <a:pt x="91756" y="197374"/>
                  </a:cubicBezTo>
                  <a:lnTo>
                    <a:pt x="115394" y="92498"/>
                  </a:lnTo>
                  <a:lnTo>
                    <a:pt x="151179" y="92498"/>
                  </a:lnTo>
                  <a:lnTo>
                    <a:pt x="153148" y="82011"/>
                  </a:lnTo>
                  <a:lnTo>
                    <a:pt x="117692" y="82011"/>
                  </a:lnTo>
                  <a:cubicBezTo>
                    <a:pt x="127213" y="30556"/>
                    <a:pt x="139360" y="7287"/>
                    <a:pt x="157744" y="7287"/>
                  </a:cubicBezTo>
                  <a:cubicBezTo>
                    <a:pt x="162012" y="7287"/>
                    <a:pt x="164967" y="8925"/>
                    <a:pt x="164967" y="11219"/>
                  </a:cubicBezTo>
                  <a:cubicBezTo>
                    <a:pt x="164967" y="12203"/>
                    <a:pt x="164639" y="12858"/>
                    <a:pt x="163654" y="14497"/>
                  </a:cubicBezTo>
                  <a:cubicBezTo>
                    <a:pt x="162341" y="17446"/>
                    <a:pt x="161684" y="19085"/>
                    <a:pt x="161684" y="21379"/>
                  </a:cubicBezTo>
                  <a:cubicBezTo>
                    <a:pt x="161684" y="29245"/>
                    <a:pt x="166609" y="34489"/>
                    <a:pt x="173831" y="34489"/>
                  </a:cubicBezTo>
                  <a:cubicBezTo>
                    <a:pt x="181382" y="34489"/>
                    <a:pt x="187620" y="28589"/>
                    <a:pt x="187620" y="21379"/>
                  </a:cubicBezTo>
                  <a:cubicBezTo>
                    <a:pt x="187620" y="9253"/>
                    <a:pt x="175473" y="76"/>
                    <a:pt x="159386" y="76"/>
                  </a:cubicBezTo>
                  <a:cubicBezTo>
                    <a:pt x="143299" y="76"/>
                    <a:pt x="130496" y="7287"/>
                    <a:pt x="118677" y="22690"/>
                  </a:cubicBezTo>
                  <a:cubicBezTo>
                    <a:pt x="108828" y="35472"/>
                    <a:pt x="102262" y="50548"/>
                    <a:pt x="92413" y="82011"/>
                  </a:cubicBezTo>
                  <a:lnTo>
                    <a:pt x="62210" y="82011"/>
                  </a:lnTo>
                  <a:lnTo>
                    <a:pt x="59912" y="92498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6312D00F-BD6A-29BF-B1CF-DA5EC75CBC92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7997689" y="4945624"/>
              <a:ext cx="68752" cy="163947"/>
            </a:xfrm>
            <a:custGeom>
              <a:avLst/>
              <a:gdLst>
                <a:gd name="connsiteX0" fmla="*/ 43893 w 68752"/>
                <a:gd name="connsiteY0" fmla="*/ 79 h 163947"/>
                <a:gd name="connsiteX1" fmla="*/ 164 w 68752"/>
                <a:gd name="connsiteY1" fmla="*/ 22148 h 163947"/>
                <a:gd name="connsiteX2" fmla="*/ 164 w 68752"/>
                <a:gd name="connsiteY2" fmla="*/ 25544 h 163947"/>
                <a:gd name="connsiteX3" fmla="*/ 6723 w 68752"/>
                <a:gd name="connsiteY3" fmla="*/ 22876 h 163947"/>
                <a:gd name="connsiteX4" fmla="*/ 17655 w 68752"/>
                <a:gd name="connsiteY4" fmla="*/ 20208 h 163947"/>
                <a:gd name="connsiteX5" fmla="*/ 24943 w 68752"/>
                <a:gd name="connsiteY5" fmla="*/ 31607 h 163947"/>
                <a:gd name="connsiteX6" fmla="*/ 24943 w 68752"/>
                <a:gd name="connsiteY6" fmla="*/ 141471 h 163947"/>
                <a:gd name="connsiteX7" fmla="*/ 19113 w 68752"/>
                <a:gd name="connsiteY7" fmla="*/ 157235 h 163947"/>
                <a:gd name="connsiteX8" fmla="*/ 1864 w 68752"/>
                <a:gd name="connsiteY8" fmla="*/ 160388 h 163947"/>
                <a:gd name="connsiteX9" fmla="*/ 1864 w 68752"/>
                <a:gd name="connsiteY9" fmla="*/ 164026 h 163947"/>
                <a:gd name="connsiteX10" fmla="*/ 68916 w 68752"/>
                <a:gd name="connsiteY10" fmla="*/ 164026 h 163947"/>
                <a:gd name="connsiteX11" fmla="*/ 68916 w 68752"/>
                <a:gd name="connsiteY11" fmla="*/ 160388 h 163947"/>
                <a:gd name="connsiteX12" fmla="*/ 45836 w 68752"/>
                <a:gd name="connsiteY12" fmla="*/ 146079 h 163947"/>
                <a:gd name="connsiteX13" fmla="*/ 45836 w 68752"/>
                <a:gd name="connsiteY13" fmla="*/ 564 h 163947"/>
                <a:gd name="connsiteX14" fmla="*/ 43893 w 68752"/>
                <a:gd name="connsiteY14" fmla="*/ 79 h 16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752" h="163947">
                  <a:moveTo>
                    <a:pt x="43893" y="79"/>
                  </a:moveTo>
                  <a:lnTo>
                    <a:pt x="164" y="22148"/>
                  </a:lnTo>
                  <a:lnTo>
                    <a:pt x="164" y="25544"/>
                  </a:lnTo>
                  <a:cubicBezTo>
                    <a:pt x="3079" y="24331"/>
                    <a:pt x="5751" y="23361"/>
                    <a:pt x="6723" y="22876"/>
                  </a:cubicBezTo>
                  <a:cubicBezTo>
                    <a:pt x="11096" y="21178"/>
                    <a:pt x="15226" y="20208"/>
                    <a:pt x="17655" y="20208"/>
                  </a:cubicBezTo>
                  <a:cubicBezTo>
                    <a:pt x="22757" y="20208"/>
                    <a:pt x="24943" y="23846"/>
                    <a:pt x="24943" y="31607"/>
                  </a:cubicBezTo>
                  <a:lnTo>
                    <a:pt x="24943" y="141471"/>
                  </a:lnTo>
                  <a:cubicBezTo>
                    <a:pt x="24943" y="149474"/>
                    <a:pt x="23000" y="155052"/>
                    <a:pt x="19113" y="157235"/>
                  </a:cubicBezTo>
                  <a:cubicBezTo>
                    <a:pt x="15469" y="159418"/>
                    <a:pt x="12068" y="160145"/>
                    <a:pt x="1864" y="160388"/>
                  </a:cubicBezTo>
                  <a:lnTo>
                    <a:pt x="1864" y="164026"/>
                  </a:lnTo>
                  <a:lnTo>
                    <a:pt x="68916" y="164026"/>
                  </a:lnTo>
                  <a:lnTo>
                    <a:pt x="68916" y="160388"/>
                  </a:lnTo>
                  <a:cubicBezTo>
                    <a:pt x="49723" y="160145"/>
                    <a:pt x="45836" y="157720"/>
                    <a:pt x="45836" y="146079"/>
                  </a:cubicBezTo>
                  <a:lnTo>
                    <a:pt x="45836" y="564"/>
                  </a:lnTo>
                  <a:lnTo>
                    <a:pt x="43893" y="79"/>
                  </a:ln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A78C604-7193-C8D0-D6C0-851664CB970E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8141627" y="4814074"/>
              <a:ext cx="76165" cy="327737"/>
            </a:xfrm>
            <a:custGeom>
              <a:avLst/>
              <a:gdLst>
                <a:gd name="connsiteX0" fmla="*/ 76334 w 76165"/>
                <a:gd name="connsiteY0" fmla="*/ 324536 h 327737"/>
                <a:gd name="connsiteX1" fmla="*/ 70753 w 76165"/>
                <a:gd name="connsiteY1" fmla="*/ 317325 h 327737"/>
                <a:gd name="connsiteX2" fmla="*/ 19210 w 76165"/>
                <a:gd name="connsiteY2" fmla="*/ 163944 h 327737"/>
                <a:gd name="connsiteX3" fmla="*/ 72066 w 76165"/>
                <a:gd name="connsiteY3" fmla="*/ 8925 h 327737"/>
                <a:gd name="connsiteX4" fmla="*/ 76334 w 76165"/>
                <a:gd name="connsiteY4" fmla="*/ 3353 h 327737"/>
                <a:gd name="connsiteX5" fmla="*/ 73051 w 76165"/>
                <a:gd name="connsiteY5" fmla="*/ 76 h 327737"/>
                <a:gd name="connsiteX6" fmla="*/ 20852 w 76165"/>
                <a:gd name="connsiteY6" fmla="*/ 63984 h 327737"/>
                <a:gd name="connsiteX7" fmla="*/ 169 w 76165"/>
                <a:gd name="connsiteY7" fmla="*/ 163944 h 327737"/>
                <a:gd name="connsiteX8" fmla="*/ 21837 w 76165"/>
                <a:gd name="connsiteY8" fmla="*/ 266198 h 327737"/>
                <a:gd name="connsiteX9" fmla="*/ 73051 w 76165"/>
                <a:gd name="connsiteY9" fmla="*/ 327813 h 327737"/>
                <a:gd name="connsiteX10" fmla="*/ 76334 w 76165"/>
                <a:gd name="connsiteY10" fmla="*/ 324536 h 32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327737">
                  <a:moveTo>
                    <a:pt x="76334" y="324536"/>
                  </a:moveTo>
                  <a:cubicBezTo>
                    <a:pt x="76334" y="323552"/>
                    <a:pt x="76334" y="322897"/>
                    <a:pt x="70753" y="317325"/>
                  </a:cubicBezTo>
                  <a:cubicBezTo>
                    <a:pt x="29716" y="276030"/>
                    <a:pt x="19210" y="214088"/>
                    <a:pt x="19210" y="163944"/>
                  </a:cubicBezTo>
                  <a:cubicBezTo>
                    <a:pt x="19210" y="106918"/>
                    <a:pt x="31686" y="49892"/>
                    <a:pt x="72066" y="8925"/>
                  </a:cubicBezTo>
                  <a:cubicBezTo>
                    <a:pt x="76334" y="4992"/>
                    <a:pt x="76334" y="4336"/>
                    <a:pt x="76334" y="3353"/>
                  </a:cubicBezTo>
                  <a:cubicBezTo>
                    <a:pt x="76334" y="1059"/>
                    <a:pt x="75021" y="76"/>
                    <a:pt x="73051" y="76"/>
                  </a:cubicBezTo>
                  <a:cubicBezTo>
                    <a:pt x="69768" y="76"/>
                    <a:pt x="40221" y="22362"/>
                    <a:pt x="20852" y="63984"/>
                  </a:cubicBezTo>
                  <a:cubicBezTo>
                    <a:pt x="4108" y="100036"/>
                    <a:pt x="169" y="136414"/>
                    <a:pt x="169" y="163944"/>
                  </a:cubicBezTo>
                  <a:cubicBezTo>
                    <a:pt x="169" y="189508"/>
                    <a:pt x="3780" y="229164"/>
                    <a:pt x="21837" y="266198"/>
                  </a:cubicBezTo>
                  <a:cubicBezTo>
                    <a:pt x="41535" y="306510"/>
                    <a:pt x="69768" y="327813"/>
                    <a:pt x="73051" y="327813"/>
                  </a:cubicBezTo>
                  <a:cubicBezTo>
                    <a:pt x="75021" y="327813"/>
                    <a:pt x="76334" y="326830"/>
                    <a:pt x="76334" y="324536"/>
                  </a:cubicBez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971ACBDB-95E3-C180-1851-758018B4BE84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8228115" y="4915345"/>
              <a:ext cx="155613" cy="148137"/>
            </a:xfrm>
            <a:custGeom>
              <a:avLst/>
              <a:gdLst>
                <a:gd name="connsiteX0" fmla="*/ 141012 w 155613"/>
                <a:gd name="connsiteY0" fmla="*/ 108230 h 148137"/>
                <a:gd name="connsiteX1" fmla="*/ 133790 w 155613"/>
                <a:gd name="connsiteY1" fmla="*/ 117079 h 148137"/>
                <a:gd name="connsiteX2" fmla="*/ 118688 w 155613"/>
                <a:gd name="connsiteY2" fmla="*/ 130188 h 148137"/>
                <a:gd name="connsiteX3" fmla="*/ 108511 w 155613"/>
                <a:gd name="connsiteY3" fmla="*/ 116751 h 148137"/>
                <a:gd name="connsiteX4" fmla="*/ 107198 w 155613"/>
                <a:gd name="connsiteY4" fmla="*/ 111179 h 148137"/>
                <a:gd name="connsiteX5" fmla="*/ 95379 w 155613"/>
                <a:gd name="connsiteY5" fmla="*/ 58086 h 148137"/>
                <a:gd name="connsiteX6" fmla="*/ 127552 w 155613"/>
                <a:gd name="connsiteY6" fmla="*/ 18430 h 148137"/>
                <a:gd name="connsiteX7" fmla="*/ 135431 w 155613"/>
                <a:gd name="connsiteY7" fmla="*/ 21052 h 148137"/>
                <a:gd name="connsiteX8" fmla="*/ 144295 w 155613"/>
                <a:gd name="connsiteY8" fmla="*/ 24001 h 148137"/>
                <a:gd name="connsiteX9" fmla="*/ 155786 w 155613"/>
                <a:gd name="connsiteY9" fmla="*/ 12203 h 148137"/>
                <a:gd name="connsiteX10" fmla="*/ 142325 w 155613"/>
                <a:gd name="connsiteY10" fmla="*/ 76 h 148137"/>
                <a:gd name="connsiteX11" fmla="*/ 92752 w 155613"/>
                <a:gd name="connsiteY11" fmla="*/ 46943 h 148137"/>
                <a:gd name="connsiteX12" fmla="*/ 89141 w 155613"/>
                <a:gd name="connsiteY12" fmla="*/ 28917 h 148137"/>
                <a:gd name="connsiteX13" fmla="*/ 72070 w 155613"/>
                <a:gd name="connsiteY13" fmla="*/ 76 h 148137"/>
                <a:gd name="connsiteX14" fmla="*/ 33659 w 155613"/>
                <a:gd name="connsiteY14" fmla="*/ 9581 h 148137"/>
                <a:gd name="connsiteX15" fmla="*/ 30047 w 155613"/>
                <a:gd name="connsiteY15" fmla="*/ 10892 h 148137"/>
                <a:gd name="connsiteX16" fmla="*/ 31361 w 155613"/>
                <a:gd name="connsiteY16" fmla="*/ 15808 h 148137"/>
                <a:gd name="connsiteX17" fmla="*/ 49745 w 155613"/>
                <a:gd name="connsiteY17" fmla="*/ 12203 h 148137"/>
                <a:gd name="connsiteX18" fmla="*/ 64519 w 155613"/>
                <a:gd name="connsiteY18" fmla="*/ 34816 h 148137"/>
                <a:gd name="connsiteX19" fmla="*/ 74039 w 155613"/>
                <a:gd name="connsiteY19" fmla="*/ 75128 h 148137"/>
                <a:gd name="connsiteX20" fmla="*/ 47119 w 155613"/>
                <a:gd name="connsiteY20" fmla="*/ 113473 h 148137"/>
                <a:gd name="connsiteX21" fmla="*/ 30376 w 155613"/>
                <a:gd name="connsiteY21" fmla="*/ 129205 h 148137"/>
                <a:gd name="connsiteX22" fmla="*/ 21840 w 155613"/>
                <a:gd name="connsiteY22" fmla="*/ 126255 h 148137"/>
                <a:gd name="connsiteX23" fmla="*/ 11334 w 155613"/>
                <a:gd name="connsiteY23" fmla="*/ 122978 h 148137"/>
                <a:gd name="connsiteX24" fmla="*/ 172 w 155613"/>
                <a:gd name="connsiteY24" fmla="*/ 134449 h 148137"/>
                <a:gd name="connsiteX25" fmla="*/ 16587 w 155613"/>
                <a:gd name="connsiteY25" fmla="*/ 148214 h 148137"/>
                <a:gd name="connsiteX26" fmla="*/ 47119 w 155613"/>
                <a:gd name="connsiteY26" fmla="*/ 125272 h 148137"/>
                <a:gd name="connsiteX27" fmla="*/ 76666 w 155613"/>
                <a:gd name="connsiteY27" fmla="*/ 86927 h 148137"/>
                <a:gd name="connsiteX28" fmla="*/ 86515 w 155613"/>
                <a:gd name="connsiteY28" fmla="*/ 126255 h 148137"/>
                <a:gd name="connsiteX29" fmla="*/ 105556 w 155613"/>
                <a:gd name="connsiteY29" fmla="*/ 148214 h 148137"/>
                <a:gd name="connsiteX30" fmla="*/ 145609 w 155613"/>
                <a:gd name="connsiteY30" fmla="*/ 110852 h 148137"/>
                <a:gd name="connsiteX31" fmla="*/ 141012 w 155613"/>
                <a:gd name="connsiteY31" fmla="*/ 108230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12" y="108230"/>
                  </a:moveTo>
                  <a:cubicBezTo>
                    <a:pt x="138386" y="111179"/>
                    <a:pt x="136744" y="113146"/>
                    <a:pt x="133790" y="117079"/>
                  </a:cubicBezTo>
                  <a:cubicBezTo>
                    <a:pt x="126239" y="126911"/>
                    <a:pt x="122299" y="130188"/>
                    <a:pt x="118688" y="130188"/>
                  </a:cubicBezTo>
                  <a:cubicBezTo>
                    <a:pt x="113764" y="130188"/>
                    <a:pt x="110809" y="125927"/>
                    <a:pt x="108511" y="116751"/>
                  </a:cubicBezTo>
                  <a:cubicBezTo>
                    <a:pt x="107854" y="114129"/>
                    <a:pt x="107526" y="112162"/>
                    <a:pt x="107198" y="111179"/>
                  </a:cubicBezTo>
                  <a:cubicBezTo>
                    <a:pt x="98990" y="78078"/>
                    <a:pt x="95379" y="63002"/>
                    <a:pt x="95379" y="58086"/>
                  </a:cubicBezTo>
                  <a:cubicBezTo>
                    <a:pt x="109824" y="32850"/>
                    <a:pt x="121643" y="18430"/>
                    <a:pt x="127552" y="18430"/>
                  </a:cubicBezTo>
                  <a:cubicBezTo>
                    <a:pt x="129522" y="18430"/>
                    <a:pt x="132148" y="19413"/>
                    <a:pt x="135431" y="21052"/>
                  </a:cubicBezTo>
                  <a:cubicBezTo>
                    <a:pt x="139371" y="23346"/>
                    <a:pt x="141669" y="24001"/>
                    <a:pt x="144295" y="24001"/>
                  </a:cubicBezTo>
                  <a:cubicBezTo>
                    <a:pt x="151190" y="24001"/>
                    <a:pt x="155786" y="19085"/>
                    <a:pt x="155786" y="12203"/>
                  </a:cubicBezTo>
                  <a:cubicBezTo>
                    <a:pt x="155786" y="5320"/>
                    <a:pt x="150205" y="76"/>
                    <a:pt x="142325" y="76"/>
                  </a:cubicBezTo>
                  <a:cubicBezTo>
                    <a:pt x="127880" y="76"/>
                    <a:pt x="115405" y="11875"/>
                    <a:pt x="92752" y="46943"/>
                  </a:cubicBezTo>
                  <a:lnTo>
                    <a:pt x="89141" y="28917"/>
                  </a:lnTo>
                  <a:cubicBezTo>
                    <a:pt x="84545" y="6631"/>
                    <a:pt x="80934" y="76"/>
                    <a:pt x="72070" y="76"/>
                  </a:cubicBezTo>
                  <a:cubicBezTo>
                    <a:pt x="64847" y="76"/>
                    <a:pt x="53685" y="3026"/>
                    <a:pt x="33659" y="9581"/>
                  </a:cubicBezTo>
                  <a:lnTo>
                    <a:pt x="30047" y="10892"/>
                  </a:lnTo>
                  <a:lnTo>
                    <a:pt x="31361" y="15808"/>
                  </a:lnTo>
                  <a:cubicBezTo>
                    <a:pt x="43836" y="12858"/>
                    <a:pt x="46791" y="12203"/>
                    <a:pt x="49745" y="12203"/>
                  </a:cubicBezTo>
                  <a:cubicBezTo>
                    <a:pt x="57953" y="12203"/>
                    <a:pt x="59923" y="15152"/>
                    <a:pt x="64519" y="34816"/>
                  </a:cubicBezTo>
                  <a:lnTo>
                    <a:pt x="74039" y="75128"/>
                  </a:lnTo>
                  <a:lnTo>
                    <a:pt x="47119" y="113473"/>
                  </a:lnTo>
                  <a:cubicBezTo>
                    <a:pt x="40553" y="123306"/>
                    <a:pt x="33987" y="129205"/>
                    <a:pt x="30376" y="129205"/>
                  </a:cubicBezTo>
                  <a:cubicBezTo>
                    <a:pt x="28406" y="129205"/>
                    <a:pt x="25123" y="128222"/>
                    <a:pt x="21840" y="126255"/>
                  </a:cubicBezTo>
                  <a:cubicBezTo>
                    <a:pt x="17572" y="123961"/>
                    <a:pt x="13961" y="122978"/>
                    <a:pt x="11334" y="122978"/>
                  </a:cubicBezTo>
                  <a:cubicBezTo>
                    <a:pt x="5097" y="122978"/>
                    <a:pt x="172" y="127894"/>
                    <a:pt x="172" y="134449"/>
                  </a:cubicBezTo>
                  <a:cubicBezTo>
                    <a:pt x="172" y="142970"/>
                    <a:pt x="6738" y="148214"/>
                    <a:pt x="16587" y="148214"/>
                  </a:cubicBezTo>
                  <a:cubicBezTo>
                    <a:pt x="26764" y="148214"/>
                    <a:pt x="30704" y="145264"/>
                    <a:pt x="47119" y="125272"/>
                  </a:cubicBezTo>
                  <a:cubicBezTo>
                    <a:pt x="55983" y="114784"/>
                    <a:pt x="62877" y="105935"/>
                    <a:pt x="76666" y="86927"/>
                  </a:cubicBezTo>
                  <a:lnTo>
                    <a:pt x="86515" y="126255"/>
                  </a:lnTo>
                  <a:cubicBezTo>
                    <a:pt x="90783" y="142970"/>
                    <a:pt x="95051" y="148214"/>
                    <a:pt x="105556" y="148214"/>
                  </a:cubicBezTo>
                  <a:cubicBezTo>
                    <a:pt x="118031" y="148214"/>
                    <a:pt x="126567" y="140348"/>
                    <a:pt x="145609" y="110852"/>
                  </a:cubicBezTo>
                  <a:lnTo>
                    <a:pt x="141012" y="108230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EE149B4E-7185-BC45-D5A9-00A42341393C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8402986" y="4814074"/>
              <a:ext cx="76165" cy="327737"/>
            </a:xfrm>
            <a:custGeom>
              <a:avLst/>
              <a:gdLst>
                <a:gd name="connsiteX0" fmla="*/ 76342 w 76165"/>
                <a:gd name="connsiteY0" fmla="*/ 163944 h 327737"/>
                <a:gd name="connsiteX1" fmla="*/ 54675 w 76165"/>
                <a:gd name="connsiteY1" fmla="*/ 61690 h 327737"/>
                <a:gd name="connsiteX2" fmla="*/ 3460 w 76165"/>
                <a:gd name="connsiteY2" fmla="*/ 76 h 327737"/>
                <a:gd name="connsiteX3" fmla="*/ 177 w 76165"/>
                <a:gd name="connsiteY3" fmla="*/ 3353 h 327737"/>
                <a:gd name="connsiteX4" fmla="*/ 6415 w 76165"/>
                <a:gd name="connsiteY4" fmla="*/ 10891 h 327737"/>
                <a:gd name="connsiteX5" fmla="*/ 57301 w 76165"/>
                <a:gd name="connsiteY5" fmla="*/ 163944 h 327737"/>
                <a:gd name="connsiteX6" fmla="*/ 4445 w 76165"/>
                <a:gd name="connsiteY6" fmla="*/ 318964 h 327737"/>
                <a:gd name="connsiteX7" fmla="*/ 177 w 76165"/>
                <a:gd name="connsiteY7" fmla="*/ 324536 h 327737"/>
                <a:gd name="connsiteX8" fmla="*/ 3460 w 76165"/>
                <a:gd name="connsiteY8" fmla="*/ 327813 h 327737"/>
                <a:gd name="connsiteX9" fmla="*/ 55660 w 76165"/>
                <a:gd name="connsiteY9" fmla="*/ 263904 h 327737"/>
                <a:gd name="connsiteX10" fmla="*/ 76342 w 76165"/>
                <a:gd name="connsiteY10" fmla="*/ 163944 h 32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327737">
                  <a:moveTo>
                    <a:pt x="76342" y="163944"/>
                  </a:moveTo>
                  <a:cubicBezTo>
                    <a:pt x="76342" y="138381"/>
                    <a:pt x="72731" y="98725"/>
                    <a:pt x="54675" y="61690"/>
                  </a:cubicBezTo>
                  <a:cubicBezTo>
                    <a:pt x="34977" y="21379"/>
                    <a:pt x="6743" y="76"/>
                    <a:pt x="3460" y="76"/>
                  </a:cubicBezTo>
                  <a:cubicBezTo>
                    <a:pt x="1490" y="76"/>
                    <a:pt x="177" y="1387"/>
                    <a:pt x="177" y="3353"/>
                  </a:cubicBezTo>
                  <a:cubicBezTo>
                    <a:pt x="177" y="4336"/>
                    <a:pt x="177" y="4992"/>
                    <a:pt x="6415" y="10891"/>
                  </a:cubicBezTo>
                  <a:cubicBezTo>
                    <a:pt x="38588" y="43337"/>
                    <a:pt x="57301" y="95447"/>
                    <a:pt x="57301" y="163944"/>
                  </a:cubicBezTo>
                  <a:cubicBezTo>
                    <a:pt x="57301" y="219987"/>
                    <a:pt x="45154" y="277669"/>
                    <a:pt x="4445" y="318964"/>
                  </a:cubicBezTo>
                  <a:cubicBezTo>
                    <a:pt x="177" y="322897"/>
                    <a:pt x="177" y="323552"/>
                    <a:pt x="177" y="324536"/>
                  </a:cubicBezTo>
                  <a:cubicBezTo>
                    <a:pt x="177" y="326502"/>
                    <a:pt x="1490" y="327813"/>
                    <a:pt x="3460" y="327813"/>
                  </a:cubicBezTo>
                  <a:cubicBezTo>
                    <a:pt x="6743" y="327813"/>
                    <a:pt x="36290" y="305527"/>
                    <a:pt x="55660" y="263904"/>
                  </a:cubicBezTo>
                  <a:cubicBezTo>
                    <a:pt x="72403" y="227853"/>
                    <a:pt x="76342" y="191474"/>
                    <a:pt x="76342" y="163944"/>
                  </a:cubicBez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169EC33A-F382-97BE-CA85-103A47106EA3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603738" y="4939598"/>
              <a:ext cx="218318" cy="76690"/>
            </a:xfrm>
            <a:custGeom>
              <a:avLst/>
              <a:gdLst>
                <a:gd name="connsiteX0" fmla="*/ 207340 w 218318"/>
                <a:gd name="connsiteY0" fmla="*/ 13185 h 76690"/>
                <a:gd name="connsiteX1" fmla="*/ 218502 w 218318"/>
                <a:gd name="connsiteY1" fmla="*/ 6630 h 76690"/>
                <a:gd name="connsiteX2" fmla="*/ 207668 w 218318"/>
                <a:gd name="connsiteY2" fmla="*/ 76 h 76690"/>
                <a:gd name="connsiteX3" fmla="*/ 11018 w 218318"/>
                <a:gd name="connsiteY3" fmla="*/ 76 h 76690"/>
                <a:gd name="connsiteX4" fmla="*/ 184 w 218318"/>
                <a:gd name="connsiteY4" fmla="*/ 6630 h 76690"/>
                <a:gd name="connsiteX5" fmla="*/ 11346 w 218318"/>
                <a:gd name="connsiteY5" fmla="*/ 13185 h 76690"/>
                <a:gd name="connsiteX6" fmla="*/ 207340 w 218318"/>
                <a:gd name="connsiteY6" fmla="*/ 13185 h 76690"/>
                <a:gd name="connsiteX7" fmla="*/ 207668 w 218318"/>
                <a:gd name="connsiteY7" fmla="*/ 76766 h 76690"/>
                <a:gd name="connsiteX8" fmla="*/ 218502 w 218318"/>
                <a:gd name="connsiteY8" fmla="*/ 70211 h 76690"/>
                <a:gd name="connsiteX9" fmla="*/ 207340 w 218318"/>
                <a:gd name="connsiteY9" fmla="*/ 63657 h 76690"/>
                <a:gd name="connsiteX10" fmla="*/ 11346 w 218318"/>
                <a:gd name="connsiteY10" fmla="*/ 63657 h 76690"/>
                <a:gd name="connsiteX11" fmla="*/ 184 w 218318"/>
                <a:gd name="connsiteY11" fmla="*/ 70211 h 76690"/>
                <a:gd name="connsiteX12" fmla="*/ 11018 w 218318"/>
                <a:gd name="connsiteY12" fmla="*/ 76766 h 76690"/>
                <a:gd name="connsiteX13" fmla="*/ 207668 w 218318"/>
                <a:gd name="connsiteY13" fmla="*/ 76766 h 7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318" h="76690">
                  <a:moveTo>
                    <a:pt x="207340" y="13185"/>
                  </a:moveTo>
                  <a:cubicBezTo>
                    <a:pt x="212265" y="13185"/>
                    <a:pt x="218502" y="13185"/>
                    <a:pt x="218502" y="6630"/>
                  </a:cubicBezTo>
                  <a:cubicBezTo>
                    <a:pt x="218502" y="76"/>
                    <a:pt x="212265" y="76"/>
                    <a:pt x="207668" y="76"/>
                  </a:cubicBezTo>
                  <a:lnTo>
                    <a:pt x="11018" y="76"/>
                  </a:lnTo>
                  <a:cubicBezTo>
                    <a:pt x="6421" y="76"/>
                    <a:pt x="184" y="76"/>
                    <a:pt x="184" y="6630"/>
                  </a:cubicBezTo>
                  <a:cubicBezTo>
                    <a:pt x="184" y="13185"/>
                    <a:pt x="6421" y="13185"/>
                    <a:pt x="11346" y="13185"/>
                  </a:cubicBezTo>
                  <a:lnTo>
                    <a:pt x="207340" y="13185"/>
                  </a:lnTo>
                  <a:close/>
                  <a:moveTo>
                    <a:pt x="207668" y="76766"/>
                  </a:moveTo>
                  <a:cubicBezTo>
                    <a:pt x="212265" y="76766"/>
                    <a:pt x="218502" y="76766"/>
                    <a:pt x="218502" y="70211"/>
                  </a:cubicBezTo>
                  <a:cubicBezTo>
                    <a:pt x="218502" y="63657"/>
                    <a:pt x="212265" y="63657"/>
                    <a:pt x="207340" y="63657"/>
                  </a:cubicBezTo>
                  <a:lnTo>
                    <a:pt x="11346" y="63657"/>
                  </a:lnTo>
                  <a:cubicBezTo>
                    <a:pt x="6421" y="63657"/>
                    <a:pt x="184" y="63657"/>
                    <a:pt x="184" y="70211"/>
                  </a:cubicBezTo>
                  <a:cubicBezTo>
                    <a:pt x="184" y="76766"/>
                    <a:pt x="6421" y="76766"/>
                    <a:pt x="11018" y="76766"/>
                  </a:cubicBezTo>
                  <a:lnTo>
                    <a:pt x="207668" y="76766"/>
                  </a:ln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6CC96889-3C81-F5AD-3528-0CB8460290D4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9014010" y="4692638"/>
              <a:ext cx="155613" cy="148137"/>
            </a:xfrm>
            <a:custGeom>
              <a:avLst/>
              <a:gdLst>
                <a:gd name="connsiteX0" fmla="*/ 141036 w 155613"/>
                <a:gd name="connsiteY0" fmla="*/ 108223 h 148137"/>
                <a:gd name="connsiteX1" fmla="*/ 133814 w 155613"/>
                <a:gd name="connsiteY1" fmla="*/ 117072 h 148137"/>
                <a:gd name="connsiteX2" fmla="*/ 118712 w 155613"/>
                <a:gd name="connsiteY2" fmla="*/ 130181 h 148137"/>
                <a:gd name="connsiteX3" fmla="*/ 108535 w 155613"/>
                <a:gd name="connsiteY3" fmla="*/ 116744 h 148137"/>
                <a:gd name="connsiteX4" fmla="*/ 107221 w 155613"/>
                <a:gd name="connsiteY4" fmla="*/ 111173 h 148137"/>
                <a:gd name="connsiteX5" fmla="*/ 95403 w 155613"/>
                <a:gd name="connsiteY5" fmla="*/ 58079 h 148137"/>
                <a:gd name="connsiteX6" fmla="*/ 127576 w 155613"/>
                <a:gd name="connsiteY6" fmla="*/ 18423 h 148137"/>
                <a:gd name="connsiteX7" fmla="*/ 135455 w 155613"/>
                <a:gd name="connsiteY7" fmla="*/ 21045 h 148137"/>
                <a:gd name="connsiteX8" fmla="*/ 144319 w 155613"/>
                <a:gd name="connsiteY8" fmla="*/ 23994 h 148137"/>
                <a:gd name="connsiteX9" fmla="*/ 155810 w 155613"/>
                <a:gd name="connsiteY9" fmla="*/ 12196 h 148137"/>
                <a:gd name="connsiteX10" fmla="*/ 142349 w 155613"/>
                <a:gd name="connsiteY10" fmla="*/ 70 h 148137"/>
                <a:gd name="connsiteX11" fmla="*/ 92776 w 155613"/>
                <a:gd name="connsiteY11" fmla="*/ 46936 h 148137"/>
                <a:gd name="connsiteX12" fmla="*/ 89165 w 155613"/>
                <a:gd name="connsiteY12" fmla="*/ 28910 h 148137"/>
                <a:gd name="connsiteX13" fmla="*/ 72093 w 155613"/>
                <a:gd name="connsiteY13" fmla="*/ 70 h 148137"/>
                <a:gd name="connsiteX14" fmla="*/ 33682 w 155613"/>
                <a:gd name="connsiteY14" fmla="*/ 9574 h 148137"/>
                <a:gd name="connsiteX15" fmla="*/ 30071 w 155613"/>
                <a:gd name="connsiteY15" fmla="*/ 10885 h 148137"/>
                <a:gd name="connsiteX16" fmla="*/ 31384 w 155613"/>
                <a:gd name="connsiteY16" fmla="*/ 15801 h 148137"/>
                <a:gd name="connsiteX17" fmla="*/ 49769 w 155613"/>
                <a:gd name="connsiteY17" fmla="*/ 12196 h 148137"/>
                <a:gd name="connsiteX18" fmla="*/ 64543 w 155613"/>
                <a:gd name="connsiteY18" fmla="*/ 34810 h 148137"/>
                <a:gd name="connsiteX19" fmla="*/ 74063 w 155613"/>
                <a:gd name="connsiteY19" fmla="*/ 75121 h 148137"/>
                <a:gd name="connsiteX20" fmla="*/ 47143 w 155613"/>
                <a:gd name="connsiteY20" fmla="*/ 113467 h 148137"/>
                <a:gd name="connsiteX21" fmla="*/ 30399 w 155613"/>
                <a:gd name="connsiteY21" fmla="*/ 129198 h 148137"/>
                <a:gd name="connsiteX22" fmla="*/ 21864 w 155613"/>
                <a:gd name="connsiteY22" fmla="*/ 126248 h 148137"/>
                <a:gd name="connsiteX23" fmla="*/ 11358 w 155613"/>
                <a:gd name="connsiteY23" fmla="*/ 122971 h 148137"/>
                <a:gd name="connsiteX24" fmla="*/ 196 w 155613"/>
                <a:gd name="connsiteY24" fmla="*/ 134442 h 148137"/>
                <a:gd name="connsiteX25" fmla="*/ 16611 w 155613"/>
                <a:gd name="connsiteY25" fmla="*/ 148207 h 148137"/>
                <a:gd name="connsiteX26" fmla="*/ 47143 w 155613"/>
                <a:gd name="connsiteY26" fmla="*/ 125265 h 148137"/>
                <a:gd name="connsiteX27" fmla="*/ 76690 w 155613"/>
                <a:gd name="connsiteY27" fmla="*/ 86920 h 148137"/>
                <a:gd name="connsiteX28" fmla="*/ 86539 w 155613"/>
                <a:gd name="connsiteY28" fmla="*/ 126248 h 148137"/>
                <a:gd name="connsiteX29" fmla="*/ 105580 w 155613"/>
                <a:gd name="connsiteY29" fmla="*/ 148207 h 148137"/>
                <a:gd name="connsiteX30" fmla="*/ 145632 w 155613"/>
                <a:gd name="connsiteY30" fmla="*/ 110845 h 148137"/>
                <a:gd name="connsiteX31" fmla="*/ 141036 w 155613"/>
                <a:gd name="connsiteY31" fmla="*/ 108223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36" y="108223"/>
                  </a:moveTo>
                  <a:cubicBezTo>
                    <a:pt x="138410" y="111173"/>
                    <a:pt x="136768" y="113139"/>
                    <a:pt x="133814" y="117072"/>
                  </a:cubicBezTo>
                  <a:cubicBezTo>
                    <a:pt x="126263" y="126904"/>
                    <a:pt x="122323" y="130181"/>
                    <a:pt x="118712" y="130181"/>
                  </a:cubicBezTo>
                  <a:cubicBezTo>
                    <a:pt x="113787" y="130181"/>
                    <a:pt x="110833" y="125921"/>
                    <a:pt x="108535" y="116744"/>
                  </a:cubicBezTo>
                  <a:cubicBezTo>
                    <a:pt x="107878" y="114122"/>
                    <a:pt x="107550" y="112156"/>
                    <a:pt x="107221" y="111173"/>
                  </a:cubicBezTo>
                  <a:cubicBezTo>
                    <a:pt x="99014" y="78071"/>
                    <a:pt x="95403" y="62995"/>
                    <a:pt x="95403" y="58079"/>
                  </a:cubicBezTo>
                  <a:cubicBezTo>
                    <a:pt x="109848" y="32843"/>
                    <a:pt x="121666" y="18423"/>
                    <a:pt x="127576" y="18423"/>
                  </a:cubicBezTo>
                  <a:cubicBezTo>
                    <a:pt x="129546" y="18423"/>
                    <a:pt x="132172" y="19406"/>
                    <a:pt x="135455" y="21045"/>
                  </a:cubicBezTo>
                  <a:cubicBezTo>
                    <a:pt x="139395" y="23339"/>
                    <a:pt x="141693" y="23994"/>
                    <a:pt x="144319" y="23994"/>
                  </a:cubicBezTo>
                  <a:cubicBezTo>
                    <a:pt x="151213" y="23994"/>
                    <a:pt x="155810" y="19078"/>
                    <a:pt x="155810" y="12196"/>
                  </a:cubicBezTo>
                  <a:cubicBezTo>
                    <a:pt x="155810" y="5313"/>
                    <a:pt x="150228" y="70"/>
                    <a:pt x="142349" y="70"/>
                  </a:cubicBezTo>
                  <a:cubicBezTo>
                    <a:pt x="127904" y="70"/>
                    <a:pt x="115429" y="11868"/>
                    <a:pt x="92776" y="46936"/>
                  </a:cubicBezTo>
                  <a:lnTo>
                    <a:pt x="89165" y="28910"/>
                  </a:lnTo>
                  <a:cubicBezTo>
                    <a:pt x="84569" y="6624"/>
                    <a:pt x="80957" y="70"/>
                    <a:pt x="72093" y="70"/>
                  </a:cubicBezTo>
                  <a:cubicBezTo>
                    <a:pt x="64871" y="70"/>
                    <a:pt x="53709" y="3019"/>
                    <a:pt x="33682" y="9574"/>
                  </a:cubicBezTo>
                  <a:lnTo>
                    <a:pt x="30071" y="10885"/>
                  </a:lnTo>
                  <a:lnTo>
                    <a:pt x="31384" y="15801"/>
                  </a:lnTo>
                  <a:cubicBezTo>
                    <a:pt x="43860" y="12851"/>
                    <a:pt x="46814" y="12196"/>
                    <a:pt x="49769" y="12196"/>
                  </a:cubicBezTo>
                  <a:cubicBezTo>
                    <a:pt x="57977" y="12196"/>
                    <a:pt x="59946" y="15145"/>
                    <a:pt x="64543" y="34810"/>
                  </a:cubicBezTo>
                  <a:lnTo>
                    <a:pt x="74063" y="75121"/>
                  </a:lnTo>
                  <a:lnTo>
                    <a:pt x="47143" y="113467"/>
                  </a:lnTo>
                  <a:cubicBezTo>
                    <a:pt x="40577" y="123299"/>
                    <a:pt x="34011" y="129198"/>
                    <a:pt x="30399" y="129198"/>
                  </a:cubicBezTo>
                  <a:cubicBezTo>
                    <a:pt x="28430" y="129198"/>
                    <a:pt x="25147" y="128215"/>
                    <a:pt x="21864" y="126248"/>
                  </a:cubicBezTo>
                  <a:cubicBezTo>
                    <a:pt x="17596" y="123954"/>
                    <a:pt x="13985" y="122971"/>
                    <a:pt x="11358" y="122971"/>
                  </a:cubicBezTo>
                  <a:cubicBezTo>
                    <a:pt x="5120" y="122971"/>
                    <a:pt x="196" y="127887"/>
                    <a:pt x="196" y="134442"/>
                  </a:cubicBezTo>
                  <a:cubicBezTo>
                    <a:pt x="196" y="142963"/>
                    <a:pt x="6762" y="148207"/>
                    <a:pt x="16611" y="148207"/>
                  </a:cubicBezTo>
                  <a:cubicBezTo>
                    <a:pt x="26788" y="148207"/>
                    <a:pt x="30728" y="145257"/>
                    <a:pt x="47143" y="125265"/>
                  </a:cubicBezTo>
                  <a:cubicBezTo>
                    <a:pt x="56007" y="114778"/>
                    <a:pt x="62901" y="105929"/>
                    <a:pt x="76690" y="86920"/>
                  </a:cubicBezTo>
                  <a:lnTo>
                    <a:pt x="86539" y="126248"/>
                  </a:lnTo>
                  <a:cubicBezTo>
                    <a:pt x="90806" y="142963"/>
                    <a:pt x="95074" y="148207"/>
                    <a:pt x="105580" y="148207"/>
                  </a:cubicBezTo>
                  <a:cubicBezTo>
                    <a:pt x="118055" y="148207"/>
                    <a:pt x="126591" y="140341"/>
                    <a:pt x="145632" y="110845"/>
                  </a:cubicBezTo>
                  <a:lnTo>
                    <a:pt x="141036" y="108223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A014445-8707-C9D3-248C-65BB7FAC2D4C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9243184" y="4748681"/>
              <a:ext cx="200590" cy="13109"/>
            </a:xfrm>
            <a:custGeom>
              <a:avLst/>
              <a:gdLst>
                <a:gd name="connsiteX0" fmla="*/ 189302 w 200590"/>
                <a:gd name="connsiteY0" fmla="*/ 13179 h 13109"/>
                <a:gd name="connsiteX1" fmla="*/ 200792 w 200590"/>
                <a:gd name="connsiteY1" fmla="*/ 6624 h 13109"/>
                <a:gd name="connsiteX2" fmla="*/ 189302 w 200590"/>
                <a:gd name="connsiteY2" fmla="*/ 70 h 13109"/>
                <a:gd name="connsiteX3" fmla="*/ 11692 w 200590"/>
                <a:gd name="connsiteY3" fmla="*/ 70 h 13109"/>
                <a:gd name="connsiteX4" fmla="*/ 202 w 200590"/>
                <a:gd name="connsiteY4" fmla="*/ 6624 h 13109"/>
                <a:gd name="connsiteX5" fmla="*/ 11692 w 200590"/>
                <a:gd name="connsiteY5" fmla="*/ 13179 h 13109"/>
                <a:gd name="connsiteX6" fmla="*/ 189302 w 200590"/>
                <a:gd name="connsiteY6" fmla="*/ 13179 h 1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590" h="13109">
                  <a:moveTo>
                    <a:pt x="189302" y="13179"/>
                  </a:moveTo>
                  <a:cubicBezTo>
                    <a:pt x="194883" y="13179"/>
                    <a:pt x="200792" y="13179"/>
                    <a:pt x="200792" y="6624"/>
                  </a:cubicBezTo>
                  <a:cubicBezTo>
                    <a:pt x="200792" y="70"/>
                    <a:pt x="194883" y="70"/>
                    <a:pt x="189302" y="70"/>
                  </a:cubicBezTo>
                  <a:lnTo>
                    <a:pt x="11692" y="70"/>
                  </a:lnTo>
                  <a:cubicBezTo>
                    <a:pt x="6111" y="70"/>
                    <a:pt x="202" y="70"/>
                    <a:pt x="202" y="6624"/>
                  </a:cubicBezTo>
                  <a:cubicBezTo>
                    <a:pt x="202" y="13179"/>
                    <a:pt x="6111" y="13179"/>
                    <a:pt x="11692" y="13179"/>
                  </a:cubicBezTo>
                  <a:lnTo>
                    <a:pt x="189302" y="13179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1E73F262-8354-4567-C9FA-E00E2711EC9C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9508879" y="4692638"/>
              <a:ext cx="155613" cy="148137"/>
            </a:xfrm>
            <a:custGeom>
              <a:avLst/>
              <a:gdLst>
                <a:gd name="connsiteX0" fmla="*/ 141051 w 155613"/>
                <a:gd name="connsiteY0" fmla="*/ 108223 h 148137"/>
                <a:gd name="connsiteX1" fmla="*/ 133828 w 155613"/>
                <a:gd name="connsiteY1" fmla="*/ 117072 h 148137"/>
                <a:gd name="connsiteX2" fmla="*/ 118727 w 155613"/>
                <a:gd name="connsiteY2" fmla="*/ 130181 h 148137"/>
                <a:gd name="connsiteX3" fmla="*/ 108549 w 155613"/>
                <a:gd name="connsiteY3" fmla="*/ 116744 h 148137"/>
                <a:gd name="connsiteX4" fmla="*/ 107236 w 155613"/>
                <a:gd name="connsiteY4" fmla="*/ 111173 h 148137"/>
                <a:gd name="connsiteX5" fmla="*/ 95418 w 155613"/>
                <a:gd name="connsiteY5" fmla="*/ 58079 h 148137"/>
                <a:gd name="connsiteX6" fmla="*/ 127591 w 155613"/>
                <a:gd name="connsiteY6" fmla="*/ 18423 h 148137"/>
                <a:gd name="connsiteX7" fmla="*/ 135470 w 155613"/>
                <a:gd name="connsiteY7" fmla="*/ 21045 h 148137"/>
                <a:gd name="connsiteX8" fmla="*/ 144334 w 155613"/>
                <a:gd name="connsiteY8" fmla="*/ 23994 h 148137"/>
                <a:gd name="connsiteX9" fmla="*/ 155824 w 155613"/>
                <a:gd name="connsiteY9" fmla="*/ 12196 h 148137"/>
                <a:gd name="connsiteX10" fmla="*/ 142364 w 155613"/>
                <a:gd name="connsiteY10" fmla="*/ 70 h 148137"/>
                <a:gd name="connsiteX11" fmla="*/ 92791 w 155613"/>
                <a:gd name="connsiteY11" fmla="*/ 46936 h 148137"/>
                <a:gd name="connsiteX12" fmla="*/ 89180 w 155613"/>
                <a:gd name="connsiteY12" fmla="*/ 28910 h 148137"/>
                <a:gd name="connsiteX13" fmla="*/ 72108 w 155613"/>
                <a:gd name="connsiteY13" fmla="*/ 70 h 148137"/>
                <a:gd name="connsiteX14" fmla="*/ 33697 w 155613"/>
                <a:gd name="connsiteY14" fmla="*/ 9574 h 148137"/>
                <a:gd name="connsiteX15" fmla="*/ 30086 w 155613"/>
                <a:gd name="connsiteY15" fmla="*/ 10885 h 148137"/>
                <a:gd name="connsiteX16" fmla="*/ 31399 w 155613"/>
                <a:gd name="connsiteY16" fmla="*/ 15801 h 148137"/>
                <a:gd name="connsiteX17" fmla="*/ 49784 w 155613"/>
                <a:gd name="connsiteY17" fmla="*/ 12196 h 148137"/>
                <a:gd name="connsiteX18" fmla="*/ 64557 w 155613"/>
                <a:gd name="connsiteY18" fmla="*/ 34810 h 148137"/>
                <a:gd name="connsiteX19" fmla="*/ 74078 w 155613"/>
                <a:gd name="connsiteY19" fmla="*/ 75121 h 148137"/>
                <a:gd name="connsiteX20" fmla="*/ 47158 w 155613"/>
                <a:gd name="connsiteY20" fmla="*/ 113467 h 148137"/>
                <a:gd name="connsiteX21" fmla="*/ 30414 w 155613"/>
                <a:gd name="connsiteY21" fmla="*/ 129198 h 148137"/>
                <a:gd name="connsiteX22" fmla="*/ 21879 w 155613"/>
                <a:gd name="connsiteY22" fmla="*/ 126248 h 148137"/>
                <a:gd name="connsiteX23" fmla="*/ 11373 w 155613"/>
                <a:gd name="connsiteY23" fmla="*/ 122971 h 148137"/>
                <a:gd name="connsiteX24" fmla="*/ 211 w 155613"/>
                <a:gd name="connsiteY24" fmla="*/ 134442 h 148137"/>
                <a:gd name="connsiteX25" fmla="*/ 16626 w 155613"/>
                <a:gd name="connsiteY25" fmla="*/ 148207 h 148137"/>
                <a:gd name="connsiteX26" fmla="*/ 47158 w 155613"/>
                <a:gd name="connsiteY26" fmla="*/ 125265 h 148137"/>
                <a:gd name="connsiteX27" fmla="*/ 76704 w 155613"/>
                <a:gd name="connsiteY27" fmla="*/ 86920 h 148137"/>
                <a:gd name="connsiteX28" fmla="*/ 86553 w 155613"/>
                <a:gd name="connsiteY28" fmla="*/ 126248 h 148137"/>
                <a:gd name="connsiteX29" fmla="*/ 105595 w 155613"/>
                <a:gd name="connsiteY29" fmla="*/ 148207 h 148137"/>
                <a:gd name="connsiteX30" fmla="*/ 145647 w 155613"/>
                <a:gd name="connsiteY30" fmla="*/ 110845 h 148137"/>
                <a:gd name="connsiteX31" fmla="*/ 141051 w 155613"/>
                <a:gd name="connsiteY31" fmla="*/ 108223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51" y="108223"/>
                  </a:moveTo>
                  <a:cubicBezTo>
                    <a:pt x="138425" y="111173"/>
                    <a:pt x="136783" y="113139"/>
                    <a:pt x="133828" y="117072"/>
                  </a:cubicBezTo>
                  <a:cubicBezTo>
                    <a:pt x="126278" y="126904"/>
                    <a:pt x="122338" y="130181"/>
                    <a:pt x="118727" y="130181"/>
                  </a:cubicBezTo>
                  <a:cubicBezTo>
                    <a:pt x="113802" y="130181"/>
                    <a:pt x="110848" y="125921"/>
                    <a:pt x="108549" y="116744"/>
                  </a:cubicBezTo>
                  <a:cubicBezTo>
                    <a:pt x="107893" y="114122"/>
                    <a:pt x="107565" y="112156"/>
                    <a:pt x="107236" y="111173"/>
                  </a:cubicBezTo>
                  <a:cubicBezTo>
                    <a:pt x="99029" y="78071"/>
                    <a:pt x="95418" y="62995"/>
                    <a:pt x="95418" y="58079"/>
                  </a:cubicBezTo>
                  <a:cubicBezTo>
                    <a:pt x="109863" y="32843"/>
                    <a:pt x="121681" y="18423"/>
                    <a:pt x="127591" y="18423"/>
                  </a:cubicBezTo>
                  <a:cubicBezTo>
                    <a:pt x="129561" y="18423"/>
                    <a:pt x="132187" y="19406"/>
                    <a:pt x="135470" y="21045"/>
                  </a:cubicBezTo>
                  <a:cubicBezTo>
                    <a:pt x="139410" y="23339"/>
                    <a:pt x="141708" y="23994"/>
                    <a:pt x="144334" y="23994"/>
                  </a:cubicBezTo>
                  <a:cubicBezTo>
                    <a:pt x="151228" y="23994"/>
                    <a:pt x="155824" y="19078"/>
                    <a:pt x="155824" y="12196"/>
                  </a:cubicBezTo>
                  <a:cubicBezTo>
                    <a:pt x="155824" y="5313"/>
                    <a:pt x="150243" y="70"/>
                    <a:pt x="142364" y="70"/>
                  </a:cubicBezTo>
                  <a:cubicBezTo>
                    <a:pt x="127919" y="70"/>
                    <a:pt x="115444" y="11868"/>
                    <a:pt x="92791" y="46936"/>
                  </a:cubicBezTo>
                  <a:lnTo>
                    <a:pt x="89180" y="28910"/>
                  </a:lnTo>
                  <a:cubicBezTo>
                    <a:pt x="84584" y="6624"/>
                    <a:pt x="80972" y="70"/>
                    <a:pt x="72108" y="70"/>
                  </a:cubicBezTo>
                  <a:cubicBezTo>
                    <a:pt x="64886" y="70"/>
                    <a:pt x="53724" y="3019"/>
                    <a:pt x="33697" y="9574"/>
                  </a:cubicBezTo>
                  <a:lnTo>
                    <a:pt x="30086" y="10885"/>
                  </a:lnTo>
                  <a:lnTo>
                    <a:pt x="31399" y="15801"/>
                  </a:lnTo>
                  <a:cubicBezTo>
                    <a:pt x="43875" y="12851"/>
                    <a:pt x="46829" y="12196"/>
                    <a:pt x="49784" y="12196"/>
                  </a:cubicBezTo>
                  <a:cubicBezTo>
                    <a:pt x="57992" y="12196"/>
                    <a:pt x="59961" y="15145"/>
                    <a:pt x="64557" y="34810"/>
                  </a:cubicBezTo>
                  <a:lnTo>
                    <a:pt x="74078" y="75121"/>
                  </a:lnTo>
                  <a:lnTo>
                    <a:pt x="47158" y="113467"/>
                  </a:lnTo>
                  <a:cubicBezTo>
                    <a:pt x="40592" y="123299"/>
                    <a:pt x="34026" y="129198"/>
                    <a:pt x="30414" y="129198"/>
                  </a:cubicBezTo>
                  <a:cubicBezTo>
                    <a:pt x="28445" y="129198"/>
                    <a:pt x="25162" y="128215"/>
                    <a:pt x="21879" y="126248"/>
                  </a:cubicBezTo>
                  <a:cubicBezTo>
                    <a:pt x="17611" y="123954"/>
                    <a:pt x="13999" y="122971"/>
                    <a:pt x="11373" y="122971"/>
                  </a:cubicBezTo>
                  <a:cubicBezTo>
                    <a:pt x="5135" y="122971"/>
                    <a:pt x="211" y="127887"/>
                    <a:pt x="211" y="134442"/>
                  </a:cubicBezTo>
                  <a:cubicBezTo>
                    <a:pt x="211" y="142963"/>
                    <a:pt x="6777" y="148207"/>
                    <a:pt x="16626" y="148207"/>
                  </a:cubicBezTo>
                  <a:cubicBezTo>
                    <a:pt x="26803" y="148207"/>
                    <a:pt x="30743" y="145257"/>
                    <a:pt x="47158" y="125265"/>
                  </a:cubicBezTo>
                  <a:cubicBezTo>
                    <a:pt x="56022" y="114778"/>
                    <a:pt x="62916" y="105929"/>
                    <a:pt x="76704" y="86920"/>
                  </a:cubicBezTo>
                  <a:lnTo>
                    <a:pt x="86553" y="126248"/>
                  </a:lnTo>
                  <a:cubicBezTo>
                    <a:pt x="90821" y="142963"/>
                    <a:pt x="95089" y="148207"/>
                    <a:pt x="105595" y="148207"/>
                  </a:cubicBezTo>
                  <a:cubicBezTo>
                    <a:pt x="118070" y="148207"/>
                    <a:pt x="126606" y="140341"/>
                    <a:pt x="145647" y="110845"/>
                  </a:cubicBezTo>
                  <a:lnTo>
                    <a:pt x="141051" y="108223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36DDD5BF-0E33-E951-C0D9-CA2C720CC0FB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9691019" y="4722917"/>
              <a:ext cx="68752" cy="163947"/>
            </a:xfrm>
            <a:custGeom>
              <a:avLst/>
              <a:gdLst>
                <a:gd name="connsiteX0" fmla="*/ 43944 w 68752"/>
                <a:gd name="connsiteY0" fmla="*/ 72 h 163947"/>
                <a:gd name="connsiteX1" fmla="*/ 215 w 68752"/>
                <a:gd name="connsiteY1" fmla="*/ 22142 h 163947"/>
                <a:gd name="connsiteX2" fmla="*/ 215 w 68752"/>
                <a:gd name="connsiteY2" fmla="*/ 25537 h 163947"/>
                <a:gd name="connsiteX3" fmla="*/ 6774 w 68752"/>
                <a:gd name="connsiteY3" fmla="*/ 22869 h 163947"/>
                <a:gd name="connsiteX4" fmla="*/ 17706 w 68752"/>
                <a:gd name="connsiteY4" fmla="*/ 20202 h 163947"/>
                <a:gd name="connsiteX5" fmla="*/ 24995 w 68752"/>
                <a:gd name="connsiteY5" fmla="*/ 31600 h 163947"/>
                <a:gd name="connsiteX6" fmla="*/ 24995 w 68752"/>
                <a:gd name="connsiteY6" fmla="*/ 141464 h 163947"/>
                <a:gd name="connsiteX7" fmla="*/ 19164 w 68752"/>
                <a:gd name="connsiteY7" fmla="*/ 157228 h 163947"/>
                <a:gd name="connsiteX8" fmla="*/ 1915 w 68752"/>
                <a:gd name="connsiteY8" fmla="*/ 160381 h 163947"/>
                <a:gd name="connsiteX9" fmla="*/ 1915 w 68752"/>
                <a:gd name="connsiteY9" fmla="*/ 164019 h 163947"/>
                <a:gd name="connsiteX10" fmla="*/ 68967 w 68752"/>
                <a:gd name="connsiteY10" fmla="*/ 164019 h 163947"/>
                <a:gd name="connsiteX11" fmla="*/ 68967 w 68752"/>
                <a:gd name="connsiteY11" fmla="*/ 160381 h 163947"/>
                <a:gd name="connsiteX12" fmla="*/ 45888 w 68752"/>
                <a:gd name="connsiteY12" fmla="*/ 146072 h 163947"/>
                <a:gd name="connsiteX13" fmla="*/ 45888 w 68752"/>
                <a:gd name="connsiteY13" fmla="*/ 557 h 163947"/>
                <a:gd name="connsiteX14" fmla="*/ 43944 w 68752"/>
                <a:gd name="connsiteY14" fmla="*/ 72 h 16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752" h="163947">
                  <a:moveTo>
                    <a:pt x="43944" y="72"/>
                  </a:moveTo>
                  <a:lnTo>
                    <a:pt x="215" y="22142"/>
                  </a:lnTo>
                  <a:lnTo>
                    <a:pt x="215" y="25537"/>
                  </a:lnTo>
                  <a:cubicBezTo>
                    <a:pt x="3130" y="24324"/>
                    <a:pt x="5802" y="23354"/>
                    <a:pt x="6774" y="22869"/>
                  </a:cubicBezTo>
                  <a:cubicBezTo>
                    <a:pt x="11147" y="21172"/>
                    <a:pt x="15277" y="20202"/>
                    <a:pt x="17706" y="20202"/>
                  </a:cubicBezTo>
                  <a:cubicBezTo>
                    <a:pt x="22808" y="20202"/>
                    <a:pt x="24995" y="23839"/>
                    <a:pt x="24995" y="31600"/>
                  </a:cubicBezTo>
                  <a:lnTo>
                    <a:pt x="24995" y="141464"/>
                  </a:lnTo>
                  <a:cubicBezTo>
                    <a:pt x="24995" y="149468"/>
                    <a:pt x="23051" y="155046"/>
                    <a:pt x="19164" y="157228"/>
                  </a:cubicBezTo>
                  <a:cubicBezTo>
                    <a:pt x="15520" y="159411"/>
                    <a:pt x="12119" y="160139"/>
                    <a:pt x="1915" y="160381"/>
                  </a:cubicBezTo>
                  <a:lnTo>
                    <a:pt x="1915" y="164019"/>
                  </a:lnTo>
                  <a:lnTo>
                    <a:pt x="68967" y="164019"/>
                  </a:lnTo>
                  <a:lnTo>
                    <a:pt x="68967" y="160381"/>
                  </a:lnTo>
                  <a:cubicBezTo>
                    <a:pt x="49775" y="160139"/>
                    <a:pt x="45888" y="157713"/>
                    <a:pt x="45888" y="146072"/>
                  </a:cubicBezTo>
                  <a:lnTo>
                    <a:pt x="45888" y="557"/>
                  </a:lnTo>
                  <a:lnTo>
                    <a:pt x="43944" y="72"/>
                  </a:ln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648B7616-CA52-B4CF-405E-12B6F1DE6D39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8954165" y="4971058"/>
              <a:ext cx="916998" cy="13155"/>
            </a:xfrm>
            <a:custGeom>
              <a:avLst/>
              <a:gdLst>
                <a:gd name="connsiteX0" fmla="*/ 0 w 916998"/>
                <a:gd name="connsiteY0" fmla="*/ 0 h 13155"/>
                <a:gd name="connsiteX1" fmla="*/ 916998 w 916998"/>
                <a:gd name="connsiteY1" fmla="*/ 0 h 13155"/>
                <a:gd name="connsiteX2" fmla="*/ 916998 w 916998"/>
                <a:gd name="connsiteY2" fmla="*/ 13155 h 13155"/>
                <a:gd name="connsiteX3" fmla="*/ 0 w 916998"/>
                <a:gd name="connsiteY3" fmla="*/ 13155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998" h="13155">
                  <a:moveTo>
                    <a:pt x="0" y="0"/>
                  </a:moveTo>
                  <a:lnTo>
                    <a:pt x="916998" y="0"/>
                  </a:lnTo>
                  <a:lnTo>
                    <a:pt x="916998" y="13155"/>
                  </a:lnTo>
                  <a:lnTo>
                    <a:pt x="0" y="13155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DE33ACCC-25BA-0F64-964B-39C889E71637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8945301" y="5141015"/>
              <a:ext cx="155613" cy="148137"/>
            </a:xfrm>
            <a:custGeom>
              <a:avLst/>
              <a:gdLst>
                <a:gd name="connsiteX0" fmla="*/ 141034 w 155613"/>
                <a:gd name="connsiteY0" fmla="*/ 108236 h 148137"/>
                <a:gd name="connsiteX1" fmla="*/ 133811 w 155613"/>
                <a:gd name="connsiteY1" fmla="*/ 117085 h 148137"/>
                <a:gd name="connsiteX2" fmla="*/ 118710 w 155613"/>
                <a:gd name="connsiteY2" fmla="*/ 130195 h 148137"/>
                <a:gd name="connsiteX3" fmla="*/ 108532 w 155613"/>
                <a:gd name="connsiteY3" fmla="*/ 116758 h 148137"/>
                <a:gd name="connsiteX4" fmla="*/ 107219 w 155613"/>
                <a:gd name="connsiteY4" fmla="*/ 111186 h 148137"/>
                <a:gd name="connsiteX5" fmla="*/ 95400 w 155613"/>
                <a:gd name="connsiteY5" fmla="*/ 58093 h 148137"/>
                <a:gd name="connsiteX6" fmla="*/ 127574 w 155613"/>
                <a:gd name="connsiteY6" fmla="*/ 18436 h 148137"/>
                <a:gd name="connsiteX7" fmla="*/ 135453 w 155613"/>
                <a:gd name="connsiteY7" fmla="*/ 21058 h 148137"/>
                <a:gd name="connsiteX8" fmla="*/ 144317 w 155613"/>
                <a:gd name="connsiteY8" fmla="*/ 24008 h 148137"/>
                <a:gd name="connsiteX9" fmla="*/ 155807 w 155613"/>
                <a:gd name="connsiteY9" fmla="*/ 12209 h 148137"/>
                <a:gd name="connsiteX10" fmla="*/ 142347 w 155613"/>
                <a:gd name="connsiteY10" fmla="*/ 83 h 148137"/>
                <a:gd name="connsiteX11" fmla="*/ 92774 w 155613"/>
                <a:gd name="connsiteY11" fmla="*/ 46950 h 148137"/>
                <a:gd name="connsiteX12" fmla="*/ 89163 w 155613"/>
                <a:gd name="connsiteY12" fmla="*/ 28924 h 148137"/>
                <a:gd name="connsiteX13" fmla="*/ 72091 w 155613"/>
                <a:gd name="connsiteY13" fmla="*/ 83 h 148137"/>
                <a:gd name="connsiteX14" fmla="*/ 33680 w 155613"/>
                <a:gd name="connsiteY14" fmla="*/ 9588 h 148137"/>
                <a:gd name="connsiteX15" fmla="*/ 30069 w 155613"/>
                <a:gd name="connsiteY15" fmla="*/ 10898 h 148137"/>
                <a:gd name="connsiteX16" fmla="*/ 31382 w 155613"/>
                <a:gd name="connsiteY16" fmla="*/ 15815 h 148137"/>
                <a:gd name="connsiteX17" fmla="*/ 49767 w 155613"/>
                <a:gd name="connsiteY17" fmla="*/ 12209 h 148137"/>
                <a:gd name="connsiteX18" fmla="*/ 64540 w 155613"/>
                <a:gd name="connsiteY18" fmla="*/ 34823 h 148137"/>
                <a:gd name="connsiteX19" fmla="*/ 74061 w 155613"/>
                <a:gd name="connsiteY19" fmla="*/ 75135 h 148137"/>
                <a:gd name="connsiteX20" fmla="*/ 47141 w 155613"/>
                <a:gd name="connsiteY20" fmla="*/ 113480 h 148137"/>
                <a:gd name="connsiteX21" fmla="*/ 30397 w 155613"/>
                <a:gd name="connsiteY21" fmla="*/ 129212 h 148137"/>
                <a:gd name="connsiteX22" fmla="*/ 21862 w 155613"/>
                <a:gd name="connsiteY22" fmla="*/ 126262 h 148137"/>
                <a:gd name="connsiteX23" fmla="*/ 11356 w 155613"/>
                <a:gd name="connsiteY23" fmla="*/ 122985 h 148137"/>
                <a:gd name="connsiteX24" fmla="*/ 194 w 155613"/>
                <a:gd name="connsiteY24" fmla="*/ 134455 h 148137"/>
                <a:gd name="connsiteX25" fmla="*/ 16609 w 155613"/>
                <a:gd name="connsiteY25" fmla="*/ 148220 h 148137"/>
                <a:gd name="connsiteX26" fmla="*/ 47141 w 155613"/>
                <a:gd name="connsiteY26" fmla="*/ 125279 h 148137"/>
                <a:gd name="connsiteX27" fmla="*/ 76687 w 155613"/>
                <a:gd name="connsiteY27" fmla="*/ 86934 h 148137"/>
                <a:gd name="connsiteX28" fmla="*/ 86536 w 155613"/>
                <a:gd name="connsiteY28" fmla="*/ 126262 h 148137"/>
                <a:gd name="connsiteX29" fmla="*/ 105578 w 155613"/>
                <a:gd name="connsiteY29" fmla="*/ 148220 h 148137"/>
                <a:gd name="connsiteX30" fmla="*/ 145630 w 155613"/>
                <a:gd name="connsiteY30" fmla="*/ 110858 h 148137"/>
                <a:gd name="connsiteX31" fmla="*/ 141034 w 155613"/>
                <a:gd name="connsiteY31" fmla="*/ 108236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34" y="108236"/>
                  </a:moveTo>
                  <a:cubicBezTo>
                    <a:pt x="138408" y="111186"/>
                    <a:pt x="136766" y="113153"/>
                    <a:pt x="133811" y="117085"/>
                  </a:cubicBezTo>
                  <a:cubicBezTo>
                    <a:pt x="126261" y="126917"/>
                    <a:pt x="122321" y="130195"/>
                    <a:pt x="118710" y="130195"/>
                  </a:cubicBezTo>
                  <a:cubicBezTo>
                    <a:pt x="113785" y="130195"/>
                    <a:pt x="110831" y="125934"/>
                    <a:pt x="108532" y="116758"/>
                  </a:cubicBezTo>
                  <a:cubicBezTo>
                    <a:pt x="107876" y="114136"/>
                    <a:pt x="107548" y="112169"/>
                    <a:pt x="107219" y="111186"/>
                  </a:cubicBezTo>
                  <a:cubicBezTo>
                    <a:pt x="99012" y="78085"/>
                    <a:pt x="95400" y="63009"/>
                    <a:pt x="95400" y="58093"/>
                  </a:cubicBezTo>
                  <a:cubicBezTo>
                    <a:pt x="109846" y="32857"/>
                    <a:pt x="121664" y="18436"/>
                    <a:pt x="127574" y="18436"/>
                  </a:cubicBezTo>
                  <a:cubicBezTo>
                    <a:pt x="129544" y="18436"/>
                    <a:pt x="132170" y="19420"/>
                    <a:pt x="135453" y="21058"/>
                  </a:cubicBezTo>
                  <a:cubicBezTo>
                    <a:pt x="139393" y="23353"/>
                    <a:pt x="141691" y="24008"/>
                    <a:pt x="144317" y="24008"/>
                  </a:cubicBezTo>
                  <a:cubicBezTo>
                    <a:pt x="151211" y="24008"/>
                    <a:pt x="155807" y="19092"/>
                    <a:pt x="155807" y="12209"/>
                  </a:cubicBezTo>
                  <a:cubicBezTo>
                    <a:pt x="155807" y="5327"/>
                    <a:pt x="150226" y="83"/>
                    <a:pt x="142347" y="83"/>
                  </a:cubicBezTo>
                  <a:cubicBezTo>
                    <a:pt x="127902" y="83"/>
                    <a:pt x="115427" y="11882"/>
                    <a:pt x="92774" y="46950"/>
                  </a:cubicBezTo>
                  <a:lnTo>
                    <a:pt x="89163" y="28924"/>
                  </a:lnTo>
                  <a:cubicBezTo>
                    <a:pt x="84567" y="6638"/>
                    <a:pt x="80955" y="83"/>
                    <a:pt x="72091" y="83"/>
                  </a:cubicBezTo>
                  <a:cubicBezTo>
                    <a:pt x="64869" y="83"/>
                    <a:pt x="53707" y="3033"/>
                    <a:pt x="33680" y="9588"/>
                  </a:cubicBezTo>
                  <a:lnTo>
                    <a:pt x="30069" y="10898"/>
                  </a:lnTo>
                  <a:lnTo>
                    <a:pt x="31382" y="15815"/>
                  </a:lnTo>
                  <a:cubicBezTo>
                    <a:pt x="43858" y="12865"/>
                    <a:pt x="46812" y="12209"/>
                    <a:pt x="49767" y="12209"/>
                  </a:cubicBezTo>
                  <a:cubicBezTo>
                    <a:pt x="57974" y="12209"/>
                    <a:pt x="59944" y="15159"/>
                    <a:pt x="64540" y="34823"/>
                  </a:cubicBezTo>
                  <a:lnTo>
                    <a:pt x="74061" y="75135"/>
                  </a:lnTo>
                  <a:lnTo>
                    <a:pt x="47141" y="113480"/>
                  </a:lnTo>
                  <a:cubicBezTo>
                    <a:pt x="40575" y="123312"/>
                    <a:pt x="34009" y="129212"/>
                    <a:pt x="30397" y="129212"/>
                  </a:cubicBezTo>
                  <a:cubicBezTo>
                    <a:pt x="28428" y="129212"/>
                    <a:pt x="25145" y="128228"/>
                    <a:pt x="21862" y="126262"/>
                  </a:cubicBezTo>
                  <a:cubicBezTo>
                    <a:pt x="17594" y="123968"/>
                    <a:pt x="13982" y="122985"/>
                    <a:pt x="11356" y="122985"/>
                  </a:cubicBezTo>
                  <a:cubicBezTo>
                    <a:pt x="5118" y="122985"/>
                    <a:pt x="194" y="127901"/>
                    <a:pt x="194" y="134455"/>
                  </a:cubicBezTo>
                  <a:cubicBezTo>
                    <a:pt x="194" y="142977"/>
                    <a:pt x="6760" y="148220"/>
                    <a:pt x="16609" y="148220"/>
                  </a:cubicBezTo>
                  <a:cubicBezTo>
                    <a:pt x="26786" y="148220"/>
                    <a:pt x="30726" y="145271"/>
                    <a:pt x="47141" y="125279"/>
                  </a:cubicBezTo>
                  <a:cubicBezTo>
                    <a:pt x="56005" y="114791"/>
                    <a:pt x="62899" y="105942"/>
                    <a:pt x="76687" y="86934"/>
                  </a:cubicBezTo>
                  <a:lnTo>
                    <a:pt x="86536" y="126262"/>
                  </a:lnTo>
                  <a:cubicBezTo>
                    <a:pt x="90804" y="142977"/>
                    <a:pt x="95072" y="148220"/>
                    <a:pt x="105578" y="148220"/>
                  </a:cubicBezTo>
                  <a:cubicBezTo>
                    <a:pt x="118053" y="148220"/>
                    <a:pt x="126589" y="140355"/>
                    <a:pt x="145630" y="110858"/>
                  </a:cubicBezTo>
                  <a:lnTo>
                    <a:pt x="141034" y="108236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DCD55E9F-997F-3E87-A47E-838829A83EAA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9106305" y="5171294"/>
              <a:ext cx="109809" cy="167342"/>
            </a:xfrm>
            <a:custGeom>
              <a:avLst/>
              <a:gdLst>
                <a:gd name="connsiteX0" fmla="*/ 56074 w 109809"/>
                <a:gd name="connsiteY0" fmla="*/ 86 h 167342"/>
                <a:gd name="connsiteX1" fmla="*/ 23520 w 109809"/>
                <a:gd name="connsiteY1" fmla="*/ 12697 h 167342"/>
                <a:gd name="connsiteX2" fmla="*/ 198 w 109809"/>
                <a:gd name="connsiteY2" fmla="*/ 82544 h 167342"/>
                <a:gd name="connsiteX3" fmla="*/ 19633 w 109809"/>
                <a:gd name="connsiteY3" fmla="*/ 150936 h 167342"/>
                <a:gd name="connsiteX4" fmla="*/ 55102 w 109809"/>
                <a:gd name="connsiteY4" fmla="*/ 167428 h 167342"/>
                <a:gd name="connsiteX5" fmla="*/ 86685 w 109809"/>
                <a:gd name="connsiteY5" fmla="*/ 154817 h 167342"/>
                <a:gd name="connsiteX6" fmla="*/ 110007 w 109809"/>
                <a:gd name="connsiteY6" fmla="*/ 83999 h 167342"/>
                <a:gd name="connsiteX7" fmla="*/ 56074 w 109809"/>
                <a:gd name="connsiteY7" fmla="*/ 86 h 167342"/>
                <a:gd name="connsiteX8" fmla="*/ 55345 w 109809"/>
                <a:gd name="connsiteY8" fmla="*/ 6391 h 167342"/>
                <a:gd name="connsiteX9" fmla="*/ 86685 w 109809"/>
                <a:gd name="connsiteY9" fmla="*/ 84484 h 167342"/>
                <a:gd name="connsiteX10" fmla="*/ 55102 w 109809"/>
                <a:gd name="connsiteY10" fmla="*/ 161122 h 167342"/>
                <a:gd name="connsiteX11" fmla="*/ 23520 w 109809"/>
                <a:gd name="connsiteY11" fmla="*/ 84727 h 167342"/>
                <a:gd name="connsiteX12" fmla="*/ 55345 w 109809"/>
                <a:gd name="connsiteY12" fmla="*/ 6391 h 16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809" h="167342">
                  <a:moveTo>
                    <a:pt x="56074" y="86"/>
                  </a:moveTo>
                  <a:cubicBezTo>
                    <a:pt x="42712" y="86"/>
                    <a:pt x="32509" y="4208"/>
                    <a:pt x="23520" y="12697"/>
                  </a:cubicBezTo>
                  <a:cubicBezTo>
                    <a:pt x="9429" y="26278"/>
                    <a:pt x="198" y="54169"/>
                    <a:pt x="198" y="82544"/>
                  </a:cubicBezTo>
                  <a:cubicBezTo>
                    <a:pt x="198" y="108979"/>
                    <a:pt x="8215" y="137355"/>
                    <a:pt x="19633" y="150936"/>
                  </a:cubicBezTo>
                  <a:cubicBezTo>
                    <a:pt x="28622" y="161607"/>
                    <a:pt x="41012" y="167428"/>
                    <a:pt x="55102" y="167428"/>
                  </a:cubicBezTo>
                  <a:cubicBezTo>
                    <a:pt x="67492" y="167428"/>
                    <a:pt x="77939" y="163305"/>
                    <a:pt x="86685" y="154817"/>
                  </a:cubicBezTo>
                  <a:cubicBezTo>
                    <a:pt x="100775" y="141478"/>
                    <a:pt x="110007" y="113345"/>
                    <a:pt x="110007" y="83999"/>
                  </a:cubicBezTo>
                  <a:cubicBezTo>
                    <a:pt x="110007" y="34282"/>
                    <a:pt x="87899" y="86"/>
                    <a:pt x="56074" y="86"/>
                  </a:cubicBezTo>
                  <a:close/>
                  <a:moveTo>
                    <a:pt x="55345" y="6391"/>
                  </a:moveTo>
                  <a:cubicBezTo>
                    <a:pt x="75752" y="6391"/>
                    <a:pt x="86685" y="33797"/>
                    <a:pt x="86685" y="84484"/>
                  </a:cubicBezTo>
                  <a:cubicBezTo>
                    <a:pt x="86685" y="135172"/>
                    <a:pt x="75995" y="161122"/>
                    <a:pt x="55102" y="161122"/>
                  </a:cubicBezTo>
                  <a:cubicBezTo>
                    <a:pt x="34209" y="161122"/>
                    <a:pt x="23520" y="135172"/>
                    <a:pt x="23520" y="84727"/>
                  </a:cubicBezTo>
                  <a:cubicBezTo>
                    <a:pt x="23520" y="33311"/>
                    <a:pt x="34452" y="6391"/>
                    <a:pt x="55345" y="6391"/>
                  </a:cubicBez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96BEDA46-4A2A-3B16-8C63-23B070354F4A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9311893" y="5197059"/>
              <a:ext cx="200590" cy="13109"/>
            </a:xfrm>
            <a:custGeom>
              <a:avLst/>
              <a:gdLst>
                <a:gd name="connsiteX0" fmla="*/ 189304 w 200590"/>
                <a:gd name="connsiteY0" fmla="*/ 13193 h 13109"/>
                <a:gd name="connsiteX1" fmla="*/ 200794 w 200590"/>
                <a:gd name="connsiteY1" fmla="*/ 6638 h 13109"/>
                <a:gd name="connsiteX2" fmla="*/ 189304 w 200590"/>
                <a:gd name="connsiteY2" fmla="*/ 83 h 13109"/>
                <a:gd name="connsiteX3" fmla="*/ 11694 w 200590"/>
                <a:gd name="connsiteY3" fmla="*/ 83 h 13109"/>
                <a:gd name="connsiteX4" fmla="*/ 204 w 200590"/>
                <a:gd name="connsiteY4" fmla="*/ 6638 h 13109"/>
                <a:gd name="connsiteX5" fmla="*/ 11694 w 200590"/>
                <a:gd name="connsiteY5" fmla="*/ 13193 h 13109"/>
                <a:gd name="connsiteX6" fmla="*/ 189304 w 200590"/>
                <a:gd name="connsiteY6" fmla="*/ 13193 h 1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590" h="13109">
                  <a:moveTo>
                    <a:pt x="189304" y="13193"/>
                  </a:moveTo>
                  <a:cubicBezTo>
                    <a:pt x="194885" y="13193"/>
                    <a:pt x="200794" y="13193"/>
                    <a:pt x="200794" y="6638"/>
                  </a:cubicBezTo>
                  <a:cubicBezTo>
                    <a:pt x="200794" y="83"/>
                    <a:pt x="194885" y="83"/>
                    <a:pt x="189304" y="83"/>
                  </a:cubicBezTo>
                  <a:lnTo>
                    <a:pt x="11694" y="83"/>
                  </a:lnTo>
                  <a:cubicBezTo>
                    <a:pt x="6113" y="83"/>
                    <a:pt x="204" y="83"/>
                    <a:pt x="204" y="6638"/>
                  </a:cubicBezTo>
                  <a:cubicBezTo>
                    <a:pt x="204" y="13193"/>
                    <a:pt x="6113" y="13193"/>
                    <a:pt x="11694" y="13193"/>
                  </a:cubicBezTo>
                  <a:lnTo>
                    <a:pt x="189304" y="13193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CD86317F-E8F0-339A-9256-89753C9725C8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9577588" y="5141015"/>
              <a:ext cx="155613" cy="148137"/>
            </a:xfrm>
            <a:custGeom>
              <a:avLst/>
              <a:gdLst>
                <a:gd name="connsiteX0" fmla="*/ 141053 w 155613"/>
                <a:gd name="connsiteY0" fmla="*/ 108236 h 148137"/>
                <a:gd name="connsiteX1" fmla="*/ 133831 w 155613"/>
                <a:gd name="connsiteY1" fmla="*/ 117085 h 148137"/>
                <a:gd name="connsiteX2" fmla="*/ 118729 w 155613"/>
                <a:gd name="connsiteY2" fmla="*/ 130195 h 148137"/>
                <a:gd name="connsiteX3" fmla="*/ 108552 w 155613"/>
                <a:gd name="connsiteY3" fmla="*/ 116758 h 148137"/>
                <a:gd name="connsiteX4" fmla="*/ 107238 w 155613"/>
                <a:gd name="connsiteY4" fmla="*/ 111186 h 148137"/>
                <a:gd name="connsiteX5" fmla="*/ 95420 w 155613"/>
                <a:gd name="connsiteY5" fmla="*/ 58093 h 148137"/>
                <a:gd name="connsiteX6" fmla="*/ 127593 w 155613"/>
                <a:gd name="connsiteY6" fmla="*/ 18436 h 148137"/>
                <a:gd name="connsiteX7" fmla="*/ 135472 w 155613"/>
                <a:gd name="connsiteY7" fmla="*/ 21058 h 148137"/>
                <a:gd name="connsiteX8" fmla="*/ 144336 w 155613"/>
                <a:gd name="connsiteY8" fmla="*/ 24008 h 148137"/>
                <a:gd name="connsiteX9" fmla="*/ 155827 w 155613"/>
                <a:gd name="connsiteY9" fmla="*/ 12209 h 148137"/>
                <a:gd name="connsiteX10" fmla="*/ 142366 w 155613"/>
                <a:gd name="connsiteY10" fmla="*/ 83 h 148137"/>
                <a:gd name="connsiteX11" fmla="*/ 92793 w 155613"/>
                <a:gd name="connsiteY11" fmla="*/ 46950 h 148137"/>
                <a:gd name="connsiteX12" fmla="*/ 89182 w 155613"/>
                <a:gd name="connsiteY12" fmla="*/ 28924 h 148137"/>
                <a:gd name="connsiteX13" fmla="*/ 72110 w 155613"/>
                <a:gd name="connsiteY13" fmla="*/ 83 h 148137"/>
                <a:gd name="connsiteX14" fmla="*/ 33699 w 155613"/>
                <a:gd name="connsiteY14" fmla="*/ 9588 h 148137"/>
                <a:gd name="connsiteX15" fmla="*/ 30088 w 155613"/>
                <a:gd name="connsiteY15" fmla="*/ 10898 h 148137"/>
                <a:gd name="connsiteX16" fmla="*/ 31401 w 155613"/>
                <a:gd name="connsiteY16" fmla="*/ 15815 h 148137"/>
                <a:gd name="connsiteX17" fmla="*/ 49786 w 155613"/>
                <a:gd name="connsiteY17" fmla="*/ 12209 h 148137"/>
                <a:gd name="connsiteX18" fmla="*/ 64560 w 155613"/>
                <a:gd name="connsiteY18" fmla="*/ 34823 h 148137"/>
                <a:gd name="connsiteX19" fmla="*/ 74080 w 155613"/>
                <a:gd name="connsiteY19" fmla="*/ 75135 h 148137"/>
                <a:gd name="connsiteX20" fmla="*/ 47160 w 155613"/>
                <a:gd name="connsiteY20" fmla="*/ 113480 h 148137"/>
                <a:gd name="connsiteX21" fmla="*/ 30416 w 155613"/>
                <a:gd name="connsiteY21" fmla="*/ 129212 h 148137"/>
                <a:gd name="connsiteX22" fmla="*/ 21881 w 155613"/>
                <a:gd name="connsiteY22" fmla="*/ 126262 h 148137"/>
                <a:gd name="connsiteX23" fmla="*/ 11375 w 155613"/>
                <a:gd name="connsiteY23" fmla="*/ 122985 h 148137"/>
                <a:gd name="connsiteX24" fmla="*/ 213 w 155613"/>
                <a:gd name="connsiteY24" fmla="*/ 134455 h 148137"/>
                <a:gd name="connsiteX25" fmla="*/ 16628 w 155613"/>
                <a:gd name="connsiteY25" fmla="*/ 148220 h 148137"/>
                <a:gd name="connsiteX26" fmla="*/ 47160 w 155613"/>
                <a:gd name="connsiteY26" fmla="*/ 125279 h 148137"/>
                <a:gd name="connsiteX27" fmla="*/ 76707 w 155613"/>
                <a:gd name="connsiteY27" fmla="*/ 86934 h 148137"/>
                <a:gd name="connsiteX28" fmla="*/ 86556 w 155613"/>
                <a:gd name="connsiteY28" fmla="*/ 126262 h 148137"/>
                <a:gd name="connsiteX29" fmla="*/ 105597 w 155613"/>
                <a:gd name="connsiteY29" fmla="*/ 148220 h 148137"/>
                <a:gd name="connsiteX30" fmla="*/ 145649 w 155613"/>
                <a:gd name="connsiteY30" fmla="*/ 110858 h 148137"/>
                <a:gd name="connsiteX31" fmla="*/ 141053 w 155613"/>
                <a:gd name="connsiteY31" fmla="*/ 108236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53" y="108236"/>
                  </a:moveTo>
                  <a:cubicBezTo>
                    <a:pt x="138427" y="111186"/>
                    <a:pt x="136785" y="113153"/>
                    <a:pt x="133831" y="117085"/>
                  </a:cubicBezTo>
                  <a:cubicBezTo>
                    <a:pt x="126280" y="126917"/>
                    <a:pt x="122340" y="130195"/>
                    <a:pt x="118729" y="130195"/>
                  </a:cubicBezTo>
                  <a:cubicBezTo>
                    <a:pt x="113804" y="130195"/>
                    <a:pt x="110850" y="125934"/>
                    <a:pt x="108552" y="116758"/>
                  </a:cubicBezTo>
                  <a:cubicBezTo>
                    <a:pt x="107895" y="114136"/>
                    <a:pt x="107567" y="112169"/>
                    <a:pt x="107238" y="111186"/>
                  </a:cubicBezTo>
                  <a:cubicBezTo>
                    <a:pt x="99031" y="78085"/>
                    <a:pt x="95420" y="63009"/>
                    <a:pt x="95420" y="58093"/>
                  </a:cubicBezTo>
                  <a:cubicBezTo>
                    <a:pt x="109865" y="32857"/>
                    <a:pt x="121683" y="18436"/>
                    <a:pt x="127593" y="18436"/>
                  </a:cubicBezTo>
                  <a:cubicBezTo>
                    <a:pt x="129563" y="18436"/>
                    <a:pt x="132189" y="19420"/>
                    <a:pt x="135472" y="21058"/>
                  </a:cubicBezTo>
                  <a:cubicBezTo>
                    <a:pt x="139412" y="23353"/>
                    <a:pt x="141710" y="24008"/>
                    <a:pt x="144336" y="24008"/>
                  </a:cubicBezTo>
                  <a:cubicBezTo>
                    <a:pt x="151230" y="24008"/>
                    <a:pt x="155827" y="19092"/>
                    <a:pt x="155827" y="12209"/>
                  </a:cubicBezTo>
                  <a:cubicBezTo>
                    <a:pt x="155827" y="5327"/>
                    <a:pt x="150245" y="83"/>
                    <a:pt x="142366" y="83"/>
                  </a:cubicBezTo>
                  <a:cubicBezTo>
                    <a:pt x="127921" y="83"/>
                    <a:pt x="115446" y="11882"/>
                    <a:pt x="92793" y="46950"/>
                  </a:cubicBezTo>
                  <a:lnTo>
                    <a:pt x="89182" y="28924"/>
                  </a:lnTo>
                  <a:cubicBezTo>
                    <a:pt x="84586" y="6638"/>
                    <a:pt x="80974" y="83"/>
                    <a:pt x="72110" y="83"/>
                  </a:cubicBezTo>
                  <a:cubicBezTo>
                    <a:pt x="64888" y="83"/>
                    <a:pt x="53726" y="3033"/>
                    <a:pt x="33699" y="9588"/>
                  </a:cubicBezTo>
                  <a:lnTo>
                    <a:pt x="30088" y="10898"/>
                  </a:lnTo>
                  <a:lnTo>
                    <a:pt x="31401" y="15815"/>
                  </a:lnTo>
                  <a:cubicBezTo>
                    <a:pt x="43877" y="12865"/>
                    <a:pt x="46831" y="12209"/>
                    <a:pt x="49786" y="12209"/>
                  </a:cubicBezTo>
                  <a:cubicBezTo>
                    <a:pt x="57994" y="12209"/>
                    <a:pt x="59963" y="15159"/>
                    <a:pt x="64560" y="34823"/>
                  </a:cubicBezTo>
                  <a:lnTo>
                    <a:pt x="74080" y="75135"/>
                  </a:lnTo>
                  <a:lnTo>
                    <a:pt x="47160" y="113480"/>
                  </a:lnTo>
                  <a:cubicBezTo>
                    <a:pt x="40594" y="123312"/>
                    <a:pt x="34028" y="129212"/>
                    <a:pt x="30416" y="129212"/>
                  </a:cubicBezTo>
                  <a:cubicBezTo>
                    <a:pt x="28447" y="129212"/>
                    <a:pt x="25164" y="128228"/>
                    <a:pt x="21881" y="126262"/>
                  </a:cubicBezTo>
                  <a:cubicBezTo>
                    <a:pt x="17613" y="123968"/>
                    <a:pt x="14002" y="122985"/>
                    <a:pt x="11375" y="122985"/>
                  </a:cubicBezTo>
                  <a:cubicBezTo>
                    <a:pt x="5138" y="122985"/>
                    <a:pt x="213" y="127901"/>
                    <a:pt x="213" y="134455"/>
                  </a:cubicBezTo>
                  <a:cubicBezTo>
                    <a:pt x="213" y="142977"/>
                    <a:pt x="6779" y="148220"/>
                    <a:pt x="16628" y="148220"/>
                  </a:cubicBezTo>
                  <a:cubicBezTo>
                    <a:pt x="26805" y="148220"/>
                    <a:pt x="30745" y="145271"/>
                    <a:pt x="47160" y="125279"/>
                  </a:cubicBezTo>
                  <a:cubicBezTo>
                    <a:pt x="56024" y="114791"/>
                    <a:pt x="62918" y="105942"/>
                    <a:pt x="76707" y="86934"/>
                  </a:cubicBezTo>
                  <a:lnTo>
                    <a:pt x="86556" y="126262"/>
                  </a:lnTo>
                  <a:cubicBezTo>
                    <a:pt x="90823" y="142977"/>
                    <a:pt x="95091" y="148220"/>
                    <a:pt x="105597" y="148220"/>
                  </a:cubicBezTo>
                  <a:cubicBezTo>
                    <a:pt x="118072" y="148220"/>
                    <a:pt x="126608" y="140355"/>
                    <a:pt x="145649" y="110858"/>
                  </a:cubicBezTo>
                  <a:lnTo>
                    <a:pt x="141053" y="108236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2828A8D2-DE1B-8D9B-8296-F183B1256137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9759728" y="5171294"/>
              <a:ext cx="68752" cy="163947"/>
            </a:xfrm>
            <a:custGeom>
              <a:avLst/>
              <a:gdLst>
                <a:gd name="connsiteX0" fmla="*/ 43946 w 68752"/>
                <a:gd name="connsiteY0" fmla="*/ 86 h 163947"/>
                <a:gd name="connsiteX1" fmla="*/ 217 w 68752"/>
                <a:gd name="connsiteY1" fmla="*/ 22155 h 163947"/>
                <a:gd name="connsiteX2" fmla="*/ 217 w 68752"/>
                <a:gd name="connsiteY2" fmla="*/ 25551 h 163947"/>
                <a:gd name="connsiteX3" fmla="*/ 6776 w 68752"/>
                <a:gd name="connsiteY3" fmla="*/ 22883 h 163947"/>
                <a:gd name="connsiteX4" fmla="*/ 17709 w 68752"/>
                <a:gd name="connsiteY4" fmla="*/ 20215 h 163947"/>
                <a:gd name="connsiteX5" fmla="*/ 24997 w 68752"/>
                <a:gd name="connsiteY5" fmla="*/ 31614 h 163947"/>
                <a:gd name="connsiteX6" fmla="*/ 24997 w 68752"/>
                <a:gd name="connsiteY6" fmla="*/ 141478 h 163947"/>
                <a:gd name="connsiteX7" fmla="*/ 19166 w 68752"/>
                <a:gd name="connsiteY7" fmla="*/ 157242 h 163947"/>
                <a:gd name="connsiteX8" fmla="*/ 1917 w 68752"/>
                <a:gd name="connsiteY8" fmla="*/ 160395 h 163947"/>
                <a:gd name="connsiteX9" fmla="*/ 1917 w 68752"/>
                <a:gd name="connsiteY9" fmla="*/ 164033 h 163947"/>
                <a:gd name="connsiteX10" fmla="*/ 68969 w 68752"/>
                <a:gd name="connsiteY10" fmla="*/ 164033 h 163947"/>
                <a:gd name="connsiteX11" fmla="*/ 68969 w 68752"/>
                <a:gd name="connsiteY11" fmla="*/ 160395 h 163947"/>
                <a:gd name="connsiteX12" fmla="*/ 45890 w 68752"/>
                <a:gd name="connsiteY12" fmla="*/ 146086 h 163947"/>
                <a:gd name="connsiteX13" fmla="*/ 45890 w 68752"/>
                <a:gd name="connsiteY13" fmla="*/ 571 h 163947"/>
                <a:gd name="connsiteX14" fmla="*/ 43946 w 68752"/>
                <a:gd name="connsiteY14" fmla="*/ 86 h 16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752" h="163947">
                  <a:moveTo>
                    <a:pt x="43946" y="86"/>
                  </a:moveTo>
                  <a:lnTo>
                    <a:pt x="217" y="22155"/>
                  </a:lnTo>
                  <a:lnTo>
                    <a:pt x="217" y="25551"/>
                  </a:lnTo>
                  <a:cubicBezTo>
                    <a:pt x="3132" y="24338"/>
                    <a:pt x="5804" y="23368"/>
                    <a:pt x="6776" y="22883"/>
                  </a:cubicBezTo>
                  <a:cubicBezTo>
                    <a:pt x="11149" y="21185"/>
                    <a:pt x="15279" y="20215"/>
                    <a:pt x="17709" y="20215"/>
                  </a:cubicBezTo>
                  <a:cubicBezTo>
                    <a:pt x="22810" y="20215"/>
                    <a:pt x="24997" y="23853"/>
                    <a:pt x="24997" y="31614"/>
                  </a:cubicBezTo>
                  <a:lnTo>
                    <a:pt x="24997" y="141478"/>
                  </a:lnTo>
                  <a:cubicBezTo>
                    <a:pt x="24997" y="149481"/>
                    <a:pt x="23053" y="155059"/>
                    <a:pt x="19166" y="157242"/>
                  </a:cubicBezTo>
                  <a:cubicBezTo>
                    <a:pt x="15522" y="159425"/>
                    <a:pt x="12121" y="160152"/>
                    <a:pt x="1917" y="160395"/>
                  </a:cubicBezTo>
                  <a:lnTo>
                    <a:pt x="1917" y="164033"/>
                  </a:lnTo>
                  <a:lnTo>
                    <a:pt x="68969" y="164033"/>
                  </a:lnTo>
                  <a:lnTo>
                    <a:pt x="68969" y="160395"/>
                  </a:lnTo>
                  <a:cubicBezTo>
                    <a:pt x="49777" y="160152"/>
                    <a:pt x="45890" y="157727"/>
                    <a:pt x="45890" y="146086"/>
                  </a:cubicBezTo>
                  <a:lnTo>
                    <a:pt x="45890" y="571"/>
                  </a:lnTo>
                  <a:lnTo>
                    <a:pt x="43946" y="86"/>
                  </a:ln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29DC5D7B-8A6D-BD7C-BDA4-2B84C90F9EDA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9911876" y="4837671"/>
              <a:ext cx="187458" cy="290047"/>
            </a:xfrm>
            <a:custGeom>
              <a:avLst/>
              <a:gdLst>
                <a:gd name="connsiteX0" fmla="*/ 59975 w 187458"/>
                <a:gd name="connsiteY0" fmla="*/ 92498 h 290047"/>
                <a:gd name="connsiteX1" fmla="*/ 89522 w 187458"/>
                <a:gd name="connsiteY1" fmla="*/ 92498 h 290047"/>
                <a:gd name="connsiteX2" fmla="*/ 60631 w 187458"/>
                <a:gd name="connsiteY2" fmla="*/ 230148 h 290047"/>
                <a:gd name="connsiteX3" fmla="*/ 28786 w 187458"/>
                <a:gd name="connsiteY3" fmla="*/ 283241 h 290047"/>
                <a:gd name="connsiteX4" fmla="*/ 22220 w 187458"/>
                <a:gd name="connsiteY4" fmla="*/ 277998 h 290047"/>
                <a:gd name="connsiteX5" fmla="*/ 23534 w 187458"/>
                <a:gd name="connsiteY5" fmla="*/ 274393 h 290047"/>
                <a:gd name="connsiteX6" fmla="*/ 25175 w 187458"/>
                <a:gd name="connsiteY6" fmla="*/ 269149 h 290047"/>
                <a:gd name="connsiteX7" fmla="*/ 12371 w 187458"/>
                <a:gd name="connsiteY7" fmla="*/ 256695 h 290047"/>
                <a:gd name="connsiteX8" fmla="*/ 224 w 187458"/>
                <a:gd name="connsiteY8" fmla="*/ 270132 h 290047"/>
                <a:gd name="connsiteX9" fmla="*/ 26160 w 187458"/>
                <a:gd name="connsiteY9" fmla="*/ 290124 h 290047"/>
                <a:gd name="connsiteX10" fmla="*/ 91820 w 187458"/>
                <a:gd name="connsiteY10" fmla="*/ 197374 h 290047"/>
                <a:gd name="connsiteX11" fmla="*/ 115457 w 187458"/>
                <a:gd name="connsiteY11" fmla="*/ 92498 h 290047"/>
                <a:gd name="connsiteX12" fmla="*/ 151242 w 187458"/>
                <a:gd name="connsiteY12" fmla="*/ 92498 h 290047"/>
                <a:gd name="connsiteX13" fmla="*/ 153211 w 187458"/>
                <a:gd name="connsiteY13" fmla="*/ 82011 h 290047"/>
                <a:gd name="connsiteX14" fmla="*/ 117755 w 187458"/>
                <a:gd name="connsiteY14" fmla="*/ 82011 h 290047"/>
                <a:gd name="connsiteX15" fmla="*/ 157808 w 187458"/>
                <a:gd name="connsiteY15" fmla="*/ 7287 h 290047"/>
                <a:gd name="connsiteX16" fmla="*/ 165030 w 187458"/>
                <a:gd name="connsiteY16" fmla="*/ 11219 h 290047"/>
                <a:gd name="connsiteX17" fmla="*/ 163717 w 187458"/>
                <a:gd name="connsiteY17" fmla="*/ 14497 h 290047"/>
                <a:gd name="connsiteX18" fmla="*/ 161747 w 187458"/>
                <a:gd name="connsiteY18" fmla="*/ 21379 h 290047"/>
                <a:gd name="connsiteX19" fmla="*/ 173894 w 187458"/>
                <a:gd name="connsiteY19" fmla="*/ 34489 h 290047"/>
                <a:gd name="connsiteX20" fmla="*/ 187683 w 187458"/>
                <a:gd name="connsiteY20" fmla="*/ 21379 h 290047"/>
                <a:gd name="connsiteX21" fmla="*/ 159449 w 187458"/>
                <a:gd name="connsiteY21" fmla="*/ 76 h 290047"/>
                <a:gd name="connsiteX22" fmla="*/ 118740 w 187458"/>
                <a:gd name="connsiteY22" fmla="*/ 22690 h 290047"/>
                <a:gd name="connsiteX23" fmla="*/ 92476 w 187458"/>
                <a:gd name="connsiteY23" fmla="*/ 82011 h 290047"/>
                <a:gd name="connsiteX24" fmla="*/ 62273 w 187458"/>
                <a:gd name="connsiteY24" fmla="*/ 82011 h 290047"/>
                <a:gd name="connsiteX25" fmla="*/ 59975 w 187458"/>
                <a:gd name="connsiteY25" fmla="*/ 92498 h 2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58" h="290047">
                  <a:moveTo>
                    <a:pt x="59975" y="92498"/>
                  </a:moveTo>
                  <a:lnTo>
                    <a:pt x="89522" y="92498"/>
                  </a:lnTo>
                  <a:lnTo>
                    <a:pt x="60631" y="230148"/>
                  </a:lnTo>
                  <a:cubicBezTo>
                    <a:pt x="53409" y="265216"/>
                    <a:pt x="42575" y="283241"/>
                    <a:pt x="28786" y="283241"/>
                  </a:cubicBezTo>
                  <a:cubicBezTo>
                    <a:pt x="24847" y="283241"/>
                    <a:pt x="22220" y="280947"/>
                    <a:pt x="22220" y="277998"/>
                  </a:cubicBezTo>
                  <a:cubicBezTo>
                    <a:pt x="22220" y="277014"/>
                    <a:pt x="22549" y="276031"/>
                    <a:pt x="23534" y="274393"/>
                  </a:cubicBezTo>
                  <a:cubicBezTo>
                    <a:pt x="24847" y="272426"/>
                    <a:pt x="25175" y="271115"/>
                    <a:pt x="25175" y="269149"/>
                  </a:cubicBezTo>
                  <a:cubicBezTo>
                    <a:pt x="25175" y="262266"/>
                    <a:pt x="19266" y="256695"/>
                    <a:pt x="12371" y="256695"/>
                  </a:cubicBezTo>
                  <a:cubicBezTo>
                    <a:pt x="5477" y="256695"/>
                    <a:pt x="224" y="262594"/>
                    <a:pt x="224" y="270132"/>
                  </a:cubicBezTo>
                  <a:cubicBezTo>
                    <a:pt x="224" y="281275"/>
                    <a:pt x="11715" y="290124"/>
                    <a:pt x="26160" y="290124"/>
                  </a:cubicBezTo>
                  <a:cubicBezTo>
                    <a:pt x="55379" y="290124"/>
                    <a:pt x="78359" y="257678"/>
                    <a:pt x="91820" y="197374"/>
                  </a:cubicBezTo>
                  <a:lnTo>
                    <a:pt x="115457" y="92498"/>
                  </a:lnTo>
                  <a:lnTo>
                    <a:pt x="151242" y="92498"/>
                  </a:lnTo>
                  <a:lnTo>
                    <a:pt x="153211" y="82011"/>
                  </a:lnTo>
                  <a:lnTo>
                    <a:pt x="117755" y="82011"/>
                  </a:lnTo>
                  <a:cubicBezTo>
                    <a:pt x="127276" y="30556"/>
                    <a:pt x="139423" y="7287"/>
                    <a:pt x="157808" y="7287"/>
                  </a:cubicBezTo>
                  <a:cubicBezTo>
                    <a:pt x="162076" y="7287"/>
                    <a:pt x="165030" y="8925"/>
                    <a:pt x="165030" y="11219"/>
                  </a:cubicBezTo>
                  <a:cubicBezTo>
                    <a:pt x="165030" y="12203"/>
                    <a:pt x="164702" y="12858"/>
                    <a:pt x="163717" y="14497"/>
                  </a:cubicBezTo>
                  <a:cubicBezTo>
                    <a:pt x="162404" y="17446"/>
                    <a:pt x="161747" y="19085"/>
                    <a:pt x="161747" y="21379"/>
                  </a:cubicBezTo>
                  <a:cubicBezTo>
                    <a:pt x="161747" y="29245"/>
                    <a:pt x="166672" y="34489"/>
                    <a:pt x="173894" y="34489"/>
                  </a:cubicBezTo>
                  <a:cubicBezTo>
                    <a:pt x="181445" y="34489"/>
                    <a:pt x="187683" y="28589"/>
                    <a:pt x="187683" y="21379"/>
                  </a:cubicBezTo>
                  <a:cubicBezTo>
                    <a:pt x="187683" y="9253"/>
                    <a:pt x="175536" y="76"/>
                    <a:pt x="159449" y="76"/>
                  </a:cubicBezTo>
                  <a:cubicBezTo>
                    <a:pt x="143363" y="76"/>
                    <a:pt x="130559" y="7287"/>
                    <a:pt x="118740" y="22690"/>
                  </a:cubicBezTo>
                  <a:cubicBezTo>
                    <a:pt x="108891" y="35472"/>
                    <a:pt x="102325" y="50548"/>
                    <a:pt x="92476" y="82011"/>
                  </a:cubicBezTo>
                  <a:lnTo>
                    <a:pt x="62273" y="82011"/>
                  </a:lnTo>
                  <a:lnTo>
                    <a:pt x="59975" y="92498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CA486CF1-481E-B9C3-E1D3-F443ACF556AE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132354" y="4814074"/>
              <a:ext cx="76165" cy="327737"/>
            </a:xfrm>
            <a:custGeom>
              <a:avLst/>
              <a:gdLst>
                <a:gd name="connsiteX0" fmla="*/ 76394 w 76165"/>
                <a:gd name="connsiteY0" fmla="*/ 324536 h 327737"/>
                <a:gd name="connsiteX1" fmla="*/ 70813 w 76165"/>
                <a:gd name="connsiteY1" fmla="*/ 317325 h 327737"/>
                <a:gd name="connsiteX2" fmla="*/ 19270 w 76165"/>
                <a:gd name="connsiteY2" fmla="*/ 163944 h 327737"/>
                <a:gd name="connsiteX3" fmla="*/ 72126 w 76165"/>
                <a:gd name="connsiteY3" fmla="*/ 8925 h 327737"/>
                <a:gd name="connsiteX4" fmla="*/ 76394 w 76165"/>
                <a:gd name="connsiteY4" fmla="*/ 3353 h 327737"/>
                <a:gd name="connsiteX5" fmla="*/ 73111 w 76165"/>
                <a:gd name="connsiteY5" fmla="*/ 76 h 327737"/>
                <a:gd name="connsiteX6" fmla="*/ 20912 w 76165"/>
                <a:gd name="connsiteY6" fmla="*/ 63984 h 327737"/>
                <a:gd name="connsiteX7" fmla="*/ 229 w 76165"/>
                <a:gd name="connsiteY7" fmla="*/ 163944 h 327737"/>
                <a:gd name="connsiteX8" fmla="*/ 21897 w 76165"/>
                <a:gd name="connsiteY8" fmla="*/ 266198 h 327737"/>
                <a:gd name="connsiteX9" fmla="*/ 73111 w 76165"/>
                <a:gd name="connsiteY9" fmla="*/ 327813 h 327737"/>
                <a:gd name="connsiteX10" fmla="*/ 76394 w 76165"/>
                <a:gd name="connsiteY10" fmla="*/ 324536 h 32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327737">
                  <a:moveTo>
                    <a:pt x="76394" y="324536"/>
                  </a:moveTo>
                  <a:cubicBezTo>
                    <a:pt x="76394" y="323552"/>
                    <a:pt x="76394" y="322897"/>
                    <a:pt x="70813" y="317325"/>
                  </a:cubicBezTo>
                  <a:cubicBezTo>
                    <a:pt x="29776" y="276030"/>
                    <a:pt x="19270" y="214088"/>
                    <a:pt x="19270" y="163944"/>
                  </a:cubicBezTo>
                  <a:cubicBezTo>
                    <a:pt x="19270" y="106918"/>
                    <a:pt x="31746" y="49892"/>
                    <a:pt x="72126" y="8925"/>
                  </a:cubicBezTo>
                  <a:cubicBezTo>
                    <a:pt x="76394" y="4992"/>
                    <a:pt x="76394" y="4336"/>
                    <a:pt x="76394" y="3353"/>
                  </a:cubicBezTo>
                  <a:cubicBezTo>
                    <a:pt x="76394" y="1059"/>
                    <a:pt x="75081" y="76"/>
                    <a:pt x="73111" y="76"/>
                  </a:cubicBezTo>
                  <a:cubicBezTo>
                    <a:pt x="69828" y="76"/>
                    <a:pt x="40282" y="22362"/>
                    <a:pt x="20912" y="63984"/>
                  </a:cubicBezTo>
                  <a:cubicBezTo>
                    <a:pt x="4169" y="100036"/>
                    <a:pt x="229" y="136414"/>
                    <a:pt x="229" y="163944"/>
                  </a:cubicBezTo>
                  <a:cubicBezTo>
                    <a:pt x="229" y="189508"/>
                    <a:pt x="3840" y="229164"/>
                    <a:pt x="21897" y="266198"/>
                  </a:cubicBezTo>
                  <a:cubicBezTo>
                    <a:pt x="41595" y="306510"/>
                    <a:pt x="69828" y="327813"/>
                    <a:pt x="73111" y="327813"/>
                  </a:cubicBezTo>
                  <a:cubicBezTo>
                    <a:pt x="75081" y="327813"/>
                    <a:pt x="76394" y="326830"/>
                    <a:pt x="76394" y="324536"/>
                  </a:cubicBez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1CE10261-B978-285E-4EAC-FE15FC64FAE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0218842" y="4915345"/>
              <a:ext cx="155613" cy="148137"/>
            </a:xfrm>
            <a:custGeom>
              <a:avLst/>
              <a:gdLst>
                <a:gd name="connsiteX0" fmla="*/ 141073 w 155613"/>
                <a:gd name="connsiteY0" fmla="*/ 108230 h 148137"/>
                <a:gd name="connsiteX1" fmla="*/ 133850 w 155613"/>
                <a:gd name="connsiteY1" fmla="*/ 117079 h 148137"/>
                <a:gd name="connsiteX2" fmla="*/ 118748 w 155613"/>
                <a:gd name="connsiteY2" fmla="*/ 130188 h 148137"/>
                <a:gd name="connsiteX3" fmla="*/ 108571 w 155613"/>
                <a:gd name="connsiteY3" fmla="*/ 116751 h 148137"/>
                <a:gd name="connsiteX4" fmla="*/ 107258 w 155613"/>
                <a:gd name="connsiteY4" fmla="*/ 111179 h 148137"/>
                <a:gd name="connsiteX5" fmla="*/ 95439 w 155613"/>
                <a:gd name="connsiteY5" fmla="*/ 58086 h 148137"/>
                <a:gd name="connsiteX6" fmla="*/ 127612 w 155613"/>
                <a:gd name="connsiteY6" fmla="*/ 18430 h 148137"/>
                <a:gd name="connsiteX7" fmla="*/ 135491 w 155613"/>
                <a:gd name="connsiteY7" fmla="*/ 21052 h 148137"/>
                <a:gd name="connsiteX8" fmla="*/ 144355 w 155613"/>
                <a:gd name="connsiteY8" fmla="*/ 24001 h 148137"/>
                <a:gd name="connsiteX9" fmla="*/ 155846 w 155613"/>
                <a:gd name="connsiteY9" fmla="*/ 12203 h 148137"/>
                <a:gd name="connsiteX10" fmla="*/ 142386 w 155613"/>
                <a:gd name="connsiteY10" fmla="*/ 76 h 148137"/>
                <a:gd name="connsiteX11" fmla="*/ 92813 w 155613"/>
                <a:gd name="connsiteY11" fmla="*/ 46943 h 148137"/>
                <a:gd name="connsiteX12" fmla="*/ 89201 w 155613"/>
                <a:gd name="connsiteY12" fmla="*/ 28917 h 148137"/>
                <a:gd name="connsiteX13" fmla="*/ 72130 w 155613"/>
                <a:gd name="connsiteY13" fmla="*/ 76 h 148137"/>
                <a:gd name="connsiteX14" fmla="*/ 33719 w 155613"/>
                <a:gd name="connsiteY14" fmla="*/ 9581 h 148137"/>
                <a:gd name="connsiteX15" fmla="*/ 30108 w 155613"/>
                <a:gd name="connsiteY15" fmla="*/ 10892 h 148137"/>
                <a:gd name="connsiteX16" fmla="*/ 31421 w 155613"/>
                <a:gd name="connsiteY16" fmla="*/ 15808 h 148137"/>
                <a:gd name="connsiteX17" fmla="*/ 49805 w 155613"/>
                <a:gd name="connsiteY17" fmla="*/ 12203 h 148137"/>
                <a:gd name="connsiteX18" fmla="*/ 64579 w 155613"/>
                <a:gd name="connsiteY18" fmla="*/ 34816 h 148137"/>
                <a:gd name="connsiteX19" fmla="*/ 74100 w 155613"/>
                <a:gd name="connsiteY19" fmla="*/ 75128 h 148137"/>
                <a:gd name="connsiteX20" fmla="*/ 47179 w 155613"/>
                <a:gd name="connsiteY20" fmla="*/ 113473 h 148137"/>
                <a:gd name="connsiteX21" fmla="*/ 30436 w 155613"/>
                <a:gd name="connsiteY21" fmla="*/ 129205 h 148137"/>
                <a:gd name="connsiteX22" fmla="*/ 21900 w 155613"/>
                <a:gd name="connsiteY22" fmla="*/ 126255 h 148137"/>
                <a:gd name="connsiteX23" fmla="*/ 11395 w 155613"/>
                <a:gd name="connsiteY23" fmla="*/ 122978 h 148137"/>
                <a:gd name="connsiteX24" fmla="*/ 232 w 155613"/>
                <a:gd name="connsiteY24" fmla="*/ 134449 h 148137"/>
                <a:gd name="connsiteX25" fmla="*/ 16647 w 155613"/>
                <a:gd name="connsiteY25" fmla="*/ 148214 h 148137"/>
                <a:gd name="connsiteX26" fmla="*/ 47179 w 155613"/>
                <a:gd name="connsiteY26" fmla="*/ 125272 h 148137"/>
                <a:gd name="connsiteX27" fmla="*/ 76726 w 155613"/>
                <a:gd name="connsiteY27" fmla="*/ 86927 h 148137"/>
                <a:gd name="connsiteX28" fmla="*/ 86575 w 155613"/>
                <a:gd name="connsiteY28" fmla="*/ 126255 h 148137"/>
                <a:gd name="connsiteX29" fmla="*/ 105616 w 155613"/>
                <a:gd name="connsiteY29" fmla="*/ 148214 h 148137"/>
                <a:gd name="connsiteX30" fmla="*/ 145669 w 155613"/>
                <a:gd name="connsiteY30" fmla="*/ 110852 h 148137"/>
                <a:gd name="connsiteX31" fmla="*/ 141073 w 155613"/>
                <a:gd name="connsiteY31" fmla="*/ 108230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73" y="108230"/>
                  </a:moveTo>
                  <a:cubicBezTo>
                    <a:pt x="138446" y="111179"/>
                    <a:pt x="136805" y="113146"/>
                    <a:pt x="133850" y="117079"/>
                  </a:cubicBezTo>
                  <a:cubicBezTo>
                    <a:pt x="126299" y="126911"/>
                    <a:pt x="122359" y="130188"/>
                    <a:pt x="118748" y="130188"/>
                  </a:cubicBezTo>
                  <a:cubicBezTo>
                    <a:pt x="113824" y="130188"/>
                    <a:pt x="110869" y="125927"/>
                    <a:pt x="108571" y="116751"/>
                  </a:cubicBezTo>
                  <a:cubicBezTo>
                    <a:pt x="107914" y="114129"/>
                    <a:pt x="107586" y="112162"/>
                    <a:pt x="107258" y="111179"/>
                  </a:cubicBezTo>
                  <a:cubicBezTo>
                    <a:pt x="99050" y="78078"/>
                    <a:pt x="95439" y="63002"/>
                    <a:pt x="95439" y="58086"/>
                  </a:cubicBezTo>
                  <a:cubicBezTo>
                    <a:pt x="109884" y="32850"/>
                    <a:pt x="121703" y="18430"/>
                    <a:pt x="127612" y="18430"/>
                  </a:cubicBezTo>
                  <a:cubicBezTo>
                    <a:pt x="129582" y="18430"/>
                    <a:pt x="132208" y="19413"/>
                    <a:pt x="135491" y="21052"/>
                  </a:cubicBezTo>
                  <a:cubicBezTo>
                    <a:pt x="139431" y="23346"/>
                    <a:pt x="141729" y="24001"/>
                    <a:pt x="144355" y="24001"/>
                  </a:cubicBezTo>
                  <a:cubicBezTo>
                    <a:pt x="151250" y="24001"/>
                    <a:pt x="155846" y="19085"/>
                    <a:pt x="155846" y="12203"/>
                  </a:cubicBezTo>
                  <a:cubicBezTo>
                    <a:pt x="155846" y="5320"/>
                    <a:pt x="150265" y="76"/>
                    <a:pt x="142386" y="76"/>
                  </a:cubicBezTo>
                  <a:cubicBezTo>
                    <a:pt x="127941" y="76"/>
                    <a:pt x="115465" y="11875"/>
                    <a:pt x="92813" y="46943"/>
                  </a:cubicBezTo>
                  <a:lnTo>
                    <a:pt x="89201" y="28917"/>
                  </a:lnTo>
                  <a:cubicBezTo>
                    <a:pt x="84605" y="6631"/>
                    <a:pt x="80994" y="76"/>
                    <a:pt x="72130" y="76"/>
                  </a:cubicBezTo>
                  <a:cubicBezTo>
                    <a:pt x="64907" y="76"/>
                    <a:pt x="53745" y="3026"/>
                    <a:pt x="33719" y="9581"/>
                  </a:cubicBezTo>
                  <a:lnTo>
                    <a:pt x="30108" y="10892"/>
                  </a:lnTo>
                  <a:lnTo>
                    <a:pt x="31421" y="15808"/>
                  </a:lnTo>
                  <a:cubicBezTo>
                    <a:pt x="43896" y="12858"/>
                    <a:pt x="46851" y="12203"/>
                    <a:pt x="49805" y="12203"/>
                  </a:cubicBezTo>
                  <a:cubicBezTo>
                    <a:pt x="58013" y="12203"/>
                    <a:pt x="59983" y="15152"/>
                    <a:pt x="64579" y="34816"/>
                  </a:cubicBezTo>
                  <a:lnTo>
                    <a:pt x="74100" y="75128"/>
                  </a:lnTo>
                  <a:lnTo>
                    <a:pt x="47179" y="113473"/>
                  </a:lnTo>
                  <a:cubicBezTo>
                    <a:pt x="40613" y="123306"/>
                    <a:pt x="34047" y="129205"/>
                    <a:pt x="30436" y="129205"/>
                  </a:cubicBezTo>
                  <a:cubicBezTo>
                    <a:pt x="28466" y="129205"/>
                    <a:pt x="25183" y="128222"/>
                    <a:pt x="21900" y="126255"/>
                  </a:cubicBezTo>
                  <a:cubicBezTo>
                    <a:pt x="17632" y="123961"/>
                    <a:pt x="14021" y="122978"/>
                    <a:pt x="11395" y="122978"/>
                  </a:cubicBezTo>
                  <a:cubicBezTo>
                    <a:pt x="5157" y="122978"/>
                    <a:pt x="232" y="127894"/>
                    <a:pt x="232" y="134449"/>
                  </a:cubicBezTo>
                  <a:cubicBezTo>
                    <a:pt x="232" y="142970"/>
                    <a:pt x="6798" y="148214"/>
                    <a:pt x="16647" y="148214"/>
                  </a:cubicBezTo>
                  <a:cubicBezTo>
                    <a:pt x="26825" y="148214"/>
                    <a:pt x="30764" y="145264"/>
                    <a:pt x="47179" y="125272"/>
                  </a:cubicBezTo>
                  <a:cubicBezTo>
                    <a:pt x="56043" y="114784"/>
                    <a:pt x="62937" y="105935"/>
                    <a:pt x="76726" y="86927"/>
                  </a:cubicBezTo>
                  <a:lnTo>
                    <a:pt x="86575" y="126255"/>
                  </a:lnTo>
                  <a:cubicBezTo>
                    <a:pt x="90843" y="142970"/>
                    <a:pt x="95111" y="148214"/>
                    <a:pt x="105616" y="148214"/>
                  </a:cubicBezTo>
                  <a:cubicBezTo>
                    <a:pt x="118092" y="148214"/>
                    <a:pt x="126627" y="140348"/>
                    <a:pt x="145669" y="110852"/>
                  </a:cubicBezTo>
                  <a:lnTo>
                    <a:pt x="141073" y="108230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857949CB-2114-A3D7-247A-48D2055E0092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0379846" y="4945624"/>
              <a:ext cx="109809" cy="167342"/>
            </a:xfrm>
            <a:custGeom>
              <a:avLst/>
              <a:gdLst>
                <a:gd name="connsiteX0" fmla="*/ 56113 w 109809"/>
                <a:gd name="connsiteY0" fmla="*/ 79 h 167342"/>
                <a:gd name="connsiteX1" fmla="*/ 23558 w 109809"/>
                <a:gd name="connsiteY1" fmla="*/ 12690 h 167342"/>
                <a:gd name="connsiteX2" fmla="*/ 236 w 109809"/>
                <a:gd name="connsiteY2" fmla="*/ 82537 h 167342"/>
                <a:gd name="connsiteX3" fmla="*/ 19671 w 109809"/>
                <a:gd name="connsiteY3" fmla="*/ 150929 h 167342"/>
                <a:gd name="connsiteX4" fmla="*/ 55141 w 109809"/>
                <a:gd name="connsiteY4" fmla="*/ 167421 h 167342"/>
                <a:gd name="connsiteX5" fmla="*/ 86723 w 109809"/>
                <a:gd name="connsiteY5" fmla="*/ 154810 h 167342"/>
                <a:gd name="connsiteX6" fmla="*/ 110045 w 109809"/>
                <a:gd name="connsiteY6" fmla="*/ 83992 h 167342"/>
                <a:gd name="connsiteX7" fmla="*/ 56113 w 109809"/>
                <a:gd name="connsiteY7" fmla="*/ 79 h 167342"/>
                <a:gd name="connsiteX8" fmla="*/ 55384 w 109809"/>
                <a:gd name="connsiteY8" fmla="*/ 6384 h 167342"/>
                <a:gd name="connsiteX9" fmla="*/ 86723 w 109809"/>
                <a:gd name="connsiteY9" fmla="*/ 84477 h 167342"/>
                <a:gd name="connsiteX10" fmla="*/ 55141 w 109809"/>
                <a:gd name="connsiteY10" fmla="*/ 161116 h 167342"/>
                <a:gd name="connsiteX11" fmla="*/ 23558 w 109809"/>
                <a:gd name="connsiteY11" fmla="*/ 84720 h 167342"/>
                <a:gd name="connsiteX12" fmla="*/ 55384 w 109809"/>
                <a:gd name="connsiteY12" fmla="*/ 6384 h 16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809" h="167342">
                  <a:moveTo>
                    <a:pt x="56113" y="79"/>
                  </a:moveTo>
                  <a:cubicBezTo>
                    <a:pt x="42751" y="79"/>
                    <a:pt x="32547" y="4202"/>
                    <a:pt x="23558" y="12690"/>
                  </a:cubicBezTo>
                  <a:cubicBezTo>
                    <a:pt x="9468" y="26271"/>
                    <a:pt x="236" y="54162"/>
                    <a:pt x="236" y="82537"/>
                  </a:cubicBezTo>
                  <a:cubicBezTo>
                    <a:pt x="236" y="108973"/>
                    <a:pt x="8253" y="137348"/>
                    <a:pt x="19671" y="150929"/>
                  </a:cubicBezTo>
                  <a:cubicBezTo>
                    <a:pt x="28660" y="161601"/>
                    <a:pt x="41050" y="167421"/>
                    <a:pt x="55141" y="167421"/>
                  </a:cubicBezTo>
                  <a:cubicBezTo>
                    <a:pt x="67531" y="167421"/>
                    <a:pt x="77977" y="163298"/>
                    <a:pt x="86723" y="154810"/>
                  </a:cubicBezTo>
                  <a:cubicBezTo>
                    <a:pt x="100814" y="141471"/>
                    <a:pt x="110045" y="113338"/>
                    <a:pt x="110045" y="83992"/>
                  </a:cubicBezTo>
                  <a:cubicBezTo>
                    <a:pt x="110045" y="34275"/>
                    <a:pt x="87938" y="79"/>
                    <a:pt x="56113" y="79"/>
                  </a:cubicBezTo>
                  <a:close/>
                  <a:moveTo>
                    <a:pt x="55384" y="6384"/>
                  </a:moveTo>
                  <a:cubicBezTo>
                    <a:pt x="75791" y="6384"/>
                    <a:pt x="86723" y="33790"/>
                    <a:pt x="86723" y="84477"/>
                  </a:cubicBezTo>
                  <a:cubicBezTo>
                    <a:pt x="86723" y="135165"/>
                    <a:pt x="76034" y="161116"/>
                    <a:pt x="55141" y="161116"/>
                  </a:cubicBezTo>
                  <a:cubicBezTo>
                    <a:pt x="34248" y="161116"/>
                    <a:pt x="23558" y="135165"/>
                    <a:pt x="23558" y="84720"/>
                  </a:cubicBezTo>
                  <a:cubicBezTo>
                    <a:pt x="23558" y="33305"/>
                    <a:pt x="34491" y="6384"/>
                    <a:pt x="55384" y="6384"/>
                  </a:cubicBez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4B8B3F2-850D-7E95-A2E4-D7E43301DE3B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0531131" y="4814074"/>
              <a:ext cx="76165" cy="327737"/>
            </a:xfrm>
            <a:custGeom>
              <a:avLst/>
              <a:gdLst>
                <a:gd name="connsiteX0" fmla="*/ 76407 w 76165"/>
                <a:gd name="connsiteY0" fmla="*/ 163944 h 327737"/>
                <a:gd name="connsiteX1" fmla="*/ 54739 w 76165"/>
                <a:gd name="connsiteY1" fmla="*/ 61690 h 327737"/>
                <a:gd name="connsiteX2" fmla="*/ 3524 w 76165"/>
                <a:gd name="connsiteY2" fmla="*/ 76 h 327737"/>
                <a:gd name="connsiteX3" fmla="*/ 241 w 76165"/>
                <a:gd name="connsiteY3" fmla="*/ 3353 h 327737"/>
                <a:gd name="connsiteX4" fmla="*/ 6479 w 76165"/>
                <a:gd name="connsiteY4" fmla="*/ 10891 h 327737"/>
                <a:gd name="connsiteX5" fmla="*/ 57365 w 76165"/>
                <a:gd name="connsiteY5" fmla="*/ 163944 h 327737"/>
                <a:gd name="connsiteX6" fmla="*/ 4509 w 76165"/>
                <a:gd name="connsiteY6" fmla="*/ 318964 h 327737"/>
                <a:gd name="connsiteX7" fmla="*/ 241 w 76165"/>
                <a:gd name="connsiteY7" fmla="*/ 324536 h 327737"/>
                <a:gd name="connsiteX8" fmla="*/ 3524 w 76165"/>
                <a:gd name="connsiteY8" fmla="*/ 327813 h 327737"/>
                <a:gd name="connsiteX9" fmla="*/ 55724 w 76165"/>
                <a:gd name="connsiteY9" fmla="*/ 263904 h 327737"/>
                <a:gd name="connsiteX10" fmla="*/ 76407 w 76165"/>
                <a:gd name="connsiteY10" fmla="*/ 163944 h 32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327737">
                  <a:moveTo>
                    <a:pt x="76407" y="163944"/>
                  </a:moveTo>
                  <a:cubicBezTo>
                    <a:pt x="76407" y="138381"/>
                    <a:pt x="72795" y="98725"/>
                    <a:pt x="54739" y="61690"/>
                  </a:cubicBezTo>
                  <a:cubicBezTo>
                    <a:pt x="35041" y="21379"/>
                    <a:pt x="6807" y="76"/>
                    <a:pt x="3524" y="76"/>
                  </a:cubicBezTo>
                  <a:cubicBezTo>
                    <a:pt x="1555" y="76"/>
                    <a:pt x="241" y="1387"/>
                    <a:pt x="241" y="3353"/>
                  </a:cubicBezTo>
                  <a:cubicBezTo>
                    <a:pt x="241" y="4336"/>
                    <a:pt x="241" y="4992"/>
                    <a:pt x="6479" y="10891"/>
                  </a:cubicBezTo>
                  <a:cubicBezTo>
                    <a:pt x="38652" y="43337"/>
                    <a:pt x="57365" y="95447"/>
                    <a:pt x="57365" y="163944"/>
                  </a:cubicBezTo>
                  <a:cubicBezTo>
                    <a:pt x="57365" y="219987"/>
                    <a:pt x="45218" y="277669"/>
                    <a:pt x="4509" y="318964"/>
                  </a:cubicBezTo>
                  <a:cubicBezTo>
                    <a:pt x="241" y="322897"/>
                    <a:pt x="241" y="323552"/>
                    <a:pt x="241" y="324536"/>
                  </a:cubicBezTo>
                  <a:cubicBezTo>
                    <a:pt x="241" y="326502"/>
                    <a:pt x="1555" y="327813"/>
                    <a:pt x="3524" y="327813"/>
                  </a:cubicBezTo>
                  <a:cubicBezTo>
                    <a:pt x="6807" y="327813"/>
                    <a:pt x="36354" y="305527"/>
                    <a:pt x="55724" y="263904"/>
                  </a:cubicBezTo>
                  <a:cubicBezTo>
                    <a:pt x="72467" y="227853"/>
                    <a:pt x="76407" y="191474"/>
                    <a:pt x="76407" y="163944"/>
                  </a:cubicBez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AD50FEB7-2EBC-1525-DA47-6F0120747AF9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704423" y="4868806"/>
              <a:ext cx="218318" cy="218273"/>
            </a:xfrm>
            <a:custGeom>
              <a:avLst/>
              <a:gdLst>
                <a:gd name="connsiteX0" fmla="*/ 116137 w 218318"/>
                <a:gd name="connsiteY0" fmla="*/ 115767 h 218273"/>
                <a:gd name="connsiteX1" fmla="*/ 207732 w 218318"/>
                <a:gd name="connsiteY1" fmla="*/ 115767 h 218273"/>
                <a:gd name="connsiteX2" fmla="*/ 218566 w 218318"/>
                <a:gd name="connsiteY2" fmla="*/ 109212 h 218273"/>
                <a:gd name="connsiteX3" fmla="*/ 207732 w 218318"/>
                <a:gd name="connsiteY3" fmla="*/ 102657 h 218273"/>
                <a:gd name="connsiteX4" fmla="*/ 116137 w 218318"/>
                <a:gd name="connsiteY4" fmla="*/ 102657 h 218273"/>
                <a:gd name="connsiteX5" fmla="*/ 116137 w 218318"/>
                <a:gd name="connsiteY5" fmla="*/ 10891 h 218273"/>
                <a:gd name="connsiteX6" fmla="*/ 109571 w 218318"/>
                <a:gd name="connsiteY6" fmla="*/ 76 h 218273"/>
                <a:gd name="connsiteX7" fmla="*/ 103005 w 218318"/>
                <a:gd name="connsiteY7" fmla="*/ 10891 h 218273"/>
                <a:gd name="connsiteX8" fmla="*/ 103005 w 218318"/>
                <a:gd name="connsiteY8" fmla="*/ 102657 h 218273"/>
                <a:gd name="connsiteX9" fmla="*/ 11081 w 218318"/>
                <a:gd name="connsiteY9" fmla="*/ 102657 h 218273"/>
                <a:gd name="connsiteX10" fmla="*/ 247 w 218318"/>
                <a:gd name="connsiteY10" fmla="*/ 109212 h 218273"/>
                <a:gd name="connsiteX11" fmla="*/ 11081 w 218318"/>
                <a:gd name="connsiteY11" fmla="*/ 115767 h 218273"/>
                <a:gd name="connsiteX12" fmla="*/ 103005 w 218318"/>
                <a:gd name="connsiteY12" fmla="*/ 115767 h 218273"/>
                <a:gd name="connsiteX13" fmla="*/ 103005 w 218318"/>
                <a:gd name="connsiteY13" fmla="*/ 207533 h 218273"/>
                <a:gd name="connsiteX14" fmla="*/ 109571 w 218318"/>
                <a:gd name="connsiteY14" fmla="*/ 218349 h 218273"/>
                <a:gd name="connsiteX15" fmla="*/ 116137 w 218318"/>
                <a:gd name="connsiteY15" fmla="*/ 207533 h 218273"/>
                <a:gd name="connsiteX16" fmla="*/ 116137 w 218318"/>
                <a:gd name="connsiteY16" fmla="*/ 115767 h 218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8318" h="218273">
                  <a:moveTo>
                    <a:pt x="116137" y="115767"/>
                  </a:moveTo>
                  <a:lnTo>
                    <a:pt x="207732" y="115767"/>
                  </a:lnTo>
                  <a:cubicBezTo>
                    <a:pt x="212328" y="115767"/>
                    <a:pt x="218566" y="115767"/>
                    <a:pt x="218566" y="109212"/>
                  </a:cubicBezTo>
                  <a:cubicBezTo>
                    <a:pt x="218566" y="102657"/>
                    <a:pt x="212328" y="102657"/>
                    <a:pt x="207732" y="102657"/>
                  </a:cubicBezTo>
                  <a:lnTo>
                    <a:pt x="116137" y="102657"/>
                  </a:lnTo>
                  <a:lnTo>
                    <a:pt x="116137" y="10891"/>
                  </a:lnTo>
                  <a:cubicBezTo>
                    <a:pt x="116137" y="6303"/>
                    <a:pt x="116137" y="76"/>
                    <a:pt x="109571" y="76"/>
                  </a:cubicBezTo>
                  <a:cubicBezTo>
                    <a:pt x="103005" y="76"/>
                    <a:pt x="103005" y="6303"/>
                    <a:pt x="103005" y="10891"/>
                  </a:cubicBezTo>
                  <a:lnTo>
                    <a:pt x="103005" y="102657"/>
                  </a:lnTo>
                  <a:lnTo>
                    <a:pt x="11081" y="102657"/>
                  </a:lnTo>
                  <a:cubicBezTo>
                    <a:pt x="6485" y="102657"/>
                    <a:pt x="247" y="102657"/>
                    <a:pt x="247" y="109212"/>
                  </a:cubicBezTo>
                  <a:cubicBezTo>
                    <a:pt x="247" y="115767"/>
                    <a:pt x="6485" y="115767"/>
                    <a:pt x="11081" y="115767"/>
                  </a:cubicBezTo>
                  <a:lnTo>
                    <a:pt x="103005" y="115767"/>
                  </a:lnTo>
                  <a:lnTo>
                    <a:pt x="103005" y="207533"/>
                  </a:lnTo>
                  <a:cubicBezTo>
                    <a:pt x="103005" y="212122"/>
                    <a:pt x="103005" y="218349"/>
                    <a:pt x="109571" y="218349"/>
                  </a:cubicBezTo>
                  <a:cubicBezTo>
                    <a:pt x="116137" y="218349"/>
                    <a:pt x="116137" y="212122"/>
                    <a:pt x="116137" y="207533"/>
                  </a:cubicBezTo>
                  <a:lnTo>
                    <a:pt x="116137" y="115767"/>
                  </a:ln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C6981A09-2EB9-CD92-6E88-C72B4A3EAE4C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1087234" y="4692638"/>
              <a:ext cx="155613" cy="148137"/>
            </a:xfrm>
            <a:custGeom>
              <a:avLst/>
              <a:gdLst>
                <a:gd name="connsiteX0" fmla="*/ 141099 w 155613"/>
                <a:gd name="connsiteY0" fmla="*/ 108223 h 148137"/>
                <a:gd name="connsiteX1" fmla="*/ 133876 w 155613"/>
                <a:gd name="connsiteY1" fmla="*/ 117072 h 148137"/>
                <a:gd name="connsiteX2" fmla="*/ 118774 w 155613"/>
                <a:gd name="connsiteY2" fmla="*/ 130181 h 148137"/>
                <a:gd name="connsiteX3" fmla="*/ 108597 w 155613"/>
                <a:gd name="connsiteY3" fmla="*/ 116744 h 148137"/>
                <a:gd name="connsiteX4" fmla="*/ 107284 w 155613"/>
                <a:gd name="connsiteY4" fmla="*/ 111173 h 148137"/>
                <a:gd name="connsiteX5" fmla="*/ 95465 w 155613"/>
                <a:gd name="connsiteY5" fmla="*/ 58079 h 148137"/>
                <a:gd name="connsiteX6" fmla="*/ 127639 w 155613"/>
                <a:gd name="connsiteY6" fmla="*/ 18423 h 148137"/>
                <a:gd name="connsiteX7" fmla="*/ 135518 w 155613"/>
                <a:gd name="connsiteY7" fmla="*/ 21045 h 148137"/>
                <a:gd name="connsiteX8" fmla="*/ 144382 w 155613"/>
                <a:gd name="connsiteY8" fmla="*/ 23994 h 148137"/>
                <a:gd name="connsiteX9" fmla="*/ 155872 w 155613"/>
                <a:gd name="connsiteY9" fmla="*/ 12196 h 148137"/>
                <a:gd name="connsiteX10" fmla="*/ 142412 w 155613"/>
                <a:gd name="connsiteY10" fmla="*/ 70 h 148137"/>
                <a:gd name="connsiteX11" fmla="*/ 92839 w 155613"/>
                <a:gd name="connsiteY11" fmla="*/ 46936 h 148137"/>
                <a:gd name="connsiteX12" fmla="*/ 89228 w 155613"/>
                <a:gd name="connsiteY12" fmla="*/ 28910 h 148137"/>
                <a:gd name="connsiteX13" fmla="*/ 72156 w 155613"/>
                <a:gd name="connsiteY13" fmla="*/ 70 h 148137"/>
                <a:gd name="connsiteX14" fmla="*/ 33745 w 155613"/>
                <a:gd name="connsiteY14" fmla="*/ 9574 h 148137"/>
                <a:gd name="connsiteX15" fmla="*/ 30134 w 155613"/>
                <a:gd name="connsiteY15" fmla="*/ 10885 h 148137"/>
                <a:gd name="connsiteX16" fmla="*/ 31447 w 155613"/>
                <a:gd name="connsiteY16" fmla="*/ 15801 h 148137"/>
                <a:gd name="connsiteX17" fmla="*/ 49832 w 155613"/>
                <a:gd name="connsiteY17" fmla="*/ 12196 h 148137"/>
                <a:gd name="connsiteX18" fmla="*/ 64605 w 155613"/>
                <a:gd name="connsiteY18" fmla="*/ 34810 h 148137"/>
                <a:gd name="connsiteX19" fmla="*/ 74126 w 155613"/>
                <a:gd name="connsiteY19" fmla="*/ 75121 h 148137"/>
                <a:gd name="connsiteX20" fmla="*/ 47205 w 155613"/>
                <a:gd name="connsiteY20" fmla="*/ 113467 h 148137"/>
                <a:gd name="connsiteX21" fmla="*/ 30462 w 155613"/>
                <a:gd name="connsiteY21" fmla="*/ 129198 h 148137"/>
                <a:gd name="connsiteX22" fmla="*/ 21926 w 155613"/>
                <a:gd name="connsiteY22" fmla="*/ 126248 h 148137"/>
                <a:gd name="connsiteX23" fmla="*/ 11421 w 155613"/>
                <a:gd name="connsiteY23" fmla="*/ 122971 h 148137"/>
                <a:gd name="connsiteX24" fmla="*/ 259 w 155613"/>
                <a:gd name="connsiteY24" fmla="*/ 134442 h 148137"/>
                <a:gd name="connsiteX25" fmla="*/ 16674 w 155613"/>
                <a:gd name="connsiteY25" fmla="*/ 148207 h 148137"/>
                <a:gd name="connsiteX26" fmla="*/ 47205 w 155613"/>
                <a:gd name="connsiteY26" fmla="*/ 125265 h 148137"/>
                <a:gd name="connsiteX27" fmla="*/ 76752 w 155613"/>
                <a:gd name="connsiteY27" fmla="*/ 86920 h 148137"/>
                <a:gd name="connsiteX28" fmla="*/ 86601 w 155613"/>
                <a:gd name="connsiteY28" fmla="*/ 126248 h 148137"/>
                <a:gd name="connsiteX29" fmla="*/ 105642 w 155613"/>
                <a:gd name="connsiteY29" fmla="*/ 148207 h 148137"/>
                <a:gd name="connsiteX30" fmla="*/ 145695 w 155613"/>
                <a:gd name="connsiteY30" fmla="*/ 110845 h 148137"/>
                <a:gd name="connsiteX31" fmla="*/ 141099 w 155613"/>
                <a:gd name="connsiteY31" fmla="*/ 108223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99" y="108223"/>
                  </a:moveTo>
                  <a:cubicBezTo>
                    <a:pt x="138472" y="111173"/>
                    <a:pt x="136831" y="113139"/>
                    <a:pt x="133876" y="117072"/>
                  </a:cubicBezTo>
                  <a:cubicBezTo>
                    <a:pt x="126325" y="126904"/>
                    <a:pt x="122386" y="130181"/>
                    <a:pt x="118774" y="130181"/>
                  </a:cubicBezTo>
                  <a:cubicBezTo>
                    <a:pt x="113850" y="130181"/>
                    <a:pt x="110895" y="125921"/>
                    <a:pt x="108597" y="116744"/>
                  </a:cubicBezTo>
                  <a:cubicBezTo>
                    <a:pt x="107941" y="114122"/>
                    <a:pt x="107612" y="112156"/>
                    <a:pt x="107284" y="111173"/>
                  </a:cubicBezTo>
                  <a:cubicBezTo>
                    <a:pt x="99077" y="78071"/>
                    <a:pt x="95465" y="62995"/>
                    <a:pt x="95465" y="58079"/>
                  </a:cubicBezTo>
                  <a:cubicBezTo>
                    <a:pt x="109910" y="32843"/>
                    <a:pt x="121729" y="18423"/>
                    <a:pt x="127639" y="18423"/>
                  </a:cubicBezTo>
                  <a:cubicBezTo>
                    <a:pt x="129608" y="18423"/>
                    <a:pt x="132235" y="19406"/>
                    <a:pt x="135518" y="21045"/>
                  </a:cubicBezTo>
                  <a:cubicBezTo>
                    <a:pt x="139457" y="23339"/>
                    <a:pt x="141755" y="23994"/>
                    <a:pt x="144382" y="23994"/>
                  </a:cubicBezTo>
                  <a:cubicBezTo>
                    <a:pt x="151276" y="23994"/>
                    <a:pt x="155872" y="19078"/>
                    <a:pt x="155872" y="12196"/>
                  </a:cubicBezTo>
                  <a:cubicBezTo>
                    <a:pt x="155872" y="5313"/>
                    <a:pt x="150291" y="70"/>
                    <a:pt x="142412" y="70"/>
                  </a:cubicBezTo>
                  <a:cubicBezTo>
                    <a:pt x="127967" y="70"/>
                    <a:pt x="115491" y="11868"/>
                    <a:pt x="92839" y="46936"/>
                  </a:cubicBezTo>
                  <a:lnTo>
                    <a:pt x="89228" y="28910"/>
                  </a:lnTo>
                  <a:cubicBezTo>
                    <a:pt x="84631" y="6624"/>
                    <a:pt x="81020" y="70"/>
                    <a:pt x="72156" y="70"/>
                  </a:cubicBezTo>
                  <a:cubicBezTo>
                    <a:pt x="64933" y="70"/>
                    <a:pt x="53771" y="3019"/>
                    <a:pt x="33745" y="9574"/>
                  </a:cubicBezTo>
                  <a:lnTo>
                    <a:pt x="30134" y="10885"/>
                  </a:lnTo>
                  <a:lnTo>
                    <a:pt x="31447" y="15801"/>
                  </a:lnTo>
                  <a:cubicBezTo>
                    <a:pt x="43922" y="12851"/>
                    <a:pt x="46877" y="12196"/>
                    <a:pt x="49832" y="12196"/>
                  </a:cubicBezTo>
                  <a:cubicBezTo>
                    <a:pt x="58039" y="12196"/>
                    <a:pt x="60009" y="15145"/>
                    <a:pt x="64605" y="34810"/>
                  </a:cubicBezTo>
                  <a:lnTo>
                    <a:pt x="74126" y="75121"/>
                  </a:lnTo>
                  <a:lnTo>
                    <a:pt x="47205" y="113467"/>
                  </a:lnTo>
                  <a:cubicBezTo>
                    <a:pt x="40639" y="123299"/>
                    <a:pt x="34073" y="129198"/>
                    <a:pt x="30462" y="129198"/>
                  </a:cubicBezTo>
                  <a:cubicBezTo>
                    <a:pt x="28492" y="129198"/>
                    <a:pt x="25209" y="128215"/>
                    <a:pt x="21926" y="126248"/>
                  </a:cubicBezTo>
                  <a:cubicBezTo>
                    <a:pt x="17658" y="123954"/>
                    <a:pt x="14047" y="122971"/>
                    <a:pt x="11421" y="122971"/>
                  </a:cubicBezTo>
                  <a:cubicBezTo>
                    <a:pt x="5183" y="122971"/>
                    <a:pt x="259" y="127887"/>
                    <a:pt x="259" y="134442"/>
                  </a:cubicBezTo>
                  <a:cubicBezTo>
                    <a:pt x="259" y="142963"/>
                    <a:pt x="6825" y="148207"/>
                    <a:pt x="16674" y="148207"/>
                  </a:cubicBezTo>
                  <a:cubicBezTo>
                    <a:pt x="26851" y="148207"/>
                    <a:pt x="30790" y="145257"/>
                    <a:pt x="47205" y="125265"/>
                  </a:cubicBezTo>
                  <a:cubicBezTo>
                    <a:pt x="56069" y="114778"/>
                    <a:pt x="62964" y="105929"/>
                    <a:pt x="76752" y="86920"/>
                  </a:cubicBezTo>
                  <a:lnTo>
                    <a:pt x="86601" y="126248"/>
                  </a:lnTo>
                  <a:cubicBezTo>
                    <a:pt x="90869" y="142963"/>
                    <a:pt x="95137" y="148207"/>
                    <a:pt x="105642" y="148207"/>
                  </a:cubicBezTo>
                  <a:cubicBezTo>
                    <a:pt x="118118" y="148207"/>
                    <a:pt x="126654" y="140341"/>
                    <a:pt x="145695" y="110845"/>
                  </a:cubicBezTo>
                  <a:lnTo>
                    <a:pt x="141099" y="108223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595B17A2-45B9-90F9-3D09-4D9D23DB122C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1316408" y="4748681"/>
              <a:ext cx="200590" cy="13109"/>
            </a:xfrm>
            <a:custGeom>
              <a:avLst/>
              <a:gdLst>
                <a:gd name="connsiteX0" fmla="*/ 189364 w 200590"/>
                <a:gd name="connsiteY0" fmla="*/ 13179 h 13109"/>
                <a:gd name="connsiteX1" fmla="*/ 200855 w 200590"/>
                <a:gd name="connsiteY1" fmla="*/ 6624 h 13109"/>
                <a:gd name="connsiteX2" fmla="*/ 189364 w 200590"/>
                <a:gd name="connsiteY2" fmla="*/ 70 h 13109"/>
                <a:gd name="connsiteX3" fmla="*/ 11755 w 200590"/>
                <a:gd name="connsiteY3" fmla="*/ 70 h 13109"/>
                <a:gd name="connsiteX4" fmla="*/ 265 w 200590"/>
                <a:gd name="connsiteY4" fmla="*/ 6624 h 13109"/>
                <a:gd name="connsiteX5" fmla="*/ 11755 w 200590"/>
                <a:gd name="connsiteY5" fmla="*/ 13179 h 13109"/>
                <a:gd name="connsiteX6" fmla="*/ 189364 w 200590"/>
                <a:gd name="connsiteY6" fmla="*/ 13179 h 1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590" h="13109">
                  <a:moveTo>
                    <a:pt x="189364" y="13179"/>
                  </a:moveTo>
                  <a:cubicBezTo>
                    <a:pt x="194946" y="13179"/>
                    <a:pt x="200855" y="13179"/>
                    <a:pt x="200855" y="6624"/>
                  </a:cubicBezTo>
                  <a:cubicBezTo>
                    <a:pt x="200855" y="70"/>
                    <a:pt x="194946" y="70"/>
                    <a:pt x="189364" y="70"/>
                  </a:cubicBezTo>
                  <a:lnTo>
                    <a:pt x="11755" y="70"/>
                  </a:lnTo>
                  <a:cubicBezTo>
                    <a:pt x="6174" y="70"/>
                    <a:pt x="265" y="70"/>
                    <a:pt x="265" y="6624"/>
                  </a:cubicBezTo>
                  <a:cubicBezTo>
                    <a:pt x="265" y="13179"/>
                    <a:pt x="6174" y="13179"/>
                    <a:pt x="11755" y="13179"/>
                  </a:cubicBezTo>
                  <a:lnTo>
                    <a:pt x="189364" y="13179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F6AE0B08-99DC-2A25-F61F-BCC9A09DCC60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1582104" y="4692638"/>
              <a:ext cx="155613" cy="148137"/>
            </a:xfrm>
            <a:custGeom>
              <a:avLst/>
              <a:gdLst>
                <a:gd name="connsiteX0" fmla="*/ 141114 w 155613"/>
                <a:gd name="connsiteY0" fmla="*/ 108223 h 148137"/>
                <a:gd name="connsiteX1" fmla="*/ 133891 w 155613"/>
                <a:gd name="connsiteY1" fmla="*/ 117072 h 148137"/>
                <a:gd name="connsiteX2" fmla="*/ 118789 w 155613"/>
                <a:gd name="connsiteY2" fmla="*/ 130181 h 148137"/>
                <a:gd name="connsiteX3" fmla="*/ 108612 w 155613"/>
                <a:gd name="connsiteY3" fmla="*/ 116744 h 148137"/>
                <a:gd name="connsiteX4" fmla="*/ 107299 w 155613"/>
                <a:gd name="connsiteY4" fmla="*/ 111173 h 148137"/>
                <a:gd name="connsiteX5" fmla="*/ 95480 w 155613"/>
                <a:gd name="connsiteY5" fmla="*/ 58079 h 148137"/>
                <a:gd name="connsiteX6" fmla="*/ 127653 w 155613"/>
                <a:gd name="connsiteY6" fmla="*/ 18423 h 148137"/>
                <a:gd name="connsiteX7" fmla="*/ 135533 w 155613"/>
                <a:gd name="connsiteY7" fmla="*/ 21045 h 148137"/>
                <a:gd name="connsiteX8" fmla="*/ 144397 w 155613"/>
                <a:gd name="connsiteY8" fmla="*/ 23994 h 148137"/>
                <a:gd name="connsiteX9" fmla="*/ 155887 w 155613"/>
                <a:gd name="connsiteY9" fmla="*/ 12196 h 148137"/>
                <a:gd name="connsiteX10" fmla="*/ 142427 w 155613"/>
                <a:gd name="connsiteY10" fmla="*/ 70 h 148137"/>
                <a:gd name="connsiteX11" fmla="*/ 92854 w 155613"/>
                <a:gd name="connsiteY11" fmla="*/ 46936 h 148137"/>
                <a:gd name="connsiteX12" fmla="*/ 89243 w 155613"/>
                <a:gd name="connsiteY12" fmla="*/ 28910 h 148137"/>
                <a:gd name="connsiteX13" fmla="*/ 72171 w 155613"/>
                <a:gd name="connsiteY13" fmla="*/ 70 h 148137"/>
                <a:gd name="connsiteX14" fmla="*/ 33760 w 155613"/>
                <a:gd name="connsiteY14" fmla="*/ 9574 h 148137"/>
                <a:gd name="connsiteX15" fmla="*/ 30149 w 155613"/>
                <a:gd name="connsiteY15" fmla="*/ 10885 h 148137"/>
                <a:gd name="connsiteX16" fmla="*/ 31462 w 155613"/>
                <a:gd name="connsiteY16" fmla="*/ 15801 h 148137"/>
                <a:gd name="connsiteX17" fmla="*/ 49847 w 155613"/>
                <a:gd name="connsiteY17" fmla="*/ 12196 h 148137"/>
                <a:gd name="connsiteX18" fmla="*/ 64620 w 155613"/>
                <a:gd name="connsiteY18" fmla="*/ 34810 h 148137"/>
                <a:gd name="connsiteX19" fmla="*/ 74141 w 155613"/>
                <a:gd name="connsiteY19" fmla="*/ 75121 h 148137"/>
                <a:gd name="connsiteX20" fmla="*/ 47220 w 155613"/>
                <a:gd name="connsiteY20" fmla="*/ 113467 h 148137"/>
                <a:gd name="connsiteX21" fmla="*/ 30477 w 155613"/>
                <a:gd name="connsiteY21" fmla="*/ 129198 h 148137"/>
                <a:gd name="connsiteX22" fmla="*/ 21941 w 155613"/>
                <a:gd name="connsiteY22" fmla="*/ 126248 h 148137"/>
                <a:gd name="connsiteX23" fmla="*/ 11436 w 155613"/>
                <a:gd name="connsiteY23" fmla="*/ 122971 h 148137"/>
                <a:gd name="connsiteX24" fmla="*/ 274 w 155613"/>
                <a:gd name="connsiteY24" fmla="*/ 134442 h 148137"/>
                <a:gd name="connsiteX25" fmla="*/ 16689 w 155613"/>
                <a:gd name="connsiteY25" fmla="*/ 148207 h 148137"/>
                <a:gd name="connsiteX26" fmla="*/ 47220 w 155613"/>
                <a:gd name="connsiteY26" fmla="*/ 125265 h 148137"/>
                <a:gd name="connsiteX27" fmla="*/ 76767 w 155613"/>
                <a:gd name="connsiteY27" fmla="*/ 86920 h 148137"/>
                <a:gd name="connsiteX28" fmla="*/ 86616 w 155613"/>
                <a:gd name="connsiteY28" fmla="*/ 126248 h 148137"/>
                <a:gd name="connsiteX29" fmla="*/ 105657 w 155613"/>
                <a:gd name="connsiteY29" fmla="*/ 148207 h 148137"/>
                <a:gd name="connsiteX30" fmla="*/ 145710 w 155613"/>
                <a:gd name="connsiteY30" fmla="*/ 110845 h 148137"/>
                <a:gd name="connsiteX31" fmla="*/ 141114 w 155613"/>
                <a:gd name="connsiteY31" fmla="*/ 108223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114" y="108223"/>
                  </a:moveTo>
                  <a:cubicBezTo>
                    <a:pt x="138487" y="111173"/>
                    <a:pt x="136846" y="113139"/>
                    <a:pt x="133891" y="117072"/>
                  </a:cubicBezTo>
                  <a:cubicBezTo>
                    <a:pt x="126340" y="126904"/>
                    <a:pt x="122401" y="130181"/>
                    <a:pt x="118789" y="130181"/>
                  </a:cubicBezTo>
                  <a:cubicBezTo>
                    <a:pt x="113865" y="130181"/>
                    <a:pt x="110910" y="125921"/>
                    <a:pt x="108612" y="116744"/>
                  </a:cubicBezTo>
                  <a:cubicBezTo>
                    <a:pt x="107956" y="114122"/>
                    <a:pt x="107627" y="112156"/>
                    <a:pt x="107299" y="111173"/>
                  </a:cubicBezTo>
                  <a:cubicBezTo>
                    <a:pt x="99091" y="78071"/>
                    <a:pt x="95480" y="62995"/>
                    <a:pt x="95480" y="58079"/>
                  </a:cubicBezTo>
                  <a:cubicBezTo>
                    <a:pt x="109925" y="32843"/>
                    <a:pt x="121744" y="18423"/>
                    <a:pt x="127653" y="18423"/>
                  </a:cubicBezTo>
                  <a:cubicBezTo>
                    <a:pt x="129623" y="18423"/>
                    <a:pt x="132250" y="19406"/>
                    <a:pt x="135533" y="21045"/>
                  </a:cubicBezTo>
                  <a:cubicBezTo>
                    <a:pt x="139472" y="23339"/>
                    <a:pt x="141770" y="23994"/>
                    <a:pt x="144397" y="23994"/>
                  </a:cubicBezTo>
                  <a:cubicBezTo>
                    <a:pt x="151291" y="23994"/>
                    <a:pt x="155887" y="19078"/>
                    <a:pt x="155887" y="12196"/>
                  </a:cubicBezTo>
                  <a:cubicBezTo>
                    <a:pt x="155887" y="5313"/>
                    <a:pt x="150306" y="70"/>
                    <a:pt x="142427" y="70"/>
                  </a:cubicBezTo>
                  <a:cubicBezTo>
                    <a:pt x="127982" y="70"/>
                    <a:pt x="115506" y="11868"/>
                    <a:pt x="92854" y="46936"/>
                  </a:cubicBezTo>
                  <a:lnTo>
                    <a:pt x="89243" y="28910"/>
                  </a:lnTo>
                  <a:cubicBezTo>
                    <a:pt x="84646" y="6624"/>
                    <a:pt x="81035" y="70"/>
                    <a:pt x="72171" y="70"/>
                  </a:cubicBezTo>
                  <a:cubicBezTo>
                    <a:pt x="64948" y="70"/>
                    <a:pt x="53786" y="3019"/>
                    <a:pt x="33760" y="9574"/>
                  </a:cubicBezTo>
                  <a:lnTo>
                    <a:pt x="30149" y="10885"/>
                  </a:lnTo>
                  <a:lnTo>
                    <a:pt x="31462" y="15801"/>
                  </a:lnTo>
                  <a:cubicBezTo>
                    <a:pt x="43937" y="12851"/>
                    <a:pt x="46892" y="12196"/>
                    <a:pt x="49847" y="12196"/>
                  </a:cubicBezTo>
                  <a:cubicBezTo>
                    <a:pt x="58054" y="12196"/>
                    <a:pt x="60024" y="15145"/>
                    <a:pt x="64620" y="34810"/>
                  </a:cubicBezTo>
                  <a:lnTo>
                    <a:pt x="74141" y="75121"/>
                  </a:lnTo>
                  <a:lnTo>
                    <a:pt x="47220" y="113467"/>
                  </a:lnTo>
                  <a:cubicBezTo>
                    <a:pt x="40654" y="123299"/>
                    <a:pt x="34088" y="129198"/>
                    <a:pt x="30477" y="129198"/>
                  </a:cubicBezTo>
                  <a:cubicBezTo>
                    <a:pt x="28507" y="129198"/>
                    <a:pt x="25224" y="128215"/>
                    <a:pt x="21941" y="126248"/>
                  </a:cubicBezTo>
                  <a:cubicBezTo>
                    <a:pt x="17673" y="123954"/>
                    <a:pt x="14062" y="122971"/>
                    <a:pt x="11436" y="122971"/>
                  </a:cubicBezTo>
                  <a:cubicBezTo>
                    <a:pt x="5198" y="122971"/>
                    <a:pt x="274" y="127887"/>
                    <a:pt x="274" y="134442"/>
                  </a:cubicBezTo>
                  <a:cubicBezTo>
                    <a:pt x="274" y="142963"/>
                    <a:pt x="6840" y="148207"/>
                    <a:pt x="16689" y="148207"/>
                  </a:cubicBezTo>
                  <a:cubicBezTo>
                    <a:pt x="26866" y="148207"/>
                    <a:pt x="30805" y="145257"/>
                    <a:pt x="47220" y="125265"/>
                  </a:cubicBezTo>
                  <a:cubicBezTo>
                    <a:pt x="56084" y="114778"/>
                    <a:pt x="62979" y="105929"/>
                    <a:pt x="76767" y="86920"/>
                  </a:cubicBezTo>
                  <a:lnTo>
                    <a:pt x="86616" y="126248"/>
                  </a:lnTo>
                  <a:cubicBezTo>
                    <a:pt x="90884" y="142963"/>
                    <a:pt x="95152" y="148207"/>
                    <a:pt x="105657" y="148207"/>
                  </a:cubicBezTo>
                  <a:cubicBezTo>
                    <a:pt x="118133" y="148207"/>
                    <a:pt x="126669" y="140341"/>
                    <a:pt x="145710" y="110845"/>
                  </a:cubicBezTo>
                  <a:lnTo>
                    <a:pt x="141114" y="108223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0C97731E-FF69-50F2-043C-98F6A932FC8E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1743108" y="4722917"/>
              <a:ext cx="109809" cy="167342"/>
            </a:xfrm>
            <a:custGeom>
              <a:avLst/>
              <a:gdLst>
                <a:gd name="connsiteX0" fmla="*/ 56154 w 109809"/>
                <a:gd name="connsiteY0" fmla="*/ 72 h 167342"/>
                <a:gd name="connsiteX1" fmla="*/ 23600 w 109809"/>
                <a:gd name="connsiteY1" fmla="*/ 12683 h 167342"/>
                <a:gd name="connsiteX2" fmla="*/ 277 w 109809"/>
                <a:gd name="connsiteY2" fmla="*/ 82531 h 167342"/>
                <a:gd name="connsiteX3" fmla="*/ 19713 w 109809"/>
                <a:gd name="connsiteY3" fmla="*/ 150923 h 167342"/>
                <a:gd name="connsiteX4" fmla="*/ 55182 w 109809"/>
                <a:gd name="connsiteY4" fmla="*/ 167414 h 167342"/>
                <a:gd name="connsiteX5" fmla="*/ 86764 w 109809"/>
                <a:gd name="connsiteY5" fmla="*/ 154803 h 167342"/>
                <a:gd name="connsiteX6" fmla="*/ 110087 w 109809"/>
                <a:gd name="connsiteY6" fmla="*/ 83986 h 167342"/>
                <a:gd name="connsiteX7" fmla="*/ 56154 w 109809"/>
                <a:gd name="connsiteY7" fmla="*/ 72 h 167342"/>
                <a:gd name="connsiteX8" fmla="*/ 55425 w 109809"/>
                <a:gd name="connsiteY8" fmla="*/ 6378 h 167342"/>
                <a:gd name="connsiteX9" fmla="*/ 86764 w 109809"/>
                <a:gd name="connsiteY9" fmla="*/ 84471 h 167342"/>
                <a:gd name="connsiteX10" fmla="*/ 55182 w 109809"/>
                <a:gd name="connsiteY10" fmla="*/ 161109 h 167342"/>
                <a:gd name="connsiteX11" fmla="*/ 23600 w 109809"/>
                <a:gd name="connsiteY11" fmla="*/ 84713 h 167342"/>
                <a:gd name="connsiteX12" fmla="*/ 55425 w 109809"/>
                <a:gd name="connsiteY12" fmla="*/ 6378 h 16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809" h="167342">
                  <a:moveTo>
                    <a:pt x="56154" y="72"/>
                  </a:moveTo>
                  <a:cubicBezTo>
                    <a:pt x="42792" y="72"/>
                    <a:pt x="32589" y="4195"/>
                    <a:pt x="23600" y="12683"/>
                  </a:cubicBezTo>
                  <a:cubicBezTo>
                    <a:pt x="9509" y="26265"/>
                    <a:pt x="277" y="54155"/>
                    <a:pt x="277" y="82531"/>
                  </a:cubicBezTo>
                  <a:cubicBezTo>
                    <a:pt x="277" y="108966"/>
                    <a:pt x="8294" y="137341"/>
                    <a:pt x="19713" y="150923"/>
                  </a:cubicBezTo>
                  <a:cubicBezTo>
                    <a:pt x="28701" y="161594"/>
                    <a:pt x="41091" y="167414"/>
                    <a:pt x="55182" y="167414"/>
                  </a:cubicBezTo>
                  <a:cubicBezTo>
                    <a:pt x="67572" y="167414"/>
                    <a:pt x="78018" y="163291"/>
                    <a:pt x="86764" y="154803"/>
                  </a:cubicBezTo>
                  <a:cubicBezTo>
                    <a:pt x="100855" y="141464"/>
                    <a:pt x="110087" y="113331"/>
                    <a:pt x="110087" y="83986"/>
                  </a:cubicBezTo>
                  <a:cubicBezTo>
                    <a:pt x="110087" y="34268"/>
                    <a:pt x="87979" y="72"/>
                    <a:pt x="56154" y="72"/>
                  </a:cubicBezTo>
                  <a:close/>
                  <a:moveTo>
                    <a:pt x="55425" y="6378"/>
                  </a:moveTo>
                  <a:cubicBezTo>
                    <a:pt x="75832" y="6378"/>
                    <a:pt x="86764" y="33783"/>
                    <a:pt x="86764" y="84471"/>
                  </a:cubicBezTo>
                  <a:cubicBezTo>
                    <a:pt x="86764" y="135159"/>
                    <a:pt x="76075" y="161109"/>
                    <a:pt x="55182" y="161109"/>
                  </a:cubicBezTo>
                  <a:cubicBezTo>
                    <a:pt x="34289" y="161109"/>
                    <a:pt x="23600" y="135159"/>
                    <a:pt x="23600" y="84713"/>
                  </a:cubicBezTo>
                  <a:cubicBezTo>
                    <a:pt x="23600" y="33298"/>
                    <a:pt x="34532" y="6378"/>
                    <a:pt x="55425" y="6378"/>
                  </a:cubicBez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B47865-8E62-11E7-46EC-8CCE0AFF9FCD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1027390" y="4971058"/>
              <a:ext cx="916998" cy="13155"/>
            </a:xfrm>
            <a:custGeom>
              <a:avLst/>
              <a:gdLst>
                <a:gd name="connsiteX0" fmla="*/ 0 w 916998"/>
                <a:gd name="connsiteY0" fmla="*/ 0 h 13155"/>
                <a:gd name="connsiteX1" fmla="*/ 916998 w 916998"/>
                <a:gd name="connsiteY1" fmla="*/ 0 h 13155"/>
                <a:gd name="connsiteX2" fmla="*/ 916998 w 916998"/>
                <a:gd name="connsiteY2" fmla="*/ 13155 h 13155"/>
                <a:gd name="connsiteX3" fmla="*/ 0 w 916998"/>
                <a:gd name="connsiteY3" fmla="*/ 13155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998" h="13155">
                  <a:moveTo>
                    <a:pt x="0" y="0"/>
                  </a:moveTo>
                  <a:lnTo>
                    <a:pt x="916998" y="0"/>
                  </a:lnTo>
                  <a:lnTo>
                    <a:pt x="916998" y="13155"/>
                  </a:lnTo>
                  <a:lnTo>
                    <a:pt x="0" y="13155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583B3B84-E09A-F00C-17EE-30537A726D31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1018526" y="5141015"/>
              <a:ext cx="155613" cy="148137"/>
            </a:xfrm>
            <a:custGeom>
              <a:avLst/>
              <a:gdLst>
                <a:gd name="connsiteX0" fmla="*/ 141097 w 155613"/>
                <a:gd name="connsiteY0" fmla="*/ 108236 h 148137"/>
                <a:gd name="connsiteX1" fmla="*/ 133874 w 155613"/>
                <a:gd name="connsiteY1" fmla="*/ 117085 h 148137"/>
                <a:gd name="connsiteX2" fmla="*/ 118772 w 155613"/>
                <a:gd name="connsiteY2" fmla="*/ 130195 h 148137"/>
                <a:gd name="connsiteX3" fmla="*/ 108595 w 155613"/>
                <a:gd name="connsiteY3" fmla="*/ 116758 h 148137"/>
                <a:gd name="connsiteX4" fmla="*/ 107282 w 155613"/>
                <a:gd name="connsiteY4" fmla="*/ 111186 h 148137"/>
                <a:gd name="connsiteX5" fmla="*/ 95463 w 155613"/>
                <a:gd name="connsiteY5" fmla="*/ 58093 h 148137"/>
                <a:gd name="connsiteX6" fmla="*/ 127636 w 155613"/>
                <a:gd name="connsiteY6" fmla="*/ 18436 h 148137"/>
                <a:gd name="connsiteX7" fmla="*/ 135516 w 155613"/>
                <a:gd name="connsiteY7" fmla="*/ 21058 h 148137"/>
                <a:gd name="connsiteX8" fmla="*/ 144380 w 155613"/>
                <a:gd name="connsiteY8" fmla="*/ 24008 h 148137"/>
                <a:gd name="connsiteX9" fmla="*/ 155870 w 155613"/>
                <a:gd name="connsiteY9" fmla="*/ 12209 h 148137"/>
                <a:gd name="connsiteX10" fmla="*/ 142410 w 155613"/>
                <a:gd name="connsiteY10" fmla="*/ 83 h 148137"/>
                <a:gd name="connsiteX11" fmla="*/ 92837 w 155613"/>
                <a:gd name="connsiteY11" fmla="*/ 46950 h 148137"/>
                <a:gd name="connsiteX12" fmla="*/ 89225 w 155613"/>
                <a:gd name="connsiteY12" fmla="*/ 28924 h 148137"/>
                <a:gd name="connsiteX13" fmla="*/ 72154 w 155613"/>
                <a:gd name="connsiteY13" fmla="*/ 83 h 148137"/>
                <a:gd name="connsiteX14" fmla="*/ 33743 w 155613"/>
                <a:gd name="connsiteY14" fmla="*/ 9588 h 148137"/>
                <a:gd name="connsiteX15" fmla="*/ 30132 w 155613"/>
                <a:gd name="connsiteY15" fmla="*/ 10898 h 148137"/>
                <a:gd name="connsiteX16" fmla="*/ 31445 w 155613"/>
                <a:gd name="connsiteY16" fmla="*/ 15815 h 148137"/>
                <a:gd name="connsiteX17" fmla="*/ 49830 w 155613"/>
                <a:gd name="connsiteY17" fmla="*/ 12209 h 148137"/>
                <a:gd name="connsiteX18" fmla="*/ 64603 w 155613"/>
                <a:gd name="connsiteY18" fmla="*/ 34823 h 148137"/>
                <a:gd name="connsiteX19" fmla="*/ 74124 w 155613"/>
                <a:gd name="connsiteY19" fmla="*/ 75135 h 148137"/>
                <a:gd name="connsiteX20" fmla="*/ 47203 w 155613"/>
                <a:gd name="connsiteY20" fmla="*/ 113480 h 148137"/>
                <a:gd name="connsiteX21" fmla="*/ 30460 w 155613"/>
                <a:gd name="connsiteY21" fmla="*/ 129212 h 148137"/>
                <a:gd name="connsiteX22" fmla="*/ 21924 w 155613"/>
                <a:gd name="connsiteY22" fmla="*/ 126262 h 148137"/>
                <a:gd name="connsiteX23" fmla="*/ 11419 w 155613"/>
                <a:gd name="connsiteY23" fmla="*/ 122985 h 148137"/>
                <a:gd name="connsiteX24" fmla="*/ 257 w 155613"/>
                <a:gd name="connsiteY24" fmla="*/ 134455 h 148137"/>
                <a:gd name="connsiteX25" fmla="*/ 16672 w 155613"/>
                <a:gd name="connsiteY25" fmla="*/ 148220 h 148137"/>
                <a:gd name="connsiteX26" fmla="*/ 47203 w 155613"/>
                <a:gd name="connsiteY26" fmla="*/ 125279 h 148137"/>
                <a:gd name="connsiteX27" fmla="*/ 76750 w 155613"/>
                <a:gd name="connsiteY27" fmla="*/ 86934 h 148137"/>
                <a:gd name="connsiteX28" fmla="*/ 86599 w 155613"/>
                <a:gd name="connsiteY28" fmla="*/ 126262 h 148137"/>
                <a:gd name="connsiteX29" fmla="*/ 105640 w 155613"/>
                <a:gd name="connsiteY29" fmla="*/ 148220 h 148137"/>
                <a:gd name="connsiteX30" fmla="*/ 145693 w 155613"/>
                <a:gd name="connsiteY30" fmla="*/ 110858 h 148137"/>
                <a:gd name="connsiteX31" fmla="*/ 141097 w 155613"/>
                <a:gd name="connsiteY31" fmla="*/ 108236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097" y="108236"/>
                  </a:moveTo>
                  <a:cubicBezTo>
                    <a:pt x="138470" y="111186"/>
                    <a:pt x="136829" y="113153"/>
                    <a:pt x="133874" y="117085"/>
                  </a:cubicBezTo>
                  <a:cubicBezTo>
                    <a:pt x="126323" y="126917"/>
                    <a:pt x="122384" y="130195"/>
                    <a:pt x="118772" y="130195"/>
                  </a:cubicBezTo>
                  <a:cubicBezTo>
                    <a:pt x="113848" y="130195"/>
                    <a:pt x="110893" y="125934"/>
                    <a:pt x="108595" y="116758"/>
                  </a:cubicBezTo>
                  <a:cubicBezTo>
                    <a:pt x="107939" y="114136"/>
                    <a:pt x="107610" y="112169"/>
                    <a:pt x="107282" y="111186"/>
                  </a:cubicBezTo>
                  <a:cubicBezTo>
                    <a:pt x="99074" y="78085"/>
                    <a:pt x="95463" y="63009"/>
                    <a:pt x="95463" y="58093"/>
                  </a:cubicBezTo>
                  <a:cubicBezTo>
                    <a:pt x="109908" y="32857"/>
                    <a:pt x="121727" y="18436"/>
                    <a:pt x="127636" y="18436"/>
                  </a:cubicBezTo>
                  <a:cubicBezTo>
                    <a:pt x="129606" y="18436"/>
                    <a:pt x="132233" y="19420"/>
                    <a:pt x="135516" y="21058"/>
                  </a:cubicBezTo>
                  <a:cubicBezTo>
                    <a:pt x="139455" y="23353"/>
                    <a:pt x="141753" y="24008"/>
                    <a:pt x="144380" y="24008"/>
                  </a:cubicBezTo>
                  <a:cubicBezTo>
                    <a:pt x="151274" y="24008"/>
                    <a:pt x="155870" y="19092"/>
                    <a:pt x="155870" y="12209"/>
                  </a:cubicBezTo>
                  <a:cubicBezTo>
                    <a:pt x="155870" y="5327"/>
                    <a:pt x="150289" y="83"/>
                    <a:pt x="142410" y="83"/>
                  </a:cubicBezTo>
                  <a:cubicBezTo>
                    <a:pt x="127965" y="83"/>
                    <a:pt x="115489" y="11882"/>
                    <a:pt x="92837" y="46950"/>
                  </a:cubicBezTo>
                  <a:lnTo>
                    <a:pt x="89225" y="28924"/>
                  </a:lnTo>
                  <a:cubicBezTo>
                    <a:pt x="84629" y="6638"/>
                    <a:pt x="81018" y="83"/>
                    <a:pt x="72154" y="83"/>
                  </a:cubicBezTo>
                  <a:cubicBezTo>
                    <a:pt x="64931" y="83"/>
                    <a:pt x="53769" y="3033"/>
                    <a:pt x="33743" y="9588"/>
                  </a:cubicBezTo>
                  <a:lnTo>
                    <a:pt x="30132" y="10898"/>
                  </a:lnTo>
                  <a:lnTo>
                    <a:pt x="31445" y="15815"/>
                  </a:lnTo>
                  <a:cubicBezTo>
                    <a:pt x="43920" y="12865"/>
                    <a:pt x="46875" y="12209"/>
                    <a:pt x="49830" y="12209"/>
                  </a:cubicBezTo>
                  <a:cubicBezTo>
                    <a:pt x="58037" y="12209"/>
                    <a:pt x="60007" y="15159"/>
                    <a:pt x="64603" y="34823"/>
                  </a:cubicBezTo>
                  <a:lnTo>
                    <a:pt x="74124" y="75135"/>
                  </a:lnTo>
                  <a:lnTo>
                    <a:pt x="47203" y="113480"/>
                  </a:lnTo>
                  <a:cubicBezTo>
                    <a:pt x="40637" y="123312"/>
                    <a:pt x="34071" y="129212"/>
                    <a:pt x="30460" y="129212"/>
                  </a:cubicBezTo>
                  <a:cubicBezTo>
                    <a:pt x="28490" y="129212"/>
                    <a:pt x="25207" y="128228"/>
                    <a:pt x="21924" y="126262"/>
                  </a:cubicBezTo>
                  <a:cubicBezTo>
                    <a:pt x="17656" y="123968"/>
                    <a:pt x="14045" y="122985"/>
                    <a:pt x="11419" y="122985"/>
                  </a:cubicBezTo>
                  <a:cubicBezTo>
                    <a:pt x="5181" y="122985"/>
                    <a:pt x="257" y="127901"/>
                    <a:pt x="257" y="134455"/>
                  </a:cubicBezTo>
                  <a:cubicBezTo>
                    <a:pt x="257" y="142977"/>
                    <a:pt x="6823" y="148220"/>
                    <a:pt x="16672" y="148220"/>
                  </a:cubicBezTo>
                  <a:cubicBezTo>
                    <a:pt x="26849" y="148220"/>
                    <a:pt x="30788" y="145271"/>
                    <a:pt x="47203" y="125279"/>
                  </a:cubicBezTo>
                  <a:cubicBezTo>
                    <a:pt x="56067" y="114791"/>
                    <a:pt x="62962" y="105942"/>
                    <a:pt x="76750" y="86934"/>
                  </a:cubicBezTo>
                  <a:lnTo>
                    <a:pt x="86599" y="126262"/>
                  </a:lnTo>
                  <a:cubicBezTo>
                    <a:pt x="90867" y="142977"/>
                    <a:pt x="95135" y="148220"/>
                    <a:pt x="105640" y="148220"/>
                  </a:cubicBezTo>
                  <a:cubicBezTo>
                    <a:pt x="118116" y="148220"/>
                    <a:pt x="126652" y="140355"/>
                    <a:pt x="145693" y="110858"/>
                  </a:cubicBezTo>
                  <a:lnTo>
                    <a:pt x="141097" y="108236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900440E-5606-7081-5CF8-E2B1789294D3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1200666" y="5171294"/>
              <a:ext cx="68752" cy="163947"/>
            </a:xfrm>
            <a:custGeom>
              <a:avLst/>
              <a:gdLst>
                <a:gd name="connsiteX0" fmla="*/ 43990 w 68752"/>
                <a:gd name="connsiteY0" fmla="*/ 86 h 163947"/>
                <a:gd name="connsiteX1" fmla="*/ 260 w 68752"/>
                <a:gd name="connsiteY1" fmla="*/ 22155 h 163947"/>
                <a:gd name="connsiteX2" fmla="*/ 260 w 68752"/>
                <a:gd name="connsiteY2" fmla="*/ 25551 h 163947"/>
                <a:gd name="connsiteX3" fmla="*/ 6820 w 68752"/>
                <a:gd name="connsiteY3" fmla="*/ 22883 h 163947"/>
                <a:gd name="connsiteX4" fmla="*/ 17752 w 68752"/>
                <a:gd name="connsiteY4" fmla="*/ 20215 h 163947"/>
                <a:gd name="connsiteX5" fmla="*/ 25040 w 68752"/>
                <a:gd name="connsiteY5" fmla="*/ 31614 h 163947"/>
                <a:gd name="connsiteX6" fmla="*/ 25040 w 68752"/>
                <a:gd name="connsiteY6" fmla="*/ 141478 h 163947"/>
                <a:gd name="connsiteX7" fmla="*/ 19210 w 68752"/>
                <a:gd name="connsiteY7" fmla="*/ 157242 h 163947"/>
                <a:gd name="connsiteX8" fmla="*/ 1961 w 68752"/>
                <a:gd name="connsiteY8" fmla="*/ 160395 h 163947"/>
                <a:gd name="connsiteX9" fmla="*/ 1961 w 68752"/>
                <a:gd name="connsiteY9" fmla="*/ 164033 h 163947"/>
                <a:gd name="connsiteX10" fmla="*/ 69013 w 68752"/>
                <a:gd name="connsiteY10" fmla="*/ 164033 h 163947"/>
                <a:gd name="connsiteX11" fmla="*/ 69013 w 68752"/>
                <a:gd name="connsiteY11" fmla="*/ 160395 h 163947"/>
                <a:gd name="connsiteX12" fmla="*/ 45933 w 68752"/>
                <a:gd name="connsiteY12" fmla="*/ 146086 h 163947"/>
                <a:gd name="connsiteX13" fmla="*/ 45933 w 68752"/>
                <a:gd name="connsiteY13" fmla="*/ 571 h 163947"/>
                <a:gd name="connsiteX14" fmla="*/ 43990 w 68752"/>
                <a:gd name="connsiteY14" fmla="*/ 86 h 16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752" h="163947">
                  <a:moveTo>
                    <a:pt x="43990" y="86"/>
                  </a:moveTo>
                  <a:lnTo>
                    <a:pt x="260" y="22155"/>
                  </a:lnTo>
                  <a:lnTo>
                    <a:pt x="260" y="25551"/>
                  </a:lnTo>
                  <a:cubicBezTo>
                    <a:pt x="3176" y="24338"/>
                    <a:pt x="5848" y="23368"/>
                    <a:pt x="6820" y="22883"/>
                  </a:cubicBezTo>
                  <a:cubicBezTo>
                    <a:pt x="11193" y="21185"/>
                    <a:pt x="15323" y="20215"/>
                    <a:pt x="17752" y="20215"/>
                  </a:cubicBezTo>
                  <a:cubicBezTo>
                    <a:pt x="22854" y="20215"/>
                    <a:pt x="25040" y="23853"/>
                    <a:pt x="25040" y="31614"/>
                  </a:cubicBezTo>
                  <a:lnTo>
                    <a:pt x="25040" y="141478"/>
                  </a:lnTo>
                  <a:cubicBezTo>
                    <a:pt x="25040" y="149481"/>
                    <a:pt x="23097" y="155059"/>
                    <a:pt x="19210" y="157242"/>
                  </a:cubicBezTo>
                  <a:cubicBezTo>
                    <a:pt x="15566" y="159425"/>
                    <a:pt x="12164" y="160152"/>
                    <a:pt x="1961" y="160395"/>
                  </a:cubicBezTo>
                  <a:lnTo>
                    <a:pt x="1961" y="164033"/>
                  </a:lnTo>
                  <a:lnTo>
                    <a:pt x="69013" y="164033"/>
                  </a:lnTo>
                  <a:lnTo>
                    <a:pt x="69013" y="160395"/>
                  </a:lnTo>
                  <a:cubicBezTo>
                    <a:pt x="49820" y="160152"/>
                    <a:pt x="45933" y="157727"/>
                    <a:pt x="45933" y="146086"/>
                  </a:cubicBezTo>
                  <a:lnTo>
                    <a:pt x="45933" y="571"/>
                  </a:lnTo>
                  <a:lnTo>
                    <a:pt x="43990" y="86"/>
                  </a:ln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0A330CD2-0975-8F17-9262-8473353013CC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1385117" y="5197059"/>
              <a:ext cx="200590" cy="13109"/>
            </a:xfrm>
            <a:custGeom>
              <a:avLst/>
              <a:gdLst>
                <a:gd name="connsiteX0" fmla="*/ 189367 w 200590"/>
                <a:gd name="connsiteY0" fmla="*/ 13193 h 13109"/>
                <a:gd name="connsiteX1" fmla="*/ 200857 w 200590"/>
                <a:gd name="connsiteY1" fmla="*/ 6638 h 13109"/>
                <a:gd name="connsiteX2" fmla="*/ 189367 w 200590"/>
                <a:gd name="connsiteY2" fmla="*/ 83 h 13109"/>
                <a:gd name="connsiteX3" fmla="*/ 11757 w 200590"/>
                <a:gd name="connsiteY3" fmla="*/ 83 h 13109"/>
                <a:gd name="connsiteX4" fmla="*/ 267 w 200590"/>
                <a:gd name="connsiteY4" fmla="*/ 6638 h 13109"/>
                <a:gd name="connsiteX5" fmla="*/ 11757 w 200590"/>
                <a:gd name="connsiteY5" fmla="*/ 13193 h 13109"/>
                <a:gd name="connsiteX6" fmla="*/ 189367 w 200590"/>
                <a:gd name="connsiteY6" fmla="*/ 13193 h 1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590" h="13109">
                  <a:moveTo>
                    <a:pt x="189367" y="13193"/>
                  </a:moveTo>
                  <a:cubicBezTo>
                    <a:pt x="194948" y="13193"/>
                    <a:pt x="200857" y="13193"/>
                    <a:pt x="200857" y="6638"/>
                  </a:cubicBezTo>
                  <a:cubicBezTo>
                    <a:pt x="200857" y="83"/>
                    <a:pt x="194948" y="83"/>
                    <a:pt x="189367" y="83"/>
                  </a:cubicBezTo>
                  <a:lnTo>
                    <a:pt x="11757" y="83"/>
                  </a:lnTo>
                  <a:cubicBezTo>
                    <a:pt x="6176" y="83"/>
                    <a:pt x="267" y="83"/>
                    <a:pt x="267" y="6638"/>
                  </a:cubicBezTo>
                  <a:cubicBezTo>
                    <a:pt x="267" y="13193"/>
                    <a:pt x="6176" y="13193"/>
                    <a:pt x="11757" y="13193"/>
                  </a:cubicBezTo>
                  <a:lnTo>
                    <a:pt x="189367" y="13193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75A59982-423E-6C70-1B1F-D9EB70B6C9AF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1650812" y="5141015"/>
              <a:ext cx="155613" cy="148137"/>
            </a:xfrm>
            <a:custGeom>
              <a:avLst/>
              <a:gdLst>
                <a:gd name="connsiteX0" fmla="*/ 141116 w 155613"/>
                <a:gd name="connsiteY0" fmla="*/ 108236 h 148137"/>
                <a:gd name="connsiteX1" fmla="*/ 133893 w 155613"/>
                <a:gd name="connsiteY1" fmla="*/ 117085 h 148137"/>
                <a:gd name="connsiteX2" fmla="*/ 118791 w 155613"/>
                <a:gd name="connsiteY2" fmla="*/ 130195 h 148137"/>
                <a:gd name="connsiteX3" fmla="*/ 108614 w 155613"/>
                <a:gd name="connsiteY3" fmla="*/ 116758 h 148137"/>
                <a:gd name="connsiteX4" fmla="*/ 107301 w 155613"/>
                <a:gd name="connsiteY4" fmla="*/ 111186 h 148137"/>
                <a:gd name="connsiteX5" fmla="*/ 95482 w 155613"/>
                <a:gd name="connsiteY5" fmla="*/ 58093 h 148137"/>
                <a:gd name="connsiteX6" fmla="*/ 127656 w 155613"/>
                <a:gd name="connsiteY6" fmla="*/ 18436 h 148137"/>
                <a:gd name="connsiteX7" fmla="*/ 135535 w 155613"/>
                <a:gd name="connsiteY7" fmla="*/ 21058 h 148137"/>
                <a:gd name="connsiteX8" fmla="*/ 144399 w 155613"/>
                <a:gd name="connsiteY8" fmla="*/ 24008 h 148137"/>
                <a:gd name="connsiteX9" fmla="*/ 155889 w 155613"/>
                <a:gd name="connsiteY9" fmla="*/ 12209 h 148137"/>
                <a:gd name="connsiteX10" fmla="*/ 142429 w 155613"/>
                <a:gd name="connsiteY10" fmla="*/ 83 h 148137"/>
                <a:gd name="connsiteX11" fmla="*/ 92856 w 155613"/>
                <a:gd name="connsiteY11" fmla="*/ 46950 h 148137"/>
                <a:gd name="connsiteX12" fmla="*/ 89245 w 155613"/>
                <a:gd name="connsiteY12" fmla="*/ 28924 h 148137"/>
                <a:gd name="connsiteX13" fmla="*/ 72173 w 155613"/>
                <a:gd name="connsiteY13" fmla="*/ 83 h 148137"/>
                <a:gd name="connsiteX14" fmla="*/ 33762 w 155613"/>
                <a:gd name="connsiteY14" fmla="*/ 9588 h 148137"/>
                <a:gd name="connsiteX15" fmla="*/ 30151 w 155613"/>
                <a:gd name="connsiteY15" fmla="*/ 10898 h 148137"/>
                <a:gd name="connsiteX16" fmla="*/ 31464 w 155613"/>
                <a:gd name="connsiteY16" fmla="*/ 15815 h 148137"/>
                <a:gd name="connsiteX17" fmla="*/ 49849 w 155613"/>
                <a:gd name="connsiteY17" fmla="*/ 12209 h 148137"/>
                <a:gd name="connsiteX18" fmla="*/ 64622 w 155613"/>
                <a:gd name="connsiteY18" fmla="*/ 34823 h 148137"/>
                <a:gd name="connsiteX19" fmla="*/ 74143 w 155613"/>
                <a:gd name="connsiteY19" fmla="*/ 75135 h 148137"/>
                <a:gd name="connsiteX20" fmla="*/ 47222 w 155613"/>
                <a:gd name="connsiteY20" fmla="*/ 113480 h 148137"/>
                <a:gd name="connsiteX21" fmla="*/ 30479 w 155613"/>
                <a:gd name="connsiteY21" fmla="*/ 129212 h 148137"/>
                <a:gd name="connsiteX22" fmla="*/ 21943 w 155613"/>
                <a:gd name="connsiteY22" fmla="*/ 126262 h 148137"/>
                <a:gd name="connsiteX23" fmla="*/ 11438 w 155613"/>
                <a:gd name="connsiteY23" fmla="*/ 122985 h 148137"/>
                <a:gd name="connsiteX24" fmla="*/ 276 w 155613"/>
                <a:gd name="connsiteY24" fmla="*/ 134455 h 148137"/>
                <a:gd name="connsiteX25" fmla="*/ 16691 w 155613"/>
                <a:gd name="connsiteY25" fmla="*/ 148220 h 148137"/>
                <a:gd name="connsiteX26" fmla="*/ 47222 w 155613"/>
                <a:gd name="connsiteY26" fmla="*/ 125279 h 148137"/>
                <a:gd name="connsiteX27" fmla="*/ 76769 w 155613"/>
                <a:gd name="connsiteY27" fmla="*/ 86934 h 148137"/>
                <a:gd name="connsiteX28" fmla="*/ 86618 w 155613"/>
                <a:gd name="connsiteY28" fmla="*/ 126262 h 148137"/>
                <a:gd name="connsiteX29" fmla="*/ 105660 w 155613"/>
                <a:gd name="connsiteY29" fmla="*/ 148220 h 148137"/>
                <a:gd name="connsiteX30" fmla="*/ 145712 w 155613"/>
                <a:gd name="connsiteY30" fmla="*/ 110858 h 148137"/>
                <a:gd name="connsiteX31" fmla="*/ 141116 w 155613"/>
                <a:gd name="connsiteY31" fmla="*/ 108236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116" y="108236"/>
                  </a:moveTo>
                  <a:cubicBezTo>
                    <a:pt x="138489" y="111186"/>
                    <a:pt x="136848" y="113153"/>
                    <a:pt x="133893" y="117085"/>
                  </a:cubicBezTo>
                  <a:cubicBezTo>
                    <a:pt x="126342" y="126917"/>
                    <a:pt x="122403" y="130195"/>
                    <a:pt x="118791" y="130195"/>
                  </a:cubicBezTo>
                  <a:cubicBezTo>
                    <a:pt x="113867" y="130195"/>
                    <a:pt x="110912" y="125934"/>
                    <a:pt x="108614" y="116758"/>
                  </a:cubicBezTo>
                  <a:cubicBezTo>
                    <a:pt x="107958" y="114136"/>
                    <a:pt x="107629" y="112169"/>
                    <a:pt x="107301" y="111186"/>
                  </a:cubicBezTo>
                  <a:cubicBezTo>
                    <a:pt x="99094" y="78085"/>
                    <a:pt x="95482" y="63009"/>
                    <a:pt x="95482" y="58093"/>
                  </a:cubicBezTo>
                  <a:cubicBezTo>
                    <a:pt x="109927" y="32857"/>
                    <a:pt x="121746" y="18436"/>
                    <a:pt x="127656" y="18436"/>
                  </a:cubicBezTo>
                  <a:cubicBezTo>
                    <a:pt x="129625" y="18436"/>
                    <a:pt x="132252" y="19420"/>
                    <a:pt x="135535" y="21058"/>
                  </a:cubicBezTo>
                  <a:cubicBezTo>
                    <a:pt x="139474" y="23353"/>
                    <a:pt x="141772" y="24008"/>
                    <a:pt x="144399" y="24008"/>
                  </a:cubicBezTo>
                  <a:cubicBezTo>
                    <a:pt x="151293" y="24008"/>
                    <a:pt x="155889" y="19092"/>
                    <a:pt x="155889" y="12209"/>
                  </a:cubicBezTo>
                  <a:cubicBezTo>
                    <a:pt x="155889" y="5327"/>
                    <a:pt x="150308" y="83"/>
                    <a:pt x="142429" y="83"/>
                  </a:cubicBezTo>
                  <a:cubicBezTo>
                    <a:pt x="127984" y="83"/>
                    <a:pt x="115509" y="11882"/>
                    <a:pt x="92856" y="46950"/>
                  </a:cubicBezTo>
                  <a:lnTo>
                    <a:pt x="89245" y="28924"/>
                  </a:lnTo>
                  <a:cubicBezTo>
                    <a:pt x="84648" y="6638"/>
                    <a:pt x="81037" y="83"/>
                    <a:pt x="72173" y="83"/>
                  </a:cubicBezTo>
                  <a:cubicBezTo>
                    <a:pt x="64951" y="83"/>
                    <a:pt x="53788" y="3033"/>
                    <a:pt x="33762" y="9588"/>
                  </a:cubicBezTo>
                  <a:lnTo>
                    <a:pt x="30151" y="10898"/>
                  </a:lnTo>
                  <a:lnTo>
                    <a:pt x="31464" y="15815"/>
                  </a:lnTo>
                  <a:cubicBezTo>
                    <a:pt x="43939" y="12865"/>
                    <a:pt x="46894" y="12209"/>
                    <a:pt x="49849" y="12209"/>
                  </a:cubicBezTo>
                  <a:cubicBezTo>
                    <a:pt x="58056" y="12209"/>
                    <a:pt x="60026" y="15159"/>
                    <a:pt x="64622" y="34823"/>
                  </a:cubicBezTo>
                  <a:lnTo>
                    <a:pt x="74143" y="75135"/>
                  </a:lnTo>
                  <a:lnTo>
                    <a:pt x="47222" y="113480"/>
                  </a:lnTo>
                  <a:cubicBezTo>
                    <a:pt x="40656" y="123312"/>
                    <a:pt x="34090" y="129212"/>
                    <a:pt x="30479" y="129212"/>
                  </a:cubicBezTo>
                  <a:cubicBezTo>
                    <a:pt x="28509" y="129212"/>
                    <a:pt x="25226" y="128228"/>
                    <a:pt x="21943" y="126262"/>
                  </a:cubicBezTo>
                  <a:cubicBezTo>
                    <a:pt x="17676" y="123968"/>
                    <a:pt x="14064" y="122985"/>
                    <a:pt x="11438" y="122985"/>
                  </a:cubicBezTo>
                  <a:cubicBezTo>
                    <a:pt x="5200" y="122985"/>
                    <a:pt x="276" y="127901"/>
                    <a:pt x="276" y="134455"/>
                  </a:cubicBezTo>
                  <a:cubicBezTo>
                    <a:pt x="276" y="142977"/>
                    <a:pt x="6842" y="148220"/>
                    <a:pt x="16691" y="148220"/>
                  </a:cubicBezTo>
                  <a:cubicBezTo>
                    <a:pt x="26868" y="148220"/>
                    <a:pt x="30807" y="145271"/>
                    <a:pt x="47222" y="125279"/>
                  </a:cubicBezTo>
                  <a:cubicBezTo>
                    <a:pt x="56086" y="114791"/>
                    <a:pt x="62981" y="105942"/>
                    <a:pt x="76769" y="86934"/>
                  </a:cubicBezTo>
                  <a:lnTo>
                    <a:pt x="86618" y="126262"/>
                  </a:lnTo>
                  <a:cubicBezTo>
                    <a:pt x="90886" y="142977"/>
                    <a:pt x="95154" y="148220"/>
                    <a:pt x="105660" y="148220"/>
                  </a:cubicBezTo>
                  <a:cubicBezTo>
                    <a:pt x="118135" y="148220"/>
                    <a:pt x="126671" y="140355"/>
                    <a:pt x="145712" y="110858"/>
                  </a:cubicBezTo>
                  <a:lnTo>
                    <a:pt x="141116" y="108236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D48F498D-DC42-82BE-A1ED-BB53C189057F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1811816" y="5171294"/>
              <a:ext cx="109809" cy="167342"/>
            </a:xfrm>
            <a:custGeom>
              <a:avLst/>
              <a:gdLst>
                <a:gd name="connsiteX0" fmla="*/ 56156 w 109809"/>
                <a:gd name="connsiteY0" fmla="*/ 86 h 167342"/>
                <a:gd name="connsiteX1" fmla="*/ 23602 w 109809"/>
                <a:gd name="connsiteY1" fmla="*/ 12697 h 167342"/>
                <a:gd name="connsiteX2" fmla="*/ 279 w 109809"/>
                <a:gd name="connsiteY2" fmla="*/ 82544 h 167342"/>
                <a:gd name="connsiteX3" fmla="*/ 19715 w 109809"/>
                <a:gd name="connsiteY3" fmla="*/ 150936 h 167342"/>
                <a:gd name="connsiteX4" fmla="*/ 55184 w 109809"/>
                <a:gd name="connsiteY4" fmla="*/ 167428 h 167342"/>
                <a:gd name="connsiteX5" fmla="*/ 86766 w 109809"/>
                <a:gd name="connsiteY5" fmla="*/ 154817 h 167342"/>
                <a:gd name="connsiteX6" fmla="*/ 110089 w 109809"/>
                <a:gd name="connsiteY6" fmla="*/ 83999 h 167342"/>
                <a:gd name="connsiteX7" fmla="*/ 56156 w 109809"/>
                <a:gd name="connsiteY7" fmla="*/ 86 h 167342"/>
                <a:gd name="connsiteX8" fmla="*/ 55427 w 109809"/>
                <a:gd name="connsiteY8" fmla="*/ 6391 h 167342"/>
                <a:gd name="connsiteX9" fmla="*/ 86766 w 109809"/>
                <a:gd name="connsiteY9" fmla="*/ 84484 h 167342"/>
                <a:gd name="connsiteX10" fmla="*/ 55184 w 109809"/>
                <a:gd name="connsiteY10" fmla="*/ 161122 h 167342"/>
                <a:gd name="connsiteX11" fmla="*/ 23602 w 109809"/>
                <a:gd name="connsiteY11" fmla="*/ 84727 h 167342"/>
                <a:gd name="connsiteX12" fmla="*/ 55427 w 109809"/>
                <a:gd name="connsiteY12" fmla="*/ 6391 h 16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809" h="167342">
                  <a:moveTo>
                    <a:pt x="56156" y="86"/>
                  </a:moveTo>
                  <a:cubicBezTo>
                    <a:pt x="42794" y="86"/>
                    <a:pt x="32591" y="4208"/>
                    <a:pt x="23602" y="12697"/>
                  </a:cubicBezTo>
                  <a:cubicBezTo>
                    <a:pt x="9511" y="26278"/>
                    <a:pt x="279" y="54169"/>
                    <a:pt x="279" y="82544"/>
                  </a:cubicBezTo>
                  <a:cubicBezTo>
                    <a:pt x="279" y="108979"/>
                    <a:pt x="8297" y="137355"/>
                    <a:pt x="19715" y="150936"/>
                  </a:cubicBezTo>
                  <a:cubicBezTo>
                    <a:pt x="28704" y="161607"/>
                    <a:pt x="41094" y="167428"/>
                    <a:pt x="55184" y="167428"/>
                  </a:cubicBezTo>
                  <a:cubicBezTo>
                    <a:pt x="67574" y="167428"/>
                    <a:pt x="78020" y="163305"/>
                    <a:pt x="86766" y="154817"/>
                  </a:cubicBezTo>
                  <a:cubicBezTo>
                    <a:pt x="100857" y="141478"/>
                    <a:pt x="110089" y="113345"/>
                    <a:pt x="110089" y="83999"/>
                  </a:cubicBezTo>
                  <a:cubicBezTo>
                    <a:pt x="110089" y="34282"/>
                    <a:pt x="87981" y="86"/>
                    <a:pt x="56156" y="86"/>
                  </a:cubicBezTo>
                  <a:close/>
                  <a:moveTo>
                    <a:pt x="55427" y="6391"/>
                  </a:moveTo>
                  <a:cubicBezTo>
                    <a:pt x="75834" y="6391"/>
                    <a:pt x="86766" y="33797"/>
                    <a:pt x="86766" y="84484"/>
                  </a:cubicBezTo>
                  <a:cubicBezTo>
                    <a:pt x="86766" y="135172"/>
                    <a:pt x="76077" y="161122"/>
                    <a:pt x="55184" y="161122"/>
                  </a:cubicBezTo>
                  <a:cubicBezTo>
                    <a:pt x="34291" y="161122"/>
                    <a:pt x="23602" y="135172"/>
                    <a:pt x="23602" y="84727"/>
                  </a:cubicBezTo>
                  <a:cubicBezTo>
                    <a:pt x="23602" y="33311"/>
                    <a:pt x="34534" y="6391"/>
                    <a:pt x="55427" y="6391"/>
                  </a:cubicBez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F37B428C-5224-A2D4-10F6-7F5D9BB72DB7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1985101" y="4837671"/>
              <a:ext cx="187458" cy="290047"/>
            </a:xfrm>
            <a:custGeom>
              <a:avLst/>
              <a:gdLst>
                <a:gd name="connsiteX0" fmla="*/ 60037 w 187458"/>
                <a:gd name="connsiteY0" fmla="*/ 92498 h 290047"/>
                <a:gd name="connsiteX1" fmla="*/ 89584 w 187458"/>
                <a:gd name="connsiteY1" fmla="*/ 92498 h 290047"/>
                <a:gd name="connsiteX2" fmla="*/ 60694 w 187458"/>
                <a:gd name="connsiteY2" fmla="*/ 230148 h 290047"/>
                <a:gd name="connsiteX3" fmla="*/ 28849 w 187458"/>
                <a:gd name="connsiteY3" fmla="*/ 283241 h 290047"/>
                <a:gd name="connsiteX4" fmla="*/ 22283 w 187458"/>
                <a:gd name="connsiteY4" fmla="*/ 277998 h 290047"/>
                <a:gd name="connsiteX5" fmla="*/ 23596 w 187458"/>
                <a:gd name="connsiteY5" fmla="*/ 274393 h 290047"/>
                <a:gd name="connsiteX6" fmla="*/ 25238 w 187458"/>
                <a:gd name="connsiteY6" fmla="*/ 269149 h 290047"/>
                <a:gd name="connsiteX7" fmla="*/ 12434 w 187458"/>
                <a:gd name="connsiteY7" fmla="*/ 256695 h 290047"/>
                <a:gd name="connsiteX8" fmla="*/ 287 w 187458"/>
                <a:gd name="connsiteY8" fmla="*/ 270132 h 290047"/>
                <a:gd name="connsiteX9" fmla="*/ 26223 w 187458"/>
                <a:gd name="connsiteY9" fmla="*/ 290124 h 290047"/>
                <a:gd name="connsiteX10" fmla="*/ 91882 w 187458"/>
                <a:gd name="connsiteY10" fmla="*/ 197374 h 290047"/>
                <a:gd name="connsiteX11" fmla="*/ 115520 w 187458"/>
                <a:gd name="connsiteY11" fmla="*/ 92498 h 290047"/>
                <a:gd name="connsiteX12" fmla="*/ 151304 w 187458"/>
                <a:gd name="connsiteY12" fmla="*/ 92498 h 290047"/>
                <a:gd name="connsiteX13" fmla="*/ 153274 w 187458"/>
                <a:gd name="connsiteY13" fmla="*/ 82011 h 290047"/>
                <a:gd name="connsiteX14" fmla="*/ 117818 w 187458"/>
                <a:gd name="connsiteY14" fmla="*/ 82011 h 290047"/>
                <a:gd name="connsiteX15" fmla="*/ 157870 w 187458"/>
                <a:gd name="connsiteY15" fmla="*/ 7287 h 290047"/>
                <a:gd name="connsiteX16" fmla="*/ 165093 w 187458"/>
                <a:gd name="connsiteY16" fmla="*/ 11219 h 290047"/>
                <a:gd name="connsiteX17" fmla="*/ 163780 w 187458"/>
                <a:gd name="connsiteY17" fmla="*/ 14497 h 290047"/>
                <a:gd name="connsiteX18" fmla="*/ 161810 w 187458"/>
                <a:gd name="connsiteY18" fmla="*/ 21379 h 290047"/>
                <a:gd name="connsiteX19" fmla="*/ 173957 w 187458"/>
                <a:gd name="connsiteY19" fmla="*/ 34489 h 290047"/>
                <a:gd name="connsiteX20" fmla="*/ 187745 w 187458"/>
                <a:gd name="connsiteY20" fmla="*/ 21379 h 290047"/>
                <a:gd name="connsiteX21" fmla="*/ 159512 w 187458"/>
                <a:gd name="connsiteY21" fmla="*/ 76 h 290047"/>
                <a:gd name="connsiteX22" fmla="*/ 118803 w 187458"/>
                <a:gd name="connsiteY22" fmla="*/ 22690 h 290047"/>
                <a:gd name="connsiteX23" fmla="*/ 92539 w 187458"/>
                <a:gd name="connsiteY23" fmla="*/ 82011 h 290047"/>
                <a:gd name="connsiteX24" fmla="*/ 62335 w 187458"/>
                <a:gd name="connsiteY24" fmla="*/ 82011 h 290047"/>
                <a:gd name="connsiteX25" fmla="*/ 60037 w 187458"/>
                <a:gd name="connsiteY25" fmla="*/ 92498 h 29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58" h="290047">
                  <a:moveTo>
                    <a:pt x="60037" y="92498"/>
                  </a:moveTo>
                  <a:lnTo>
                    <a:pt x="89584" y="92498"/>
                  </a:lnTo>
                  <a:lnTo>
                    <a:pt x="60694" y="230148"/>
                  </a:lnTo>
                  <a:cubicBezTo>
                    <a:pt x="53471" y="265216"/>
                    <a:pt x="42638" y="283241"/>
                    <a:pt x="28849" y="283241"/>
                  </a:cubicBezTo>
                  <a:cubicBezTo>
                    <a:pt x="24909" y="283241"/>
                    <a:pt x="22283" y="280947"/>
                    <a:pt x="22283" y="277998"/>
                  </a:cubicBezTo>
                  <a:cubicBezTo>
                    <a:pt x="22283" y="277014"/>
                    <a:pt x="22611" y="276031"/>
                    <a:pt x="23596" y="274393"/>
                  </a:cubicBezTo>
                  <a:cubicBezTo>
                    <a:pt x="24909" y="272426"/>
                    <a:pt x="25238" y="271115"/>
                    <a:pt x="25238" y="269149"/>
                  </a:cubicBezTo>
                  <a:cubicBezTo>
                    <a:pt x="25238" y="262266"/>
                    <a:pt x="19328" y="256695"/>
                    <a:pt x="12434" y="256695"/>
                  </a:cubicBezTo>
                  <a:cubicBezTo>
                    <a:pt x="5540" y="256695"/>
                    <a:pt x="287" y="262594"/>
                    <a:pt x="287" y="270132"/>
                  </a:cubicBezTo>
                  <a:cubicBezTo>
                    <a:pt x="287" y="281275"/>
                    <a:pt x="11777" y="290124"/>
                    <a:pt x="26223" y="290124"/>
                  </a:cubicBezTo>
                  <a:cubicBezTo>
                    <a:pt x="55441" y="290124"/>
                    <a:pt x="78422" y="257678"/>
                    <a:pt x="91882" y="197374"/>
                  </a:cubicBezTo>
                  <a:lnTo>
                    <a:pt x="115520" y="92498"/>
                  </a:lnTo>
                  <a:lnTo>
                    <a:pt x="151304" y="92498"/>
                  </a:lnTo>
                  <a:lnTo>
                    <a:pt x="153274" y="82011"/>
                  </a:lnTo>
                  <a:lnTo>
                    <a:pt x="117818" y="82011"/>
                  </a:lnTo>
                  <a:cubicBezTo>
                    <a:pt x="127339" y="30556"/>
                    <a:pt x="139486" y="7287"/>
                    <a:pt x="157870" y="7287"/>
                  </a:cubicBezTo>
                  <a:cubicBezTo>
                    <a:pt x="162138" y="7287"/>
                    <a:pt x="165093" y="8925"/>
                    <a:pt x="165093" y="11219"/>
                  </a:cubicBezTo>
                  <a:cubicBezTo>
                    <a:pt x="165093" y="12203"/>
                    <a:pt x="164765" y="12858"/>
                    <a:pt x="163780" y="14497"/>
                  </a:cubicBezTo>
                  <a:cubicBezTo>
                    <a:pt x="162467" y="17446"/>
                    <a:pt x="161810" y="19085"/>
                    <a:pt x="161810" y="21379"/>
                  </a:cubicBezTo>
                  <a:cubicBezTo>
                    <a:pt x="161810" y="29245"/>
                    <a:pt x="166734" y="34489"/>
                    <a:pt x="173957" y="34489"/>
                  </a:cubicBezTo>
                  <a:cubicBezTo>
                    <a:pt x="181508" y="34489"/>
                    <a:pt x="187745" y="28589"/>
                    <a:pt x="187745" y="21379"/>
                  </a:cubicBezTo>
                  <a:cubicBezTo>
                    <a:pt x="187745" y="9253"/>
                    <a:pt x="175598" y="76"/>
                    <a:pt x="159512" y="76"/>
                  </a:cubicBezTo>
                  <a:cubicBezTo>
                    <a:pt x="143425" y="76"/>
                    <a:pt x="130622" y="7287"/>
                    <a:pt x="118803" y="22690"/>
                  </a:cubicBezTo>
                  <a:cubicBezTo>
                    <a:pt x="108954" y="35472"/>
                    <a:pt x="102388" y="50548"/>
                    <a:pt x="92539" y="82011"/>
                  </a:cubicBezTo>
                  <a:lnTo>
                    <a:pt x="62335" y="82011"/>
                  </a:lnTo>
                  <a:lnTo>
                    <a:pt x="60037" y="92498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B72BC863-F82C-8D5D-0C57-068D04754820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2205578" y="4814074"/>
              <a:ext cx="76165" cy="327737"/>
            </a:xfrm>
            <a:custGeom>
              <a:avLst/>
              <a:gdLst>
                <a:gd name="connsiteX0" fmla="*/ 76457 w 76165"/>
                <a:gd name="connsiteY0" fmla="*/ 324536 h 327737"/>
                <a:gd name="connsiteX1" fmla="*/ 70876 w 76165"/>
                <a:gd name="connsiteY1" fmla="*/ 317325 h 327737"/>
                <a:gd name="connsiteX2" fmla="*/ 19333 w 76165"/>
                <a:gd name="connsiteY2" fmla="*/ 163944 h 327737"/>
                <a:gd name="connsiteX3" fmla="*/ 72189 w 76165"/>
                <a:gd name="connsiteY3" fmla="*/ 8925 h 327737"/>
                <a:gd name="connsiteX4" fmla="*/ 76457 w 76165"/>
                <a:gd name="connsiteY4" fmla="*/ 3353 h 327737"/>
                <a:gd name="connsiteX5" fmla="*/ 73174 w 76165"/>
                <a:gd name="connsiteY5" fmla="*/ 76 h 327737"/>
                <a:gd name="connsiteX6" fmla="*/ 20975 w 76165"/>
                <a:gd name="connsiteY6" fmla="*/ 63984 h 327737"/>
                <a:gd name="connsiteX7" fmla="*/ 292 w 76165"/>
                <a:gd name="connsiteY7" fmla="*/ 163944 h 327737"/>
                <a:gd name="connsiteX8" fmla="*/ 21959 w 76165"/>
                <a:gd name="connsiteY8" fmla="*/ 266198 h 327737"/>
                <a:gd name="connsiteX9" fmla="*/ 73174 w 76165"/>
                <a:gd name="connsiteY9" fmla="*/ 327813 h 327737"/>
                <a:gd name="connsiteX10" fmla="*/ 76457 w 76165"/>
                <a:gd name="connsiteY10" fmla="*/ 324536 h 32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327737">
                  <a:moveTo>
                    <a:pt x="76457" y="324536"/>
                  </a:moveTo>
                  <a:cubicBezTo>
                    <a:pt x="76457" y="323552"/>
                    <a:pt x="76457" y="322897"/>
                    <a:pt x="70876" y="317325"/>
                  </a:cubicBezTo>
                  <a:cubicBezTo>
                    <a:pt x="29839" y="276030"/>
                    <a:pt x="19333" y="214088"/>
                    <a:pt x="19333" y="163944"/>
                  </a:cubicBezTo>
                  <a:cubicBezTo>
                    <a:pt x="19333" y="106918"/>
                    <a:pt x="31808" y="49892"/>
                    <a:pt x="72189" y="8925"/>
                  </a:cubicBezTo>
                  <a:cubicBezTo>
                    <a:pt x="76457" y="4992"/>
                    <a:pt x="76457" y="4336"/>
                    <a:pt x="76457" y="3353"/>
                  </a:cubicBezTo>
                  <a:cubicBezTo>
                    <a:pt x="76457" y="1059"/>
                    <a:pt x="75144" y="76"/>
                    <a:pt x="73174" y="76"/>
                  </a:cubicBezTo>
                  <a:cubicBezTo>
                    <a:pt x="69891" y="76"/>
                    <a:pt x="40344" y="22362"/>
                    <a:pt x="20975" y="63984"/>
                  </a:cubicBezTo>
                  <a:cubicBezTo>
                    <a:pt x="4231" y="100036"/>
                    <a:pt x="292" y="136414"/>
                    <a:pt x="292" y="163944"/>
                  </a:cubicBezTo>
                  <a:cubicBezTo>
                    <a:pt x="292" y="189508"/>
                    <a:pt x="3903" y="229164"/>
                    <a:pt x="21959" y="266198"/>
                  </a:cubicBezTo>
                  <a:cubicBezTo>
                    <a:pt x="41657" y="306510"/>
                    <a:pt x="69891" y="327813"/>
                    <a:pt x="73174" y="327813"/>
                  </a:cubicBezTo>
                  <a:cubicBezTo>
                    <a:pt x="75144" y="327813"/>
                    <a:pt x="76457" y="326830"/>
                    <a:pt x="76457" y="324536"/>
                  </a:cubicBez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1A8E1E10-A1CD-C4F3-3AE9-245AA40915F5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2292066" y="4915345"/>
              <a:ext cx="155613" cy="148137"/>
            </a:xfrm>
            <a:custGeom>
              <a:avLst/>
              <a:gdLst>
                <a:gd name="connsiteX0" fmla="*/ 141135 w 155613"/>
                <a:gd name="connsiteY0" fmla="*/ 108230 h 148137"/>
                <a:gd name="connsiteX1" fmla="*/ 133913 w 155613"/>
                <a:gd name="connsiteY1" fmla="*/ 117079 h 148137"/>
                <a:gd name="connsiteX2" fmla="*/ 118811 w 155613"/>
                <a:gd name="connsiteY2" fmla="*/ 130188 h 148137"/>
                <a:gd name="connsiteX3" fmla="*/ 108634 w 155613"/>
                <a:gd name="connsiteY3" fmla="*/ 116751 h 148137"/>
                <a:gd name="connsiteX4" fmla="*/ 107320 w 155613"/>
                <a:gd name="connsiteY4" fmla="*/ 111179 h 148137"/>
                <a:gd name="connsiteX5" fmla="*/ 95502 w 155613"/>
                <a:gd name="connsiteY5" fmla="*/ 58086 h 148137"/>
                <a:gd name="connsiteX6" fmla="*/ 127675 w 155613"/>
                <a:gd name="connsiteY6" fmla="*/ 18430 h 148137"/>
                <a:gd name="connsiteX7" fmla="*/ 135554 w 155613"/>
                <a:gd name="connsiteY7" fmla="*/ 21052 h 148137"/>
                <a:gd name="connsiteX8" fmla="*/ 144418 w 155613"/>
                <a:gd name="connsiteY8" fmla="*/ 24001 h 148137"/>
                <a:gd name="connsiteX9" fmla="*/ 155909 w 155613"/>
                <a:gd name="connsiteY9" fmla="*/ 12203 h 148137"/>
                <a:gd name="connsiteX10" fmla="*/ 142448 w 155613"/>
                <a:gd name="connsiteY10" fmla="*/ 76 h 148137"/>
                <a:gd name="connsiteX11" fmla="*/ 92875 w 155613"/>
                <a:gd name="connsiteY11" fmla="*/ 46943 h 148137"/>
                <a:gd name="connsiteX12" fmla="*/ 89264 w 155613"/>
                <a:gd name="connsiteY12" fmla="*/ 28917 h 148137"/>
                <a:gd name="connsiteX13" fmla="*/ 72192 w 155613"/>
                <a:gd name="connsiteY13" fmla="*/ 76 h 148137"/>
                <a:gd name="connsiteX14" fmla="*/ 33782 w 155613"/>
                <a:gd name="connsiteY14" fmla="*/ 9581 h 148137"/>
                <a:gd name="connsiteX15" fmla="*/ 30170 w 155613"/>
                <a:gd name="connsiteY15" fmla="*/ 10892 h 148137"/>
                <a:gd name="connsiteX16" fmla="*/ 31483 w 155613"/>
                <a:gd name="connsiteY16" fmla="*/ 15808 h 148137"/>
                <a:gd name="connsiteX17" fmla="*/ 49868 w 155613"/>
                <a:gd name="connsiteY17" fmla="*/ 12203 h 148137"/>
                <a:gd name="connsiteX18" fmla="*/ 64642 w 155613"/>
                <a:gd name="connsiteY18" fmla="*/ 34816 h 148137"/>
                <a:gd name="connsiteX19" fmla="*/ 74162 w 155613"/>
                <a:gd name="connsiteY19" fmla="*/ 75128 h 148137"/>
                <a:gd name="connsiteX20" fmla="*/ 47242 w 155613"/>
                <a:gd name="connsiteY20" fmla="*/ 113473 h 148137"/>
                <a:gd name="connsiteX21" fmla="*/ 30499 w 155613"/>
                <a:gd name="connsiteY21" fmla="*/ 129205 h 148137"/>
                <a:gd name="connsiteX22" fmla="*/ 21963 w 155613"/>
                <a:gd name="connsiteY22" fmla="*/ 126255 h 148137"/>
                <a:gd name="connsiteX23" fmla="*/ 11457 w 155613"/>
                <a:gd name="connsiteY23" fmla="*/ 122978 h 148137"/>
                <a:gd name="connsiteX24" fmla="*/ 295 w 155613"/>
                <a:gd name="connsiteY24" fmla="*/ 134449 h 148137"/>
                <a:gd name="connsiteX25" fmla="*/ 16710 w 155613"/>
                <a:gd name="connsiteY25" fmla="*/ 148214 h 148137"/>
                <a:gd name="connsiteX26" fmla="*/ 47242 w 155613"/>
                <a:gd name="connsiteY26" fmla="*/ 125272 h 148137"/>
                <a:gd name="connsiteX27" fmla="*/ 76789 w 155613"/>
                <a:gd name="connsiteY27" fmla="*/ 86927 h 148137"/>
                <a:gd name="connsiteX28" fmla="*/ 86638 w 155613"/>
                <a:gd name="connsiteY28" fmla="*/ 126255 h 148137"/>
                <a:gd name="connsiteX29" fmla="*/ 105679 w 155613"/>
                <a:gd name="connsiteY29" fmla="*/ 148214 h 148137"/>
                <a:gd name="connsiteX30" fmla="*/ 145731 w 155613"/>
                <a:gd name="connsiteY30" fmla="*/ 110852 h 148137"/>
                <a:gd name="connsiteX31" fmla="*/ 141135 w 155613"/>
                <a:gd name="connsiteY31" fmla="*/ 108230 h 14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613" h="148137">
                  <a:moveTo>
                    <a:pt x="141135" y="108230"/>
                  </a:moveTo>
                  <a:cubicBezTo>
                    <a:pt x="138509" y="111179"/>
                    <a:pt x="136867" y="113146"/>
                    <a:pt x="133913" y="117079"/>
                  </a:cubicBezTo>
                  <a:cubicBezTo>
                    <a:pt x="126362" y="126911"/>
                    <a:pt x="122422" y="130188"/>
                    <a:pt x="118811" y="130188"/>
                  </a:cubicBezTo>
                  <a:cubicBezTo>
                    <a:pt x="113886" y="130188"/>
                    <a:pt x="110932" y="125927"/>
                    <a:pt x="108634" y="116751"/>
                  </a:cubicBezTo>
                  <a:cubicBezTo>
                    <a:pt x="107977" y="114129"/>
                    <a:pt x="107649" y="112162"/>
                    <a:pt x="107320" y="111179"/>
                  </a:cubicBezTo>
                  <a:cubicBezTo>
                    <a:pt x="99113" y="78078"/>
                    <a:pt x="95502" y="63002"/>
                    <a:pt x="95502" y="58086"/>
                  </a:cubicBezTo>
                  <a:cubicBezTo>
                    <a:pt x="109947" y="32850"/>
                    <a:pt x="121766" y="18430"/>
                    <a:pt x="127675" y="18430"/>
                  </a:cubicBezTo>
                  <a:cubicBezTo>
                    <a:pt x="129645" y="18430"/>
                    <a:pt x="132271" y="19413"/>
                    <a:pt x="135554" y="21052"/>
                  </a:cubicBezTo>
                  <a:cubicBezTo>
                    <a:pt x="139494" y="23346"/>
                    <a:pt x="141792" y="24001"/>
                    <a:pt x="144418" y="24001"/>
                  </a:cubicBezTo>
                  <a:cubicBezTo>
                    <a:pt x="151312" y="24001"/>
                    <a:pt x="155909" y="19085"/>
                    <a:pt x="155909" y="12203"/>
                  </a:cubicBezTo>
                  <a:cubicBezTo>
                    <a:pt x="155909" y="5320"/>
                    <a:pt x="150328" y="76"/>
                    <a:pt x="142448" y="76"/>
                  </a:cubicBezTo>
                  <a:cubicBezTo>
                    <a:pt x="128003" y="76"/>
                    <a:pt x="115528" y="11875"/>
                    <a:pt x="92875" y="46943"/>
                  </a:cubicBezTo>
                  <a:lnTo>
                    <a:pt x="89264" y="28917"/>
                  </a:lnTo>
                  <a:cubicBezTo>
                    <a:pt x="84668" y="6631"/>
                    <a:pt x="81057" y="76"/>
                    <a:pt x="72192" y="76"/>
                  </a:cubicBezTo>
                  <a:cubicBezTo>
                    <a:pt x="64970" y="76"/>
                    <a:pt x="53808" y="3026"/>
                    <a:pt x="33782" y="9581"/>
                  </a:cubicBezTo>
                  <a:lnTo>
                    <a:pt x="30170" y="10892"/>
                  </a:lnTo>
                  <a:lnTo>
                    <a:pt x="31483" y="15808"/>
                  </a:lnTo>
                  <a:cubicBezTo>
                    <a:pt x="43959" y="12858"/>
                    <a:pt x="46913" y="12203"/>
                    <a:pt x="49868" y="12203"/>
                  </a:cubicBezTo>
                  <a:cubicBezTo>
                    <a:pt x="58076" y="12203"/>
                    <a:pt x="60045" y="15152"/>
                    <a:pt x="64642" y="34816"/>
                  </a:cubicBezTo>
                  <a:lnTo>
                    <a:pt x="74162" y="75128"/>
                  </a:lnTo>
                  <a:lnTo>
                    <a:pt x="47242" y="113473"/>
                  </a:lnTo>
                  <a:cubicBezTo>
                    <a:pt x="40676" y="123306"/>
                    <a:pt x="34110" y="129205"/>
                    <a:pt x="30499" y="129205"/>
                  </a:cubicBezTo>
                  <a:cubicBezTo>
                    <a:pt x="28529" y="129205"/>
                    <a:pt x="25246" y="128222"/>
                    <a:pt x="21963" y="126255"/>
                  </a:cubicBezTo>
                  <a:cubicBezTo>
                    <a:pt x="17695" y="123961"/>
                    <a:pt x="14084" y="122978"/>
                    <a:pt x="11457" y="122978"/>
                  </a:cubicBezTo>
                  <a:cubicBezTo>
                    <a:pt x="5220" y="122978"/>
                    <a:pt x="295" y="127894"/>
                    <a:pt x="295" y="134449"/>
                  </a:cubicBezTo>
                  <a:cubicBezTo>
                    <a:pt x="295" y="142970"/>
                    <a:pt x="6861" y="148214"/>
                    <a:pt x="16710" y="148214"/>
                  </a:cubicBezTo>
                  <a:cubicBezTo>
                    <a:pt x="26887" y="148214"/>
                    <a:pt x="30827" y="145264"/>
                    <a:pt x="47242" y="125272"/>
                  </a:cubicBezTo>
                  <a:cubicBezTo>
                    <a:pt x="56106" y="114784"/>
                    <a:pt x="63000" y="105935"/>
                    <a:pt x="76789" y="86927"/>
                  </a:cubicBezTo>
                  <a:lnTo>
                    <a:pt x="86638" y="126255"/>
                  </a:lnTo>
                  <a:cubicBezTo>
                    <a:pt x="90906" y="142970"/>
                    <a:pt x="95173" y="148214"/>
                    <a:pt x="105679" y="148214"/>
                  </a:cubicBezTo>
                  <a:cubicBezTo>
                    <a:pt x="118154" y="148214"/>
                    <a:pt x="126690" y="140348"/>
                    <a:pt x="145731" y="110852"/>
                  </a:cubicBezTo>
                  <a:lnTo>
                    <a:pt x="141135" y="108230"/>
                  </a:lnTo>
                  <a:close/>
                </a:path>
              </a:pathLst>
            </a:custGeom>
            <a:grpFill/>
            <a:ln w="330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A8FB8A10-F0DD-184E-FEB0-1217F65CFF17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2474206" y="4945624"/>
              <a:ext cx="68752" cy="163947"/>
            </a:xfrm>
            <a:custGeom>
              <a:avLst/>
              <a:gdLst>
                <a:gd name="connsiteX0" fmla="*/ 44028 w 68752"/>
                <a:gd name="connsiteY0" fmla="*/ 79 h 163947"/>
                <a:gd name="connsiteX1" fmla="*/ 299 w 68752"/>
                <a:gd name="connsiteY1" fmla="*/ 22148 h 163947"/>
                <a:gd name="connsiteX2" fmla="*/ 299 w 68752"/>
                <a:gd name="connsiteY2" fmla="*/ 25544 h 163947"/>
                <a:gd name="connsiteX3" fmla="*/ 6858 w 68752"/>
                <a:gd name="connsiteY3" fmla="*/ 22876 h 163947"/>
                <a:gd name="connsiteX4" fmla="*/ 17791 w 68752"/>
                <a:gd name="connsiteY4" fmla="*/ 20208 h 163947"/>
                <a:gd name="connsiteX5" fmla="*/ 25079 w 68752"/>
                <a:gd name="connsiteY5" fmla="*/ 31607 h 163947"/>
                <a:gd name="connsiteX6" fmla="*/ 25079 w 68752"/>
                <a:gd name="connsiteY6" fmla="*/ 141471 h 163947"/>
                <a:gd name="connsiteX7" fmla="*/ 19248 w 68752"/>
                <a:gd name="connsiteY7" fmla="*/ 157235 h 163947"/>
                <a:gd name="connsiteX8" fmla="*/ 1999 w 68752"/>
                <a:gd name="connsiteY8" fmla="*/ 160388 h 163947"/>
                <a:gd name="connsiteX9" fmla="*/ 1999 w 68752"/>
                <a:gd name="connsiteY9" fmla="*/ 164026 h 163947"/>
                <a:gd name="connsiteX10" fmla="*/ 69051 w 68752"/>
                <a:gd name="connsiteY10" fmla="*/ 164026 h 163947"/>
                <a:gd name="connsiteX11" fmla="*/ 69051 w 68752"/>
                <a:gd name="connsiteY11" fmla="*/ 160388 h 163947"/>
                <a:gd name="connsiteX12" fmla="*/ 45972 w 68752"/>
                <a:gd name="connsiteY12" fmla="*/ 146079 h 163947"/>
                <a:gd name="connsiteX13" fmla="*/ 45972 w 68752"/>
                <a:gd name="connsiteY13" fmla="*/ 564 h 163947"/>
                <a:gd name="connsiteX14" fmla="*/ 44028 w 68752"/>
                <a:gd name="connsiteY14" fmla="*/ 79 h 16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752" h="163947">
                  <a:moveTo>
                    <a:pt x="44028" y="79"/>
                  </a:moveTo>
                  <a:lnTo>
                    <a:pt x="299" y="22148"/>
                  </a:lnTo>
                  <a:lnTo>
                    <a:pt x="299" y="25544"/>
                  </a:lnTo>
                  <a:cubicBezTo>
                    <a:pt x="3214" y="24331"/>
                    <a:pt x="5886" y="23361"/>
                    <a:pt x="6858" y="22876"/>
                  </a:cubicBezTo>
                  <a:cubicBezTo>
                    <a:pt x="11231" y="21178"/>
                    <a:pt x="15361" y="20208"/>
                    <a:pt x="17791" y="20208"/>
                  </a:cubicBezTo>
                  <a:cubicBezTo>
                    <a:pt x="22892" y="20208"/>
                    <a:pt x="25079" y="23846"/>
                    <a:pt x="25079" y="31607"/>
                  </a:cubicBezTo>
                  <a:lnTo>
                    <a:pt x="25079" y="141471"/>
                  </a:lnTo>
                  <a:cubicBezTo>
                    <a:pt x="25079" y="149474"/>
                    <a:pt x="23135" y="155052"/>
                    <a:pt x="19248" y="157235"/>
                  </a:cubicBezTo>
                  <a:cubicBezTo>
                    <a:pt x="15604" y="159418"/>
                    <a:pt x="12203" y="160145"/>
                    <a:pt x="1999" y="160388"/>
                  </a:cubicBezTo>
                  <a:lnTo>
                    <a:pt x="1999" y="164026"/>
                  </a:lnTo>
                  <a:lnTo>
                    <a:pt x="69051" y="164026"/>
                  </a:lnTo>
                  <a:lnTo>
                    <a:pt x="69051" y="160388"/>
                  </a:lnTo>
                  <a:cubicBezTo>
                    <a:pt x="49859" y="160145"/>
                    <a:pt x="45972" y="157720"/>
                    <a:pt x="45972" y="146079"/>
                  </a:cubicBezTo>
                  <a:lnTo>
                    <a:pt x="45972" y="564"/>
                  </a:lnTo>
                  <a:lnTo>
                    <a:pt x="44028" y="79"/>
                  </a:lnTo>
                  <a:close/>
                </a:path>
              </a:pathLst>
            </a:custGeom>
            <a:grpFill/>
            <a:ln w="24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384393B-3606-E1F1-DC56-7A7B13E91AF7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2604355" y="4814074"/>
              <a:ext cx="76165" cy="327737"/>
            </a:xfrm>
            <a:custGeom>
              <a:avLst/>
              <a:gdLst>
                <a:gd name="connsiteX0" fmla="*/ 76469 w 76165"/>
                <a:gd name="connsiteY0" fmla="*/ 163944 h 327737"/>
                <a:gd name="connsiteX1" fmla="*/ 54802 w 76165"/>
                <a:gd name="connsiteY1" fmla="*/ 61690 h 327737"/>
                <a:gd name="connsiteX2" fmla="*/ 3587 w 76165"/>
                <a:gd name="connsiteY2" fmla="*/ 76 h 327737"/>
                <a:gd name="connsiteX3" fmla="*/ 304 w 76165"/>
                <a:gd name="connsiteY3" fmla="*/ 3353 h 327737"/>
                <a:gd name="connsiteX4" fmla="*/ 6542 w 76165"/>
                <a:gd name="connsiteY4" fmla="*/ 10891 h 327737"/>
                <a:gd name="connsiteX5" fmla="*/ 57428 w 76165"/>
                <a:gd name="connsiteY5" fmla="*/ 163944 h 327737"/>
                <a:gd name="connsiteX6" fmla="*/ 4572 w 76165"/>
                <a:gd name="connsiteY6" fmla="*/ 318964 h 327737"/>
                <a:gd name="connsiteX7" fmla="*/ 304 w 76165"/>
                <a:gd name="connsiteY7" fmla="*/ 324536 h 327737"/>
                <a:gd name="connsiteX8" fmla="*/ 3587 w 76165"/>
                <a:gd name="connsiteY8" fmla="*/ 327813 h 327737"/>
                <a:gd name="connsiteX9" fmla="*/ 55787 w 76165"/>
                <a:gd name="connsiteY9" fmla="*/ 263904 h 327737"/>
                <a:gd name="connsiteX10" fmla="*/ 76469 w 76165"/>
                <a:gd name="connsiteY10" fmla="*/ 163944 h 32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327737">
                  <a:moveTo>
                    <a:pt x="76469" y="163944"/>
                  </a:moveTo>
                  <a:cubicBezTo>
                    <a:pt x="76469" y="138381"/>
                    <a:pt x="72858" y="98725"/>
                    <a:pt x="54802" y="61690"/>
                  </a:cubicBezTo>
                  <a:cubicBezTo>
                    <a:pt x="35104" y="21379"/>
                    <a:pt x="6870" y="76"/>
                    <a:pt x="3587" y="76"/>
                  </a:cubicBezTo>
                  <a:cubicBezTo>
                    <a:pt x="1617" y="76"/>
                    <a:pt x="304" y="1387"/>
                    <a:pt x="304" y="3353"/>
                  </a:cubicBezTo>
                  <a:cubicBezTo>
                    <a:pt x="304" y="4336"/>
                    <a:pt x="304" y="4992"/>
                    <a:pt x="6542" y="10891"/>
                  </a:cubicBezTo>
                  <a:cubicBezTo>
                    <a:pt x="38715" y="43337"/>
                    <a:pt x="57428" y="95447"/>
                    <a:pt x="57428" y="163944"/>
                  </a:cubicBezTo>
                  <a:cubicBezTo>
                    <a:pt x="57428" y="219987"/>
                    <a:pt x="45281" y="277669"/>
                    <a:pt x="4572" y="318964"/>
                  </a:cubicBezTo>
                  <a:cubicBezTo>
                    <a:pt x="304" y="322897"/>
                    <a:pt x="304" y="323552"/>
                    <a:pt x="304" y="324536"/>
                  </a:cubicBezTo>
                  <a:cubicBezTo>
                    <a:pt x="304" y="326502"/>
                    <a:pt x="1617" y="327813"/>
                    <a:pt x="3587" y="327813"/>
                  </a:cubicBezTo>
                  <a:cubicBezTo>
                    <a:pt x="6870" y="327813"/>
                    <a:pt x="36417" y="305527"/>
                    <a:pt x="55787" y="263904"/>
                  </a:cubicBezTo>
                  <a:cubicBezTo>
                    <a:pt x="72530" y="227853"/>
                    <a:pt x="76469" y="191474"/>
                    <a:pt x="76469" y="163944"/>
                  </a:cubicBezTo>
                  <a:close/>
                </a:path>
              </a:pathLst>
            </a:custGeom>
            <a:grpFill/>
            <a:ln w="446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85" name="Group 58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X)&amp; =\frac{(x-x_1)(x-x_2)}{(x_0-x_1)(x_0-x_2)} f(x_0)+\frac{(x-x_0)(x-x_2)}{(x_1-x_0)(x_1-x_2)} f(x_1) \\&#10;&amp;+\frac{(x-x_0)(x-x_1)}{(x_2-x_0)(x_2-x_1)} f(x_2)&#10;\end{aligned}&#10;$$&#10;}&#10;\end{document}" title="IguanaTex Shape Display">
            <a:extLst>
              <a:ext uri="{FF2B5EF4-FFF2-40B4-BE49-F238E27FC236}">
                <a16:creationId xmlns:a16="http://schemas.microsoft.com/office/drawing/2014/main" id="{D6D677C2-486F-EFDA-1EE1-E4B2C66643FC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269311" y="5024495"/>
            <a:ext cx="7202747" cy="1555425"/>
            <a:chOff x="5708279" y="7040752"/>
            <a:chExt cx="7202747" cy="15554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4F5A8F7-B78E-CB77-5131-BDE827F525C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5708279" y="7268109"/>
              <a:ext cx="173110" cy="267736"/>
            </a:xfrm>
            <a:custGeom>
              <a:avLst/>
              <a:gdLst>
                <a:gd name="connsiteX0" fmla="*/ 55294 w 173110"/>
                <a:gd name="connsiteY0" fmla="*/ 85391 h 267736"/>
                <a:gd name="connsiteX1" fmla="*/ 82579 w 173110"/>
                <a:gd name="connsiteY1" fmla="*/ 85391 h 267736"/>
                <a:gd name="connsiteX2" fmla="*/ 55900 w 173110"/>
                <a:gd name="connsiteY2" fmla="*/ 212452 h 267736"/>
                <a:gd name="connsiteX3" fmla="*/ 26493 w 173110"/>
                <a:gd name="connsiteY3" fmla="*/ 261461 h 267736"/>
                <a:gd name="connsiteX4" fmla="*/ 20429 w 173110"/>
                <a:gd name="connsiteY4" fmla="*/ 256621 h 267736"/>
                <a:gd name="connsiteX5" fmla="*/ 21642 w 173110"/>
                <a:gd name="connsiteY5" fmla="*/ 253293 h 267736"/>
                <a:gd name="connsiteX6" fmla="*/ 23158 w 173110"/>
                <a:gd name="connsiteY6" fmla="*/ 248452 h 267736"/>
                <a:gd name="connsiteX7" fmla="*/ 11334 w 173110"/>
                <a:gd name="connsiteY7" fmla="*/ 236956 h 267736"/>
                <a:gd name="connsiteX8" fmla="*/ 117 w 173110"/>
                <a:gd name="connsiteY8" fmla="*/ 249360 h 267736"/>
                <a:gd name="connsiteX9" fmla="*/ 24067 w 173110"/>
                <a:gd name="connsiteY9" fmla="*/ 267814 h 267736"/>
                <a:gd name="connsiteX10" fmla="*/ 84701 w 173110"/>
                <a:gd name="connsiteY10" fmla="*/ 182199 h 267736"/>
                <a:gd name="connsiteX11" fmla="*/ 106530 w 173110"/>
                <a:gd name="connsiteY11" fmla="*/ 85391 h 267736"/>
                <a:gd name="connsiteX12" fmla="*/ 139575 w 173110"/>
                <a:gd name="connsiteY12" fmla="*/ 85391 h 267736"/>
                <a:gd name="connsiteX13" fmla="*/ 141394 w 173110"/>
                <a:gd name="connsiteY13" fmla="*/ 75710 h 267736"/>
                <a:gd name="connsiteX14" fmla="*/ 108652 w 173110"/>
                <a:gd name="connsiteY14" fmla="*/ 75710 h 267736"/>
                <a:gd name="connsiteX15" fmla="*/ 145639 w 173110"/>
                <a:gd name="connsiteY15" fmla="*/ 6734 h 267736"/>
                <a:gd name="connsiteX16" fmla="*/ 152308 w 173110"/>
                <a:gd name="connsiteY16" fmla="*/ 10364 h 267736"/>
                <a:gd name="connsiteX17" fmla="*/ 151096 w 173110"/>
                <a:gd name="connsiteY17" fmla="*/ 13389 h 267736"/>
                <a:gd name="connsiteX18" fmla="*/ 149277 w 173110"/>
                <a:gd name="connsiteY18" fmla="*/ 19742 h 267736"/>
                <a:gd name="connsiteX19" fmla="*/ 160494 w 173110"/>
                <a:gd name="connsiteY19" fmla="*/ 31843 h 267736"/>
                <a:gd name="connsiteX20" fmla="*/ 173227 w 173110"/>
                <a:gd name="connsiteY20" fmla="*/ 19742 h 267736"/>
                <a:gd name="connsiteX21" fmla="*/ 147154 w 173110"/>
                <a:gd name="connsiteY21" fmla="*/ 78 h 267736"/>
                <a:gd name="connsiteX22" fmla="*/ 109561 w 173110"/>
                <a:gd name="connsiteY22" fmla="*/ 20952 h 267736"/>
                <a:gd name="connsiteX23" fmla="*/ 85308 w 173110"/>
                <a:gd name="connsiteY23" fmla="*/ 75710 h 267736"/>
                <a:gd name="connsiteX24" fmla="*/ 57416 w 173110"/>
                <a:gd name="connsiteY24" fmla="*/ 75710 h 267736"/>
                <a:gd name="connsiteX25" fmla="*/ 55294 w 173110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110" h="267736">
                  <a:moveTo>
                    <a:pt x="55294" y="85391"/>
                  </a:moveTo>
                  <a:lnTo>
                    <a:pt x="82579" y="85391"/>
                  </a:lnTo>
                  <a:lnTo>
                    <a:pt x="55900" y="212452"/>
                  </a:lnTo>
                  <a:cubicBezTo>
                    <a:pt x="49230" y="244822"/>
                    <a:pt x="39226" y="261461"/>
                    <a:pt x="26493" y="261461"/>
                  </a:cubicBezTo>
                  <a:cubicBezTo>
                    <a:pt x="22854" y="261461"/>
                    <a:pt x="20429" y="259343"/>
                    <a:pt x="20429" y="256621"/>
                  </a:cubicBezTo>
                  <a:cubicBezTo>
                    <a:pt x="20429" y="255713"/>
                    <a:pt x="20732" y="254806"/>
                    <a:pt x="21642" y="253293"/>
                  </a:cubicBezTo>
                  <a:cubicBezTo>
                    <a:pt x="22854" y="251478"/>
                    <a:pt x="23158" y="250268"/>
                    <a:pt x="23158" y="248452"/>
                  </a:cubicBezTo>
                  <a:cubicBezTo>
                    <a:pt x="23158" y="242099"/>
                    <a:pt x="17701" y="236956"/>
                    <a:pt x="11334" y="236956"/>
                  </a:cubicBezTo>
                  <a:cubicBezTo>
                    <a:pt x="4967" y="236956"/>
                    <a:pt x="117" y="242402"/>
                    <a:pt x="117" y="249360"/>
                  </a:cubicBezTo>
                  <a:cubicBezTo>
                    <a:pt x="117" y="259646"/>
                    <a:pt x="10728" y="267814"/>
                    <a:pt x="24067" y="267814"/>
                  </a:cubicBezTo>
                  <a:cubicBezTo>
                    <a:pt x="51049" y="267814"/>
                    <a:pt x="72271" y="237864"/>
                    <a:pt x="84701" y="182199"/>
                  </a:cubicBezTo>
                  <a:lnTo>
                    <a:pt x="106530" y="85391"/>
                  </a:lnTo>
                  <a:lnTo>
                    <a:pt x="139575" y="85391"/>
                  </a:lnTo>
                  <a:lnTo>
                    <a:pt x="141394" y="75710"/>
                  </a:lnTo>
                  <a:lnTo>
                    <a:pt x="108652" y="75710"/>
                  </a:lnTo>
                  <a:cubicBezTo>
                    <a:pt x="117444" y="28213"/>
                    <a:pt x="128661" y="6734"/>
                    <a:pt x="145639" y="6734"/>
                  </a:cubicBezTo>
                  <a:cubicBezTo>
                    <a:pt x="149580" y="6734"/>
                    <a:pt x="152308" y="8246"/>
                    <a:pt x="152308" y="10364"/>
                  </a:cubicBezTo>
                  <a:cubicBezTo>
                    <a:pt x="152308" y="11271"/>
                    <a:pt x="152005" y="11877"/>
                    <a:pt x="151096" y="13389"/>
                  </a:cubicBezTo>
                  <a:cubicBezTo>
                    <a:pt x="149883" y="16112"/>
                    <a:pt x="149277" y="17625"/>
                    <a:pt x="149277" y="19742"/>
                  </a:cubicBezTo>
                  <a:cubicBezTo>
                    <a:pt x="149277" y="27003"/>
                    <a:pt x="153824" y="31843"/>
                    <a:pt x="160494" y="31843"/>
                  </a:cubicBezTo>
                  <a:cubicBezTo>
                    <a:pt x="167467" y="31843"/>
                    <a:pt x="173227" y="26398"/>
                    <a:pt x="173227" y="19742"/>
                  </a:cubicBezTo>
                  <a:cubicBezTo>
                    <a:pt x="173227" y="8549"/>
                    <a:pt x="162010" y="78"/>
                    <a:pt x="147154" y="78"/>
                  </a:cubicBezTo>
                  <a:cubicBezTo>
                    <a:pt x="132299" y="78"/>
                    <a:pt x="120475" y="6734"/>
                    <a:pt x="109561" y="20952"/>
                  </a:cubicBezTo>
                  <a:cubicBezTo>
                    <a:pt x="100466" y="32751"/>
                    <a:pt x="94403" y="46667"/>
                    <a:pt x="85308" y="75710"/>
                  </a:cubicBezTo>
                  <a:lnTo>
                    <a:pt x="57416" y="75710"/>
                  </a:lnTo>
                  <a:lnTo>
                    <a:pt x="55294" y="85391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255DE614-BE08-8A8C-44F2-B2DCBD298DC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851777" y="7367758"/>
              <a:ext cx="99833" cy="151335"/>
            </a:xfrm>
            <a:custGeom>
              <a:avLst/>
              <a:gdLst>
                <a:gd name="connsiteX0" fmla="*/ 99953 w 99833"/>
                <a:gd name="connsiteY0" fmla="*/ 120746 h 151335"/>
                <a:gd name="connsiteX1" fmla="*/ 97036 w 99833"/>
                <a:gd name="connsiteY1" fmla="*/ 119627 h 151335"/>
                <a:gd name="connsiteX2" fmla="*/ 75724 w 99833"/>
                <a:gd name="connsiteY2" fmla="*/ 134402 h 151335"/>
                <a:gd name="connsiteX3" fmla="*/ 22105 w 99833"/>
                <a:gd name="connsiteY3" fmla="*/ 134402 h 151335"/>
                <a:gd name="connsiteX4" fmla="*/ 59795 w 99833"/>
                <a:gd name="connsiteY4" fmla="*/ 95001 h 151335"/>
                <a:gd name="connsiteX5" fmla="*/ 88511 w 99833"/>
                <a:gd name="connsiteY5" fmla="*/ 39705 h 151335"/>
                <a:gd name="connsiteX6" fmla="*/ 47007 w 99833"/>
                <a:gd name="connsiteY6" fmla="*/ 80 h 151335"/>
                <a:gd name="connsiteX7" fmla="*/ 14702 w 99833"/>
                <a:gd name="connsiteY7" fmla="*/ 13960 h 151335"/>
                <a:gd name="connsiteX8" fmla="*/ 343 w 99833"/>
                <a:gd name="connsiteY8" fmla="*/ 44630 h 151335"/>
                <a:gd name="connsiteX9" fmla="*/ 5055 w 99833"/>
                <a:gd name="connsiteY9" fmla="*/ 45750 h 151335"/>
                <a:gd name="connsiteX10" fmla="*/ 37585 w 99833"/>
                <a:gd name="connsiteY10" fmla="*/ 16647 h 151335"/>
                <a:gd name="connsiteX11" fmla="*/ 69218 w 99833"/>
                <a:gd name="connsiteY11" fmla="*/ 48212 h 151335"/>
                <a:gd name="connsiteX12" fmla="*/ 40053 w 99833"/>
                <a:gd name="connsiteY12" fmla="*/ 106418 h 151335"/>
                <a:gd name="connsiteX13" fmla="*/ 119 w 99833"/>
                <a:gd name="connsiteY13" fmla="*/ 148730 h 151335"/>
                <a:gd name="connsiteX14" fmla="*/ 119 w 99833"/>
                <a:gd name="connsiteY14" fmla="*/ 151416 h 151335"/>
                <a:gd name="connsiteX15" fmla="*/ 87614 w 99833"/>
                <a:gd name="connsiteY15" fmla="*/ 151416 h 151335"/>
                <a:gd name="connsiteX16" fmla="*/ 99953 w 99833"/>
                <a:gd name="connsiteY16" fmla="*/ 120746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99953" y="120746"/>
                  </a:moveTo>
                  <a:lnTo>
                    <a:pt x="97036" y="119627"/>
                  </a:lnTo>
                  <a:cubicBezTo>
                    <a:pt x="88736" y="132387"/>
                    <a:pt x="85819" y="134402"/>
                    <a:pt x="75724" y="134402"/>
                  </a:cubicBezTo>
                  <a:lnTo>
                    <a:pt x="22105" y="134402"/>
                  </a:lnTo>
                  <a:lnTo>
                    <a:pt x="59795" y="95001"/>
                  </a:lnTo>
                  <a:cubicBezTo>
                    <a:pt x="79762" y="74181"/>
                    <a:pt x="88511" y="57167"/>
                    <a:pt x="88511" y="39705"/>
                  </a:cubicBezTo>
                  <a:cubicBezTo>
                    <a:pt x="88511" y="17318"/>
                    <a:pt x="70339" y="80"/>
                    <a:pt x="47007" y="80"/>
                  </a:cubicBezTo>
                  <a:cubicBezTo>
                    <a:pt x="34668" y="80"/>
                    <a:pt x="23002" y="5005"/>
                    <a:pt x="14702" y="13960"/>
                  </a:cubicBezTo>
                  <a:cubicBezTo>
                    <a:pt x="7522" y="21572"/>
                    <a:pt x="4157" y="28736"/>
                    <a:pt x="343" y="44630"/>
                  </a:cubicBezTo>
                  <a:lnTo>
                    <a:pt x="5055" y="45750"/>
                  </a:lnTo>
                  <a:cubicBezTo>
                    <a:pt x="14029" y="23811"/>
                    <a:pt x="22105" y="16647"/>
                    <a:pt x="37585" y="16647"/>
                  </a:cubicBezTo>
                  <a:cubicBezTo>
                    <a:pt x="56430" y="16647"/>
                    <a:pt x="69218" y="29407"/>
                    <a:pt x="69218" y="48212"/>
                  </a:cubicBezTo>
                  <a:cubicBezTo>
                    <a:pt x="69218" y="65674"/>
                    <a:pt x="58898" y="86494"/>
                    <a:pt x="40053" y="106418"/>
                  </a:cubicBezTo>
                  <a:lnTo>
                    <a:pt x="119" y="148730"/>
                  </a:lnTo>
                  <a:lnTo>
                    <a:pt x="119" y="151416"/>
                  </a:lnTo>
                  <a:lnTo>
                    <a:pt x="87614" y="151416"/>
                  </a:lnTo>
                  <a:lnTo>
                    <a:pt x="99953" y="12074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7F086734-D9F6-B2E8-E6D5-6A7B2FB3E4E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6002870" y="7246327"/>
              <a:ext cx="70335" cy="302526"/>
            </a:xfrm>
            <a:custGeom>
              <a:avLst/>
              <a:gdLst>
                <a:gd name="connsiteX0" fmla="*/ 70460 w 70335"/>
                <a:gd name="connsiteY0" fmla="*/ 299579 h 302526"/>
                <a:gd name="connsiteX1" fmla="*/ 65306 w 70335"/>
                <a:gd name="connsiteY1" fmla="*/ 292923 h 302526"/>
                <a:gd name="connsiteX2" fmla="*/ 17708 w 70335"/>
                <a:gd name="connsiteY2" fmla="*/ 151341 h 302526"/>
                <a:gd name="connsiteX3" fmla="*/ 66519 w 70335"/>
                <a:gd name="connsiteY3" fmla="*/ 8246 h 302526"/>
                <a:gd name="connsiteX4" fmla="*/ 70460 w 70335"/>
                <a:gd name="connsiteY4" fmla="*/ 3103 h 302526"/>
                <a:gd name="connsiteX5" fmla="*/ 67428 w 70335"/>
                <a:gd name="connsiteY5" fmla="*/ 77 h 302526"/>
                <a:gd name="connsiteX6" fmla="*/ 19224 w 70335"/>
                <a:gd name="connsiteY6" fmla="*/ 59070 h 302526"/>
                <a:gd name="connsiteX7" fmla="*/ 124 w 70335"/>
                <a:gd name="connsiteY7" fmla="*/ 151341 h 302526"/>
                <a:gd name="connsiteX8" fmla="*/ 20134 w 70335"/>
                <a:gd name="connsiteY8" fmla="*/ 245729 h 302526"/>
                <a:gd name="connsiteX9" fmla="*/ 67428 w 70335"/>
                <a:gd name="connsiteY9" fmla="*/ 302604 h 302526"/>
                <a:gd name="connsiteX10" fmla="*/ 70460 w 70335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460" y="299579"/>
                  </a:moveTo>
                  <a:cubicBezTo>
                    <a:pt x="70460" y="298671"/>
                    <a:pt x="70460" y="298066"/>
                    <a:pt x="65306" y="292923"/>
                  </a:cubicBezTo>
                  <a:cubicBezTo>
                    <a:pt x="27410" y="254805"/>
                    <a:pt x="17708" y="197627"/>
                    <a:pt x="17708" y="151341"/>
                  </a:cubicBezTo>
                  <a:cubicBezTo>
                    <a:pt x="17708" y="98701"/>
                    <a:pt x="29229" y="46061"/>
                    <a:pt x="66519" y="8246"/>
                  </a:cubicBezTo>
                  <a:cubicBezTo>
                    <a:pt x="70460" y="4615"/>
                    <a:pt x="70460" y="4010"/>
                    <a:pt x="70460" y="3103"/>
                  </a:cubicBezTo>
                  <a:cubicBezTo>
                    <a:pt x="70460" y="985"/>
                    <a:pt x="69247" y="77"/>
                    <a:pt x="67428" y="77"/>
                  </a:cubicBezTo>
                  <a:cubicBezTo>
                    <a:pt x="64397" y="77"/>
                    <a:pt x="37111" y="20649"/>
                    <a:pt x="19224" y="59070"/>
                  </a:cubicBezTo>
                  <a:cubicBezTo>
                    <a:pt x="3762" y="92348"/>
                    <a:pt x="124" y="125928"/>
                    <a:pt x="124" y="151341"/>
                  </a:cubicBezTo>
                  <a:cubicBezTo>
                    <a:pt x="124" y="174938"/>
                    <a:pt x="3459" y="211543"/>
                    <a:pt x="20134" y="245729"/>
                  </a:cubicBezTo>
                  <a:cubicBezTo>
                    <a:pt x="38324" y="282940"/>
                    <a:pt x="64397" y="302604"/>
                    <a:pt x="67428" y="302604"/>
                  </a:cubicBezTo>
                  <a:cubicBezTo>
                    <a:pt x="69247" y="302604"/>
                    <a:pt x="70460" y="301696"/>
                    <a:pt x="70460" y="299579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18128C2D-6D8B-6A4A-BA0E-8C32F957D99F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082131" y="7275672"/>
              <a:ext cx="207368" cy="197549"/>
            </a:xfrm>
            <a:custGeom>
              <a:avLst/>
              <a:gdLst>
                <a:gd name="connsiteX0" fmla="*/ 207496 w 207368"/>
                <a:gd name="connsiteY0" fmla="*/ 78 h 197549"/>
                <a:gd name="connsiteX1" fmla="*/ 144437 w 207368"/>
                <a:gd name="connsiteY1" fmla="*/ 78 h 197549"/>
                <a:gd name="connsiteX2" fmla="*/ 144437 w 207368"/>
                <a:gd name="connsiteY2" fmla="*/ 4918 h 197549"/>
                <a:gd name="connsiteX3" fmla="*/ 162930 w 207368"/>
                <a:gd name="connsiteY3" fmla="*/ 15809 h 197549"/>
                <a:gd name="connsiteX4" fmla="*/ 156867 w 207368"/>
                <a:gd name="connsiteY4" fmla="*/ 28213 h 197549"/>
                <a:gd name="connsiteX5" fmla="*/ 112907 w 207368"/>
                <a:gd name="connsiteY5" fmla="*/ 78735 h 197549"/>
                <a:gd name="connsiteX6" fmla="*/ 95020 w 207368"/>
                <a:gd name="connsiteY6" fmla="*/ 34263 h 197549"/>
                <a:gd name="connsiteX7" fmla="*/ 90473 w 207368"/>
                <a:gd name="connsiteY7" fmla="*/ 17322 h 197549"/>
                <a:gd name="connsiteX8" fmla="*/ 111998 w 207368"/>
                <a:gd name="connsiteY8" fmla="*/ 4918 h 197549"/>
                <a:gd name="connsiteX9" fmla="*/ 111998 w 207368"/>
                <a:gd name="connsiteY9" fmla="*/ 78 h 197549"/>
                <a:gd name="connsiteX10" fmla="*/ 31961 w 207368"/>
                <a:gd name="connsiteY10" fmla="*/ 78 h 197549"/>
                <a:gd name="connsiteX11" fmla="*/ 31961 w 207368"/>
                <a:gd name="connsiteY11" fmla="*/ 4918 h 197549"/>
                <a:gd name="connsiteX12" fmla="*/ 59852 w 207368"/>
                <a:gd name="connsiteY12" fmla="*/ 23373 h 197549"/>
                <a:gd name="connsiteX13" fmla="*/ 91988 w 207368"/>
                <a:gd name="connsiteY13" fmla="*/ 102937 h 197549"/>
                <a:gd name="connsiteX14" fmla="*/ 66825 w 207368"/>
                <a:gd name="connsiteY14" fmla="*/ 132282 h 197549"/>
                <a:gd name="connsiteX15" fmla="*/ 128 w 207368"/>
                <a:gd name="connsiteY15" fmla="*/ 192788 h 197549"/>
                <a:gd name="connsiteX16" fmla="*/ 128 w 207368"/>
                <a:gd name="connsiteY16" fmla="*/ 197628 h 197549"/>
                <a:gd name="connsiteX17" fmla="*/ 65006 w 207368"/>
                <a:gd name="connsiteY17" fmla="*/ 197628 h 197549"/>
                <a:gd name="connsiteX18" fmla="*/ 65006 w 207368"/>
                <a:gd name="connsiteY18" fmla="*/ 192788 h 197549"/>
                <a:gd name="connsiteX19" fmla="*/ 45300 w 207368"/>
                <a:gd name="connsiteY19" fmla="*/ 182502 h 197549"/>
                <a:gd name="connsiteX20" fmla="*/ 51667 w 207368"/>
                <a:gd name="connsiteY20" fmla="*/ 168283 h 197549"/>
                <a:gd name="connsiteX21" fmla="*/ 97445 w 207368"/>
                <a:gd name="connsiteY21" fmla="*/ 116248 h 197549"/>
                <a:gd name="connsiteX22" fmla="*/ 117758 w 207368"/>
                <a:gd name="connsiteY22" fmla="*/ 166165 h 197549"/>
                <a:gd name="connsiteX23" fmla="*/ 121093 w 207368"/>
                <a:gd name="connsiteY23" fmla="*/ 180989 h 197549"/>
                <a:gd name="connsiteX24" fmla="*/ 98052 w 207368"/>
                <a:gd name="connsiteY24" fmla="*/ 192788 h 197549"/>
                <a:gd name="connsiteX25" fmla="*/ 98052 w 207368"/>
                <a:gd name="connsiteY25" fmla="*/ 197628 h 197549"/>
                <a:gd name="connsiteX26" fmla="*/ 180817 w 207368"/>
                <a:gd name="connsiteY26" fmla="*/ 197628 h 197549"/>
                <a:gd name="connsiteX27" fmla="*/ 180817 w 207368"/>
                <a:gd name="connsiteY27" fmla="*/ 192788 h 197549"/>
                <a:gd name="connsiteX28" fmla="*/ 149288 w 207368"/>
                <a:gd name="connsiteY28" fmla="*/ 170401 h 197549"/>
                <a:gd name="connsiteX29" fmla="*/ 118364 w 207368"/>
                <a:gd name="connsiteY29" fmla="*/ 92349 h 197549"/>
                <a:gd name="connsiteX30" fmla="*/ 169600 w 207368"/>
                <a:gd name="connsiteY30" fmla="*/ 33658 h 197549"/>
                <a:gd name="connsiteX31" fmla="*/ 207496 w 207368"/>
                <a:gd name="connsiteY31" fmla="*/ 4918 h 197549"/>
                <a:gd name="connsiteX32" fmla="*/ 207496 w 207368"/>
                <a:gd name="connsiteY32" fmla="*/ 78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7368" h="197549">
                  <a:moveTo>
                    <a:pt x="207496" y="78"/>
                  </a:moveTo>
                  <a:lnTo>
                    <a:pt x="144437" y="78"/>
                  </a:lnTo>
                  <a:lnTo>
                    <a:pt x="144437" y="4918"/>
                  </a:lnTo>
                  <a:cubicBezTo>
                    <a:pt x="159292" y="6734"/>
                    <a:pt x="162930" y="8851"/>
                    <a:pt x="162930" y="15809"/>
                  </a:cubicBezTo>
                  <a:cubicBezTo>
                    <a:pt x="162930" y="19742"/>
                    <a:pt x="161111" y="23373"/>
                    <a:pt x="156867" y="28213"/>
                  </a:cubicBezTo>
                  <a:lnTo>
                    <a:pt x="112907" y="78735"/>
                  </a:lnTo>
                  <a:lnTo>
                    <a:pt x="95020" y="34263"/>
                  </a:lnTo>
                  <a:cubicBezTo>
                    <a:pt x="91685" y="26398"/>
                    <a:pt x="90473" y="21255"/>
                    <a:pt x="90473" y="17322"/>
                  </a:cubicBezTo>
                  <a:cubicBezTo>
                    <a:pt x="90473" y="9759"/>
                    <a:pt x="95323" y="7036"/>
                    <a:pt x="111998" y="4918"/>
                  </a:cubicBezTo>
                  <a:lnTo>
                    <a:pt x="111998" y="78"/>
                  </a:lnTo>
                  <a:lnTo>
                    <a:pt x="31961" y="78"/>
                  </a:lnTo>
                  <a:lnTo>
                    <a:pt x="31961" y="4918"/>
                  </a:lnTo>
                  <a:cubicBezTo>
                    <a:pt x="49545" y="6431"/>
                    <a:pt x="54092" y="9456"/>
                    <a:pt x="59852" y="23373"/>
                  </a:cubicBezTo>
                  <a:lnTo>
                    <a:pt x="91988" y="102937"/>
                  </a:lnTo>
                  <a:cubicBezTo>
                    <a:pt x="80771" y="115643"/>
                    <a:pt x="70766" y="127442"/>
                    <a:pt x="66825" y="132282"/>
                  </a:cubicBezTo>
                  <a:cubicBezTo>
                    <a:pt x="24685" y="181897"/>
                    <a:pt x="16196" y="189460"/>
                    <a:pt x="128" y="192788"/>
                  </a:cubicBezTo>
                  <a:lnTo>
                    <a:pt x="128" y="197628"/>
                  </a:lnTo>
                  <a:lnTo>
                    <a:pt x="65006" y="197628"/>
                  </a:lnTo>
                  <a:lnTo>
                    <a:pt x="65006" y="192788"/>
                  </a:lnTo>
                  <a:cubicBezTo>
                    <a:pt x="50454" y="192788"/>
                    <a:pt x="45300" y="190065"/>
                    <a:pt x="45300" y="182502"/>
                  </a:cubicBezTo>
                  <a:cubicBezTo>
                    <a:pt x="45300" y="177964"/>
                    <a:pt x="47726" y="172821"/>
                    <a:pt x="51667" y="168283"/>
                  </a:cubicBezTo>
                  <a:lnTo>
                    <a:pt x="97445" y="116248"/>
                  </a:lnTo>
                  <a:lnTo>
                    <a:pt x="117758" y="166165"/>
                  </a:lnTo>
                  <a:cubicBezTo>
                    <a:pt x="119880" y="171611"/>
                    <a:pt x="121093" y="176451"/>
                    <a:pt x="121093" y="180989"/>
                  </a:cubicBezTo>
                  <a:cubicBezTo>
                    <a:pt x="121093" y="189762"/>
                    <a:pt x="118061" y="191275"/>
                    <a:pt x="98052" y="192788"/>
                  </a:cubicBezTo>
                  <a:lnTo>
                    <a:pt x="98052" y="197628"/>
                  </a:lnTo>
                  <a:lnTo>
                    <a:pt x="180817" y="197628"/>
                  </a:lnTo>
                  <a:lnTo>
                    <a:pt x="180817" y="192788"/>
                  </a:lnTo>
                  <a:cubicBezTo>
                    <a:pt x="159595" y="190367"/>
                    <a:pt x="156867" y="188552"/>
                    <a:pt x="149288" y="170401"/>
                  </a:cubicBezTo>
                  <a:lnTo>
                    <a:pt x="118364" y="92349"/>
                  </a:lnTo>
                  <a:lnTo>
                    <a:pt x="169600" y="33658"/>
                  </a:lnTo>
                  <a:cubicBezTo>
                    <a:pt x="185365" y="16112"/>
                    <a:pt x="194460" y="9154"/>
                    <a:pt x="207496" y="4918"/>
                  </a:cubicBezTo>
                  <a:lnTo>
                    <a:pt x="207496" y="78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32D8E976-4707-F647-604D-D7867323C8ED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322738" y="7246327"/>
              <a:ext cx="70335" cy="302526"/>
            </a:xfrm>
            <a:custGeom>
              <a:avLst/>
              <a:gdLst>
                <a:gd name="connsiteX0" fmla="*/ 70471 w 70335"/>
                <a:gd name="connsiteY0" fmla="*/ 151341 h 302526"/>
                <a:gd name="connsiteX1" fmla="*/ 50461 w 70335"/>
                <a:gd name="connsiteY1" fmla="*/ 56952 h 302526"/>
                <a:gd name="connsiteX2" fmla="*/ 3167 w 70335"/>
                <a:gd name="connsiteY2" fmla="*/ 77 h 302526"/>
                <a:gd name="connsiteX3" fmla="*/ 135 w 70335"/>
                <a:gd name="connsiteY3" fmla="*/ 3103 h 302526"/>
                <a:gd name="connsiteX4" fmla="*/ 5895 w 70335"/>
                <a:gd name="connsiteY4" fmla="*/ 10061 h 302526"/>
                <a:gd name="connsiteX5" fmla="*/ 52887 w 70335"/>
                <a:gd name="connsiteY5" fmla="*/ 151341 h 302526"/>
                <a:gd name="connsiteX6" fmla="*/ 4076 w 70335"/>
                <a:gd name="connsiteY6" fmla="*/ 294436 h 302526"/>
                <a:gd name="connsiteX7" fmla="*/ 135 w 70335"/>
                <a:gd name="connsiteY7" fmla="*/ 299579 h 302526"/>
                <a:gd name="connsiteX8" fmla="*/ 3167 w 70335"/>
                <a:gd name="connsiteY8" fmla="*/ 302604 h 302526"/>
                <a:gd name="connsiteX9" fmla="*/ 51371 w 70335"/>
                <a:gd name="connsiteY9" fmla="*/ 243611 h 302526"/>
                <a:gd name="connsiteX10" fmla="*/ 70471 w 70335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471" y="151341"/>
                  </a:moveTo>
                  <a:cubicBezTo>
                    <a:pt x="70471" y="127744"/>
                    <a:pt x="67136" y="91138"/>
                    <a:pt x="50461" y="56952"/>
                  </a:cubicBezTo>
                  <a:cubicBezTo>
                    <a:pt x="32271" y="19742"/>
                    <a:pt x="6199" y="77"/>
                    <a:pt x="3167" y="77"/>
                  </a:cubicBezTo>
                  <a:cubicBezTo>
                    <a:pt x="1348" y="77"/>
                    <a:pt x="135" y="1287"/>
                    <a:pt x="135" y="3103"/>
                  </a:cubicBezTo>
                  <a:cubicBezTo>
                    <a:pt x="135" y="4010"/>
                    <a:pt x="135" y="4615"/>
                    <a:pt x="5895" y="10061"/>
                  </a:cubicBezTo>
                  <a:cubicBezTo>
                    <a:pt x="35606" y="40011"/>
                    <a:pt x="52887" y="88113"/>
                    <a:pt x="52887" y="151341"/>
                  </a:cubicBezTo>
                  <a:cubicBezTo>
                    <a:pt x="52887" y="203073"/>
                    <a:pt x="41670" y="256317"/>
                    <a:pt x="4076" y="294436"/>
                  </a:cubicBezTo>
                  <a:cubicBezTo>
                    <a:pt x="135" y="298066"/>
                    <a:pt x="135" y="298671"/>
                    <a:pt x="135" y="299579"/>
                  </a:cubicBezTo>
                  <a:cubicBezTo>
                    <a:pt x="135" y="301394"/>
                    <a:pt x="1348" y="302604"/>
                    <a:pt x="3167" y="302604"/>
                  </a:cubicBezTo>
                  <a:cubicBezTo>
                    <a:pt x="6199" y="302604"/>
                    <a:pt x="33484" y="282032"/>
                    <a:pt x="51371" y="243611"/>
                  </a:cubicBezTo>
                  <a:cubicBezTo>
                    <a:pt x="66833" y="210333"/>
                    <a:pt x="70471" y="176753"/>
                    <a:pt x="70471" y="151341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148E7AD2-7783-7DE8-162F-9A1AC85679D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508124" y="7362195"/>
              <a:ext cx="201608" cy="70791"/>
            </a:xfrm>
            <a:custGeom>
              <a:avLst/>
              <a:gdLst>
                <a:gd name="connsiteX0" fmla="*/ 191442 w 201608"/>
                <a:gd name="connsiteY0" fmla="*/ 12178 h 70791"/>
                <a:gd name="connsiteX1" fmla="*/ 201750 w 201608"/>
                <a:gd name="connsiteY1" fmla="*/ 6128 h 70791"/>
                <a:gd name="connsiteX2" fmla="*/ 191746 w 201608"/>
                <a:gd name="connsiteY2" fmla="*/ 77 h 70791"/>
                <a:gd name="connsiteX3" fmla="*/ 10147 w 201608"/>
                <a:gd name="connsiteY3" fmla="*/ 77 h 70791"/>
                <a:gd name="connsiteX4" fmla="*/ 142 w 201608"/>
                <a:gd name="connsiteY4" fmla="*/ 6128 h 70791"/>
                <a:gd name="connsiteX5" fmla="*/ 10450 w 201608"/>
                <a:gd name="connsiteY5" fmla="*/ 12178 h 70791"/>
                <a:gd name="connsiteX6" fmla="*/ 191442 w 201608"/>
                <a:gd name="connsiteY6" fmla="*/ 12178 h 70791"/>
                <a:gd name="connsiteX7" fmla="*/ 191746 w 201608"/>
                <a:gd name="connsiteY7" fmla="*/ 70869 h 70791"/>
                <a:gd name="connsiteX8" fmla="*/ 201750 w 201608"/>
                <a:gd name="connsiteY8" fmla="*/ 64818 h 70791"/>
                <a:gd name="connsiteX9" fmla="*/ 191442 w 201608"/>
                <a:gd name="connsiteY9" fmla="*/ 58768 h 70791"/>
                <a:gd name="connsiteX10" fmla="*/ 10450 w 201608"/>
                <a:gd name="connsiteY10" fmla="*/ 58768 h 70791"/>
                <a:gd name="connsiteX11" fmla="*/ 142 w 201608"/>
                <a:gd name="connsiteY11" fmla="*/ 64818 h 70791"/>
                <a:gd name="connsiteX12" fmla="*/ 10147 w 201608"/>
                <a:gd name="connsiteY12" fmla="*/ 70869 h 70791"/>
                <a:gd name="connsiteX13" fmla="*/ 191746 w 201608"/>
                <a:gd name="connsiteY13" fmla="*/ 7086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08" h="70791">
                  <a:moveTo>
                    <a:pt x="191442" y="12178"/>
                  </a:moveTo>
                  <a:cubicBezTo>
                    <a:pt x="195990" y="12178"/>
                    <a:pt x="201750" y="12178"/>
                    <a:pt x="201750" y="6128"/>
                  </a:cubicBezTo>
                  <a:cubicBezTo>
                    <a:pt x="201750" y="77"/>
                    <a:pt x="195990" y="77"/>
                    <a:pt x="191746" y="77"/>
                  </a:cubicBezTo>
                  <a:lnTo>
                    <a:pt x="10147" y="77"/>
                  </a:lnTo>
                  <a:cubicBezTo>
                    <a:pt x="5902" y="77"/>
                    <a:pt x="142" y="77"/>
                    <a:pt x="142" y="6128"/>
                  </a:cubicBezTo>
                  <a:cubicBezTo>
                    <a:pt x="142" y="12178"/>
                    <a:pt x="5902" y="12178"/>
                    <a:pt x="10450" y="12178"/>
                  </a:cubicBezTo>
                  <a:lnTo>
                    <a:pt x="191442" y="12178"/>
                  </a:lnTo>
                  <a:close/>
                  <a:moveTo>
                    <a:pt x="191746" y="70869"/>
                  </a:moveTo>
                  <a:cubicBezTo>
                    <a:pt x="195990" y="70869"/>
                    <a:pt x="201750" y="70869"/>
                    <a:pt x="201750" y="64818"/>
                  </a:cubicBezTo>
                  <a:cubicBezTo>
                    <a:pt x="201750" y="58768"/>
                    <a:pt x="195990" y="58768"/>
                    <a:pt x="191442" y="58768"/>
                  </a:cubicBezTo>
                  <a:lnTo>
                    <a:pt x="10450" y="58768"/>
                  </a:lnTo>
                  <a:cubicBezTo>
                    <a:pt x="5902" y="58768"/>
                    <a:pt x="142" y="58768"/>
                    <a:pt x="142" y="64818"/>
                  </a:cubicBezTo>
                  <a:cubicBezTo>
                    <a:pt x="142" y="70869"/>
                    <a:pt x="5902" y="70869"/>
                    <a:pt x="10147" y="70869"/>
                  </a:cubicBezTo>
                  <a:lnTo>
                    <a:pt x="191746" y="7086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B3BB4865-C191-CF71-D3EA-96120A1AFA7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988642" y="7040752"/>
              <a:ext cx="70335" cy="302526"/>
            </a:xfrm>
            <a:custGeom>
              <a:avLst/>
              <a:gdLst>
                <a:gd name="connsiteX0" fmla="*/ 70492 w 70335"/>
                <a:gd name="connsiteY0" fmla="*/ 299572 h 302526"/>
                <a:gd name="connsiteX1" fmla="*/ 65338 w 70335"/>
                <a:gd name="connsiteY1" fmla="*/ 292916 h 302526"/>
                <a:gd name="connsiteX2" fmla="*/ 17741 w 70335"/>
                <a:gd name="connsiteY2" fmla="*/ 151334 h 302526"/>
                <a:gd name="connsiteX3" fmla="*/ 66551 w 70335"/>
                <a:gd name="connsiteY3" fmla="*/ 8239 h 302526"/>
                <a:gd name="connsiteX4" fmla="*/ 70492 w 70335"/>
                <a:gd name="connsiteY4" fmla="*/ 3096 h 302526"/>
                <a:gd name="connsiteX5" fmla="*/ 67461 w 70335"/>
                <a:gd name="connsiteY5" fmla="*/ 71 h 302526"/>
                <a:gd name="connsiteX6" fmla="*/ 19256 w 70335"/>
                <a:gd name="connsiteY6" fmla="*/ 59063 h 302526"/>
                <a:gd name="connsiteX7" fmla="*/ 157 w 70335"/>
                <a:gd name="connsiteY7" fmla="*/ 151334 h 302526"/>
                <a:gd name="connsiteX8" fmla="*/ 20166 w 70335"/>
                <a:gd name="connsiteY8" fmla="*/ 245722 h 302526"/>
                <a:gd name="connsiteX9" fmla="*/ 67461 w 70335"/>
                <a:gd name="connsiteY9" fmla="*/ 302597 h 302526"/>
                <a:gd name="connsiteX10" fmla="*/ 70492 w 703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492" y="299572"/>
                  </a:moveTo>
                  <a:cubicBezTo>
                    <a:pt x="70492" y="298664"/>
                    <a:pt x="70492" y="298059"/>
                    <a:pt x="65338" y="292916"/>
                  </a:cubicBezTo>
                  <a:cubicBezTo>
                    <a:pt x="27442" y="254798"/>
                    <a:pt x="17741" y="197621"/>
                    <a:pt x="17741" y="151334"/>
                  </a:cubicBezTo>
                  <a:cubicBezTo>
                    <a:pt x="17741" y="98694"/>
                    <a:pt x="29261" y="46055"/>
                    <a:pt x="66551" y="8239"/>
                  </a:cubicBezTo>
                  <a:cubicBezTo>
                    <a:pt x="70492" y="4608"/>
                    <a:pt x="70492" y="4003"/>
                    <a:pt x="70492" y="3096"/>
                  </a:cubicBezTo>
                  <a:cubicBezTo>
                    <a:pt x="70492" y="978"/>
                    <a:pt x="69280" y="71"/>
                    <a:pt x="67461" y="71"/>
                  </a:cubicBezTo>
                  <a:cubicBezTo>
                    <a:pt x="64429" y="71"/>
                    <a:pt x="37144" y="20642"/>
                    <a:pt x="19256" y="59063"/>
                  </a:cubicBezTo>
                  <a:cubicBezTo>
                    <a:pt x="3795" y="92341"/>
                    <a:pt x="157" y="125922"/>
                    <a:pt x="157" y="151334"/>
                  </a:cubicBezTo>
                  <a:cubicBezTo>
                    <a:pt x="157" y="174931"/>
                    <a:pt x="3492" y="211537"/>
                    <a:pt x="20166" y="245722"/>
                  </a:cubicBezTo>
                  <a:cubicBezTo>
                    <a:pt x="38356" y="282933"/>
                    <a:pt x="64429" y="302597"/>
                    <a:pt x="67461" y="302597"/>
                  </a:cubicBezTo>
                  <a:cubicBezTo>
                    <a:pt x="69280" y="302597"/>
                    <a:pt x="70492" y="301690"/>
                    <a:pt x="70492" y="299572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B07580B8-C4A8-5247-0D4F-2744AFA0B12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068510" y="7134232"/>
              <a:ext cx="143702" cy="136742"/>
            </a:xfrm>
            <a:custGeom>
              <a:avLst/>
              <a:gdLst>
                <a:gd name="connsiteX0" fmla="*/ 130220 w 143702"/>
                <a:gd name="connsiteY0" fmla="*/ 99905 h 136742"/>
                <a:gd name="connsiteX1" fmla="*/ 123550 w 143702"/>
                <a:gd name="connsiteY1" fmla="*/ 108073 h 136742"/>
                <a:gd name="connsiteX2" fmla="*/ 109605 w 143702"/>
                <a:gd name="connsiteY2" fmla="*/ 120174 h 136742"/>
                <a:gd name="connsiteX3" fmla="*/ 100206 w 143702"/>
                <a:gd name="connsiteY3" fmla="*/ 107771 h 136742"/>
                <a:gd name="connsiteX4" fmla="*/ 98994 w 143702"/>
                <a:gd name="connsiteY4" fmla="*/ 102628 h 136742"/>
                <a:gd name="connsiteX5" fmla="*/ 88079 w 143702"/>
                <a:gd name="connsiteY5" fmla="*/ 53618 h 136742"/>
                <a:gd name="connsiteX6" fmla="*/ 117790 w 143702"/>
                <a:gd name="connsiteY6" fmla="*/ 17013 h 136742"/>
                <a:gd name="connsiteX7" fmla="*/ 125066 w 143702"/>
                <a:gd name="connsiteY7" fmla="*/ 19433 h 136742"/>
                <a:gd name="connsiteX8" fmla="*/ 133252 w 143702"/>
                <a:gd name="connsiteY8" fmla="*/ 22156 h 136742"/>
                <a:gd name="connsiteX9" fmla="*/ 143863 w 143702"/>
                <a:gd name="connsiteY9" fmla="*/ 11265 h 136742"/>
                <a:gd name="connsiteX10" fmla="*/ 131433 w 143702"/>
                <a:gd name="connsiteY10" fmla="*/ 71 h 136742"/>
                <a:gd name="connsiteX11" fmla="*/ 85654 w 143702"/>
                <a:gd name="connsiteY11" fmla="*/ 43333 h 136742"/>
                <a:gd name="connsiteX12" fmla="*/ 82319 w 143702"/>
                <a:gd name="connsiteY12" fmla="*/ 26694 h 136742"/>
                <a:gd name="connsiteX13" fmla="*/ 66554 w 143702"/>
                <a:gd name="connsiteY13" fmla="*/ 71 h 136742"/>
                <a:gd name="connsiteX14" fmla="*/ 31083 w 143702"/>
                <a:gd name="connsiteY14" fmla="*/ 8845 h 136742"/>
                <a:gd name="connsiteX15" fmla="*/ 27749 w 143702"/>
                <a:gd name="connsiteY15" fmla="*/ 10055 h 136742"/>
                <a:gd name="connsiteX16" fmla="*/ 28961 w 143702"/>
                <a:gd name="connsiteY16" fmla="*/ 14593 h 136742"/>
                <a:gd name="connsiteX17" fmla="*/ 45939 w 143702"/>
                <a:gd name="connsiteY17" fmla="*/ 11265 h 136742"/>
                <a:gd name="connsiteX18" fmla="*/ 59581 w 143702"/>
                <a:gd name="connsiteY18" fmla="*/ 32139 h 136742"/>
                <a:gd name="connsiteX19" fmla="*/ 68373 w 143702"/>
                <a:gd name="connsiteY19" fmla="*/ 69350 h 136742"/>
                <a:gd name="connsiteX20" fmla="*/ 43513 w 143702"/>
                <a:gd name="connsiteY20" fmla="*/ 104745 h 136742"/>
                <a:gd name="connsiteX21" fmla="*/ 28052 w 143702"/>
                <a:gd name="connsiteY21" fmla="*/ 119267 h 136742"/>
                <a:gd name="connsiteX22" fmla="*/ 20169 w 143702"/>
                <a:gd name="connsiteY22" fmla="*/ 116544 h 136742"/>
                <a:gd name="connsiteX23" fmla="*/ 10468 w 143702"/>
                <a:gd name="connsiteY23" fmla="*/ 113519 h 136742"/>
                <a:gd name="connsiteX24" fmla="*/ 160 w 143702"/>
                <a:gd name="connsiteY24" fmla="*/ 124107 h 136742"/>
                <a:gd name="connsiteX25" fmla="*/ 15319 w 143702"/>
                <a:gd name="connsiteY25" fmla="*/ 136813 h 136742"/>
                <a:gd name="connsiteX26" fmla="*/ 43513 w 143702"/>
                <a:gd name="connsiteY26" fmla="*/ 115636 h 136742"/>
                <a:gd name="connsiteX27" fmla="*/ 70799 w 143702"/>
                <a:gd name="connsiteY27" fmla="*/ 80241 h 136742"/>
                <a:gd name="connsiteX28" fmla="*/ 79894 w 143702"/>
                <a:gd name="connsiteY28" fmla="*/ 116544 h 136742"/>
                <a:gd name="connsiteX29" fmla="*/ 97478 w 143702"/>
                <a:gd name="connsiteY29" fmla="*/ 136813 h 136742"/>
                <a:gd name="connsiteX30" fmla="*/ 134465 w 143702"/>
                <a:gd name="connsiteY30" fmla="*/ 102325 h 136742"/>
                <a:gd name="connsiteX31" fmla="*/ 130220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20" y="99905"/>
                  </a:moveTo>
                  <a:cubicBezTo>
                    <a:pt x="127795" y="102628"/>
                    <a:pt x="126279" y="104443"/>
                    <a:pt x="123550" y="108073"/>
                  </a:cubicBezTo>
                  <a:cubicBezTo>
                    <a:pt x="116577" y="117149"/>
                    <a:pt x="112939" y="120174"/>
                    <a:pt x="109605" y="120174"/>
                  </a:cubicBezTo>
                  <a:cubicBezTo>
                    <a:pt x="105057" y="120174"/>
                    <a:pt x="102328" y="116242"/>
                    <a:pt x="100206" y="107771"/>
                  </a:cubicBezTo>
                  <a:cubicBezTo>
                    <a:pt x="99600" y="105351"/>
                    <a:pt x="99297" y="103535"/>
                    <a:pt x="98994" y="102628"/>
                  </a:cubicBezTo>
                  <a:cubicBezTo>
                    <a:pt x="91414" y="72073"/>
                    <a:pt x="88079" y="58156"/>
                    <a:pt x="88079" y="53618"/>
                  </a:cubicBezTo>
                  <a:cubicBezTo>
                    <a:pt x="101419" y="30324"/>
                    <a:pt x="112333" y="17013"/>
                    <a:pt x="117790" y="17013"/>
                  </a:cubicBezTo>
                  <a:cubicBezTo>
                    <a:pt x="119609" y="17013"/>
                    <a:pt x="122035" y="17920"/>
                    <a:pt x="125066" y="19433"/>
                  </a:cubicBezTo>
                  <a:cubicBezTo>
                    <a:pt x="128704" y="21551"/>
                    <a:pt x="130827" y="22156"/>
                    <a:pt x="133252" y="22156"/>
                  </a:cubicBezTo>
                  <a:cubicBezTo>
                    <a:pt x="139618" y="22156"/>
                    <a:pt x="143863" y="17618"/>
                    <a:pt x="143863" y="11265"/>
                  </a:cubicBezTo>
                  <a:cubicBezTo>
                    <a:pt x="143863" y="4912"/>
                    <a:pt x="138709" y="71"/>
                    <a:pt x="131433" y="71"/>
                  </a:cubicBezTo>
                  <a:cubicBezTo>
                    <a:pt x="118093" y="71"/>
                    <a:pt x="106573" y="10962"/>
                    <a:pt x="85654" y="43333"/>
                  </a:cubicBezTo>
                  <a:lnTo>
                    <a:pt x="82319" y="26694"/>
                  </a:lnTo>
                  <a:cubicBezTo>
                    <a:pt x="78075" y="6122"/>
                    <a:pt x="74740" y="71"/>
                    <a:pt x="66554" y="71"/>
                  </a:cubicBezTo>
                  <a:cubicBezTo>
                    <a:pt x="59885" y="71"/>
                    <a:pt x="49577" y="2794"/>
                    <a:pt x="31083" y="8845"/>
                  </a:cubicBezTo>
                  <a:lnTo>
                    <a:pt x="27749" y="10055"/>
                  </a:lnTo>
                  <a:lnTo>
                    <a:pt x="28961" y="14593"/>
                  </a:lnTo>
                  <a:cubicBezTo>
                    <a:pt x="40482" y="11870"/>
                    <a:pt x="43210" y="11265"/>
                    <a:pt x="45939" y="11265"/>
                  </a:cubicBezTo>
                  <a:cubicBezTo>
                    <a:pt x="53518" y="11265"/>
                    <a:pt x="55337" y="13987"/>
                    <a:pt x="59581" y="32139"/>
                  </a:cubicBezTo>
                  <a:lnTo>
                    <a:pt x="68373" y="69350"/>
                  </a:lnTo>
                  <a:lnTo>
                    <a:pt x="43513" y="104745"/>
                  </a:lnTo>
                  <a:cubicBezTo>
                    <a:pt x="37450" y="113821"/>
                    <a:pt x="31387" y="119267"/>
                    <a:pt x="28052" y="119267"/>
                  </a:cubicBezTo>
                  <a:cubicBezTo>
                    <a:pt x="26233" y="119267"/>
                    <a:pt x="23201" y="118359"/>
                    <a:pt x="20169" y="116544"/>
                  </a:cubicBezTo>
                  <a:cubicBezTo>
                    <a:pt x="16228" y="114426"/>
                    <a:pt x="12893" y="113519"/>
                    <a:pt x="10468" y="113519"/>
                  </a:cubicBezTo>
                  <a:cubicBezTo>
                    <a:pt x="4708" y="113519"/>
                    <a:pt x="160" y="118057"/>
                    <a:pt x="160" y="124107"/>
                  </a:cubicBezTo>
                  <a:cubicBezTo>
                    <a:pt x="160" y="131973"/>
                    <a:pt x="6223" y="136813"/>
                    <a:pt x="15319" y="136813"/>
                  </a:cubicBezTo>
                  <a:cubicBezTo>
                    <a:pt x="24717" y="136813"/>
                    <a:pt x="28355" y="134091"/>
                    <a:pt x="43513" y="115636"/>
                  </a:cubicBezTo>
                  <a:cubicBezTo>
                    <a:pt x="51699" y="105956"/>
                    <a:pt x="58066" y="97787"/>
                    <a:pt x="70799" y="80241"/>
                  </a:cubicBezTo>
                  <a:lnTo>
                    <a:pt x="79894" y="116544"/>
                  </a:lnTo>
                  <a:cubicBezTo>
                    <a:pt x="83835" y="131973"/>
                    <a:pt x="87776" y="136813"/>
                    <a:pt x="97478" y="136813"/>
                  </a:cubicBezTo>
                  <a:cubicBezTo>
                    <a:pt x="108998" y="136813"/>
                    <a:pt x="116881" y="129553"/>
                    <a:pt x="134465" y="102325"/>
                  </a:cubicBezTo>
                  <a:lnTo>
                    <a:pt x="130220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99DBA82F-4D11-A341-FCC3-3A8045A594ED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280143" y="7185964"/>
              <a:ext cx="185237" cy="12101"/>
            </a:xfrm>
            <a:custGeom>
              <a:avLst/>
              <a:gdLst>
                <a:gd name="connsiteX0" fmla="*/ 174792 w 185237"/>
                <a:gd name="connsiteY0" fmla="*/ 12172 h 12101"/>
                <a:gd name="connsiteX1" fmla="*/ 185403 w 185237"/>
                <a:gd name="connsiteY1" fmla="*/ 6122 h 12101"/>
                <a:gd name="connsiteX2" fmla="*/ 174792 w 185237"/>
                <a:gd name="connsiteY2" fmla="*/ 71 h 12101"/>
                <a:gd name="connsiteX3" fmla="*/ 10777 w 185237"/>
                <a:gd name="connsiteY3" fmla="*/ 71 h 12101"/>
                <a:gd name="connsiteX4" fmla="*/ 166 w 185237"/>
                <a:gd name="connsiteY4" fmla="*/ 6122 h 12101"/>
                <a:gd name="connsiteX5" fmla="*/ 10777 w 185237"/>
                <a:gd name="connsiteY5" fmla="*/ 12172 h 12101"/>
                <a:gd name="connsiteX6" fmla="*/ 174792 w 18523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792" y="12172"/>
                  </a:moveTo>
                  <a:cubicBezTo>
                    <a:pt x="179946" y="12172"/>
                    <a:pt x="185403" y="12172"/>
                    <a:pt x="185403" y="6122"/>
                  </a:cubicBezTo>
                  <a:cubicBezTo>
                    <a:pt x="185403" y="71"/>
                    <a:pt x="179946" y="71"/>
                    <a:pt x="174792" y="71"/>
                  </a:cubicBezTo>
                  <a:lnTo>
                    <a:pt x="10777" y="71"/>
                  </a:lnTo>
                  <a:cubicBezTo>
                    <a:pt x="5623" y="71"/>
                    <a:pt x="166" y="71"/>
                    <a:pt x="166" y="6122"/>
                  </a:cubicBezTo>
                  <a:cubicBezTo>
                    <a:pt x="166" y="12172"/>
                    <a:pt x="5623" y="12172"/>
                    <a:pt x="10777" y="12172"/>
                  </a:cubicBezTo>
                  <a:lnTo>
                    <a:pt x="174792" y="12172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88F730EE-3855-CABA-95A0-6D8580417D0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525502" y="7134232"/>
              <a:ext cx="143702" cy="136742"/>
            </a:xfrm>
            <a:custGeom>
              <a:avLst/>
              <a:gdLst>
                <a:gd name="connsiteX0" fmla="*/ 130235 w 143702"/>
                <a:gd name="connsiteY0" fmla="*/ 99905 h 136742"/>
                <a:gd name="connsiteX1" fmla="*/ 123565 w 143702"/>
                <a:gd name="connsiteY1" fmla="*/ 108073 h 136742"/>
                <a:gd name="connsiteX2" fmla="*/ 109620 w 143702"/>
                <a:gd name="connsiteY2" fmla="*/ 120174 h 136742"/>
                <a:gd name="connsiteX3" fmla="*/ 100221 w 143702"/>
                <a:gd name="connsiteY3" fmla="*/ 107771 h 136742"/>
                <a:gd name="connsiteX4" fmla="*/ 99009 w 143702"/>
                <a:gd name="connsiteY4" fmla="*/ 102628 h 136742"/>
                <a:gd name="connsiteX5" fmla="*/ 88094 w 143702"/>
                <a:gd name="connsiteY5" fmla="*/ 53618 h 136742"/>
                <a:gd name="connsiteX6" fmla="*/ 117805 w 143702"/>
                <a:gd name="connsiteY6" fmla="*/ 17013 h 136742"/>
                <a:gd name="connsiteX7" fmla="*/ 125081 w 143702"/>
                <a:gd name="connsiteY7" fmla="*/ 19433 h 136742"/>
                <a:gd name="connsiteX8" fmla="*/ 133267 w 143702"/>
                <a:gd name="connsiteY8" fmla="*/ 22156 h 136742"/>
                <a:gd name="connsiteX9" fmla="*/ 143878 w 143702"/>
                <a:gd name="connsiteY9" fmla="*/ 11265 h 136742"/>
                <a:gd name="connsiteX10" fmla="*/ 131448 w 143702"/>
                <a:gd name="connsiteY10" fmla="*/ 71 h 136742"/>
                <a:gd name="connsiteX11" fmla="*/ 85669 w 143702"/>
                <a:gd name="connsiteY11" fmla="*/ 43333 h 136742"/>
                <a:gd name="connsiteX12" fmla="*/ 82334 w 143702"/>
                <a:gd name="connsiteY12" fmla="*/ 26694 h 136742"/>
                <a:gd name="connsiteX13" fmla="*/ 66569 w 143702"/>
                <a:gd name="connsiteY13" fmla="*/ 71 h 136742"/>
                <a:gd name="connsiteX14" fmla="*/ 31098 w 143702"/>
                <a:gd name="connsiteY14" fmla="*/ 8845 h 136742"/>
                <a:gd name="connsiteX15" fmla="*/ 27764 w 143702"/>
                <a:gd name="connsiteY15" fmla="*/ 10055 h 136742"/>
                <a:gd name="connsiteX16" fmla="*/ 28976 w 143702"/>
                <a:gd name="connsiteY16" fmla="*/ 14593 h 136742"/>
                <a:gd name="connsiteX17" fmla="*/ 45954 w 143702"/>
                <a:gd name="connsiteY17" fmla="*/ 11265 h 136742"/>
                <a:gd name="connsiteX18" fmla="*/ 59596 w 143702"/>
                <a:gd name="connsiteY18" fmla="*/ 32139 h 136742"/>
                <a:gd name="connsiteX19" fmla="*/ 68388 w 143702"/>
                <a:gd name="connsiteY19" fmla="*/ 69350 h 136742"/>
                <a:gd name="connsiteX20" fmla="*/ 43528 w 143702"/>
                <a:gd name="connsiteY20" fmla="*/ 104745 h 136742"/>
                <a:gd name="connsiteX21" fmla="*/ 28067 w 143702"/>
                <a:gd name="connsiteY21" fmla="*/ 119267 h 136742"/>
                <a:gd name="connsiteX22" fmla="*/ 20184 w 143702"/>
                <a:gd name="connsiteY22" fmla="*/ 116544 h 136742"/>
                <a:gd name="connsiteX23" fmla="*/ 10483 w 143702"/>
                <a:gd name="connsiteY23" fmla="*/ 113519 h 136742"/>
                <a:gd name="connsiteX24" fmla="*/ 175 w 143702"/>
                <a:gd name="connsiteY24" fmla="*/ 124107 h 136742"/>
                <a:gd name="connsiteX25" fmla="*/ 15334 w 143702"/>
                <a:gd name="connsiteY25" fmla="*/ 136813 h 136742"/>
                <a:gd name="connsiteX26" fmla="*/ 43528 w 143702"/>
                <a:gd name="connsiteY26" fmla="*/ 115636 h 136742"/>
                <a:gd name="connsiteX27" fmla="*/ 70814 w 143702"/>
                <a:gd name="connsiteY27" fmla="*/ 80241 h 136742"/>
                <a:gd name="connsiteX28" fmla="*/ 79909 w 143702"/>
                <a:gd name="connsiteY28" fmla="*/ 116544 h 136742"/>
                <a:gd name="connsiteX29" fmla="*/ 97493 w 143702"/>
                <a:gd name="connsiteY29" fmla="*/ 136813 h 136742"/>
                <a:gd name="connsiteX30" fmla="*/ 134480 w 143702"/>
                <a:gd name="connsiteY30" fmla="*/ 102325 h 136742"/>
                <a:gd name="connsiteX31" fmla="*/ 130235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35" y="99905"/>
                  </a:moveTo>
                  <a:cubicBezTo>
                    <a:pt x="127810" y="102628"/>
                    <a:pt x="126294" y="104443"/>
                    <a:pt x="123565" y="108073"/>
                  </a:cubicBezTo>
                  <a:cubicBezTo>
                    <a:pt x="116592" y="117149"/>
                    <a:pt x="112954" y="120174"/>
                    <a:pt x="109620" y="120174"/>
                  </a:cubicBezTo>
                  <a:cubicBezTo>
                    <a:pt x="105072" y="120174"/>
                    <a:pt x="102343" y="116242"/>
                    <a:pt x="100221" y="107771"/>
                  </a:cubicBezTo>
                  <a:cubicBezTo>
                    <a:pt x="99615" y="105351"/>
                    <a:pt x="99312" y="103535"/>
                    <a:pt x="99009" y="102628"/>
                  </a:cubicBezTo>
                  <a:cubicBezTo>
                    <a:pt x="91429" y="72073"/>
                    <a:pt x="88094" y="58156"/>
                    <a:pt x="88094" y="53618"/>
                  </a:cubicBezTo>
                  <a:cubicBezTo>
                    <a:pt x="101434" y="30324"/>
                    <a:pt x="112348" y="17013"/>
                    <a:pt x="117805" y="17013"/>
                  </a:cubicBezTo>
                  <a:cubicBezTo>
                    <a:pt x="119624" y="17013"/>
                    <a:pt x="122050" y="17920"/>
                    <a:pt x="125081" y="19433"/>
                  </a:cubicBezTo>
                  <a:cubicBezTo>
                    <a:pt x="128719" y="21551"/>
                    <a:pt x="130841" y="22156"/>
                    <a:pt x="133267" y="22156"/>
                  </a:cubicBezTo>
                  <a:cubicBezTo>
                    <a:pt x="139633" y="22156"/>
                    <a:pt x="143878" y="17618"/>
                    <a:pt x="143878" y="11265"/>
                  </a:cubicBezTo>
                  <a:cubicBezTo>
                    <a:pt x="143878" y="4912"/>
                    <a:pt x="138724" y="71"/>
                    <a:pt x="131448" y="71"/>
                  </a:cubicBezTo>
                  <a:cubicBezTo>
                    <a:pt x="118108" y="71"/>
                    <a:pt x="106588" y="10962"/>
                    <a:pt x="85669" y="43333"/>
                  </a:cubicBezTo>
                  <a:lnTo>
                    <a:pt x="82334" y="26694"/>
                  </a:lnTo>
                  <a:cubicBezTo>
                    <a:pt x="78090" y="6122"/>
                    <a:pt x="74755" y="71"/>
                    <a:pt x="66569" y="71"/>
                  </a:cubicBezTo>
                  <a:cubicBezTo>
                    <a:pt x="59900" y="71"/>
                    <a:pt x="49592" y="2794"/>
                    <a:pt x="31098" y="8845"/>
                  </a:cubicBezTo>
                  <a:lnTo>
                    <a:pt x="27764" y="10055"/>
                  </a:lnTo>
                  <a:lnTo>
                    <a:pt x="28976" y="14593"/>
                  </a:lnTo>
                  <a:cubicBezTo>
                    <a:pt x="40497" y="11870"/>
                    <a:pt x="43225" y="11265"/>
                    <a:pt x="45954" y="11265"/>
                  </a:cubicBezTo>
                  <a:cubicBezTo>
                    <a:pt x="53533" y="11265"/>
                    <a:pt x="55352" y="13987"/>
                    <a:pt x="59596" y="32139"/>
                  </a:cubicBezTo>
                  <a:lnTo>
                    <a:pt x="68388" y="69350"/>
                  </a:lnTo>
                  <a:lnTo>
                    <a:pt x="43528" y="104745"/>
                  </a:lnTo>
                  <a:cubicBezTo>
                    <a:pt x="37465" y="113821"/>
                    <a:pt x="31402" y="119267"/>
                    <a:pt x="28067" y="119267"/>
                  </a:cubicBezTo>
                  <a:cubicBezTo>
                    <a:pt x="26248" y="119267"/>
                    <a:pt x="23216" y="118359"/>
                    <a:pt x="20184" y="116544"/>
                  </a:cubicBezTo>
                  <a:cubicBezTo>
                    <a:pt x="16243" y="114426"/>
                    <a:pt x="12908" y="113519"/>
                    <a:pt x="10483" y="113519"/>
                  </a:cubicBezTo>
                  <a:cubicBezTo>
                    <a:pt x="4723" y="113519"/>
                    <a:pt x="175" y="118057"/>
                    <a:pt x="175" y="124107"/>
                  </a:cubicBezTo>
                  <a:cubicBezTo>
                    <a:pt x="175" y="131973"/>
                    <a:pt x="6238" y="136813"/>
                    <a:pt x="15334" y="136813"/>
                  </a:cubicBezTo>
                  <a:cubicBezTo>
                    <a:pt x="24732" y="136813"/>
                    <a:pt x="28370" y="134091"/>
                    <a:pt x="43528" y="115636"/>
                  </a:cubicBezTo>
                  <a:cubicBezTo>
                    <a:pt x="51714" y="105956"/>
                    <a:pt x="58081" y="97787"/>
                    <a:pt x="70814" y="80241"/>
                  </a:cubicBezTo>
                  <a:lnTo>
                    <a:pt x="79909" y="116544"/>
                  </a:lnTo>
                  <a:cubicBezTo>
                    <a:pt x="83850" y="131973"/>
                    <a:pt x="87791" y="136813"/>
                    <a:pt x="97493" y="136813"/>
                  </a:cubicBezTo>
                  <a:cubicBezTo>
                    <a:pt x="109013" y="136813"/>
                    <a:pt x="116896" y="129553"/>
                    <a:pt x="134480" y="102325"/>
                  </a:cubicBezTo>
                  <a:lnTo>
                    <a:pt x="130235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99F05358-B9EB-A793-227F-4BB169FA102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93701" y="7162182"/>
              <a:ext cx="63489" cy="151335"/>
            </a:xfrm>
            <a:custGeom>
              <a:avLst/>
              <a:gdLst>
                <a:gd name="connsiteX0" fmla="*/ 40561 w 63489"/>
                <a:gd name="connsiteY0" fmla="*/ 74 h 151335"/>
                <a:gd name="connsiteX1" fmla="*/ 179 w 63489"/>
                <a:gd name="connsiteY1" fmla="*/ 20446 h 151335"/>
                <a:gd name="connsiteX2" fmla="*/ 179 w 63489"/>
                <a:gd name="connsiteY2" fmla="*/ 23580 h 151335"/>
                <a:gd name="connsiteX3" fmla="*/ 6236 w 63489"/>
                <a:gd name="connsiteY3" fmla="*/ 21117 h 151335"/>
                <a:gd name="connsiteX4" fmla="*/ 16332 w 63489"/>
                <a:gd name="connsiteY4" fmla="*/ 18655 h 151335"/>
                <a:gd name="connsiteX5" fmla="*/ 23062 w 63489"/>
                <a:gd name="connsiteY5" fmla="*/ 29177 h 151335"/>
                <a:gd name="connsiteX6" fmla="*/ 23062 w 63489"/>
                <a:gd name="connsiteY6" fmla="*/ 130590 h 151335"/>
                <a:gd name="connsiteX7" fmla="*/ 17678 w 63489"/>
                <a:gd name="connsiteY7" fmla="*/ 145141 h 151335"/>
                <a:gd name="connsiteX8" fmla="*/ 1749 w 63489"/>
                <a:gd name="connsiteY8" fmla="*/ 148051 h 151335"/>
                <a:gd name="connsiteX9" fmla="*/ 1749 w 63489"/>
                <a:gd name="connsiteY9" fmla="*/ 151409 h 151335"/>
                <a:gd name="connsiteX10" fmla="*/ 63669 w 63489"/>
                <a:gd name="connsiteY10" fmla="*/ 151409 h 151335"/>
                <a:gd name="connsiteX11" fmla="*/ 63669 w 63489"/>
                <a:gd name="connsiteY11" fmla="*/ 148051 h 151335"/>
                <a:gd name="connsiteX12" fmla="*/ 42356 w 63489"/>
                <a:gd name="connsiteY12" fmla="*/ 134843 h 151335"/>
                <a:gd name="connsiteX13" fmla="*/ 42356 w 63489"/>
                <a:gd name="connsiteY13" fmla="*/ 521 h 151335"/>
                <a:gd name="connsiteX14" fmla="*/ 40561 w 63489"/>
                <a:gd name="connsiteY14" fmla="*/ 74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561" y="74"/>
                  </a:moveTo>
                  <a:lnTo>
                    <a:pt x="179" y="20446"/>
                  </a:lnTo>
                  <a:lnTo>
                    <a:pt x="179" y="23580"/>
                  </a:lnTo>
                  <a:cubicBezTo>
                    <a:pt x="2871" y="22461"/>
                    <a:pt x="5339" y="21565"/>
                    <a:pt x="6236" y="21117"/>
                  </a:cubicBezTo>
                  <a:cubicBezTo>
                    <a:pt x="10274" y="19550"/>
                    <a:pt x="14088" y="18655"/>
                    <a:pt x="16332" y="18655"/>
                  </a:cubicBezTo>
                  <a:cubicBezTo>
                    <a:pt x="21043" y="18655"/>
                    <a:pt x="23062" y="22013"/>
                    <a:pt x="23062" y="29177"/>
                  </a:cubicBezTo>
                  <a:lnTo>
                    <a:pt x="23062" y="130590"/>
                  </a:lnTo>
                  <a:cubicBezTo>
                    <a:pt x="23062" y="137977"/>
                    <a:pt x="21267" y="143126"/>
                    <a:pt x="17678" y="145141"/>
                  </a:cubicBezTo>
                  <a:cubicBezTo>
                    <a:pt x="14313" y="147156"/>
                    <a:pt x="11172" y="147828"/>
                    <a:pt x="1749" y="148051"/>
                  </a:cubicBezTo>
                  <a:lnTo>
                    <a:pt x="1749" y="151409"/>
                  </a:lnTo>
                  <a:lnTo>
                    <a:pt x="63669" y="151409"/>
                  </a:lnTo>
                  <a:lnTo>
                    <a:pt x="63669" y="148051"/>
                  </a:lnTo>
                  <a:cubicBezTo>
                    <a:pt x="45945" y="147828"/>
                    <a:pt x="42356" y="145589"/>
                    <a:pt x="42356" y="134843"/>
                  </a:cubicBezTo>
                  <a:lnTo>
                    <a:pt x="42356" y="521"/>
                  </a:lnTo>
                  <a:lnTo>
                    <a:pt x="40561" y="74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4B91D8B0-C781-5DAE-1066-0B320D0DD872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813888" y="7040752"/>
              <a:ext cx="70335" cy="302526"/>
            </a:xfrm>
            <a:custGeom>
              <a:avLst/>
              <a:gdLst>
                <a:gd name="connsiteX0" fmla="*/ 70520 w 70335"/>
                <a:gd name="connsiteY0" fmla="*/ 151334 h 302526"/>
                <a:gd name="connsiteX1" fmla="*/ 50510 w 70335"/>
                <a:gd name="connsiteY1" fmla="*/ 56946 h 302526"/>
                <a:gd name="connsiteX2" fmla="*/ 3216 w 70335"/>
                <a:gd name="connsiteY2" fmla="*/ 71 h 302526"/>
                <a:gd name="connsiteX3" fmla="*/ 184 w 70335"/>
                <a:gd name="connsiteY3" fmla="*/ 3096 h 302526"/>
                <a:gd name="connsiteX4" fmla="*/ 5944 w 70335"/>
                <a:gd name="connsiteY4" fmla="*/ 10054 h 302526"/>
                <a:gd name="connsiteX5" fmla="*/ 52936 w 70335"/>
                <a:gd name="connsiteY5" fmla="*/ 151334 h 302526"/>
                <a:gd name="connsiteX6" fmla="*/ 4125 w 70335"/>
                <a:gd name="connsiteY6" fmla="*/ 294429 h 302526"/>
                <a:gd name="connsiteX7" fmla="*/ 184 w 70335"/>
                <a:gd name="connsiteY7" fmla="*/ 299572 h 302526"/>
                <a:gd name="connsiteX8" fmla="*/ 3216 w 70335"/>
                <a:gd name="connsiteY8" fmla="*/ 302597 h 302526"/>
                <a:gd name="connsiteX9" fmla="*/ 51420 w 70335"/>
                <a:gd name="connsiteY9" fmla="*/ 243605 h 302526"/>
                <a:gd name="connsiteX10" fmla="*/ 70520 w 703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20" y="151334"/>
                  </a:moveTo>
                  <a:cubicBezTo>
                    <a:pt x="70520" y="127737"/>
                    <a:pt x="67185" y="91131"/>
                    <a:pt x="50510" y="56946"/>
                  </a:cubicBezTo>
                  <a:cubicBezTo>
                    <a:pt x="32320" y="19735"/>
                    <a:pt x="6247" y="71"/>
                    <a:pt x="3216" y="71"/>
                  </a:cubicBezTo>
                  <a:cubicBezTo>
                    <a:pt x="1397" y="71"/>
                    <a:pt x="184" y="1281"/>
                    <a:pt x="184" y="3096"/>
                  </a:cubicBezTo>
                  <a:cubicBezTo>
                    <a:pt x="184" y="4003"/>
                    <a:pt x="184" y="4608"/>
                    <a:pt x="5944" y="10054"/>
                  </a:cubicBezTo>
                  <a:cubicBezTo>
                    <a:pt x="35655" y="40004"/>
                    <a:pt x="52936" y="88106"/>
                    <a:pt x="52936" y="151334"/>
                  </a:cubicBezTo>
                  <a:cubicBezTo>
                    <a:pt x="52936" y="203066"/>
                    <a:pt x="41718" y="256311"/>
                    <a:pt x="4125" y="294429"/>
                  </a:cubicBezTo>
                  <a:cubicBezTo>
                    <a:pt x="184" y="298059"/>
                    <a:pt x="184" y="298664"/>
                    <a:pt x="184" y="299572"/>
                  </a:cubicBezTo>
                  <a:cubicBezTo>
                    <a:pt x="184" y="301387"/>
                    <a:pt x="1397" y="302597"/>
                    <a:pt x="3216" y="302597"/>
                  </a:cubicBezTo>
                  <a:cubicBezTo>
                    <a:pt x="6247" y="302597"/>
                    <a:pt x="33533" y="282025"/>
                    <a:pt x="51420" y="243605"/>
                  </a:cubicBezTo>
                  <a:cubicBezTo>
                    <a:pt x="66882" y="210327"/>
                    <a:pt x="70520" y="176746"/>
                    <a:pt x="70520" y="151334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1023A54-90DC-E4C2-EA63-1F9AAB83F42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944689" y="7040752"/>
              <a:ext cx="70335" cy="302526"/>
            </a:xfrm>
            <a:custGeom>
              <a:avLst/>
              <a:gdLst>
                <a:gd name="connsiteX0" fmla="*/ 70524 w 70335"/>
                <a:gd name="connsiteY0" fmla="*/ 299572 h 302526"/>
                <a:gd name="connsiteX1" fmla="*/ 65370 w 70335"/>
                <a:gd name="connsiteY1" fmla="*/ 292916 h 302526"/>
                <a:gd name="connsiteX2" fmla="*/ 17772 w 70335"/>
                <a:gd name="connsiteY2" fmla="*/ 151334 h 302526"/>
                <a:gd name="connsiteX3" fmla="*/ 66582 w 70335"/>
                <a:gd name="connsiteY3" fmla="*/ 8239 h 302526"/>
                <a:gd name="connsiteX4" fmla="*/ 70524 w 70335"/>
                <a:gd name="connsiteY4" fmla="*/ 3096 h 302526"/>
                <a:gd name="connsiteX5" fmla="*/ 67492 w 70335"/>
                <a:gd name="connsiteY5" fmla="*/ 71 h 302526"/>
                <a:gd name="connsiteX6" fmla="*/ 19288 w 70335"/>
                <a:gd name="connsiteY6" fmla="*/ 59063 h 302526"/>
                <a:gd name="connsiteX7" fmla="*/ 188 w 70335"/>
                <a:gd name="connsiteY7" fmla="*/ 151334 h 302526"/>
                <a:gd name="connsiteX8" fmla="*/ 20197 w 70335"/>
                <a:gd name="connsiteY8" fmla="*/ 245722 h 302526"/>
                <a:gd name="connsiteX9" fmla="*/ 67492 w 70335"/>
                <a:gd name="connsiteY9" fmla="*/ 302597 h 302526"/>
                <a:gd name="connsiteX10" fmla="*/ 70524 w 703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24" y="299572"/>
                  </a:moveTo>
                  <a:cubicBezTo>
                    <a:pt x="70524" y="298664"/>
                    <a:pt x="70524" y="298059"/>
                    <a:pt x="65370" y="292916"/>
                  </a:cubicBezTo>
                  <a:cubicBezTo>
                    <a:pt x="27473" y="254798"/>
                    <a:pt x="17772" y="197621"/>
                    <a:pt x="17772" y="151334"/>
                  </a:cubicBezTo>
                  <a:cubicBezTo>
                    <a:pt x="17772" y="98694"/>
                    <a:pt x="29292" y="46055"/>
                    <a:pt x="66582" y="8239"/>
                  </a:cubicBezTo>
                  <a:cubicBezTo>
                    <a:pt x="70524" y="4608"/>
                    <a:pt x="70524" y="4003"/>
                    <a:pt x="70524" y="3096"/>
                  </a:cubicBezTo>
                  <a:cubicBezTo>
                    <a:pt x="70524" y="978"/>
                    <a:pt x="69311" y="71"/>
                    <a:pt x="67492" y="71"/>
                  </a:cubicBezTo>
                  <a:cubicBezTo>
                    <a:pt x="64460" y="71"/>
                    <a:pt x="37175" y="20642"/>
                    <a:pt x="19288" y="59063"/>
                  </a:cubicBezTo>
                  <a:cubicBezTo>
                    <a:pt x="3826" y="92341"/>
                    <a:pt x="188" y="125922"/>
                    <a:pt x="188" y="151334"/>
                  </a:cubicBezTo>
                  <a:cubicBezTo>
                    <a:pt x="188" y="174931"/>
                    <a:pt x="3523" y="211537"/>
                    <a:pt x="20197" y="245722"/>
                  </a:cubicBezTo>
                  <a:cubicBezTo>
                    <a:pt x="38387" y="282933"/>
                    <a:pt x="64460" y="302597"/>
                    <a:pt x="67492" y="302597"/>
                  </a:cubicBezTo>
                  <a:cubicBezTo>
                    <a:pt x="69311" y="302597"/>
                    <a:pt x="70524" y="301690"/>
                    <a:pt x="70524" y="299572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A6B125AE-824F-CDEB-234E-DB4B54371D8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024557" y="7134232"/>
              <a:ext cx="143702" cy="136742"/>
            </a:xfrm>
            <a:custGeom>
              <a:avLst/>
              <a:gdLst>
                <a:gd name="connsiteX0" fmla="*/ 130251 w 143702"/>
                <a:gd name="connsiteY0" fmla="*/ 99905 h 136742"/>
                <a:gd name="connsiteX1" fmla="*/ 123582 w 143702"/>
                <a:gd name="connsiteY1" fmla="*/ 108073 h 136742"/>
                <a:gd name="connsiteX2" fmla="*/ 109636 w 143702"/>
                <a:gd name="connsiteY2" fmla="*/ 120174 h 136742"/>
                <a:gd name="connsiteX3" fmla="*/ 100238 w 143702"/>
                <a:gd name="connsiteY3" fmla="*/ 107771 h 136742"/>
                <a:gd name="connsiteX4" fmla="*/ 99025 w 143702"/>
                <a:gd name="connsiteY4" fmla="*/ 102628 h 136742"/>
                <a:gd name="connsiteX5" fmla="*/ 88111 w 143702"/>
                <a:gd name="connsiteY5" fmla="*/ 53618 h 136742"/>
                <a:gd name="connsiteX6" fmla="*/ 117821 w 143702"/>
                <a:gd name="connsiteY6" fmla="*/ 17013 h 136742"/>
                <a:gd name="connsiteX7" fmla="*/ 125098 w 143702"/>
                <a:gd name="connsiteY7" fmla="*/ 19433 h 136742"/>
                <a:gd name="connsiteX8" fmla="*/ 133283 w 143702"/>
                <a:gd name="connsiteY8" fmla="*/ 22156 h 136742"/>
                <a:gd name="connsiteX9" fmla="*/ 143894 w 143702"/>
                <a:gd name="connsiteY9" fmla="*/ 11265 h 136742"/>
                <a:gd name="connsiteX10" fmla="*/ 131464 w 143702"/>
                <a:gd name="connsiteY10" fmla="*/ 71 h 136742"/>
                <a:gd name="connsiteX11" fmla="*/ 85685 w 143702"/>
                <a:gd name="connsiteY11" fmla="*/ 43333 h 136742"/>
                <a:gd name="connsiteX12" fmla="*/ 82351 w 143702"/>
                <a:gd name="connsiteY12" fmla="*/ 26694 h 136742"/>
                <a:gd name="connsiteX13" fmla="*/ 66586 w 143702"/>
                <a:gd name="connsiteY13" fmla="*/ 71 h 136742"/>
                <a:gd name="connsiteX14" fmla="*/ 31115 w 143702"/>
                <a:gd name="connsiteY14" fmla="*/ 8845 h 136742"/>
                <a:gd name="connsiteX15" fmla="*/ 27780 w 143702"/>
                <a:gd name="connsiteY15" fmla="*/ 10055 h 136742"/>
                <a:gd name="connsiteX16" fmla="*/ 28993 w 143702"/>
                <a:gd name="connsiteY16" fmla="*/ 14593 h 136742"/>
                <a:gd name="connsiteX17" fmla="*/ 45970 w 143702"/>
                <a:gd name="connsiteY17" fmla="*/ 11265 h 136742"/>
                <a:gd name="connsiteX18" fmla="*/ 59613 w 143702"/>
                <a:gd name="connsiteY18" fmla="*/ 32139 h 136742"/>
                <a:gd name="connsiteX19" fmla="*/ 68405 w 143702"/>
                <a:gd name="connsiteY19" fmla="*/ 69350 h 136742"/>
                <a:gd name="connsiteX20" fmla="*/ 43545 w 143702"/>
                <a:gd name="connsiteY20" fmla="*/ 104745 h 136742"/>
                <a:gd name="connsiteX21" fmla="*/ 28083 w 143702"/>
                <a:gd name="connsiteY21" fmla="*/ 119267 h 136742"/>
                <a:gd name="connsiteX22" fmla="*/ 20201 w 143702"/>
                <a:gd name="connsiteY22" fmla="*/ 116544 h 136742"/>
                <a:gd name="connsiteX23" fmla="*/ 10499 w 143702"/>
                <a:gd name="connsiteY23" fmla="*/ 113519 h 136742"/>
                <a:gd name="connsiteX24" fmla="*/ 191 w 143702"/>
                <a:gd name="connsiteY24" fmla="*/ 124107 h 136742"/>
                <a:gd name="connsiteX25" fmla="*/ 15350 w 143702"/>
                <a:gd name="connsiteY25" fmla="*/ 136813 h 136742"/>
                <a:gd name="connsiteX26" fmla="*/ 43545 w 143702"/>
                <a:gd name="connsiteY26" fmla="*/ 115636 h 136742"/>
                <a:gd name="connsiteX27" fmla="*/ 70830 w 143702"/>
                <a:gd name="connsiteY27" fmla="*/ 80241 h 136742"/>
                <a:gd name="connsiteX28" fmla="*/ 79925 w 143702"/>
                <a:gd name="connsiteY28" fmla="*/ 116544 h 136742"/>
                <a:gd name="connsiteX29" fmla="*/ 97509 w 143702"/>
                <a:gd name="connsiteY29" fmla="*/ 136813 h 136742"/>
                <a:gd name="connsiteX30" fmla="*/ 134496 w 143702"/>
                <a:gd name="connsiteY30" fmla="*/ 102325 h 136742"/>
                <a:gd name="connsiteX31" fmla="*/ 130251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51" y="99905"/>
                  </a:moveTo>
                  <a:cubicBezTo>
                    <a:pt x="127826" y="102628"/>
                    <a:pt x="126310" y="104443"/>
                    <a:pt x="123582" y="108073"/>
                  </a:cubicBezTo>
                  <a:cubicBezTo>
                    <a:pt x="116609" y="117149"/>
                    <a:pt x="112971" y="120174"/>
                    <a:pt x="109636" y="120174"/>
                  </a:cubicBezTo>
                  <a:cubicBezTo>
                    <a:pt x="105088" y="120174"/>
                    <a:pt x="102360" y="116242"/>
                    <a:pt x="100238" y="107771"/>
                  </a:cubicBezTo>
                  <a:cubicBezTo>
                    <a:pt x="99631" y="105351"/>
                    <a:pt x="99328" y="103535"/>
                    <a:pt x="99025" y="102628"/>
                  </a:cubicBezTo>
                  <a:cubicBezTo>
                    <a:pt x="91446" y="72073"/>
                    <a:pt x="88111" y="58156"/>
                    <a:pt x="88111" y="53618"/>
                  </a:cubicBezTo>
                  <a:cubicBezTo>
                    <a:pt x="101450" y="30324"/>
                    <a:pt x="112364" y="17013"/>
                    <a:pt x="117821" y="17013"/>
                  </a:cubicBezTo>
                  <a:cubicBezTo>
                    <a:pt x="119640" y="17013"/>
                    <a:pt x="122066" y="17920"/>
                    <a:pt x="125098" y="19433"/>
                  </a:cubicBezTo>
                  <a:cubicBezTo>
                    <a:pt x="128736" y="21551"/>
                    <a:pt x="130858" y="22156"/>
                    <a:pt x="133283" y="22156"/>
                  </a:cubicBezTo>
                  <a:cubicBezTo>
                    <a:pt x="139650" y="22156"/>
                    <a:pt x="143894" y="17618"/>
                    <a:pt x="143894" y="11265"/>
                  </a:cubicBezTo>
                  <a:cubicBezTo>
                    <a:pt x="143894" y="4912"/>
                    <a:pt x="138740" y="71"/>
                    <a:pt x="131464" y="71"/>
                  </a:cubicBezTo>
                  <a:cubicBezTo>
                    <a:pt x="118125" y="71"/>
                    <a:pt x="106604" y="10962"/>
                    <a:pt x="85685" y="43333"/>
                  </a:cubicBezTo>
                  <a:lnTo>
                    <a:pt x="82351" y="26694"/>
                  </a:lnTo>
                  <a:cubicBezTo>
                    <a:pt x="78106" y="6122"/>
                    <a:pt x="74771" y="71"/>
                    <a:pt x="66586" y="71"/>
                  </a:cubicBezTo>
                  <a:cubicBezTo>
                    <a:pt x="59916" y="71"/>
                    <a:pt x="49608" y="2794"/>
                    <a:pt x="31115" y="8845"/>
                  </a:cubicBezTo>
                  <a:lnTo>
                    <a:pt x="27780" y="10055"/>
                  </a:lnTo>
                  <a:lnTo>
                    <a:pt x="28993" y="14593"/>
                  </a:lnTo>
                  <a:cubicBezTo>
                    <a:pt x="40513" y="11870"/>
                    <a:pt x="43242" y="11265"/>
                    <a:pt x="45970" y="11265"/>
                  </a:cubicBezTo>
                  <a:cubicBezTo>
                    <a:pt x="53549" y="11265"/>
                    <a:pt x="55368" y="13987"/>
                    <a:pt x="59613" y="32139"/>
                  </a:cubicBezTo>
                  <a:lnTo>
                    <a:pt x="68405" y="69350"/>
                  </a:lnTo>
                  <a:lnTo>
                    <a:pt x="43545" y="104745"/>
                  </a:lnTo>
                  <a:cubicBezTo>
                    <a:pt x="37481" y="113821"/>
                    <a:pt x="31418" y="119267"/>
                    <a:pt x="28083" y="119267"/>
                  </a:cubicBezTo>
                  <a:cubicBezTo>
                    <a:pt x="26264" y="119267"/>
                    <a:pt x="23232" y="118359"/>
                    <a:pt x="20201" y="116544"/>
                  </a:cubicBezTo>
                  <a:cubicBezTo>
                    <a:pt x="16259" y="114426"/>
                    <a:pt x="12924" y="113519"/>
                    <a:pt x="10499" y="113519"/>
                  </a:cubicBezTo>
                  <a:cubicBezTo>
                    <a:pt x="4739" y="113519"/>
                    <a:pt x="191" y="118057"/>
                    <a:pt x="191" y="124107"/>
                  </a:cubicBezTo>
                  <a:cubicBezTo>
                    <a:pt x="191" y="131973"/>
                    <a:pt x="6255" y="136813"/>
                    <a:pt x="15350" y="136813"/>
                  </a:cubicBezTo>
                  <a:cubicBezTo>
                    <a:pt x="24748" y="136813"/>
                    <a:pt x="28386" y="134091"/>
                    <a:pt x="43545" y="115636"/>
                  </a:cubicBezTo>
                  <a:cubicBezTo>
                    <a:pt x="51730" y="105956"/>
                    <a:pt x="58097" y="97787"/>
                    <a:pt x="70830" y="80241"/>
                  </a:cubicBezTo>
                  <a:lnTo>
                    <a:pt x="79925" y="116544"/>
                  </a:lnTo>
                  <a:cubicBezTo>
                    <a:pt x="83866" y="131973"/>
                    <a:pt x="87808" y="136813"/>
                    <a:pt x="97509" y="136813"/>
                  </a:cubicBezTo>
                  <a:cubicBezTo>
                    <a:pt x="109030" y="136813"/>
                    <a:pt x="116912" y="129553"/>
                    <a:pt x="134496" y="102325"/>
                  </a:cubicBezTo>
                  <a:lnTo>
                    <a:pt x="130251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2FEDC777-88FC-85EA-EB6F-54084BCDDCC8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236190" y="7185964"/>
              <a:ext cx="185237" cy="12101"/>
            </a:xfrm>
            <a:custGeom>
              <a:avLst/>
              <a:gdLst>
                <a:gd name="connsiteX0" fmla="*/ 174823 w 185237"/>
                <a:gd name="connsiteY0" fmla="*/ 12172 h 12101"/>
                <a:gd name="connsiteX1" fmla="*/ 185434 w 185237"/>
                <a:gd name="connsiteY1" fmla="*/ 6122 h 12101"/>
                <a:gd name="connsiteX2" fmla="*/ 174823 w 185237"/>
                <a:gd name="connsiteY2" fmla="*/ 71 h 12101"/>
                <a:gd name="connsiteX3" fmla="*/ 10808 w 185237"/>
                <a:gd name="connsiteY3" fmla="*/ 71 h 12101"/>
                <a:gd name="connsiteX4" fmla="*/ 197 w 185237"/>
                <a:gd name="connsiteY4" fmla="*/ 6122 h 12101"/>
                <a:gd name="connsiteX5" fmla="*/ 10808 w 185237"/>
                <a:gd name="connsiteY5" fmla="*/ 12172 h 12101"/>
                <a:gd name="connsiteX6" fmla="*/ 174823 w 18523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823" y="12172"/>
                  </a:moveTo>
                  <a:cubicBezTo>
                    <a:pt x="179977" y="12172"/>
                    <a:pt x="185434" y="12172"/>
                    <a:pt x="185434" y="6122"/>
                  </a:cubicBezTo>
                  <a:cubicBezTo>
                    <a:pt x="185434" y="71"/>
                    <a:pt x="179977" y="71"/>
                    <a:pt x="174823" y="71"/>
                  </a:cubicBezTo>
                  <a:lnTo>
                    <a:pt x="10808" y="71"/>
                  </a:lnTo>
                  <a:cubicBezTo>
                    <a:pt x="5654" y="71"/>
                    <a:pt x="197" y="71"/>
                    <a:pt x="197" y="6122"/>
                  </a:cubicBezTo>
                  <a:cubicBezTo>
                    <a:pt x="197" y="12172"/>
                    <a:pt x="5654" y="12172"/>
                    <a:pt x="10808" y="12172"/>
                  </a:cubicBezTo>
                  <a:lnTo>
                    <a:pt x="174823" y="12172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FDB24725-9D14-E949-09E1-3D6AEDE380D6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481549" y="7134232"/>
              <a:ext cx="143702" cy="136742"/>
            </a:xfrm>
            <a:custGeom>
              <a:avLst/>
              <a:gdLst>
                <a:gd name="connsiteX0" fmla="*/ 130266 w 143702"/>
                <a:gd name="connsiteY0" fmla="*/ 99905 h 136742"/>
                <a:gd name="connsiteX1" fmla="*/ 123597 w 143702"/>
                <a:gd name="connsiteY1" fmla="*/ 108073 h 136742"/>
                <a:gd name="connsiteX2" fmla="*/ 109651 w 143702"/>
                <a:gd name="connsiteY2" fmla="*/ 120174 h 136742"/>
                <a:gd name="connsiteX3" fmla="*/ 100253 w 143702"/>
                <a:gd name="connsiteY3" fmla="*/ 107771 h 136742"/>
                <a:gd name="connsiteX4" fmla="*/ 99040 w 143702"/>
                <a:gd name="connsiteY4" fmla="*/ 102628 h 136742"/>
                <a:gd name="connsiteX5" fmla="*/ 88126 w 143702"/>
                <a:gd name="connsiteY5" fmla="*/ 53618 h 136742"/>
                <a:gd name="connsiteX6" fmla="*/ 117836 w 143702"/>
                <a:gd name="connsiteY6" fmla="*/ 17013 h 136742"/>
                <a:gd name="connsiteX7" fmla="*/ 125113 w 143702"/>
                <a:gd name="connsiteY7" fmla="*/ 19433 h 136742"/>
                <a:gd name="connsiteX8" fmla="*/ 133298 w 143702"/>
                <a:gd name="connsiteY8" fmla="*/ 22156 h 136742"/>
                <a:gd name="connsiteX9" fmla="*/ 143909 w 143702"/>
                <a:gd name="connsiteY9" fmla="*/ 11265 h 136742"/>
                <a:gd name="connsiteX10" fmla="*/ 131479 w 143702"/>
                <a:gd name="connsiteY10" fmla="*/ 71 h 136742"/>
                <a:gd name="connsiteX11" fmla="*/ 85700 w 143702"/>
                <a:gd name="connsiteY11" fmla="*/ 43333 h 136742"/>
                <a:gd name="connsiteX12" fmla="*/ 82365 w 143702"/>
                <a:gd name="connsiteY12" fmla="*/ 26694 h 136742"/>
                <a:gd name="connsiteX13" fmla="*/ 66601 w 143702"/>
                <a:gd name="connsiteY13" fmla="*/ 71 h 136742"/>
                <a:gd name="connsiteX14" fmla="*/ 31130 w 143702"/>
                <a:gd name="connsiteY14" fmla="*/ 8845 h 136742"/>
                <a:gd name="connsiteX15" fmla="*/ 27795 w 143702"/>
                <a:gd name="connsiteY15" fmla="*/ 10055 h 136742"/>
                <a:gd name="connsiteX16" fmla="*/ 29007 w 143702"/>
                <a:gd name="connsiteY16" fmla="*/ 14593 h 136742"/>
                <a:gd name="connsiteX17" fmla="*/ 45985 w 143702"/>
                <a:gd name="connsiteY17" fmla="*/ 11265 h 136742"/>
                <a:gd name="connsiteX18" fmla="*/ 59628 w 143702"/>
                <a:gd name="connsiteY18" fmla="*/ 32139 h 136742"/>
                <a:gd name="connsiteX19" fmla="*/ 68420 w 143702"/>
                <a:gd name="connsiteY19" fmla="*/ 69350 h 136742"/>
                <a:gd name="connsiteX20" fmla="*/ 43560 w 143702"/>
                <a:gd name="connsiteY20" fmla="*/ 104745 h 136742"/>
                <a:gd name="connsiteX21" fmla="*/ 28098 w 143702"/>
                <a:gd name="connsiteY21" fmla="*/ 119267 h 136742"/>
                <a:gd name="connsiteX22" fmla="*/ 20216 w 143702"/>
                <a:gd name="connsiteY22" fmla="*/ 116544 h 136742"/>
                <a:gd name="connsiteX23" fmla="*/ 10514 w 143702"/>
                <a:gd name="connsiteY23" fmla="*/ 113519 h 136742"/>
                <a:gd name="connsiteX24" fmla="*/ 206 w 143702"/>
                <a:gd name="connsiteY24" fmla="*/ 124107 h 136742"/>
                <a:gd name="connsiteX25" fmla="*/ 15365 w 143702"/>
                <a:gd name="connsiteY25" fmla="*/ 136813 h 136742"/>
                <a:gd name="connsiteX26" fmla="*/ 43560 w 143702"/>
                <a:gd name="connsiteY26" fmla="*/ 115636 h 136742"/>
                <a:gd name="connsiteX27" fmla="*/ 70845 w 143702"/>
                <a:gd name="connsiteY27" fmla="*/ 80241 h 136742"/>
                <a:gd name="connsiteX28" fmla="*/ 79940 w 143702"/>
                <a:gd name="connsiteY28" fmla="*/ 116544 h 136742"/>
                <a:gd name="connsiteX29" fmla="*/ 97524 w 143702"/>
                <a:gd name="connsiteY29" fmla="*/ 136813 h 136742"/>
                <a:gd name="connsiteX30" fmla="*/ 134511 w 143702"/>
                <a:gd name="connsiteY30" fmla="*/ 102325 h 136742"/>
                <a:gd name="connsiteX31" fmla="*/ 130266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66" y="99905"/>
                  </a:moveTo>
                  <a:cubicBezTo>
                    <a:pt x="127841" y="102628"/>
                    <a:pt x="126325" y="104443"/>
                    <a:pt x="123597" y="108073"/>
                  </a:cubicBezTo>
                  <a:cubicBezTo>
                    <a:pt x="116624" y="117149"/>
                    <a:pt x="112986" y="120174"/>
                    <a:pt x="109651" y="120174"/>
                  </a:cubicBezTo>
                  <a:cubicBezTo>
                    <a:pt x="105103" y="120174"/>
                    <a:pt x="102375" y="116242"/>
                    <a:pt x="100253" y="107771"/>
                  </a:cubicBezTo>
                  <a:cubicBezTo>
                    <a:pt x="99646" y="105351"/>
                    <a:pt x="99343" y="103535"/>
                    <a:pt x="99040" y="102628"/>
                  </a:cubicBezTo>
                  <a:cubicBezTo>
                    <a:pt x="91461" y="72073"/>
                    <a:pt x="88126" y="58156"/>
                    <a:pt x="88126" y="53618"/>
                  </a:cubicBezTo>
                  <a:cubicBezTo>
                    <a:pt x="101465" y="30324"/>
                    <a:pt x="112379" y="17013"/>
                    <a:pt x="117836" y="17013"/>
                  </a:cubicBezTo>
                  <a:cubicBezTo>
                    <a:pt x="119655" y="17013"/>
                    <a:pt x="122081" y="17920"/>
                    <a:pt x="125113" y="19433"/>
                  </a:cubicBezTo>
                  <a:cubicBezTo>
                    <a:pt x="128751" y="21551"/>
                    <a:pt x="130873" y="22156"/>
                    <a:pt x="133298" y="22156"/>
                  </a:cubicBezTo>
                  <a:cubicBezTo>
                    <a:pt x="139665" y="22156"/>
                    <a:pt x="143909" y="17618"/>
                    <a:pt x="143909" y="11265"/>
                  </a:cubicBezTo>
                  <a:cubicBezTo>
                    <a:pt x="143909" y="4912"/>
                    <a:pt x="138755" y="71"/>
                    <a:pt x="131479" y="71"/>
                  </a:cubicBezTo>
                  <a:cubicBezTo>
                    <a:pt x="118140" y="71"/>
                    <a:pt x="106619" y="10962"/>
                    <a:pt x="85700" y="43333"/>
                  </a:cubicBezTo>
                  <a:lnTo>
                    <a:pt x="82365" y="26694"/>
                  </a:lnTo>
                  <a:cubicBezTo>
                    <a:pt x="78121" y="6122"/>
                    <a:pt x="74786" y="71"/>
                    <a:pt x="66601" y="71"/>
                  </a:cubicBezTo>
                  <a:cubicBezTo>
                    <a:pt x="59931" y="71"/>
                    <a:pt x="49623" y="2794"/>
                    <a:pt x="31130" y="8845"/>
                  </a:cubicBezTo>
                  <a:lnTo>
                    <a:pt x="27795" y="10055"/>
                  </a:lnTo>
                  <a:lnTo>
                    <a:pt x="29007" y="14593"/>
                  </a:lnTo>
                  <a:cubicBezTo>
                    <a:pt x="40528" y="11870"/>
                    <a:pt x="43256" y="11265"/>
                    <a:pt x="45985" y="11265"/>
                  </a:cubicBezTo>
                  <a:cubicBezTo>
                    <a:pt x="53564" y="11265"/>
                    <a:pt x="55383" y="13987"/>
                    <a:pt x="59628" y="32139"/>
                  </a:cubicBezTo>
                  <a:lnTo>
                    <a:pt x="68420" y="69350"/>
                  </a:lnTo>
                  <a:lnTo>
                    <a:pt x="43560" y="104745"/>
                  </a:lnTo>
                  <a:cubicBezTo>
                    <a:pt x="37496" y="113821"/>
                    <a:pt x="31433" y="119267"/>
                    <a:pt x="28098" y="119267"/>
                  </a:cubicBezTo>
                  <a:cubicBezTo>
                    <a:pt x="26279" y="119267"/>
                    <a:pt x="23247" y="118359"/>
                    <a:pt x="20216" y="116544"/>
                  </a:cubicBezTo>
                  <a:cubicBezTo>
                    <a:pt x="16274" y="114426"/>
                    <a:pt x="12939" y="113519"/>
                    <a:pt x="10514" y="113519"/>
                  </a:cubicBezTo>
                  <a:cubicBezTo>
                    <a:pt x="4754" y="113519"/>
                    <a:pt x="206" y="118057"/>
                    <a:pt x="206" y="124107"/>
                  </a:cubicBezTo>
                  <a:cubicBezTo>
                    <a:pt x="206" y="131973"/>
                    <a:pt x="6270" y="136813"/>
                    <a:pt x="15365" y="136813"/>
                  </a:cubicBezTo>
                  <a:cubicBezTo>
                    <a:pt x="24763" y="136813"/>
                    <a:pt x="28401" y="134091"/>
                    <a:pt x="43560" y="115636"/>
                  </a:cubicBezTo>
                  <a:cubicBezTo>
                    <a:pt x="51745" y="105956"/>
                    <a:pt x="58112" y="97787"/>
                    <a:pt x="70845" y="80241"/>
                  </a:cubicBezTo>
                  <a:lnTo>
                    <a:pt x="79940" y="116544"/>
                  </a:lnTo>
                  <a:cubicBezTo>
                    <a:pt x="83881" y="131973"/>
                    <a:pt x="87823" y="136813"/>
                    <a:pt x="97524" y="136813"/>
                  </a:cubicBezTo>
                  <a:cubicBezTo>
                    <a:pt x="109044" y="136813"/>
                    <a:pt x="116927" y="129553"/>
                    <a:pt x="134511" y="102325"/>
                  </a:cubicBezTo>
                  <a:lnTo>
                    <a:pt x="130266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0A8E65DE-2B90-D718-8ABA-375804C127FB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631576" y="7162182"/>
              <a:ext cx="99833" cy="151335"/>
            </a:xfrm>
            <a:custGeom>
              <a:avLst/>
              <a:gdLst>
                <a:gd name="connsiteX0" fmla="*/ 100044 w 99833"/>
                <a:gd name="connsiteY0" fmla="*/ 120739 h 151335"/>
                <a:gd name="connsiteX1" fmla="*/ 97127 w 99833"/>
                <a:gd name="connsiteY1" fmla="*/ 119620 h 151335"/>
                <a:gd name="connsiteX2" fmla="*/ 75815 w 99833"/>
                <a:gd name="connsiteY2" fmla="*/ 134395 h 151335"/>
                <a:gd name="connsiteX3" fmla="*/ 22196 w 99833"/>
                <a:gd name="connsiteY3" fmla="*/ 134395 h 151335"/>
                <a:gd name="connsiteX4" fmla="*/ 59886 w 99833"/>
                <a:gd name="connsiteY4" fmla="*/ 94994 h 151335"/>
                <a:gd name="connsiteX5" fmla="*/ 88602 w 99833"/>
                <a:gd name="connsiteY5" fmla="*/ 39699 h 151335"/>
                <a:gd name="connsiteX6" fmla="*/ 47098 w 99833"/>
                <a:gd name="connsiteY6" fmla="*/ 74 h 151335"/>
                <a:gd name="connsiteX7" fmla="*/ 14793 w 99833"/>
                <a:gd name="connsiteY7" fmla="*/ 13954 h 151335"/>
                <a:gd name="connsiteX8" fmla="*/ 434 w 99833"/>
                <a:gd name="connsiteY8" fmla="*/ 44624 h 151335"/>
                <a:gd name="connsiteX9" fmla="*/ 5146 w 99833"/>
                <a:gd name="connsiteY9" fmla="*/ 45743 h 151335"/>
                <a:gd name="connsiteX10" fmla="*/ 37676 w 99833"/>
                <a:gd name="connsiteY10" fmla="*/ 16640 h 151335"/>
                <a:gd name="connsiteX11" fmla="*/ 69309 w 99833"/>
                <a:gd name="connsiteY11" fmla="*/ 48206 h 151335"/>
                <a:gd name="connsiteX12" fmla="*/ 40144 w 99833"/>
                <a:gd name="connsiteY12" fmla="*/ 106412 h 151335"/>
                <a:gd name="connsiteX13" fmla="*/ 210 w 99833"/>
                <a:gd name="connsiteY13" fmla="*/ 148723 h 151335"/>
                <a:gd name="connsiteX14" fmla="*/ 210 w 99833"/>
                <a:gd name="connsiteY14" fmla="*/ 151409 h 151335"/>
                <a:gd name="connsiteX15" fmla="*/ 87705 w 99833"/>
                <a:gd name="connsiteY15" fmla="*/ 151409 h 151335"/>
                <a:gd name="connsiteX16" fmla="*/ 100044 w 99833"/>
                <a:gd name="connsiteY16" fmla="*/ 120739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100044" y="120739"/>
                  </a:moveTo>
                  <a:lnTo>
                    <a:pt x="97127" y="119620"/>
                  </a:lnTo>
                  <a:cubicBezTo>
                    <a:pt x="88827" y="132381"/>
                    <a:pt x="85910" y="134395"/>
                    <a:pt x="75815" y="134395"/>
                  </a:cubicBezTo>
                  <a:lnTo>
                    <a:pt x="22196" y="134395"/>
                  </a:lnTo>
                  <a:lnTo>
                    <a:pt x="59886" y="94994"/>
                  </a:lnTo>
                  <a:cubicBezTo>
                    <a:pt x="79853" y="74174"/>
                    <a:pt x="88602" y="57160"/>
                    <a:pt x="88602" y="39699"/>
                  </a:cubicBezTo>
                  <a:cubicBezTo>
                    <a:pt x="88602" y="17312"/>
                    <a:pt x="70430" y="74"/>
                    <a:pt x="47098" y="74"/>
                  </a:cubicBezTo>
                  <a:cubicBezTo>
                    <a:pt x="34759" y="74"/>
                    <a:pt x="23093" y="4999"/>
                    <a:pt x="14793" y="13954"/>
                  </a:cubicBezTo>
                  <a:cubicBezTo>
                    <a:pt x="7613" y="21565"/>
                    <a:pt x="4248" y="28729"/>
                    <a:pt x="434" y="44624"/>
                  </a:cubicBezTo>
                  <a:lnTo>
                    <a:pt x="5146" y="45743"/>
                  </a:lnTo>
                  <a:cubicBezTo>
                    <a:pt x="14120" y="23804"/>
                    <a:pt x="22196" y="16640"/>
                    <a:pt x="37676" y="16640"/>
                  </a:cubicBezTo>
                  <a:cubicBezTo>
                    <a:pt x="56521" y="16640"/>
                    <a:pt x="69309" y="29401"/>
                    <a:pt x="69309" y="48206"/>
                  </a:cubicBezTo>
                  <a:cubicBezTo>
                    <a:pt x="69309" y="65667"/>
                    <a:pt x="58989" y="86487"/>
                    <a:pt x="40144" y="106412"/>
                  </a:cubicBezTo>
                  <a:lnTo>
                    <a:pt x="210" y="148723"/>
                  </a:lnTo>
                  <a:lnTo>
                    <a:pt x="210" y="151409"/>
                  </a:lnTo>
                  <a:lnTo>
                    <a:pt x="87705" y="151409"/>
                  </a:lnTo>
                  <a:lnTo>
                    <a:pt x="100044" y="12073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3F17796C-4E8D-D4A0-1CB9-EEC2BF7CCB20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769935" y="7040752"/>
              <a:ext cx="70335" cy="302526"/>
            </a:xfrm>
            <a:custGeom>
              <a:avLst/>
              <a:gdLst>
                <a:gd name="connsiteX0" fmla="*/ 70551 w 70335"/>
                <a:gd name="connsiteY0" fmla="*/ 151334 h 302526"/>
                <a:gd name="connsiteX1" fmla="*/ 50542 w 70335"/>
                <a:gd name="connsiteY1" fmla="*/ 56946 h 302526"/>
                <a:gd name="connsiteX2" fmla="*/ 3247 w 70335"/>
                <a:gd name="connsiteY2" fmla="*/ 71 h 302526"/>
                <a:gd name="connsiteX3" fmla="*/ 215 w 70335"/>
                <a:gd name="connsiteY3" fmla="*/ 3096 h 302526"/>
                <a:gd name="connsiteX4" fmla="*/ 5976 w 70335"/>
                <a:gd name="connsiteY4" fmla="*/ 10054 h 302526"/>
                <a:gd name="connsiteX5" fmla="*/ 52967 w 70335"/>
                <a:gd name="connsiteY5" fmla="*/ 151334 h 302526"/>
                <a:gd name="connsiteX6" fmla="*/ 4157 w 70335"/>
                <a:gd name="connsiteY6" fmla="*/ 294429 h 302526"/>
                <a:gd name="connsiteX7" fmla="*/ 215 w 70335"/>
                <a:gd name="connsiteY7" fmla="*/ 299572 h 302526"/>
                <a:gd name="connsiteX8" fmla="*/ 3247 w 70335"/>
                <a:gd name="connsiteY8" fmla="*/ 302597 h 302526"/>
                <a:gd name="connsiteX9" fmla="*/ 51451 w 70335"/>
                <a:gd name="connsiteY9" fmla="*/ 243605 h 302526"/>
                <a:gd name="connsiteX10" fmla="*/ 70551 w 703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51" y="151334"/>
                  </a:moveTo>
                  <a:cubicBezTo>
                    <a:pt x="70551" y="127737"/>
                    <a:pt x="67216" y="91131"/>
                    <a:pt x="50542" y="56946"/>
                  </a:cubicBezTo>
                  <a:cubicBezTo>
                    <a:pt x="32351" y="19735"/>
                    <a:pt x="6279" y="71"/>
                    <a:pt x="3247" y="71"/>
                  </a:cubicBezTo>
                  <a:cubicBezTo>
                    <a:pt x="1428" y="71"/>
                    <a:pt x="215" y="1281"/>
                    <a:pt x="215" y="3096"/>
                  </a:cubicBezTo>
                  <a:cubicBezTo>
                    <a:pt x="215" y="4003"/>
                    <a:pt x="215" y="4608"/>
                    <a:pt x="5976" y="10054"/>
                  </a:cubicBezTo>
                  <a:cubicBezTo>
                    <a:pt x="35686" y="40004"/>
                    <a:pt x="52967" y="88106"/>
                    <a:pt x="52967" y="151334"/>
                  </a:cubicBezTo>
                  <a:cubicBezTo>
                    <a:pt x="52967" y="203066"/>
                    <a:pt x="41750" y="256311"/>
                    <a:pt x="4157" y="294429"/>
                  </a:cubicBezTo>
                  <a:cubicBezTo>
                    <a:pt x="215" y="298059"/>
                    <a:pt x="215" y="298664"/>
                    <a:pt x="215" y="299572"/>
                  </a:cubicBezTo>
                  <a:cubicBezTo>
                    <a:pt x="215" y="301387"/>
                    <a:pt x="1428" y="302597"/>
                    <a:pt x="3247" y="302597"/>
                  </a:cubicBezTo>
                  <a:cubicBezTo>
                    <a:pt x="6279" y="302597"/>
                    <a:pt x="33564" y="282025"/>
                    <a:pt x="51451" y="243605"/>
                  </a:cubicBezTo>
                  <a:cubicBezTo>
                    <a:pt x="66913" y="210327"/>
                    <a:pt x="70551" y="176746"/>
                    <a:pt x="70551" y="151334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9C4A1869-6A41-5B0E-E50A-B6B35D8A1A0E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831729" y="7391235"/>
              <a:ext cx="2165890" cy="12143"/>
            </a:xfrm>
            <a:custGeom>
              <a:avLst/>
              <a:gdLst>
                <a:gd name="connsiteX0" fmla="*/ 0 w 2165890"/>
                <a:gd name="connsiteY0" fmla="*/ 0 h 12143"/>
                <a:gd name="connsiteX1" fmla="*/ 2165890 w 2165890"/>
                <a:gd name="connsiteY1" fmla="*/ 0 h 12143"/>
                <a:gd name="connsiteX2" fmla="*/ 2165890 w 2165890"/>
                <a:gd name="connsiteY2" fmla="*/ 12144 h 12143"/>
                <a:gd name="connsiteX3" fmla="*/ 0 w 2165890"/>
                <a:gd name="connsiteY3" fmla="*/ 12144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5890" h="12143">
                  <a:moveTo>
                    <a:pt x="0" y="0"/>
                  </a:moveTo>
                  <a:lnTo>
                    <a:pt x="2165890" y="0"/>
                  </a:lnTo>
                  <a:lnTo>
                    <a:pt x="2165890" y="12144"/>
                  </a:lnTo>
                  <a:lnTo>
                    <a:pt x="0" y="12144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4577048B-58C5-90F1-C327-1D85F18EB99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6861743" y="7454638"/>
              <a:ext cx="70335" cy="302526"/>
            </a:xfrm>
            <a:custGeom>
              <a:avLst/>
              <a:gdLst>
                <a:gd name="connsiteX0" fmla="*/ 70488 w 70335"/>
                <a:gd name="connsiteY0" fmla="*/ 299586 h 302526"/>
                <a:gd name="connsiteX1" fmla="*/ 65334 w 70335"/>
                <a:gd name="connsiteY1" fmla="*/ 292930 h 302526"/>
                <a:gd name="connsiteX2" fmla="*/ 17736 w 70335"/>
                <a:gd name="connsiteY2" fmla="*/ 151348 h 302526"/>
                <a:gd name="connsiteX3" fmla="*/ 66547 w 70335"/>
                <a:gd name="connsiteY3" fmla="*/ 8252 h 302526"/>
                <a:gd name="connsiteX4" fmla="*/ 70488 w 70335"/>
                <a:gd name="connsiteY4" fmla="*/ 3109 h 302526"/>
                <a:gd name="connsiteX5" fmla="*/ 67456 w 70335"/>
                <a:gd name="connsiteY5" fmla="*/ 84 h 302526"/>
                <a:gd name="connsiteX6" fmla="*/ 19252 w 70335"/>
                <a:gd name="connsiteY6" fmla="*/ 59077 h 302526"/>
                <a:gd name="connsiteX7" fmla="*/ 153 w 70335"/>
                <a:gd name="connsiteY7" fmla="*/ 151348 h 302526"/>
                <a:gd name="connsiteX8" fmla="*/ 20162 w 70335"/>
                <a:gd name="connsiteY8" fmla="*/ 245736 h 302526"/>
                <a:gd name="connsiteX9" fmla="*/ 67456 w 70335"/>
                <a:gd name="connsiteY9" fmla="*/ 302611 h 302526"/>
                <a:gd name="connsiteX10" fmla="*/ 70488 w 703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488" y="299586"/>
                  </a:moveTo>
                  <a:cubicBezTo>
                    <a:pt x="70488" y="298678"/>
                    <a:pt x="70488" y="298073"/>
                    <a:pt x="65334" y="292930"/>
                  </a:cubicBezTo>
                  <a:cubicBezTo>
                    <a:pt x="27438" y="254812"/>
                    <a:pt x="17736" y="197634"/>
                    <a:pt x="17736" y="151348"/>
                  </a:cubicBezTo>
                  <a:cubicBezTo>
                    <a:pt x="17736" y="98708"/>
                    <a:pt x="29257" y="46068"/>
                    <a:pt x="66547" y="8252"/>
                  </a:cubicBezTo>
                  <a:cubicBezTo>
                    <a:pt x="70488" y="4622"/>
                    <a:pt x="70488" y="4017"/>
                    <a:pt x="70488" y="3109"/>
                  </a:cubicBezTo>
                  <a:cubicBezTo>
                    <a:pt x="70488" y="992"/>
                    <a:pt x="69275" y="84"/>
                    <a:pt x="67456" y="84"/>
                  </a:cubicBezTo>
                  <a:cubicBezTo>
                    <a:pt x="64425" y="84"/>
                    <a:pt x="37139" y="20656"/>
                    <a:pt x="19252" y="59077"/>
                  </a:cubicBezTo>
                  <a:cubicBezTo>
                    <a:pt x="3791" y="92355"/>
                    <a:pt x="153" y="125935"/>
                    <a:pt x="153" y="151348"/>
                  </a:cubicBezTo>
                  <a:cubicBezTo>
                    <a:pt x="153" y="174945"/>
                    <a:pt x="3487" y="211550"/>
                    <a:pt x="20162" y="245736"/>
                  </a:cubicBezTo>
                  <a:cubicBezTo>
                    <a:pt x="38352" y="282947"/>
                    <a:pt x="64425" y="302611"/>
                    <a:pt x="67456" y="302611"/>
                  </a:cubicBezTo>
                  <a:cubicBezTo>
                    <a:pt x="69275" y="302611"/>
                    <a:pt x="70488" y="301703"/>
                    <a:pt x="70488" y="299586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98EDBEBA-647D-E76E-C495-B446DAD9BAC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941611" y="7548119"/>
              <a:ext cx="143702" cy="136742"/>
            </a:xfrm>
            <a:custGeom>
              <a:avLst/>
              <a:gdLst>
                <a:gd name="connsiteX0" fmla="*/ 130216 w 143702"/>
                <a:gd name="connsiteY0" fmla="*/ 99919 h 136742"/>
                <a:gd name="connsiteX1" fmla="*/ 123546 w 143702"/>
                <a:gd name="connsiteY1" fmla="*/ 108087 h 136742"/>
                <a:gd name="connsiteX2" fmla="*/ 109600 w 143702"/>
                <a:gd name="connsiteY2" fmla="*/ 120188 h 136742"/>
                <a:gd name="connsiteX3" fmla="*/ 100202 w 143702"/>
                <a:gd name="connsiteY3" fmla="*/ 107784 h 136742"/>
                <a:gd name="connsiteX4" fmla="*/ 98989 w 143702"/>
                <a:gd name="connsiteY4" fmla="*/ 102641 h 136742"/>
                <a:gd name="connsiteX5" fmla="*/ 88075 w 143702"/>
                <a:gd name="connsiteY5" fmla="*/ 53632 h 136742"/>
                <a:gd name="connsiteX6" fmla="*/ 117786 w 143702"/>
                <a:gd name="connsiteY6" fmla="*/ 17026 h 136742"/>
                <a:gd name="connsiteX7" fmla="*/ 125062 w 143702"/>
                <a:gd name="connsiteY7" fmla="*/ 19447 h 136742"/>
                <a:gd name="connsiteX8" fmla="*/ 133248 w 143702"/>
                <a:gd name="connsiteY8" fmla="*/ 22169 h 136742"/>
                <a:gd name="connsiteX9" fmla="*/ 143859 w 143702"/>
                <a:gd name="connsiteY9" fmla="*/ 11278 h 136742"/>
                <a:gd name="connsiteX10" fmla="*/ 131429 w 143702"/>
                <a:gd name="connsiteY10" fmla="*/ 85 h 136742"/>
                <a:gd name="connsiteX11" fmla="*/ 85650 w 143702"/>
                <a:gd name="connsiteY11" fmla="*/ 43346 h 136742"/>
                <a:gd name="connsiteX12" fmla="*/ 82315 w 143702"/>
                <a:gd name="connsiteY12" fmla="*/ 26707 h 136742"/>
                <a:gd name="connsiteX13" fmla="*/ 66550 w 143702"/>
                <a:gd name="connsiteY13" fmla="*/ 85 h 136742"/>
                <a:gd name="connsiteX14" fmla="*/ 31079 w 143702"/>
                <a:gd name="connsiteY14" fmla="*/ 8858 h 136742"/>
                <a:gd name="connsiteX15" fmla="*/ 27744 w 143702"/>
                <a:gd name="connsiteY15" fmla="*/ 10068 h 136742"/>
                <a:gd name="connsiteX16" fmla="*/ 28957 w 143702"/>
                <a:gd name="connsiteY16" fmla="*/ 14606 h 136742"/>
                <a:gd name="connsiteX17" fmla="*/ 45935 w 143702"/>
                <a:gd name="connsiteY17" fmla="*/ 11278 h 136742"/>
                <a:gd name="connsiteX18" fmla="*/ 59577 w 143702"/>
                <a:gd name="connsiteY18" fmla="*/ 32153 h 136742"/>
                <a:gd name="connsiteX19" fmla="*/ 68369 w 143702"/>
                <a:gd name="connsiteY19" fmla="*/ 69363 h 136742"/>
                <a:gd name="connsiteX20" fmla="*/ 43509 w 143702"/>
                <a:gd name="connsiteY20" fmla="*/ 104759 h 136742"/>
                <a:gd name="connsiteX21" fmla="*/ 28048 w 143702"/>
                <a:gd name="connsiteY21" fmla="*/ 119280 h 136742"/>
                <a:gd name="connsiteX22" fmla="*/ 20165 w 143702"/>
                <a:gd name="connsiteY22" fmla="*/ 116558 h 136742"/>
                <a:gd name="connsiteX23" fmla="*/ 10464 w 143702"/>
                <a:gd name="connsiteY23" fmla="*/ 113532 h 136742"/>
                <a:gd name="connsiteX24" fmla="*/ 156 w 143702"/>
                <a:gd name="connsiteY24" fmla="*/ 124121 h 136742"/>
                <a:gd name="connsiteX25" fmla="*/ 15314 w 143702"/>
                <a:gd name="connsiteY25" fmla="*/ 136827 h 136742"/>
                <a:gd name="connsiteX26" fmla="*/ 43509 w 143702"/>
                <a:gd name="connsiteY26" fmla="*/ 115650 h 136742"/>
                <a:gd name="connsiteX27" fmla="*/ 70795 w 143702"/>
                <a:gd name="connsiteY27" fmla="*/ 80254 h 136742"/>
                <a:gd name="connsiteX28" fmla="*/ 79890 w 143702"/>
                <a:gd name="connsiteY28" fmla="*/ 116558 h 136742"/>
                <a:gd name="connsiteX29" fmla="*/ 97474 w 143702"/>
                <a:gd name="connsiteY29" fmla="*/ 136827 h 136742"/>
                <a:gd name="connsiteX30" fmla="*/ 134460 w 143702"/>
                <a:gd name="connsiteY30" fmla="*/ 102339 h 136742"/>
                <a:gd name="connsiteX31" fmla="*/ 130216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16" y="99919"/>
                  </a:moveTo>
                  <a:cubicBezTo>
                    <a:pt x="127791" y="102641"/>
                    <a:pt x="126275" y="104457"/>
                    <a:pt x="123546" y="108087"/>
                  </a:cubicBezTo>
                  <a:cubicBezTo>
                    <a:pt x="116573" y="117163"/>
                    <a:pt x="112935" y="120188"/>
                    <a:pt x="109600" y="120188"/>
                  </a:cubicBezTo>
                  <a:cubicBezTo>
                    <a:pt x="105053" y="120188"/>
                    <a:pt x="102324" y="116255"/>
                    <a:pt x="100202" y="107784"/>
                  </a:cubicBezTo>
                  <a:cubicBezTo>
                    <a:pt x="99596" y="105364"/>
                    <a:pt x="99293" y="103549"/>
                    <a:pt x="98989" y="102641"/>
                  </a:cubicBezTo>
                  <a:cubicBezTo>
                    <a:pt x="91410" y="72086"/>
                    <a:pt x="88075" y="58170"/>
                    <a:pt x="88075" y="53632"/>
                  </a:cubicBezTo>
                  <a:cubicBezTo>
                    <a:pt x="101415" y="30337"/>
                    <a:pt x="112329" y="17026"/>
                    <a:pt x="117786" y="17026"/>
                  </a:cubicBezTo>
                  <a:cubicBezTo>
                    <a:pt x="119605" y="17026"/>
                    <a:pt x="122030" y="17934"/>
                    <a:pt x="125062" y="19447"/>
                  </a:cubicBezTo>
                  <a:cubicBezTo>
                    <a:pt x="128700" y="21564"/>
                    <a:pt x="130822" y="22169"/>
                    <a:pt x="133248" y="22169"/>
                  </a:cubicBezTo>
                  <a:cubicBezTo>
                    <a:pt x="139614" y="22169"/>
                    <a:pt x="143859" y="17631"/>
                    <a:pt x="143859" y="11278"/>
                  </a:cubicBezTo>
                  <a:cubicBezTo>
                    <a:pt x="143859" y="4925"/>
                    <a:pt x="138705" y="85"/>
                    <a:pt x="131429" y="85"/>
                  </a:cubicBezTo>
                  <a:cubicBezTo>
                    <a:pt x="118089" y="85"/>
                    <a:pt x="106569" y="10976"/>
                    <a:pt x="85650" y="43346"/>
                  </a:cubicBezTo>
                  <a:lnTo>
                    <a:pt x="82315" y="26707"/>
                  </a:lnTo>
                  <a:cubicBezTo>
                    <a:pt x="78071" y="6135"/>
                    <a:pt x="74736" y="85"/>
                    <a:pt x="66550" y="85"/>
                  </a:cubicBezTo>
                  <a:cubicBezTo>
                    <a:pt x="59880" y="85"/>
                    <a:pt x="49573" y="2808"/>
                    <a:pt x="31079" y="8858"/>
                  </a:cubicBezTo>
                  <a:lnTo>
                    <a:pt x="27744" y="10068"/>
                  </a:lnTo>
                  <a:lnTo>
                    <a:pt x="28957" y="14606"/>
                  </a:lnTo>
                  <a:cubicBezTo>
                    <a:pt x="40478" y="11883"/>
                    <a:pt x="43206" y="11278"/>
                    <a:pt x="45935" y="11278"/>
                  </a:cubicBezTo>
                  <a:cubicBezTo>
                    <a:pt x="53514" y="11278"/>
                    <a:pt x="55333" y="14001"/>
                    <a:pt x="59577" y="32153"/>
                  </a:cubicBezTo>
                  <a:lnTo>
                    <a:pt x="68369" y="69363"/>
                  </a:lnTo>
                  <a:lnTo>
                    <a:pt x="43509" y="104759"/>
                  </a:lnTo>
                  <a:cubicBezTo>
                    <a:pt x="37446" y="113835"/>
                    <a:pt x="31382" y="119280"/>
                    <a:pt x="28048" y="119280"/>
                  </a:cubicBezTo>
                  <a:cubicBezTo>
                    <a:pt x="26229" y="119280"/>
                    <a:pt x="23197" y="118373"/>
                    <a:pt x="20165" y="116558"/>
                  </a:cubicBezTo>
                  <a:cubicBezTo>
                    <a:pt x="16224" y="114440"/>
                    <a:pt x="12889" y="113532"/>
                    <a:pt x="10464" y="113532"/>
                  </a:cubicBezTo>
                  <a:cubicBezTo>
                    <a:pt x="4703" y="113532"/>
                    <a:pt x="156" y="118070"/>
                    <a:pt x="156" y="124121"/>
                  </a:cubicBezTo>
                  <a:cubicBezTo>
                    <a:pt x="156" y="131987"/>
                    <a:pt x="6219" y="136827"/>
                    <a:pt x="15314" y="136827"/>
                  </a:cubicBezTo>
                  <a:cubicBezTo>
                    <a:pt x="24713" y="136827"/>
                    <a:pt x="28351" y="134104"/>
                    <a:pt x="43509" y="115650"/>
                  </a:cubicBezTo>
                  <a:cubicBezTo>
                    <a:pt x="51695" y="105969"/>
                    <a:pt x="58061" y="97801"/>
                    <a:pt x="70795" y="80254"/>
                  </a:cubicBezTo>
                  <a:lnTo>
                    <a:pt x="79890" y="116558"/>
                  </a:lnTo>
                  <a:cubicBezTo>
                    <a:pt x="83831" y="131987"/>
                    <a:pt x="87772" y="136827"/>
                    <a:pt x="97474" y="136827"/>
                  </a:cubicBezTo>
                  <a:cubicBezTo>
                    <a:pt x="108994" y="136827"/>
                    <a:pt x="116876" y="129566"/>
                    <a:pt x="134460" y="102339"/>
                  </a:cubicBezTo>
                  <a:lnTo>
                    <a:pt x="130216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40FC10AE-CFB2-2B97-5E1D-77778AAF9A50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090292" y="7576069"/>
              <a:ext cx="101404" cy="154469"/>
            </a:xfrm>
            <a:custGeom>
              <a:avLst/>
              <a:gdLst>
                <a:gd name="connsiteX0" fmla="*/ 51759 w 101404"/>
                <a:gd name="connsiteY0" fmla="*/ 87 h 154469"/>
                <a:gd name="connsiteX1" fmla="*/ 21697 w 101404"/>
                <a:gd name="connsiteY1" fmla="*/ 11728 h 154469"/>
                <a:gd name="connsiteX2" fmla="*/ 160 w 101404"/>
                <a:gd name="connsiteY2" fmla="*/ 76203 h 154469"/>
                <a:gd name="connsiteX3" fmla="*/ 18107 w 101404"/>
                <a:gd name="connsiteY3" fmla="*/ 139334 h 154469"/>
                <a:gd name="connsiteX4" fmla="*/ 50862 w 101404"/>
                <a:gd name="connsiteY4" fmla="*/ 154557 h 154469"/>
                <a:gd name="connsiteX5" fmla="*/ 80027 w 101404"/>
                <a:gd name="connsiteY5" fmla="*/ 142916 h 154469"/>
                <a:gd name="connsiteX6" fmla="*/ 101564 w 101404"/>
                <a:gd name="connsiteY6" fmla="*/ 77546 h 154469"/>
                <a:gd name="connsiteX7" fmla="*/ 51759 w 101404"/>
                <a:gd name="connsiteY7" fmla="*/ 87 h 154469"/>
                <a:gd name="connsiteX8" fmla="*/ 51086 w 101404"/>
                <a:gd name="connsiteY8" fmla="*/ 5908 h 154469"/>
                <a:gd name="connsiteX9" fmla="*/ 80027 w 101404"/>
                <a:gd name="connsiteY9" fmla="*/ 77994 h 154469"/>
                <a:gd name="connsiteX10" fmla="*/ 50862 w 101404"/>
                <a:gd name="connsiteY10" fmla="*/ 148737 h 154469"/>
                <a:gd name="connsiteX11" fmla="*/ 21697 w 101404"/>
                <a:gd name="connsiteY11" fmla="*/ 78218 h 154469"/>
                <a:gd name="connsiteX12" fmla="*/ 51086 w 101404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759" y="87"/>
                  </a:moveTo>
                  <a:cubicBezTo>
                    <a:pt x="39420" y="87"/>
                    <a:pt x="29998" y="3893"/>
                    <a:pt x="21697" y="11728"/>
                  </a:cubicBezTo>
                  <a:cubicBezTo>
                    <a:pt x="8685" y="24265"/>
                    <a:pt x="160" y="50010"/>
                    <a:pt x="160" y="76203"/>
                  </a:cubicBezTo>
                  <a:cubicBezTo>
                    <a:pt x="160" y="100605"/>
                    <a:pt x="7563" y="126797"/>
                    <a:pt x="18107" y="139334"/>
                  </a:cubicBezTo>
                  <a:cubicBezTo>
                    <a:pt x="26408" y="149184"/>
                    <a:pt x="37850" y="154557"/>
                    <a:pt x="50862" y="154557"/>
                  </a:cubicBezTo>
                  <a:cubicBezTo>
                    <a:pt x="62303" y="154557"/>
                    <a:pt x="71950" y="150751"/>
                    <a:pt x="80027" y="142916"/>
                  </a:cubicBezTo>
                  <a:cubicBezTo>
                    <a:pt x="93039" y="130603"/>
                    <a:pt x="101564" y="104634"/>
                    <a:pt x="101564" y="77546"/>
                  </a:cubicBezTo>
                  <a:cubicBezTo>
                    <a:pt x="101564" y="31653"/>
                    <a:pt x="81149" y="87"/>
                    <a:pt x="51759" y="87"/>
                  </a:cubicBezTo>
                  <a:close/>
                  <a:moveTo>
                    <a:pt x="51086" y="5908"/>
                  </a:moveTo>
                  <a:cubicBezTo>
                    <a:pt x="69931" y="5908"/>
                    <a:pt x="80027" y="31205"/>
                    <a:pt x="80027" y="77994"/>
                  </a:cubicBezTo>
                  <a:cubicBezTo>
                    <a:pt x="80027" y="124782"/>
                    <a:pt x="70156" y="148737"/>
                    <a:pt x="50862" y="148737"/>
                  </a:cubicBezTo>
                  <a:cubicBezTo>
                    <a:pt x="31568" y="148737"/>
                    <a:pt x="21697" y="124783"/>
                    <a:pt x="21697" y="78218"/>
                  </a:cubicBezTo>
                  <a:cubicBezTo>
                    <a:pt x="21697" y="30757"/>
                    <a:pt x="31792" y="5908"/>
                    <a:pt x="51086" y="590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67772A53-F0A7-B7A7-EF85-D6BA5A6DA90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280143" y="7599851"/>
              <a:ext cx="185237" cy="12101"/>
            </a:xfrm>
            <a:custGeom>
              <a:avLst/>
              <a:gdLst>
                <a:gd name="connsiteX0" fmla="*/ 174792 w 185237"/>
                <a:gd name="connsiteY0" fmla="*/ 12186 h 12101"/>
                <a:gd name="connsiteX1" fmla="*/ 185403 w 185237"/>
                <a:gd name="connsiteY1" fmla="*/ 6135 h 12101"/>
                <a:gd name="connsiteX2" fmla="*/ 174792 w 185237"/>
                <a:gd name="connsiteY2" fmla="*/ 85 h 12101"/>
                <a:gd name="connsiteX3" fmla="*/ 10777 w 185237"/>
                <a:gd name="connsiteY3" fmla="*/ 85 h 12101"/>
                <a:gd name="connsiteX4" fmla="*/ 166 w 185237"/>
                <a:gd name="connsiteY4" fmla="*/ 6135 h 12101"/>
                <a:gd name="connsiteX5" fmla="*/ 10777 w 185237"/>
                <a:gd name="connsiteY5" fmla="*/ 12186 h 12101"/>
                <a:gd name="connsiteX6" fmla="*/ 174792 w 18523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792" y="12186"/>
                  </a:moveTo>
                  <a:cubicBezTo>
                    <a:pt x="179946" y="12186"/>
                    <a:pt x="185403" y="12186"/>
                    <a:pt x="185403" y="6135"/>
                  </a:cubicBezTo>
                  <a:cubicBezTo>
                    <a:pt x="185403" y="85"/>
                    <a:pt x="179946" y="85"/>
                    <a:pt x="174792" y="85"/>
                  </a:cubicBezTo>
                  <a:lnTo>
                    <a:pt x="10777" y="85"/>
                  </a:lnTo>
                  <a:cubicBezTo>
                    <a:pt x="5623" y="85"/>
                    <a:pt x="166" y="85"/>
                    <a:pt x="166" y="6135"/>
                  </a:cubicBezTo>
                  <a:cubicBezTo>
                    <a:pt x="166" y="12186"/>
                    <a:pt x="5623" y="12186"/>
                    <a:pt x="10777" y="12186"/>
                  </a:cubicBezTo>
                  <a:lnTo>
                    <a:pt x="174792" y="1218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F2555CE6-D20A-69A1-5929-B681DF0CDFB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525502" y="7548119"/>
              <a:ext cx="143702" cy="136742"/>
            </a:xfrm>
            <a:custGeom>
              <a:avLst/>
              <a:gdLst>
                <a:gd name="connsiteX0" fmla="*/ 130235 w 143702"/>
                <a:gd name="connsiteY0" fmla="*/ 99919 h 136742"/>
                <a:gd name="connsiteX1" fmla="*/ 123565 w 143702"/>
                <a:gd name="connsiteY1" fmla="*/ 108087 h 136742"/>
                <a:gd name="connsiteX2" fmla="*/ 109620 w 143702"/>
                <a:gd name="connsiteY2" fmla="*/ 120188 h 136742"/>
                <a:gd name="connsiteX3" fmla="*/ 100221 w 143702"/>
                <a:gd name="connsiteY3" fmla="*/ 107784 h 136742"/>
                <a:gd name="connsiteX4" fmla="*/ 99009 w 143702"/>
                <a:gd name="connsiteY4" fmla="*/ 102641 h 136742"/>
                <a:gd name="connsiteX5" fmla="*/ 88094 w 143702"/>
                <a:gd name="connsiteY5" fmla="*/ 53632 h 136742"/>
                <a:gd name="connsiteX6" fmla="*/ 117805 w 143702"/>
                <a:gd name="connsiteY6" fmla="*/ 17026 h 136742"/>
                <a:gd name="connsiteX7" fmla="*/ 125081 w 143702"/>
                <a:gd name="connsiteY7" fmla="*/ 19447 h 136742"/>
                <a:gd name="connsiteX8" fmla="*/ 133267 w 143702"/>
                <a:gd name="connsiteY8" fmla="*/ 22169 h 136742"/>
                <a:gd name="connsiteX9" fmla="*/ 143878 w 143702"/>
                <a:gd name="connsiteY9" fmla="*/ 11278 h 136742"/>
                <a:gd name="connsiteX10" fmla="*/ 131448 w 143702"/>
                <a:gd name="connsiteY10" fmla="*/ 85 h 136742"/>
                <a:gd name="connsiteX11" fmla="*/ 85669 w 143702"/>
                <a:gd name="connsiteY11" fmla="*/ 43346 h 136742"/>
                <a:gd name="connsiteX12" fmla="*/ 82334 w 143702"/>
                <a:gd name="connsiteY12" fmla="*/ 26707 h 136742"/>
                <a:gd name="connsiteX13" fmla="*/ 66569 w 143702"/>
                <a:gd name="connsiteY13" fmla="*/ 85 h 136742"/>
                <a:gd name="connsiteX14" fmla="*/ 31098 w 143702"/>
                <a:gd name="connsiteY14" fmla="*/ 8858 h 136742"/>
                <a:gd name="connsiteX15" fmla="*/ 27764 w 143702"/>
                <a:gd name="connsiteY15" fmla="*/ 10068 h 136742"/>
                <a:gd name="connsiteX16" fmla="*/ 28976 w 143702"/>
                <a:gd name="connsiteY16" fmla="*/ 14606 h 136742"/>
                <a:gd name="connsiteX17" fmla="*/ 45954 w 143702"/>
                <a:gd name="connsiteY17" fmla="*/ 11278 h 136742"/>
                <a:gd name="connsiteX18" fmla="*/ 59596 w 143702"/>
                <a:gd name="connsiteY18" fmla="*/ 32153 h 136742"/>
                <a:gd name="connsiteX19" fmla="*/ 68388 w 143702"/>
                <a:gd name="connsiteY19" fmla="*/ 69363 h 136742"/>
                <a:gd name="connsiteX20" fmla="*/ 43528 w 143702"/>
                <a:gd name="connsiteY20" fmla="*/ 104759 h 136742"/>
                <a:gd name="connsiteX21" fmla="*/ 28067 w 143702"/>
                <a:gd name="connsiteY21" fmla="*/ 119280 h 136742"/>
                <a:gd name="connsiteX22" fmla="*/ 20184 w 143702"/>
                <a:gd name="connsiteY22" fmla="*/ 116558 h 136742"/>
                <a:gd name="connsiteX23" fmla="*/ 10483 w 143702"/>
                <a:gd name="connsiteY23" fmla="*/ 113532 h 136742"/>
                <a:gd name="connsiteX24" fmla="*/ 175 w 143702"/>
                <a:gd name="connsiteY24" fmla="*/ 124121 h 136742"/>
                <a:gd name="connsiteX25" fmla="*/ 15334 w 143702"/>
                <a:gd name="connsiteY25" fmla="*/ 136827 h 136742"/>
                <a:gd name="connsiteX26" fmla="*/ 43528 w 143702"/>
                <a:gd name="connsiteY26" fmla="*/ 115650 h 136742"/>
                <a:gd name="connsiteX27" fmla="*/ 70814 w 143702"/>
                <a:gd name="connsiteY27" fmla="*/ 80254 h 136742"/>
                <a:gd name="connsiteX28" fmla="*/ 79909 w 143702"/>
                <a:gd name="connsiteY28" fmla="*/ 116558 h 136742"/>
                <a:gd name="connsiteX29" fmla="*/ 97493 w 143702"/>
                <a:gd name="connsiteY29" fmla="*/ 136827 h 136742"/>
                <a:gd name="connsiteX30" fmla="*/ 134480 w 143702"/>
                <a:gd name="connsiteY30" fmla="*/ 102339 h 136742"/>
                <a:gd name="connsiteX31" fmla="*/ 130235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35" y="99919"/>
                  </a:moveTo>
                  <a:cubicBezTo>
                    <a:pt x="127810" y="102641"/>
                    <a:pt x="126294" y="104457"/>
                    <a:pt x="123565" y="108087"/>
                  </a:cubicBezTo>
                  <a:cubicBezTo>
                    <a:pt x="116592" y="117163"/>
                    <a:pt x="112954" y="120188"/>
                    <a:pt x="109620" y="120188"/>
                  </a:cubicBezTo>
                  <a:cubicBezTo>
                    <a:pt x="105072" y="120188"/>
                    <a:pt x="102343" y="116255"/>
                    <a:pt x="100221" y="107784"/>
                  </a:cubicBezTo>
                  <a:cubicBezTo>
                    <a:pt x="99615" y="105364"/>
                    <a:pt x="99312" y="103549"/>
                    <a:pt x="99009" y="102641"/>
                  </a:cubicBezTo>
                  <a:cubicBezTo>
                    <a:pt x="91429" y="72086"/>
                    <a:pt x="88094" y="58170"/>
                    <a:pt x="88094" y="53632"/>
                  </a:cubicBezTo>
                  <a:cubicBezTo>
                    <a:pt x="101434" y="30337"/>
                    <a:pt x="112348" y="17026"/>
                    <a:pt x="117805" y="17026"/>
                  </a:cubicBezTo>
                  <a:cubicBezTo>
                    <a:pt x="119624" y="17026"/>
                    <a:pt x="122050" y="17934"/>
                    <a:pt x="125081" y="19447"/>
                  </a:cubicBezTo>
                  <a:cubicBezTo>
                    <a:pt x="128719" y="21564"/>
                    <a:pt x="130841" y="22169"/>
                    <a:pt x="133267" y="22169"/>
                  </a:cubicBezTo>
                  <a:cubicBezTo>
                    <a:pt x="139633" y="22169"/>
                    <a:pt x="143878" y="17631"/>
                    <a:pt x="143878" y="11278"/>
                  </a:cubicBezTo>
                  <a:cubicBezTo>
                    <a:pt x="143878" y="4925"/>
                    <a:pt x="138724" y="85"/>
                    <a:pt x="131448" y="85"/>
                  </a:cubicBezTo>
                  <a:cubicBezTo>
                    <a:pt x="118108" y="85"/>
                    <a:pt x="106588" y="10976"/>
                    <a:pt x="85669" y="43346"/>
                  </a:cubicBezTo>
                  <a:lnTo>
                    <a:pt x="82334" y="26707"/>
                  </a:lnTo>
                  <a:cubicBezTo>
                    <a:pt x="78090" y="6135"/>
                    <a:pt x="74755" y="85"/>
                    <a:pt x="66569" y="85"/>
                  </a:cubicBezTo>
                  <a:cubicBezTo>
                    <a:pt x="59900" y="85"/>
                    <a:pt x="49592" y="2808"/>
                    <a:pt x="31098" y="8858"/>
                  </a:cubicBezTo>
                  <a:lnTo>
                    <a:pt x="27764" y="10068"/>
                  </a:lnTo>
                  <a:lnTo>
                    <a:pt x="28976" y="14606"/>
                  </a:lnTo>
                  <a:cubicBezTo>
                    <a:pt x="40497" y="11883"/>
                    <a:pt x="43225" y="11278"/>
                    <a:pt x="45954" y="11278"/>
                  </a:cubicBezTo>
                  <a:cubicBezTo>
                    <a:pt x="53533" y="11278"/>
                    <a:pt x="55352" y="14001"/>
                    <a:pt x="59596" y="32153"/>
                  </a:cubicBezTo>
                  <a:lnTo>
                    <a:pt x="68388" y="69363"/>
                  </a:lnTo>
                  <a:lnTo>
                    <a:pt x="43528" y="104759"/>
                  </a:lnTo>
                  <a:cubicBezTo>
                    <a:pt x="37465" y="113835"/>
                    <a:pt x="31402" y="119280"/>
                    <a:pt x="28067" y="119280"/>
                  </a:cubicBezTo>
                  <a:cubicBezTo>
                    <a:pt x="26248" y="119280"/>
                    <a:pt x="23216" y="118373"/>
                    <a:pt x="20184" y="116558"/>
                  </a:cubicBezTo>
                  <a:cubicBezTo>
                    <a:pt x="16243" y="114440"/>
                    <a:pt x="12908" y="113532"/>
                    <a:pt x="10483" y="113532"/>
                  </a:cubicBezTo>
                  <a:cubicBezTo>
                    <a:pt x="4723" y="113532"/>
                    <a:pt x="175" y="118070"/>
                    <a:pt x="175" y="124121"/>
                  </a:cubicBezTo>
                  <a:cubicBezTo>
                    <a:pt x="175" y="131987"/>
                    <a:pt x="6238" y="136827"/>
                    <a:pt x="15334" y="136827"/>
                  </a:cubicBezTo>
                  <a:cubicBezTo>
                    <a:pt x="24732" y="136827"/>
                    <a:pt x="28370" y="134104"/>
                    <a:pt x="43528" y="115650"/>
                  </a:cubicBezTo>
                  <a:cubicBezTo>
                    <a:pt x="51714" y="105969"/>
                    <a:pt x="58081" y="97801"/>
                    <a:pt x="70814" y="80254"/>
                  </a:cubicBezTo>
                  <a:lnTo>
                    <a:pt x="79909" y="116558"/>
                  </a:lnTo>
                  <a:cubicBezTo>
                    <a:pt x="83850" y="131987"/>
                    <a:pt x="87791" y="136827"/>
                    <a:pt x="97493" y="136827"/>
                  </a:cubicBezTo>
                  <a:cubicBezTo>
                    <a:pt x="109013" y="136827"/>
                    <a:pt x="116896" y="129566"/>
                    <a:pt x="134480" y="102339"/>
                  </a:cubicBezTo>
                  <a:lnTo>
                    <a:pt x="130235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16D0BDF8-2D0A-5369-4661-D8AE7CA27EBF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693701" y="7576069"/>
              <a:ext cx="63489" cy="151335"/>
            </a:xfrm>
            <a:custGeom>
              <a:avLst/>
              <a:gdLst>
                <a:gd name="connsiteX0" fmla="*/ 40561 w 63489"/>
                <a:gd name="connsiteY0" fmla="*/ 87 h 151335"/>
                <a:gd name="connsiteX1" fmla="*/ 179 w 63489"/>
                <a:gd name="connsiteY1" fmla="*/ 20459 h 151335"/>
                <a:gd name="connsiteX2" fmla="*/ 179 w 63489"/>
                <a:gd name="connsiteY2" fmla="*/ 23593 h 151335"/>
                <a:gd name="connsiteX3" fmla="*/ 6236 w 63489"/>
                <a:gd name="connsiteY3" fmla="*/ 21131 h 151335"/>
                <a:gd name="connsiteX4" fmla="*/ 16332 w 63489"/>
                <a:gd name="connsiteY4" fmla="*/ 18668 h 151335"/>
                <a:gd name="connsiteX5" fmla="*/ 23062 w 63489"/>
                <a:gd name="connsiteY5" fmla="*/ 29190 h 151335"/>
                <a:gd name="connsiteX6" fmla="*/ 23062 w 63489"/>
                <a:gd name="connsiteY6" fmla="*/ 130603 h 151335"/>
                <a:gd name="connsiteX7" fmla="*/ 17678 w 63489"/>
                <a:gd name="connsiteY7" fmla="*/ 145155 h 151335"/>
                <a:gd name="connsiteX8" fmla="*/ 1749 w 63489"/>
                <a:gd name="connsiteY8" fmla="*/ 148065 h 151335"/>
                <a:gd name="connsiteX9" fmla="*/ 1749 w 63489"/>
                <a:gd name="connsiteY9" fmla="*/ 151423 h 151335"/>
                <a:gd name="connsiteX10" fmla="*/ 63669 w 63489"/>
                <a:gd name="connsiteY10" fmla="*/ 151423 h 151335"/>
                <a:gd name="connsiteX11" fmla="*/ 63669 w 63489"/>
                <a:gd name="connsiteY11" fmla="*/ 148065 h 151335"/>
                <a:gd name="connsiteX12" fmla="*/ 42356 w 63489"/>
                <a:gd name="connsiteY12" fmla="*/ 134857 h 151335"/>
                <a:gd name="connsiteX13" fmla="*/ 42356 w 63489"/>
                <a:gd name="connsiteY13" fmla="*/ 535 h 151335"/>
                <a:gd name="connsiteX14" fmla="*/ 40561 w 63489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561" y="87"/>
                  </a:moveTo>
                  <a:lnTo>
                    <a:pt x="179" y="20459"/>
                  </a:lnTo>
                  <a:lnTo>
                    <a:pt x="179" y="23593"/>
                  </a:lnTo>
                  <a:cubicBezTo>
                    <a:pt x="2871" y="22474"/>
                    <a:pt x="5339" y="21579"/>
                    <a:pt x="6236" y="21131"/>
                  </a:cubicBezTo>
                  <a:cubicBezTo>
                    <a:pt x="10274" y="19564"/>
                    <a:pt x="14088" y="18668"/>
                    <a:pt x="16332" y="18668"/>
                  </a:cubicBezTo>
                  <a:cubicBezTo>
                    <a:pt x="21043" y="18668"/>
                    <a:pt x="23062" y="22026"/>
                    <a:pt x="23062" y="29190"/>
                  </a:cubicBezTo>
                  <a:lnTo>
                    <a:pt x="23062" y="130603"/>
                  </a:lnTo>
                  <a:cubicBezTo>
                    <a:pt x="23062" y="137991"/>
                    <a:pt x="21267" y="143140"/>
                    <a:pt x="17678" y="145155"/>
                  </a:cubicBezTo>
                  <a:cubicBezTo>
                    <a:pt x="14313" y="147169"/>
                    <a:pt x="11172" y="147841"/>
                    <a:pt x="1749" y="148065"/>
                  </a:cubicBezTo>
                  <a:lnTo>
                    <a:pt x="1749" y="151423"/>
                  </a:lnTo>
                  <a:lnTo>
                    <a:pt x="63669" y="151423"/>
                  </a:lnTo>
                  <a:lnTo>
                    <a:pt x="63669" y="148065"/>
                  </a:lnTo>
                  <a:cubicBezTo>
                    <a:pt x="45945" y="147841"/>
                    <a:pt x="42356" y="145602"/>
                    <a:pt x="42356" y="134857"/>
                  </a:cubicBezTo>
                  <a:lnTo>
                    <a:pt x="42356" y="535"/>
                  </a:lnTo>
                  <a:lnTo>
                    <a:pt x="40561" y="87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5089E4BD-B05C-3ECF-3098-E5DAA8DACDAA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813888" y="7454638"/>
              <a:ext cx="70335" cy="302526"/>
            </a:xfrm>
            <a:custGeom>
              <a:avLst/>
              <a:gdLst>
                <a:gd name="connsiteX0" fmla="*/ 70520 w 70335"/>
                <a:gd name="connsiteY0" fmla="*/ 151348 h 302526"/>
                <a:gd name="connsiteX1" fmla="*/ 50510 w 70335"/>
                <a:gd name="connsiteY1" fmla="*/ 56959 h 302526"/>
                <a:gd name="connsiteX2" fmla="*/ 3216 w 70335"/>
                <a:gd name="connsiteY2" fmla="*/ 84 h 302526"/>
                <a:gd name="connsiteX3" fmla="*/ 184 w 70335"/>
                <a:gd name="connsiteY3" fmla="*/ 3109 h 302526"/>
                <a:gd name="connsiteX4" fmla="*/ 5944 w 70335"/>
                <a:gd name="connsiteY4" fmla="*/ 10068 h 302526"/>
                <a:gd name="connsiteX5" fmla="*/ 52936 w 70335"/>
                <a:gd name="connsiteY5" fmla="*/ 151348 h 302526"/>
                <a:gd name="connsiteX6" fmla="*/ 4125 w 70335"/>
                <a:gd name="connsiteY6" fmla="*/ 294443 h 302526"/>
                <a:gd name="connsiteX7" fmla="*/ 184 w 70335"/>
                <a:gd name="connsiteY7" fmla="*/ 299586 h 302526"/>
                <a:gd name="connsiteX8" fmla="*/ 3216 w 70335"/>
                <a:gd name="connsiteY8" fmla="*/ 302611 h 302526"/>
                <a:gd name="connsiteX9" fmla="*/ 51420 w 70335"/>
                <a:gd name="connsiteY9" fmla="*/ 243618 h 302526"/>
                <a:gd name="connsiteX10" fmla="*/ 70520 w 703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20" y="151348"/>
                  </a:moveTo>
                  <a:cubicBezTo>
                    <a:pt x="70520" y="127750"/>
                    <a:pt x="67185" y="91145"/>
                    <a:pt x="50510" y="56959"/>
                  </a:cubicBezTo>
                  <a:cubicBezTo>
                    <a:pt x="32320" y="19748"/>
                    <a:pt x="6247" y="84"/>
                    <a:pt x="3216" y="84"/>
                  </a:cubicBezTo>
                  <a:cubicBezTo>
                    <a:pt x="1397" y="84"/>
                    <a:pt x="184" y="1294"/>
                    <a:pt x="184" y="3109"/>
                  </a:cubicBezTo>
                  <a:cubicBezTo>
                    <a:pt x="184" y="4017"/>
                    <a:pt x="184" y="4622"/>
                    <a:pt x="5944" y="10068"/>
                  </a:cubicBezTo>
                  <a:cubicBezTo>
                    <a:pt x="35655" y="40018"/>
                    <a:pt x="52936" y="88119"/>
                    <a:pt x="52936" y="151348"/>
                  </a:cubicBezTo>
                  <a:cubicBezTo>
                    <a:pt x="52936" y="203080"/>
                    <a:pt x="41718" y="256324"/>
                    <a:pt x="4125" y="294443"/>
                  </a:cubicBezTo>
                  <a:cubicBezTo>
                    <a:pt x="184" y="298073"/>
                    <a:pt x="184" y="298678"/>
                    <a:pt x="184" y="299586"/>
                  </a:cubicBezTo>
                  <a:cubicBezTo>
                    <a:pt x="184" y="301401"/>
                    <a:pt x="1397" y="302611"/>
                    <a:pt x="3216" y="302611"/>
                  </a:cubicBezTo>
                  <a:cubicBezTo>
                    <a:pt x="6247" y="302611"/>
                    <a:pt x="33533" y="282039"/>
                    <a:pt x="51420" y="243618"/>
                  </a:cubicBezTo>
                  <a:cubicBezTo>
                    <a:pt x="66882" y="210340"/>
                    <a:pt x="70520" y="176760"/>
                    <a:pt x="70520" y="15134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9E920C81-DABF-700E-31FD-25B8FE7B668D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944689" y="7454638"/>
              <a:ext cx="70335" cy="302526"/>
            </a:xfrm>
            <a:custGeom>
              <a:avLst/>
              <a:gdLst>
                <a:gd name="connsiteX0" fmla="*/ 70524 w 70335"/>
                <a:gd name="connsiteY0" fmla="*/ 299586 h 302526"/>
                <a:gd name="connsiteX1" fmla="*/ 65370 w 70335"/>
                <a:gd name="connsiteY1" fmla="*/ 292930 h 302526"/>
                <a:gd name="connsiteX2" fmla="*/ 17772 w 70335"/>
                <a:gd name="connsiteY2" fmla="*/ 151348 h 302526"/>
                <a:gd name="connsiteX3" fmla="*/ 66582 w 70335"/>
                <a:gd name="connsiteY3" fmla="*/ 8252 h 302526"/>
                <a:gd name="connsiteX4" fmla="*/ 70524 w 70335"/>
                <a:gd name="connsiteY4" fmla="*/ 3109 h 302526"/>
                <a:gd name="connsiteX5" fmla="*/ 67492 w 70335"/>
                <a:gd name="connsiteY5" fmla="*/ 84 h 302526"/>
                <a:gd name="connsiteX6" fmla="*/ 19288 w 70335"/>
                <a:gd name="connsiteY6" fmla="*/ 59077 h 302526"/>
                <a:gd name="connsiteX7" fmla="*/ 188 w 70335"/>
                <a:gd name="connsiteY7" fmla="*/ 151348 h 302526"/>
                <a:gd name="connsiteX8" fmla="*/ 20197 w 70335"/>
                <a:gd name="connsiteY8" fmla="*/ 245736 h 302526"/>
                <a:gd name="connsiteX9" fmla="*/ 67492 w 70335"/>
                <a:gd name="connsiteY9" fmla="*/ 302611 h 302526"/>
                <a:gd name="connsiteX10" fmla="*/ 70524 w 703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24" y="299586"/>
                  </a:moveTo>
                  <a:cubicBezTo>
                    <a:pt x="70524" y="298678"/>
                    <a:pt x="70524" y="298073"/>
                    <a:pt x="65370" y="292930"/>
                  </a:cubicBezTo>
                  <a:cubicBezTo>
                    <a:pt x="27473" y="254812"/>
                    <a:pt x="17772" y="197634"/>
                    <a:pt x="17772" y="151348"/>
                  </a:cubicBezTo>
                  <a:cubicBezTo>
                    <a:pt x="17772" y="98708"/>
                    <a:pt x="29292" y="46068"/>
                    <a:pt x="66582" y="8252"/>
                  </a:cubicBezTo>
                  <a:cubicBezTo>
                    <a:pt x="70524" y="4622"/>
                    <a:pt x="70524" y="4017"/>
                    <a:pt x="70524" y="3109"/>
                  </a:cubicBezTo>
                  <a:cubicBezTo>
                    <a:pt x="70524" y="992"/>
                    <a:pt x="69311" y="84"/>
                    <a:pt x="67492" y="84"/>
                  </a:cubicBezTo>
                  <a:cubicBezTo>
                    <a:pt x="64460" y="84"/>
                    <a:pt x="37175" y="20656"/>
                    <a:pt x="19288" y="59077"/>
                  </a:cubicBezTo>
                  <a:cubicBezTo>
                    <a:pt x="3826" y="92355"/>
                    <a:pt x="188" y="125935"/>
                    <a:pt x="188" y="151348"/>
                  </a:cubicBezTo>
                  <a:cubicBezTo>
                    <a:pt x="188" y="174945"/>
                    <a:pt x="3523" y="211550"/>
                    <a:pt x="20197" y="245736"/>
                  </a:cubicBezTo>
                  <a:cubicBezTo>
                    <a:pt x="38387" y="282947"/>
                    <a:pt x="64460" y="302611"/>
                    <a:pt x="67492" y="302611"/>
                  </a:cubicBezTo>
                  <a:cubicBezTo>
                    <a:pt x="69311" y="302611"/>
                    <a:pt x="70524" y="301703"/>
                    <a:pt x="70524" y="299586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56EAC6C3-77F1-80A4-8BAD-5246958B1600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024557" y="7548119"/>
              <a:ext cx="143702" cy="136742"/>
            </a:xfrm>
            <a:custGeom>
              <a:avLst/>
              <a:gdLst>
                <a:gd name="connsiteX0" fmla="*/ 130251 w 143702"/>
                <a:gd name="connsiteY0" fmla="*/ 99919 h 136742"/>
                <a:gd name="connsiteX1" fmla="*/ 123582 w 143702"/>
                <a:gd name="connsiteY1" fmla="*/ 108087 h 136742"/>
                <a:gd name="connsiteX2" fmla="*/ 109636 w 143702"/>
                <a:gd name="connsiteY2" fmla="*/ 120188 h 136742"/>
                <a:gd name="connsiteX3" fmla="*/ 100238 w 143702"/>
                <a:gd name="connsiteY3" fmla="*/ 107784 h 136742"/>
                <a:gd name="connsiteX4" fmla="*/ 99025 w 143702"/>
                <a:gd name="connsiteY4" fmla="*/ 102641 h 136742"/>
                <a:gd name="connsiteX5" fmla="*/ 88111 w 143702"/>
                <a:gd name="connsiteY5" fmla="*/ 53632 h 136742"/>
                <a:gd name="connsiteX6" fmla="*/ 117821 w 143702"/>
                <a:gd name="connsiteY6" fmla="*/ 17026 h 136742"/>
                <a:gd name="connsiteX7" fmla="*/ 125098 w 143702"/>
                <a:gd name="connsiteY7" fmla="*/ 19447 h 136742"/>
                <a:gd name="connsiteX8" fmla="*/ 133283 w 143702"/>
                <a:gd name="connsiteY8" fmla="*/ 22169 h 136742"/>
                <a:gd name="connsiteX9" fmla="*/ 143894 w 143702"/>
                <a:gd name="connsiteY9" fmla="*/ 11278 h 136742"/>
                <a:gd name="connsiteX10" fmla="*/ 131464 w 143702"/>
                <a:gd name="connsiteY10" fmla="*/ 85 h 136742"/>
                <a:gd name="connsiteX11" fmla="*/ 85685 w 143702"/>
                <a:gd name="connsiteY11" fmla="*/ 43346 h 136742"/>
                <a:gd name="connsiteX12" fmla="*/ 82351 w 143702"/>
                <a:gd name="connsiteY12" fmla="*/ 26707 h 136742"/>
                <a:gd name="connsiteX13" fmla="*/ 66586 w 143702"/>
                <a:gd name="connsiteY13" fmla="*/ 85 h 136742"/>
                <a:gd name="connsiteX14" fmla="*/ 31115 w 143702"/>
                <a:gd name="connsiteY14" fmla="*/ 8858 h 136742"/>
                <a:gd name="connsiteX15" fmla="*/ 27780 w 143702"/>
                <a:gd name="connsiteY15" fmla="*/ 10068 h 136742"/>
                <a:gd name="connsiteX16" fmla="*/ 28993 w 143702"/>
                <a:gd name="connsiteY16" fmla="*/ 14606 h 136742"/>
                <a:gd name="connsiteX17" fmla="*/ 45970 w 143702"/>
                <a:gd name="connsiteY17" fmla="*/ 11278 h 136742"/>
                <a:gd name="connsiteX18" fmla="*/ 59613 w 143702"/>
                <a:gd name="connsiteY18" fmla="*/ 32153 h 136742"/>
                <a:gd name="connsiteX19" fmla="*/ 68405 w 143702"/>
                <a:gd name="connsiteY19" fmla="*/ 69363 h 136742"/>
                <a:gd name="connsiteX20" fmla="*/ 43545 w 143702"/>
                <a:gd name="connsiteY20" fmla="*/ 104759 h 136742"/>
                <a:gd name="connsiteX21" fmla="*/ 28083 w 143702"/>
                <a:gd name="connsiteY21" fmla="*/ 119280 h 136742"/>
                <a:gd name="connsiteX22" fmla="*/ 20201 w 143702"/>
                <a:gd name="connsiteY22" fmla="*/ 116558 h 136742"/>
                <a:gd name="connsiteX23" fmla="*/ 10499 w 143702"/>
                <a:gd name="connsiteY23" fmla="*/ 113532 h 136742"/>
                <a:gd name="connsiteX24" fmla="*/ 191 w 143702"/>
                <a:gd name="connsiteY24" fmla="*/ 124121 h 136742"/>
                <a:gd name="connsiteX25" fmla="*/ 15350 w 143702"/>
                <a:gd name="connsiteY25" fmla="*/ 136827 h 136742"/>
                <a:gd name="connsiteX26" fmla="*/ 43545 w 143702"/>
                <a:gd name="connsiteY26" fmla="*/ 115650 h 136742"/>
                <a:gd name="connsiteX27" fmla="*/ 70830 w 143702"/>
                <a:gd name="connsiteY27" fmla="*/ 80254 h 136742"/>
                <a:gd name="connsiteX28" fmla="*/ 79925 w 143702"/>
                <a:gd name="connsiteY28" fmla="*/ 116558 h 136742"/>
                <a:gd name="connsiteX29" fmla="*/ 97509 w 143702"/>
                <a:gd name="connsiteY29" fmla="*/ 136827 h 136742"/>
                <a:gd name="connsiteX30" fmla="*/ 134496 w 143702"/>
                <a:gd name="connsiteY30" fmla="*/ 102339 h 136742"/>
                <a:gd name="connsiteX31" fmla="*/ 130251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51" y="99919"/>
                  </a:moveTo>
                  <a:cubicBezTo>
                    <a:pt x="127826" y="102641"/>
                    <a:pt x="126310" y="104457"/>
                    <a:pt x="123582" y="108087"/>
                  </a:cubicBezTo>
                  <a:cubicBezTo>
                    <a:pt x="116609" y="117163"/>
                    <a:pt x="112971" y="120188"/>
                    <a:pt x="109636" y="120188"/>
                  </a:cubicBezTo>
                  <a:cubicBezTo>
                    <a:pt x="105088" y="120188"/>
                    <a:pt x="102360" y="116255"/>
                    <a:pt x="100238" y="107784"/>
                  </a:cubicBezTo>
                  <a:cubicBezTo>
                    <a:pt x="99631" y="105364"/>
                    <a:pt x="99328" y="103549"/>
                    <a:pt x="99025" y="102641"/>
                  </a:cubicBezTo>
                  <a:cubicBezTo>
                    <a:pt x="91446" y="72086"/>
                    <a:pt x="88111" y="58170"/>
                    <a:pt x="88111" y="53632"/>
                  </a:cubicBezTo>
                  <a:cubicBezTo>
                    <a:pt x="101450" y="30337"/>
                    <a:pt x="112364" y="17026"/>
                    <a:pt x="117821" y="17026"/>
                  </a:cubicBezTo>
                  <a:cubicBezTo>
                    <a:pt x="119640" y="17026"/>
                    <a:pt x="122066" y="17934"/>
                    <a:pt x="125098" y="19447"/>
                  </a:cubicBezTo>
                  <a:cubicBezTo>
                    <a:pt x="128736" y="21564"/>
                    <a:pt x="130858" y="22169"/>
                    <a:pt x="133283" y="22169"/>
                  </a:cubicBezTo>
                  <a:cubicBezTo>
                    <a:pt x="139650" y="22169"/>
                    <a:pt x="143894" y="17631"/>
                    <a:pt x="143894" y="11278"/>
                  </a:cubicBezTo>
                  <a:cubicBezTo>
                    <a:pt x="143894" y="4925"/>
                    <a:pt x="138740" y="85"/>
                    <a:pt x="131464" y="85"/>
                  </a:cubicBezTo>
                  <a:cubicBezTo>
                    <a:pt x="118125" y="85"/>
                    <a:pt x="106604" y="10976"/>
                    <a:pt x="85685" y="43346"/>
                  </a:cubicBezTo>
                  <a:lnTo>
                    <a:pt x="82351" y="26707"/>
                  </a:lnTo>
                  <a:cubicBezTo>
                    <a:pt x="78106" y="6135"/>
                    <a:pt x="74771" y="85"/>
                    <a:pt x="66586" y="85"/>
                  </a:cubicBezTo>
                  <a:cubicBezTo>
                    <a:pt x="59916" y="85"/>
                    <a:pt x="49608" y="2808"/>
                    <a:pt x="31115" y="8858"/>
                  </a:cubicBezTo>
                  <a:lnTo>
                    <a:pt x="27780" y="10068"/>
                  </a:lnTo>
                  <a:lnTo>
                    <a:pt x="28993" y="14606"/>
                  </a:lnTo>
                  <a:cubicBezTo>
                    <a:pt x="40513" y="11883"/>
                    <a:pt x="43242" y="11278"/>
                    <a:pt x="45970" y="11278"/>
                  </a:cubicBezTo>
                  <a:cubicBezTo>
                    <a:pt x="53549" y="11278"/>
                    <a:pt x="55368" y="14001"/>
                    <a:pt x="59613" y="32153"/>
                  </a:cubicBezTo>
                  <a:lnTo>
                    <a:pt x="68405" y="69363"/>
                  </a:lnTo>
                  <a:lnTo>
                    <a:pt x="43545" y="104759"/>
                  </a:lnTo>
                  <a:cubicBezTo>
                    <a:pt x="37481" y="113835"/>
                    <a:pt x="31418" y="119280"/>
                    <a:pt x="28083" y="119280"/>
                  </a:cubicBezTo>
                  <a:cubicBezTo>
                    <a:pt x="26264" y="119280"/>
                    <a:pt x="23232" y="118373"/>
                    <a:pt x="20201" y="116558"/>
                  </a:cubicBezTo>
                  <a:cubicBezTo>
                    <a:pt x="16259" y="114440"/>
                    <a:pt x="12924" y="113532"/>
                    <a:pt x="10499" y="113532"/>
                  </a:cubicBezTo>
                  <a:cubicBezTo>
                    <a:pt x="4739" y="113532"/>
                    <a:pt x="191" y="118070"/>
                    <a:pt x="191" y="124121"/>
                  </a:cubicBezTo>
                  <a:cubicBezTo>
                    <a:pt x="191" y="131987"/>
                    <a:pt x="6255" y="136827"/>
                    <a:pt x="15350" y="136827"/>
                  </a:cubicBezTo>
                  <a:cubicBezTo>
                    <a:pt x="24748" y="136827"/>
                    <a:pt x="28386" y="134104"/>
                    <a:pt x="43545" y="115650"/>
                  </a:cubicBezTo>
                  <a:cubicBezTo>
                    <a:pt x="51730" y="105969"/>
                    <a:pt x="58097" y="97801"/>
                    <a:pt x="70830" y="80254"/>
                  </a:cubicBezTo>
                  <a:lnTo>
                    <a:pt x="79925" y="116558"/>
                  </a:lnTo>
                  <a:cubicBezTo>
                    <a:pt x="83866" y="131987"/>
                    <a:pt x="87808" y="136827"/>
                    <a:pt x="97509" y="136827"/>
                  </a:cubicBezTo>
                  <a:cubicBezTo>
                    <a:pt x="109030" y="136827"/>
                    <a:pt x="116912" y="129566"/>
                    <a:pt x="134496" y="102339"/>
                  </a:cubicBezTo>
                  <a:lnTo>
                    <a:pt x="130251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3B5D6354-9F9E-AD27-E6C6-3F09F9F8B61D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173238" y="7576069"/>
              <a:ext cx="101404" cy="154469"/>
            </a:xfrm>
            <a:custGeom>
              <a:avLst/>
              <a:gdLst>
                <a:gd name="connsiteX0" fmla="*/ 51795 w 101404"/>
                <a:gd name="connsiteY0" fmla="*/ 87 h 154469"/>
                <a:gd name="connsiteX1" fmla="*/ 21732 w 101404"/>
                <a:gd name="connsiteY1" fmla="*/ 11728 h 154469"/>
                <a:gd name="connsiteX2" fmla="*/ 195 w 101404"/>
                <a:gd name="connsiteY2" fmla="*/ 76203 h 154469"/>
                <a:gd name="connsiteX3" fmla="*/ 18143 w 101404"/>
                <a:gd name="connsiteY3" fmla="*/ 139334 h 154469"/>
                <a:gd name="connsiteX4" fmla="*/ 50897 w 101404"/>
                <a:gd name="connsiteY4" fmla="*/ 154557 h 154469"/>
                <a:gd name="connsiteX5" fmla="*/ 80062 w 101404"/>
                <a:gd name="connsiteY5" fmla="*/ 142916 h 154469"/>
                <a:gd name="connsiteX6" fmla="*/ 101599 w 101404"/>
                <a:gd name="connsiteY6" fmla="*/ 77546 h 154469"/>
                <a:gd name="connsiteX7" fmla="*/ 51795 w 101404"/>
                <a:gd name="connsiteY7" fmla="*/ 87 h 154469"/>
                <a:gd name="connsiteX8" fmla="*/ 51122 w 101404"/>
                <a:gd name="connsiteY8" fmla="*/ 5908 h 154469"/>
                <a:gd name="connsiteX9" fmla="*/ 80062 w 101404"/>
                <a:gd name="connsiteY9" fmla="*/ 77994 h 154469"/>
                <a:gd name="connsiteX10" fmla="*/ 50897 w 101404"/>
                <a:gd name="connsiteY10" fmla="*/ 148737 h 154469"/>
                <a:gd name="connsiteX11" fmla="*/ 21732 w 101404"/>
                <a:gd name="connsiteY11" fmla="*/ 78218 h 154469"/>
                <a:gd name="connsiteX12" fmla="*/ 51122 w 101404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795" y="87"/>
                  </a:moveTo>
                  <a:cubicBezTo>
                    <a:pt x="39456" y="87"/>
                    <a:pt x="30033" y="3893"/>
                    <a:pt x="21732" y="11728"/>
                  </a:cubicBezTo>
                  <a:cubicBezTo>
                    <a:pt x="8720" y="24265"/>
                    <a:pt x="195" y="50010"/>
                    <a:pt x="195" y="76203"/>
                  </a:cubicBezTo>
                  <a:cubicBezTo>
                    <a:pt x="195" y="100605"/>
                    <a:pt x="7599" y="126797"/>
                    <a:pt x="18143" y="139334"/>
                  </a:cubicBezTo>
                  <a:cubicBezTo>
                    <a:pt x="26444" y="149184"/>
                    <a:pt x="37885" y="154557"/>
                    <a:pt x="50897" y="154557"/>
                  </a:cubicBezTo>
                  <a:cubicBezTo>
                    <a:pt x="62339" y="154557"/>
                    <a:pt x="71986" y="150751"/>
                    <a:pt x="80062" y="142916"/>
                  </a:cubicBezTo>
                  <a:cubicBezTo>
                    <a:pt x="93074" y="130603"/>
                    <a:pt x="101599" y="104634"/>
                    <a:pt x="101599" y="77546"/>
                  </a:cubicBezTo>
                  <a:cubicBezTo>
                    <a:pt x="101599" y="31653"/>
                    <a:pt x="81184" y="87"/>
                    <a:pt x="51795" y="87"/>
                  </a:cubicBezTo>
                  <a:close/>
                  <a:moveTo>
                    <a:pt x="51122" y="5908"/>
                  </a:moveTo>
                  <a:cubicBezTo>
                    <a:pt x="69967" y="5908"/>
                    <a:pt x="80062" y="31205"/>
                    <a:pt x="80062" y="77994"/>
                  </a:cubicBezTo>
                  <a:cubicBezTo>
                    <a:pt x="80062" y="124782"/>
                    <a:pt x="70191" y="148737"/>
                    <a:pt x="50897" y="148737"/>
                  </a:cubicBezTo>
                  <a:cubicBezTo>
                    <a:pt x="31604" y="148737"/>
                    <a:pt x="21732" y="124783"/>
                    <a:pt x="21732" y="78218"/>
                  </a:cubicBezTo>
                  <a:cubicBezTo>
                    <a:pt x="21732" y="30757"/>
                    <a:pt x="31828" y="5908"/>
                    <a:pt x="51122" y="590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D328BC54-9108-F83C-E1EE-8F120BCEB75B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363090" y="7599851"/>
              <a:ext cx="185237" cy="12101"/>
            </a:xfrm>
            <a:custGeom>
              <a:avLst/>
              <a:gdLst>
                <a:gd name="connsiteX0" fmla="*/ 174828 w 185237"/>
                <a:gd name="connsiteY0" fmla="*/ 12186 h 12101"/>
                <a:gd name="connsiteX1" fmla="*/ 185438 w 185237"/>
                <a:gd name="connsiteY1" fmla="*/ 6135 h 12101"/>
                <a:gd name="connsiteX2" fmla="*/ 174828 w 185237"/>
                <a:gd name="connsiteY2" fmla="*/ 85 h 12101"/>
                <a:gd name="connsiteX3" fmla="*/ 10812 w 185237"/>
                <a:gd name="connsiteY3" fmla="*/ 85 h 12101"/>
                <a:gd name="connsiteX4" fmla="*/ 201 w 185237"/>
                <a:gd name="connsiteY4" fmla="*/ 6135 h 12101"/>
                <a:gd name="connsiteX5" fmla="*/ 10812 w 185237"/>
                <a:gd name="connsiteY5" fmla="*/ 12186 h 12101"/>
                <a:gd name="connsiteX6" fmla="*/ 174828 w 18523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828" y="12186"/>
                  </a:moveTo>
                  <a:cubicBezTo>
                    <a:pt x="179981" y="12186"/>
                    <a:pt x="185438" y="12186"/>
                    <a:pt x="185438" y="6135"/>
                  </a:cubicBezTo>
                  <a:cubicBezTo>
                    <a:pt x="185438" y="85"/>
                    <a:pt x="179981" y="85"/>
                    <a:pt x="174828" y="85"/>
                  </a:cubicBezTo>
                  <a:lnTo>
                    <a:pt x="10812" y="85"/>
                  </a:lnTo>
                  <a:cubicBezTo>
                    <a:pt x="5658" y="85"/>
                    <a:pt x="201" y="85"/>
                    <a:pt x="201" y="6135"/>
                  </a:cubicBezTo>
                  <a:cubicBezTo>
                    <a:pt x="201" y="12186"/>
                    <a:pt x="5658" y="12186"/>
                    <a:pt x="10812" y="12186"/>
                  </a:cubicBezTo>
                  <a:lnTo>
                    <a:pt x="174828" y="1218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DC0B4738-3A69-8045-FF9C-BA230EA2928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608449" y="7548119"/>
              <a:ext cx="143702" cy="136742"/>
            </a:xfrm>
            <a:custGeom>
              <a:avLst/>
              <a:gdLst>
                <a:gd name="connsiteX0" fmla="*/ 130271 w 143702"/>
                <a:gd name="connsiteY0" fmla="*/ 99919 h 136742"/>
                <a:gd name="connsiteX1" fmla="*/ 123601 w 143702"/>
                <a:gd name="connsiteY1" fmla="*/ 108087 h 136742"/>
                <a:gd name="connsiteX2" fmla="*/ 109655 w 143702"/>
                <a:gd name="connsiteY2" fmla="*/ 120188 h 136742"/>
                <a:gd name="connsiteX3" fmla="*/ 100257 w 143702"/>
                <a:gd name="connsiteY3" fmla="*/ 107784 h 136742"/>
                <a:gd name="connsiteX4" fmla="*/ 99044 w 143702"/>
                <a:gd name="connsiteY4" fmla="*/ 102641 h 136742"/>
                <a:gd name="connsiteX5" fmla="*/ 88130 w 143702"/>
                <a:gd name="connsiteY5" fmla="*/ 53632 h 136742"/>
                <a:gd name="connsiteX6" fmla="*/ 117841 w 143702"/>
                <a:gd name="connsiteY6" fmla="*/ 17026 h 136742"/>
                <a:gd name="connsiteX7" fmla="*/ 125117 w 143702"/>
                <a:gd name="connsiteY7" fmla="*/ 19447 h 136742"/>
                <a:gd name="connsiteX8" fmla="*/ 133302 w 143702"/>
                <a:gd name="connsiteY8" fmla="*/ 22169 h 136742"/>
                <a:gd name="connsiteX9" fmla="*/ 143913 w 143702"/>
                <a:gd name="connsiteY9" fmla="*/ 11278 h 136742"/>
                <a:gd name="connsiteX10" fmla="*/ 131483 w 143702"/>
                <a:gd name="connsiteY10" fmla="*/ 85 h 136742"/>
                <a:gd name="connsiteX11" fmla="*/ 85705 w 143702"/>
                <a:gd name="connsiteY11" fmla="*/ 43346 h 136742"/>
                <a:gd name="connsiteX12" fmla="*/ 82370 w 143702"/>
                <a:gd name="connsiteY12" fmla="*/ 26707 h 136742"/>
                <a:gd name="connsiteX13" fmla="*/ 66605 w 143702"/>
                <a:gd name="connsiteY13" fmla="*/ 85 h 136742"/>
                <a:gd name="connsiteX14" fmla="*/ 31134 w 143702"/>
                <a:gd name="connsiteY14" fmla="*/ 8858 h 136742"/>
                <a:gd name="connsiteX15" fmla="*/ 27799 w 143702"/>
                <a:gd name="connsiteY15" fmla="*/ 10068 h 136742"/>
                <a:gd name="connsiteX16" fmla="*/ 29012 w 143702"/>
                <a:gd name="connsiteY16" fmla="*/ 14606 h 136742"/>
                <a:gd name="connsiteX17" fmla="*/ 45989 w 143702"/>
                <a:gd name="connsiteY17" fmla="*/ 11278 h 136742"/>
                <a:gd name="connsiteX18" fmla="*/ 59632 w 143702"/>
                <a:gd name="connsiteY18" fmla="*/ 32153 h 136742"/>
                <a:gd name="connsiteX19" fmla="*/ 68424 w 143702"/>
                <a:gd name="connsiteY19" fmla="*/ 69363 h 136742"/>
                <a:gd name="connsiteX20" fmla="*/ 43564 w 143702"/>
                <a:gd name="connsiteY20" fmla="*/ 104759 h 136742"/>
                <a:gd name="connsiteX21" fmla="*/ 28102 w 143702"/>
                <a:gd name="connsiteY21" fmla="*/ 119280 h 136742"/>
                <a:gd name="connsiteX22" fmla="*/ 20220 w 143702"/>
                <a:gd name="connsiteY22" fmla="*/ 116558 h 136742"/>
                <a:gd name="connsiteX23" fmla="*/ 10518 w 143702"/>
                <a:gd name="connsiteY23" fmla="*/ 113532 h 136742"/>
                <a:gd name="connsiteX24" fmla="*/ 210 w 143702"/>
                <a:gd name="connsiteY24" fmla="*/ 124121 h 136742"/>
                <a:gd name="connsiteX25" fmla="*/ 15369 w 143702"/>
                <a:gd name="connsiteY25" fmla="*/ 136827 h 136742"/>
                <a:gd name="connsiteX26" fmla="*/ 43564 w 143702"/>
                <a:gd name="connsiteY26" fmla="*/ 115650 h 136742"/>
                <a:gd name="connsiteX27" fmla="*/ 70849 w 143702"/>
                <a:gd name="connsiteY27" fmla="*/ 80254 h 136742"/>
                <a:gd name="connsiteX28" fmla="*/ 79944 w 143702"/>
                <a:gd name="connsiteY28" fmla="*/ 116558 h 136742"/>
                <a:gd name="connsiteX29" fmla="*/ 97528 w 143702"/>
                <a:gd name="connsiteY29" fmla="*/ 136827 h 136742"/>
                <a:gd name="connsiteX30" fmla="*/ 134515 w 143702"/>
                <a:gd name="connsiteY30" fmla="*/ 102339 h 136742"/>
                <a:gd name="connsiteX31" fmla="*/ 130271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71" y="99919"/>
                  </a:moveTo>
                  <a:cubicBezTo>
                    <a:pt x="127845" y="102641"/>
                    <a:pt x="126329" y="104457"/>
                    <a:pt x="123601" y="108087"/>
                  </a:cubicBezTo>
                  <a:cubicBezTo>
                    <a:pt x="116628" y="117163"/>
                    <a:pt x="112990" y="120188"/>
                    <a:pt x="109655" y="120188"/>
                  </a:cubicBezTo>
                  <a:cubicBezTo>
                    <a:pt x="105107" y="120188"/>
                    <a:pt x="102379" y="116255"/>
                    <a:pt x="100257" y="107784"/>
                  </a:cubicBezTo>
                  <a:cubicBezTo>
                    <a:pt x="99650" y="105364"/>
                    <a:pt x="99347" y="103549"/>
                    <a:pt x="99044" y="102641"/>
                  </a:cubicBezTo>
                  <a:cubicBezTo>
                    <a:pt x="91465" y="72086"/>
                    <a:pt x="88130" y="58170"/>
                    <a:pt x="88130" y="53632"/>
                  </a:cubicBezTo>
                  <a:cubicBezTo>
                    <a:pt x="101469" y="30337"/>
                    <a:pt x="112384" y="17026"/>
                    <a:pt x="117841" y="17026"/>
                  </a:cubicBezTo>
                  <a:cubicBezTo>
                    <a:pt x="119660" y="17026"/>
                    <a:pt x="122085" y="17934"/>
                    <a:pt x="125117" y="19447"/>
                  </a:cubicBezTo>
                  <a:cubicBezTo>
                    <a:pt x="128755" y="21564"/>
                    <a:pt x="130877" y="22169"/>
                    <a:pt x="133302" y="22169"/>
                  </a:cubicBezTo>
                  <a:cubicBezTo>
                    <a:pt x="139669" y="22169"/>
                    <a:pt x="143913" y="17631"/>
                    <a:pt x="143913" y="11278"/>
                  </a:cubicBezTo>
                  <a:cubicBezTo>
                    <a:pt x="143913" y="4925"/>
                    <a:pt x="138759" y="85"/>
                    <a:pt x="131483" y="85"/>
                  </a:cubicBezTo>
                  <a:cubicBezTo>
                    <a:pt x="118144" y="85"/>
                    <a:pt x="106623" y="10976"/>
                    <a:pt x="85705" y="43346"/>
                  </a:cubicBezTo>
                  <a:lnTo>
                    <a:pt x="82370" y="26707"/>
                  </a:lnTo>
                  <a:cubicBezTo>
                    <a:pt x="78125" y="6135"/>
                    <a:pt x="74790" y="85"/>
                    <a:pt x="66605" y="85"/>
                  </a:cubicBezTo>
                  <a:cubicBezTo>
                    <a:pt x="59935" y="85"/>
                    <a:pt x="49627" y="2808"/>
                    <a:pt x="31134" y="8858"/>
                  </a:cubicBezTo>
                  <a:lnTo>
                    <a:pt x="27799" y="10068"/>
                  </a:lnTo>
                  <a:lnTo>
                    <a:pt x="29012" y="14606"/>
                  </a:lnTo>
                  <a:cubicBezTo>
                    <a:pt x="40532" y="11883"/>
                    <a:pt x="43261" y="11278"/>
                    <a:pt x="45989" y="11278"/>
                  </a:cubicBezTo>
                  <a:cubicBezTo>
                    <a:pt x="53568" y="11278"/>
                    <a:pt x="55387" y="14001"/>
                    <a:pt x="59632" y="32153"/>
                  </a:cubicBezTo>
                  <a:lnTo>
                    <a:pt x="68424" y="69363"/>
                  </a:lnTo>
                  <a:lnTo>
                    <a:pt x="43564" y="104759"/>
                  </a:lnTo>
                  <a:cubicBezTo>
                    <a:pt x="37500" y="113835"/>
                    <a:pt x="31437" y="119280"/>
                    <a:pt x="28102" y="119280"/>
                  </a:cubicBezTo>
                  <a:cubicBezTo>
                    <a:pt x="26283" y="119280"/>
                    <a:pt x="23251" y="118373"/>
                    <a:pt x="20220" y="116558"/>
                  </a:cubicBezTo>
                  <a:cubicBezTo>
                    <a:pt x="16278" y="114440"/>
                    <a:pt x="12944" y="113532"/>
                    <a:pt x="10518" y="113532"/>
                  </a:cubicBezTo>
                  <a:cubicBezTo>
                    <a:pt x="4758" y="113532"/>
                    <a:pt x="210" y="118070"/>
                    <a:pt x="210" y="124121"/>
                  </a:cubicBezTo>
                  <a:cubicBezTo>
                    <a:pt x="210" y="131987"/>
                    <a:pt x="6274" y="136827"/>
                    <a:pt x="15369" y="136827"/>
                  </a:cubicBezTo>
                  <a:cubicBezTo>
                    <a:pt x="24767" y="136827"/>
                    <a:pt x="28405" y="134104"/>
                    <a:pt x="43564" y="115650"/>
                  </a:cubicBezTo>
                  <a:cubicBezTo>
                    <a:pt x="51749" y="105969"/>
                    <a:pt x="58116" y="97801"/>
                    <a:pt x="70849" y="80254"/>
                  </a:cubicBezTo>
                  <a:lnTo>
                    <a:pt x="79944" y="116558"/>
                  </a:lnTo>
                  <a:cubicBezTo>
                    <a:pt x="83886" y="131987"/>
                    <a:pt x="87827" y="136827"/>
                    <a:pt x="97528" y="136827"/>
                  </a:cubicBezTo>
                  <a:cubicBezTo>
                    <a:pt x="109049" y="136827"/>
                    <a:pt x="116931" y="129566"/>
                    <a:pt x="134515" y="102339"/>
                  </a:cubicBezTo>
                  <a:lnTo>
                    <a:pt x="130271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B4AF2136-EA3C-B1D8-DB24-B1C45130250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758475" y="7576069"/>
              <a:ext cx="99833" cy="151335"/>
            </a:xfrm>
            <a:custGeom>
              <a:avLst/>
              <a:gdLst>
                <a:gd name="connsiteX0" fmla="*/ 100048 w 99833"/>
                <a:gd name="connsiteY0" fmla="*/ 120753 h 151335"/>
                <a:gd name="connsiteX1" fmla="*/ 97132 w 99833"/>
                <a:gd name="connsiteY1" fmla="*/ 119634 h 151335"/>
                <a:gd name="connsiteX2" fmla="*/ 75819 w 99833"/>
                <a:gd name="connsiteY2" fmla="*/ 134409 h 151335"/>
                <a:gd name="connsiteX3" fmla="*/ 22200 w 99833"/>
                <a:gd name="connsiteY3" fmla="*/ 134409 h 151335"/>
                <a:gd name="connsiteX4" fmla="*/ 59890 w 99833"/>
                <a:gd name="connsiteY4" fmla="*/ 95008 h 151335"/>
                <a:gd name="connsiteX5" fmla="*/ 88606 w 99833"/>
                <a:gd name="connsiteY5" fmla="*/ 39712 h 151335"/>
                <a:gd name="connsiteX6" fmla="*/ 47102 w 99833"/>
                <a:gd name="connsiteY6" fmla="*/ 87 h 151335"/>
                <a:gd name="connsiteX7" fmla="*/ 14797 w 99833"/>
                <a:gd name="connsiteY7" fmla="*/ 13967 h 151335"/>
                <a:gd name="connsiteX8" fmla="*/ 439 w 99833"/>
                <a:gd name="connsiteY8" fmla="*/ 44637 h 151335"/>
                <a:gd name="connsiteX9" fmla="*/ 5150 w 99833"/>
                <a:gd name="connsiteY9" fmla="*/ 45757 h 151335"/>
                <a:gd name="connsiteX10" fmla="*/ 37680 w 99833"/>
                <a:gd name="connsiteY10" fmla="*/ 16654 h 151335"/>
                <a:gd name="connsiteX11" fmla="*/ 69313 w 99833"/>
                <a:gd name="connsiteY11" fmla="*/ 48219 h 151335"/>
                <a:gd name="connsiteX12" fmla="*/ 40148 w 99833"/>
                <a:gd name="connsiteY12" fmla="*/ 106425 h 151335"/>
                <a:gd name="connsiteX13" fmla="*/ 214 w 99833"/>
                <a:gd name="connsiteY13" fmla="*/ 148737 h 151335"/>
                <a:gd name="connsiteX14" fmla="*/ 214 w 99833"/>
                <a:gd name="connsiteY14" fmla="*/ 151423 h 151335"/>
                <a:gd name="connsiteX15" fmla="*/ 87709 w 99833"/>
                <a:gd name="connsiteY15" fmla="*/ 151423 h 151335"/>
                <a:gd name="connsiteX16" fmla="*/ 100048 w 99833"/>
                <a:gd name="connsiteY16" fmla="*/ 12075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100048" y="120753"/>
                  </a:moveTo>
                  <a:lnTo>
                    <a:pt x="97132" y="119634"/>
                  </a:lnTo>
                  <a:cubicBezTo>
                    <a:pt x="88831" y="132394"/>
                    <a:pt x="85914" y="134409"/>
                    <a:pt x="75819" y="134409"/>
                  </a:cubicBezTo>
                  <a:lnTo>
                    <a:pt x="22200" y="134409"/>
                  </a:lnTo>
                  <a:lnTo>
                    <a:pt x="59890" y="95008"/>
                  </a:lnTo>
                  <a:cubicBezTo>
                    <a:pt x="79857" y="74188"/>
                    <a:pt x="88606" y="57174"/>
                    <a:pt x="88606" y="39712"/>
                  </a:cubicBezTo>
                  <a:cubicBezTo>
                    <a:pt x="88606" y="17325"/>
                    <a:pt x="70434" y="87"/>
                    <a:pt x="47102" y="87"/>
                  </a:cubicBezTo>
                  <a:cubicBezTo>
                    <a:pt x="34763" y="87"/>
                    <a:pt x="23097" y="5012"/>
                    <a:pt x="14797" y="13967"/>
                  </a:cubicBezTo>
                  <a:cubicBezTo>
                    <a:pt x="7618" y="21579"/>
                    <a:pt x="4252" y="28743"/>
                    <a:pt x="439" y="44637"/>
                  </a:cubicBezTo>
                  <a:lnTo>
                    <a:pt x="5150" y="45757"/>
                  </a:lnTo>
                  <a:cubicBezTo>
                    <a:pt x="14124" y="23817"/>
                    <a:pt x="22200" y="16654"/>
                    <a:pt x="37680" y="16654"/>
                  </a:cubicBezTo>
                  <a:cubicBezTo>
                    <a:pt x="56525" y="16654"/>
                    <a:pt x="69313" y="29414"/>
                    <a:pt x="69313" y="48219"/>
                  </a:cubicBezTo>
                  <a:cubicBezTo>
                    <a:pt x="69313" y="65681"/>
                    <a:pt x="58993" y="86501"/>
                    <a:pt x="40148" y="106425"/>
                  </a:cubicBezTo>
                  <a:lnTo>
                    <a:pt x="214" y="148737"/>
                  </a:lnTo>
                  <a:lnTo>
                    <a:pt x="214" y="151423"/>
                  </a:lnTo>
                  <a:lnTo>
                    <a:pt x="87709" y="151423"/>
                  </a:lnTo>
                  <a:lnTo>
                    <a:pt x="100048" y="12075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C32DD304-ACD8-48D4-2E99-C138FC6833C4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896835" y="7454638"/>
              <a:ext cx="70335" cy="302526"/>
            </a:xfrm>
            <a:custGeom>
              <a:avLst/>
              <a:gdLst>
                <a:gd name="connsiteX0" fmla="*/ 70555 w 70335"/>
                <a:gd name="connsiteY0" fmla="*/ 151348 h 302526"/>
                <a:gd name="connsiteX1" fmla="*/ 50546 w 70335"/>
                <a:gd name="connsiteY1" fmla="*/ 56959 h 302526"/>
                <a:gd name="connsiteX2" fmla="*/ 3251 w 70335"/>
                <a:gd name="connsiteY2" fmla="*/ 84 h 302526"/>
                <a:gd name="connsiteX3" fmla="*/ 220 w 70335"/>
                <a:gd name="connsiteY3" fmla="*/ 3109 h 302526"/>
                <a:gd name="connsiteX4" fmla="*/ 5980 w 70335"/>
                <a:gd name="connsiteY4" fmla="*/ 10068 h 302526"/>
                <a:gd name="connsiteX5" fmla="*/ 52971 w 70335"/>
                <a:gd name="connsiteY5" fmla="*/ 151348 h 302526"/>
                <a:gd name="connsiteX6" fmla="*/ 4161 w 70335"/>
                <a:gd name="connsiteY6" fmla="*/ 294443 h 302526"/>
                <a:gd name="connsiteX7" fmla="*/ 220 w 70335"/>
                <a:gd name="connsiteY7" fmla="*/ 299586 h 302526"/>
                <a:gd name="connsiteX8" fmla="*/ 3251 w 70335"/>
                <a:gd name="connsiteY8" fmla="*/ 302611 h 302526"/>
                <a:gd name="connsiteX9" fmla="*/ 51455 w 70335"/>
                <a:gd name="connsiteY9" fmla="*/ 243618 h 302526"/>
                <a:gd name="connsiteX10" fmla="*/ 70555 w 703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55" y="151348"/>
                  </a:moveTo>
                  <a:cubicBezTo>
                    <a:pt x="70555" y="127750"/>
                    <a:pt x="67220" y="91145"/>
                    <a:pt x="50546" y="56959"/>
                  </a:cubicBezTo>
                  <a:cubicBezTo>
                    <a:pt x="32356" y="19748"/>
                    <a:pt x="6283" y="84"/>
                    <a:pt x="3251" y="84"/>
                  </a:cubicBezTo>
                  <a:cubicBezTo>
                    <a:pt x="1432" y="84"/>
                    <a:pt x="220" y="1294"/>
                    <a:pt x="220" y="3109"/>
                  </a:cubicBezTo>
                  <a:cubicBezTo>
                    <a:pt x="220" y="4017"/>
                    <a:pt x="220" y="4622"/>
                    <a:pt x="5980" y="10068"/>
                  </a:cubicBezTo>
                  <a:cubicBezTo>
                    <a:pt x="35690" y="40018"/>
                    <a:pt x="52971" y="88119"/>
                    <a:pt x="52971" y="151348"/>
                  </a:cubicBezTo>
                  <a:cubicBezTo>
                    <a:pt x="52971" y="203080"/>
                    <a:pt x="41754" y="256324"/>
                    <a:pt x="4161" y="294443"/>
                  </a:cubicBezTo>
                  <a:cubicBezTo>
                    <a:pt x="220" y="298073"/>
                    <a:pt x="220" y="298678"/>
                    <a:pt x="220" y="299586"/>
                  </a:cubicBezTo>
                  <a:cubicBezTo>
                    <a:pt x="220" y="301401"/>
                    <a:pt x="1432" y="302611"/>
                    <a:pt x="3251" y="302611"/>
                  </a:cubicBezTo>
                  <a:cubicBezTo>
                    <a:pt x="6283" y="302611"/>
                    <a:pt x="33568" y="282039"/>
                    <a:pt x="51455" y="243618"/>
                  </a:cubicBezTo>
                  <a:cubicBezTo>
                    <a:pt x="66917" y="210340"/>
                    <a:pt x="70555" y="176760"/>
                    <a:pt x="70555" y="15134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0EECBF05-3A34-EA67-D9D6-9ACFF0E3483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035216" y="7268109"/>
              <a:ext cx="173110" cy="267736"/>
            </a:xfrm>
            <a:custGeom>
              <a:avLst/>
              <a:gdLst>
                <a:gd name="connsiteX0" fmla="*/ 55403 w 173110"/>
                <a:gd name="connsiteY0" fmla="*/ 85391 h 267736"/>
                <a:gd name="connsiteX1" fmla="*/ 82688 w 173110"/>
                <a:gd name="connsiteY1" fmla="*/ 85391 h 267736"/>
                <a:gd name="connsiteX2" fmla="*/ 56009 w 173110"/>
                <a:gd name="connsiteY2" fmla="*/ 212452 h 267736"/>
                <a:gd name="connsiteX3" fmla="*/ 26601 w 173110"/>
                <a:gd name="connsiteY3" fmla="*/ 261461 h 267736"/>
                <a:gd name="connsiteX4" fmla="*/ 20538 w 173110"/>
                <a:gd name="connsiteY4" fmla="*/ 256621 h 267736"/>
                <a:gd name="connsiteX5" fmla="*/ 21751 w 173110"/>
                <a:gd name="connsiteY5" fmla="*/ 253293 h 267736"/>
                <a:gd name="connsiteX6" fmla="*/ 23267 w 173110"/>
                <a:gd name="connsiteY6" fmla="*/ 248452 h 267736"/>
                <a:gd name="connsiteX7" fmla="*/ 11443 w 173110"/>
                <a:gd name="connsiteY7" fmla="*/ 236956 h 267736"/>
                <a:gd name="connsiteX8" fmla="*/ 226 w 173110"/>
                <a:gd name="connsiteY8" fmla="*/ 249360 h 267736"/>
                <a:gd name="connsiteX9" fmla="*/ 24176 w 173110"/>
                <a:gd name="connsiteY9" fmla="*/ 267814 h 267736"/>
                <a:gd name="connsiteX10" fmla="*/ 84810 w 173110"/>
                <a:gd name="connsiteY10" fmla="*/ 182199 h 267736"/>
                <a:gd name="connsiteX11" fmla="*/ 106638 w 173110"/>
                <a:gd name="connsiteY11" fmla="*/ 85391 h 267736"/>
                <a:gd name="connsiteX12" fmla="*/ 139684 w 173110"/>
                <a:gd name="connsiteY12" fmla="*/ 85391 h 267736"/>
                <a:gd name="connsiteX13" fmla="*/ 141503 w 173110"/>
                <a:gd name="connsiteY13" fmla="*/ 75710 h 267736"/>
                <a:gd name="connsiteX14" fmla="*/ 108761 w 173110"/>
                <a:gd name="connsiteY14" fmla="*/ 75710 h 267736"/>
                <a:gd name="connsiteX15" fmla="*/ 145747 w 173110"/>
                <a:gd name="connsiteY15" fmla="*/ 6734 h 267736"/>
                <a:gd name="connsiteX16" fmla="*/ 152417 w 173110"/>
                <a:gd name="connsiteY16" fmla="*/ 10364 h 267736"/>
                <a:gd name="connsiteX17" fmla="*/ 151205 w 173110"/>
                <a:gd name="connsiteY17" fmla="*/ 13389 h 267736"/>
                <a:gd name="connsiteX18" fmla="*/ 149386 w 173110"/>
                <a:gd name="connsiteY18" fmla="*/ 19742 h 267736"/>
                <a:gd name="connsiteX19" fmla="*/ 160603 w 173110"/>
                <a:gd name="connsiteY19" fmla="*/ 31843 h 267736"/>
                <a:gd name="connsiteX20" fmla="*/ 173336 w 173110"/>
                <a:gd name="connsiteY20" fmla="*/ 19742 h 267736"/>
                <a:gd name="connsiteX21" fmla="*/ 147263 w 173110"/>
                <a:gd name="connsiteY21" fmla="*/ 78 h 267736"/>
                <a:gd name="connsiteX22" fmla="*/ 109670 w 173110"/>
                <a:gd name="connsiteY22" fmla="*/ 20952 h 267736"/>
                <a:gd name="connsiteX23" fmla="*/ 85417 w 173110"/>
                <a:gd name="connsiteY23" fmla="*/ 75710 h 267736"/>
                <a:gd name="connsiteX24" fmla="*/ 57525 w 173110"/>
                <a:gd name="connsiteY24" fmla="*/ 75710 h 267736"/>
                <a:gd name="connsiteX25" fmla="*/ 55403 w 173110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110" h="267736">
                  <a:moveTo>
                    <a:pt x="55403" y="85391"/>
                  </a:moveTo>
                  <a:lnTo>
                    <a:pt x="82688" y="85391"/>
                  </a:lnTo>
                  <a:lnTo>
                    <a:pt x="56009" y="212452"/>
                  </a:lnTo>
                  <a:cubicBezTo>
                    <a:pt x="49339" y="244822"/>
                    <a:pt x="39335" y="261461"/>
                    <a:pt x="26601" y="261461"/>
                  </a:cubicBezTo>
                  <a:cubicBezTo>
                    <a:pt x="22963" y="261461"/>
                    <a:pt x="20538" y="259343"/>
                    <a:pt x="20538" y="256621"/>
                  </a:cubicBezTo>
                  <a:cubicBezTo>
                    <a:pt x="20538" y="255713"/>
                    <a:pt x="20841" y="254806"/>
                    <a:pt x="21751" y="253293"/>
                  </a:cubicBezTo>
                  <a:cubicBezTo>
                    <a:pt x="22963" y="251478"/>
                    <a:pt x="23267" y="250268"/>
                    <a:pt x="23267" y="248452"/>
                  </a:cubicBezTo>
                  <a:cubicBezTo>
                    <a:pt x="23267" y="242099"/>
                    <a:pt x="17810" y="236956"/>
                    <a:pt x="11443" y="236956"/>
                  </a:cubicBezTo>
                  <a:cubicBezTo>
                    <a:pt x="5076" y="236956"/>
                    <a:pt x="226" y="242402"/>
                    <a:pt x="226" y="249360"/>
                  </a:cubicBezTo>
                  <a:cubicBezTo>
                    <a:pt x="226" y="259646"/>
                    <a:pt x="10837" y="267814"/>
                    <a:pt x="24176" y="267814"/>
                  </a:cubicBezTo>
                  <a:cubicBezTo>
                    <a:pt x="51158" y="267814"/>
                    <a:pt x="72380" y="237864"/>
                    <a:pt x="84810" y="182199"/>
                  </a:cubicBezTo>
                  <a:lnTo>
                    <a:pt x="106638" y="85391"/>
                  </a:lnTo>
                  <a:lnTo>
                    <a:pt x="139684" y="85391"/>
                  </a:lnTo>
                  <a:lnTo>
                    <a:pt x="141503" y="75710"/>
                  </a:lnTo>
                  <a:lnTo>
                    <a:pt x="108761" y="75710"/>
                  </a:lnTo>
                  <a:cubicBezTo>
                    <a:pt x="117553" y="28213"/>
                    <a:pt x="128770" y="6734"/>
                    <a:pt x="145747" y="6734"/>
                  </a:cubicBezTo>
                  <a:cubicBezTo>
                    <a:pt x="149689" y="6734"/>
                    <a:pt x="152417" y="8246"/>
                    <a:pt x="152417" y="10364"/>
                  </a:cubicBezTo>
                  <a:cubicBezTo>
                    <a:pt x="152417" y="11271"/>
                    <a:pt x="152114" y="11877"/>
                    <a:pt x="151205" y="13389"/>
                  </a:cubicBezTo>
                  <a:cubicBezTo>
                    <a:pt x="149992" y="16112"/>
                    <a:pt x="149386" y="17625"/>
                    <a:pt x="149386" y="19742"/>
                  </a:cubicBezTo>
                  <a:cubicBezTo>
                    <a:pt x="149386" y="27003"/>
                    <a:pt x="153933" y="31843"/>
                    <a:pt x="160603" y="31843"/>
                  </a:cubicBezTo>
                  <a:cubicBezTo>
                    <a:pt x="167576" y="31843"/>
                    <a:pt x="173336" y="26398"/>
                    <a:pt x="173336" y="19742"/>
                  </a:cubicBezTo>
                  <a:cubicBezTo>
                    <a:pt x="173336" y="8549"/>
                    <a:pt x="162119" y="78"/>
                    <a:pt x="147263" y="78"/>
                  </a:cubicBezTo>
                  <a:cubicBezTo>
                    <a:pt x="132408" y="78"/>
                    <a:pt x="120584" y="6734"/>
                    <a:pt x="109670" y="20952"/>
                  </a:cubicBezTo>
                  <a:cubicBezTo>
                    <a:pt x="100575" y="32751"/>
                    <a:pt x="94512" y="46667"/>
                    <a:pt x="85417" y="75710"/>
                  </a:cubicBezTo>
                  <a:lnTo>
                    <a:pt x="57525" y="75710"/>
                  </a:lnTo>
                  <a:lnTo>
                    <a:pt x="55403" y="85391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F5F65407-9EA2-FD8A-32DD-ACBF2C137725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238818" y="7246327"/>
              <a:ext cx="70335" cy="302526"/>
            </a:xfrm>
            <a:custGeom>
              <a:avLst/>
              <a:gdLst>
                <a:gd name="connsiteX0" fmla="*/ 70566 w 70335"/>
                <a:gd name="connsiteY0" fmla="*/ 299579 h 302526"/>
                <a:gd name="connsiteX1" fmla="*/ 65412 w 70335"/>
                <a:gd name="connsiteY1" fmla="*/ 292923 h 302526"/>
                <a:gd name="connsiteX2" fmla="*/ 17814 w 70335"/>
                <a:gd name="connsiteY2" fmla="*/ 151341 h 302526"/>
                <a:gd name="connsiteX3" fmla="*/ 66625 w 70335"/>
                <a:gd name="connsiteY3" fmla="*/ 8246 h 302526"/>
                <a:gd name="connsiteX4" fmla="*/ 70566 w 70335"/>
                <a:gd name="connsiteY4" fmla="*/ 3103 h 302526"/>
                <a:gd name="connsiteX5" fmla="*/ 67534 w 70335"/>
                <a:gd name="connsiteY5" fmla="*/ 77 h 302526"/>
                <a:gd name="connsiteX6" fmla="*/ 19330 w 70335"/>
                <a:gd name="connsiteY6" fmla="*/ 59070 h 302526"/>
                <a:gd name="connsiteX7" fmla="*/ 230 w 70335"/>
                <a:gd name="connsiteY7" fmla="*/ 151341 h 302526"/>
                <a:gd name="connsiteX8" fmla="*/ 20240 w 70335"/>
                <a:gd name="connsiteY8" fmla="*/ 245729 h 302526"/>
                <a:gd name="connsiteX9" fmla="*/ 67534 w 70335"/>
                <a:gd name="connsiteY9" fmla="*/ 302604 h 302526"/>
                <a:gd name="connsiteX10" fmla="*/ 70566 w 70335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66" y="299579"/>
                  </a:moveTo>
                  <a:cubicBezTo>
                    <a:pt x="70566" y="298671"/>
                    <a:pt x="70566" y="298066"/>
                    <a:pt x="65412" y="292923"/>
                  </a:cubicBezTo>
                  <a:cubicBezTo>
                    <a:pt x="27516" y="254805"/>
                    <a:pt x="17814" y="197627"/>
                    <a:pt x="17814" y="151341"/>
                  </a:cubicBezTo>
                  <a:cubicBezTo>
                    <a:pt x="17814" y="98701"/>
                    <a:pt x="29335" y="46061"/>
                    <a:pt x="66625" y="8246"/>
                  </a:cubicBezTo>
                  <a:cubicBezTo>
                    <a:pt x="70566" y="4615"/>
                    <a:pt x="70566" y="4010"/>
                    <a:pt x="70566" y="3103"/>
                  </a:cubicBezTo>
                  <a:cubicBezTo>
                    <a:pt x="70566" y="985"/>
                    <a:pt x="69353" y="77"/>
                    <a:pt x="67534" y="77"/>
                  </a:cubicBezTo>
                  <a:cubicBezTo>
                    <a:pt x="64502" y="77"/>
                    <a:pt x="37217" y="20649"/>
                    <a:pt x="19330" y="59070"/>
                  </a:cubicBezTo>
                  <a:cubicBezTo>
                    <a:pt x="3868" y="92348"/>
                    <a:pt x="230" y="125928"/>
                    <a:pt x="230" y="151341"/>
                  </a:cubicBezTo>
                  <a:cubicBezTo>
                    <a:pt x="230" y="174938"/>
                    <a:pt x="3565" y="211543"/>
                    <a:pt x="20240" y="245729"/>
                  </a:cubicBezTo>
                  <a:cubicBezTo>
                    <a:pt x="38430" y="282940"/>
                    <a:pt x="64502" y="302604"/>
                    <a:pt x="67534" y="302604"/>
                  </a:cubicBezTo>
                  <a:cubicBezTo>
                    <a:pt x="69353" y="302604"/>
                    <a:pt x="70566" y="301696"/>
                    <a:pt x="70566" y="299579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8F165208-4E4D-EF94-023F-6AA7F8AE887A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318686" y="7339808"/>
              <a:ext cx="143702" cy="136742"/>
            </a:xfrm>
            <a:custGeom>
              <a:avLst/>
              <a:gdLst>
                <a:gd name="connsiteX0" fmla="*/ 130294 w 143702"/>
                <a:gd name="connsiteY0" fmla="*/ 99912 h 136742"/>
                <a:gd name="connsiteX1" fmla="*/ 123624 w 143702"/>
                <a:gd name="connsiteY1" fmla="*/ 108080 h 136742"/>
                <a:gd name="connsiteX2" fmla="*/ 109678 w 143702"/>
                <a:gd name="connsiteY2" fmla="*/ 120181 h 136742"/>
                <a:gd name="connsiteX3" fmla="*/ 100280 w 143702"/>
                <a:gd name="connsiteY3" fmla="*/ 107778 h 136742"/>
                <a:gd name="connsiteX4" fmla="*/ 99067 w 143702"/>
                <a:gd name="connsiteY4" fmla="*/ 102635 h 136742"/>
                <a:gd name="connsiteX5" fmla="*/ 88153 w 143702"/>
                <a:gd name="connsiteY5" fmla="*/ 53625 h 136742"/>
                <a:gd name="connsiteX6" fmla="*/ 117864 w 143702"/>
                <a:gd name="connsiteY6" fmla="*/ 17019 h 136742"/>
                <a:gd name="connsiteX7" fmla="*/ 125140 w 143702"/>
                <a:gd name="connsiteY7" fmla="*/ 19440 h 136742"/>
                <a:gd name="connsiteX8" fmla="*/ 133326 w 143702"/>
                <a:gd name="connsiteY8" fmla="*/ 22162 h 136742"/>
                <a:gd name="connsiteX9" fmla="*/ 143937 w 143702"/>
                <a:gd name="connsiteY9" fmla="*/ 11271 h 136742"/>
                <a:gd name="connsiteX10" fmla="*/ 131506 w 143702"/>
                <a:gd name="connsiteY10" fmla="*/ 78 h 136742"/>
                <a:gd name="connsiteX11" fmla="*/ 85728 w 143702"/>
                <a:gd name="connsiteY11" fmla="*/ 43339 h 136742"/>
                <a:gd name="connsiteX12" fmla="*/ 82393 w 143702"/>
                <a:gd name="connsiteY12" fmla="*/ 26700 h 136742"/>
                <a:gd name="connsiteX13" fmla="*/ 66628 w 143702"/>
                <a:gd name="connsiteY13" fmla="*/ 78 h 136742"/>
                <a:gd name="connsiteX14" fmla="*/ 31157 w 143702"/>
                <a:gd name="connsiteY14" fmla="*/ 8851 h 136742"/>
                <a:gd name="connsiteX15" fmla="*/ 27822 w 143702"/>
                <a:gd name="connsiteY15" fmla="*/ 10061 h 136742"/>
                <a:gd name="connsiteX16" fmla="*/ 29035 w 143702"/>
                <a:gd name="connsiteY16" fmla="*/ 14599 h 136742"/>
                <a:gd name="connsiteX17" fmla="*/ 46012 w 143702"/>
                <a:gd name="connsiteY17" fmla="*/ 11271 h 136742"/>
                <a:gd name="connsiteX18" fmla="*/ 59655 w 143702"/>
                <a:gd name="connsiteY18" fmla="*/ 32146 h 136742"/>
                <a:gd name="connsiteX19" fmla="*/ 68447 w 143702"/>
                <a:gd name="connsiteY19" fmla="*/ 69357 h 136742"/>
                <a:gd name="connsiteX20" fmla="*/ 43587 w 143702"/>
                <a:gd name="connsiteY20" fmla="*/ 104752 h 136742"/>
                <a:gd name="connsiteX21" fmla="*/ 28125 w 143702"/>
                <a:gd name="connsiteY21" fmla="*/ 119274 h 136742"/>
                <a:gd name="connsiteX22" fmla="*/ 20243 w 143702"/>
                <a:gd name="connsiteY22" fmla="*/ 116551 h 136742"/>
                <a:gd name="connsiteX23" fmla="*/ 10541 w 143702"/>
                <a:gd name="connsiteY23" fmla="*/ 113526 h 136742"/>
                <a:gd name="connsiteX24" fmla="*/ 234 w 143702"/>
                <a:gd name="connsiteY24" fmla="*/ 124114 h 136742"/>
                <a:gd name="connsiteX25" fmla="*/ 15392 w 143702"/>
                <a:gd name="connsiteY25" fmla="*/ 136820 h 136742"/>
                <a:gd name="connsiteX26" fmla="*/ 43587 w 143702"/>
                <a:gd name="connsiteY26" fmla="*/ 115643 h 136742"/>
                <a:gd name="connsiteX27" fmla="*/ 70872 w 143702"/>
                <a:gd name="connsiteY27" fmla="*/ 80248 h 136742"/>
                <a:gd name="connsiteX28" fmla="*/ 79968 w 143702"/>
                <a:gd name="connsiteY28" fmla="*/ 116551 h 136742"/>
                <a:gd name="connsiteX29" fmla="*/ 97551 w 143702"/>
                <a:gd name="connsiteY29" fmla="*/ 136820 h 136742"/>
                <a:gd name="connsiteX30" fmla="*/ 134538 w 143702"/>
                <a:gd name="connsiteY30" fmla="*/ 102332 h 136742"/>
                <a:gd name="connsiteX31" fmla="*/ 130294 w 143702"/>
                <a:gd name="connsiteY31" fmla="*/ 9991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94" y="99912"/>
                  </a:moveTo>
                  <a:cubicBezTo>
                    <a:pt x="127868" y="102635"/>
                    <a:pt x="126353" y="104450"/>
                    <a:pt x="123624" y="108080"/>
                  </a:cubicBezTo>
                  <a:cubicBezTo>
                    <a:pt x="116651" y="117156"/>
                    <a:pt x="113013" y="120181"/>
                    <a:pt x="109678" y="120181"/>
                  </a:cubicBezTo>
                  <a:cubicBezTo>
                    <a:pt x="105131" y="120181"/>
                    <a:pt x="102402" y="116248"/>
                    <a:pt x="100280" y="107778"/>
                  </a:cubicBezTo>
                  <a:cubicBezTo>
                    <a:pt x="99674" y="105357"/>
                    <a:pt x="99370" y="103542"/>
                    <a:pt x="99067" y="102635"/>
                  </a:cubicBezTo>
                  <a:cubicBezTo>
                    <a:pt x="91488" y="72079"/>
                    <a:pt x="88153" y="58163"/>
                    <a:pt x="88153" y="53625"/>
                  </a:cubicBezTo>
                  <a:cubicBezTo>
                    <a:pt x="101493" y="30331"/>
                    <a:pt x="112407" y="17019"/>
                    <a:pt x="117864" y="17019"/>
                  </a:cubicBezTo>
                  <a:cubicBezTo>
                    <a:pt x="119683" y="17019"/>
                    <a:pt x="122108" y="17927"/>
                    <a:pt x="125140" y="19440"/>
                  </a:cubicBezTo>
                  <a:cubicBezTo>
                    <a:pt x="128778" y="21557"/>
                    <a:pt x="130900" y="22162"/>
                    <a:pt x="133326" y="22162"/>
                  </a:cubicBezTo>
                  <a:cubicBezTo>
                    <a:pt x="139692" y="22162"/>
                    <a:pt x="143937" y="17625"/>
                    <a:pt x="143937" y="11271"/>
                  </a:cubicBezTo>
                  <a:cubicBezTo>
                    <a:pt x="143937" y="4918"/>
                    <a:pt x="138783" y="78"/>
                    <a:pt x="131506" y="78"/>
                  </a:cubicBezTo>
                  <a:cubicBezTo>
                    <a:pt x="118167" y="78"/>
                    <a:pt x="106647" y="10969"/>
                    <a:pt x="85728" y="43339"/>
                  </a:cubicBezTo>
                  <a:lnTo>
                    <a:pt x="82393" y="26700"/>
                  </a:lnTo>
                  <a:cubicBezTo>
                    <a:pt x="78149" y="6128"/>
                    <a:pt x="74814" y="78"/>
                    <a:pt x="66628" y="78"/>
                  </a:cubicBezTo>
                  <a:cubicBezTo>
                    <a:pt x="59958" y="78"/>
                    <a:pt x="49650" y="2801"/>
                    <a:pt x="31157" y="8851"/>
                  </a:cubicBezTo>
                  <a:lnTo>
                    <a:pt x="27822" y="10061"/>
                  </a:lnTo>
                  <a:lnTo>
                    <a:pt x="29035" y="14599"/>
                  </a:lnTo>
                  <a:cubicBezTo>
                    <a:pt x="40555" y="11877"/>
                    <a:pt x="43284" y="11271"/>
                    <a:pt x="46012" y="11271"/>
                  </a:cubicBezTo>
                  <a:cubicBezTo>
                    <a:pt x="53592" y="11271"/>
                    <a:pt x="55411" y="13994"/>
                    <a:pt x="59655" y="32146"/>
                  </a:cubicBezTo>
                  <a:lnTo>
                    <a:pt x="68447" y="69357"/>
                  </a:lnTo>
                  <a:lnTo>
                    <a:pt x="43587" y="104752"/>
                  </a:lnTo>
                  <a:cubicBezTo>
                    <a:pt x="37524" y="113828"/>
                    <a:pt x="31460" y="119274"/>
                    <a:pt x="28125" y="119274"/>
                  </a:cubicBezTo>
                  <a:cubicBezTo>
                    <a:pt x="26306" y="119274"/>
                    <a:pt x="23275" y="118366"/>
                    <a:pt x="20243" y="116551"/>
                  </a:cubicBezTo>
                  <a:cubicBezTo>
                    <a:pt x="16302" y="114433"/>
                    <a:pt x="12967" y="113526"/>
                    <a:pt x="10541" y="113526"/>
                  </a:cubicBezTo>
                  <a:cubicBezTo>
                    <a:pt x="4781" y="113526"/>
                    <a:pt x="234" y="118063"/>
                    <a:pt x="234" y="124114"/>
                  </a:cubicBezTo>
                  <a:cubicBezTo>
                    <a:pt x="234" y="131980"/>
                    <a:pt x="6297" y="136820"/>
                    <a:pt x="15392" y="136820"/>
                  </a:cubicBezTo>
                  <a:cubicBezTo>
                    <a:pt x="24791" y="136820"/>
                    <a:pt x="28429" y="134097"/>
                    <a:pt x="43587" y="115643"/>
                  </a:cubicBezTo>
                  <a:cubicBezTo>
                    <a:pt x="51773" y="105962"/>
                    <a:pt x="58139" y="97794"/>
                    <a:pt x="70872" y="80248"/>
                  </a:cubicBezTo>
                  <a:lnTo>
                    <a:pt x="79968" y="116551"/>
                  </a:lnTo>
                  <a:cubicBezTo>
                    <a:pt x="83909" y="131980"/>
                    <a:pt x="87850" y="136820"/>
                    <a:pt x="97551" y="136820"/>
                  </a:cubicBezTo>
                  <a:cubicBezTo>
                    <a:pt x="109072" y="136820"/>
                    <a:pt x="116954" y="129559"/>
                    <a:pt x="134538" y="102332"/>
                  </a:cubicBezTo>
                  <a:lnTo>
                    <a:pt x="130294" y="99912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FCFD3A25-75FB-D735-333F-3A7A5F4B60D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467367" y="7367758"/>
              <a:ext cx="101404" cy="154469"/>
            </a:xfrm>
            <a:custGeom>
              <a:avLst/>
              <a:gdLst>
                <a:gd name="connsiteX0" fmla="*/ 51837 w 101404"/>
                <a:gd name="connsiteY0" fmla="*/ 80 h 154469"/>
                <a:gd name="connsiteX1" fmla="*/ 21775 w 101404"/>
                <a:gd name="connsiteY1" fmla="*/ 11722 h 154469"/>
                <a:gd name="connsiteX2" fmla="*/ 237 w 101404"/>
                <a:gd name="connsiteY2" fmla="*/ 76196 h 154469"/>
                <a:gd name="connsiteX3" fmla="*/ 18185 w 101404"/>
                <a:gd name="connsiteY3" fmla="*/ 139327 h 154469"/>
                <a:gd name="connsiteX4" fmla="*/ 50940 w 101404"/>
                <a:gd name="connsiteY4" fmla="*/ 154550 h 154469"/>
                <a:gd name="connsiteX5" fmla="*/ 80105 w 101404"/>
                <a:gd name="connsiteY5" fmla="*/ 142909 h 154469"/>
                <a:gd name="connsiteX6" fmla="*/ 101642 w 101404"/>
                <a:gd name="connsiteY6" fmla="*/ 77539 h 154469"/>
                <a:gd name="connsiteX7" fmla="*/ 51837 w 101404"/>
                <a:gd name="connsiteY7" fmla="*/ 80 h 154469"/>
                <a:gd name="connsiteX8" fmla="*/ 51164 w 101404"/>
                <a:gd name="connsiteY8" fmla="*/ 5901 h 154469"/>
                <a:gd name="connsiteX9" fmla="*/ 80105 w 101404"/>
                <a:gd name="connsiteY9" fmla="*/ 77987 h 154469"/>
                <a:gd name="connsiteX10" fmla="*/ 50940 w 101404"/>
                <a:gd name="connsiteY10" fmla="*/ 148730 h 154469"/>
                <a:gd name="connsiteX11" fmla="*/ 21775 w 101404"/>
                <a:gd name="connsiteY11" fmla="*/ 78211 h 154469"/>
                <a:gd name="connsiteX12" fmla="*/ 51164 w 101404"/>
                <a:gd name="connsiteY12" fmla="*/ 5901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837" y="80"/>
                  </a:moveTo>
                  <a:cubicBezTo>
                    <a:pt x="39498" y="80"/>
                    <a:pt x="30075" y="3886"/>
                    <a:pt x="21775" y="11722"/>
                  </a:cubicBezTo>
                  <a:cubicBezTo>
                    <a:pt x="8763" y="24258"/>
                    <a:pt x="237" y="50003"/>
                    <a:pt x="237" y="76196"/>
                  </a:cubicBezTo>
                  <a:cubicBezTo>
                    <a:pt x="237" y="100598"/>
                    <a:pt x="7641" y="126791"/>
                    <a:pt x="18185" y="139327"/>
                  </a:cubicBezTo>
                  <a:cubicBezTo>
                    <a:pt x="26486" y="149177"/>
                    <a:pt x="37928" y="154550"/>
                    <a:pt x="50940" y="154550"/>
                  </a:cubicBezTo>
                  <a:cubicBezTo>
                    <a:pt x="62381" y="154550"/>
                    <a:pt x="72028" y="150745"/>
                    <a:pt x="80105" y="142909"/>
                  </a:cubicBezTo>
                  <a:cubicBezTo>
                    <a:pt x="93117" y="130596"/>
                    <a:pt x="101642" y="104627"/>
                    <a:pt x="101642" y="77539"/>
                  </a:cubicBezTo>
                  <a:cubicBezTo>
                    <a:pt x="101642" y="31646"/>
                    <a:pt x="81226" y="80"/>
                    <a:pt x="51837" y="80"/>
                  </a:cubicBezTo>
                  <a:close/>
                  <a:moveTo>
                    <a:pt x="51164" y="5901"/>
                  </a:moveTo>
                  <a:cubicBezTo>
                    <a:pt x="70009" y="5901"/>
                    <a:pt x="80105" y="31198"/>
                    <a:pt x="80105" y="77987"/>
                  </a:cubicBezTo>
                  <a:cubicBezTo>
                    <a:pt x="80105" y="124776"/>
                    <a:pt x="70233" y="148730"/>
                    <a:pt x="50940" y="148730"/>
                  </a:cubicBezTo>
                  <a:cubicBezTo>
                    <a:pt x="31646" y="148730"/>
                    <a:pt x="21775" y="124776"/>
                    <a:pt x="21775" y="78211"/>
                  </a:cubicBezTo>
                  <a:cubicBezTo>
                    <a:pt x="21775" y="30750"/>
                    <a:pt x="31870" y="5901"/>
                    <a:pt x="51164" y="5901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BF57FA7C-8102-7ED4-41DC-A5A49903CFD4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607072" y="7246327"/>
              <a:ext cx="70335" cy="302526"/>
            </a:xfrm>
            <a:custGeom>
              <a:avLst/>
              <a:gdLst>
                <a:gd name="connsiteX0" fmla="*/ 70578 w 70335"/>
                <a:gd name="connsiteY0" fmla="*/ 151341 h 302526"/>
                <a:gd name="connsiteX1" fmla="*/ 50569 w 70335"/>
                <a:gd name="connsiteY1" fmla="*/ 56952 h 302526"/>
                <a:gd name="connsiteX2" fmla="*/ 3274 w 70335"/>
                <a:gd name="connsiteY2" fmla="*/ 77 h 302526"/>
                <a:gd name="connsiteX3" fmla="*/ 243 w 70335"/>
                <a:gd name="connsiteY3" fmla="*/ 3103 h 302526"/>
                <a:gd name="connsiteX4" fmla="*/ 6003 w 70335"/>
                <a:gd name="connsiteY4" fmla="*/ 10061 h 302526"/>
                <a:gd name="connsiteX5" fmla="*/ 52994 w 70335"/>
                <a:gd name="connsiteY5" fmla="*/ 151341 h 302526"/>
                <a:gd name="connsiteX6" fmla="*/ 4184 w 70335"/>
                <a:gd name="connsiteY6" fmla="*/ 294436 h 302526"/>
                <a:gd name="connsiteX7" fmla="*/ 243 w 70335"/>
                <a:gd name="connsiteY7" fmla="*/ 299579 h 302526"/>
                <a:gd name="connsiteX8" fmla="*/ 3274 w 70335"/>
                <a:gd name="connsiteY8" fmla="*/ 302604 h 302526"/>
                <a:gd name="connsiteX9" fmla="*/ 51479 w 70335"/>
                <a:gd name="connsiteY9" fmla="*/ 243611 h 302526"/>
                <a:gd name="connsiteX10" fmla="*/ 70578 w 70335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78" y="151341"/>
                  </a:moveTo>
                  <a:cubicBezTo>
                    <a:pt x="70578" y="127744"/>
                    <a:pt x="67243" y="91138"/>
                    <a:pt x="50569" y="56952"/>
                  </a:cubicBezTo>
                  <a:cubicBezTo>
                    <a:pt x="32379" y="19742"/>
                    <a:pt x="6306" y="77"/>
                    <a:pt x="3274" y="77"/>
                  </a:cubicBezTo>
                  <a:cubicBezTo>
                    <a:pt x="1455" y="77"/>
                    <a:pt x="243" y="1287"/>
                    <a:pt x="243" y="3103"/>
                  </a:cubicBezTo>
                  <a:cubicBezTo>
                    <a:pt x="243" y="4010"/>
                    <a:pt x="243" y="4615"/>
                    <a:pt x="6003" y="10061"/>
                  </a:cubicBezTo>
                  <a:cubicBezTo>
                    <a:pt x="35714" y="40011"/>
                    <a:pt x="52994" y="88113"/>
                    <a:pt x="52994" y="151341"/>
                  </a:cubicBezTo>
                  <a:cubicBezTo>
                    <a:pt x="52994" y="203073"/>
                    <a:pt x="41777" y="256317"/>
                    <a:pt x="4184" y="294436"/>
                  </a:cubicBezTo>
                  <a:cubicBezTo>
                    <a:pt x="243" y="298066"/>
                    <a:pt x="243" y="298671"/>
                    <a:pt x="243" y="299579"/>
                  </a:cubicBezTo>
                  <a:cubicBezTo>
                    <a:pt x="243" y="301394"/>
                    <a:pt x="1455" y="302604"/>
                    <a:pt x="3274" y="302604"/>
                  </a:cubicBezTo>
                  <a:cubicBezTo>
                    <a:pt x="6306" y="302604"/>
                    <a:pt x="33591" y="282032"/>
                    <a:pt x="51479" y="243611"/>
                  </a:cubicBezTo>
                  <a:cubicBezTo>
                    <a:pt x="66940" y="210333"/>
                    <a:pt x="70578" y="176753"/>
                    <a:pt x="70578" y="151341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D137A79C-5088-0E4A-CA59-C452CBC7FCB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767101" y="7296849"/>
              <a:ext cx="201608" cy="201482"/>
            </a:xfrm>
            <a:custGeom>
              <a:avLst/>
              <a:gdLst>
                <a:gd name="connsiteX0" fmla="*/ 107268 w 201608"/>
                <a:gd name="connsiteY0" fmla="*/ 106869 h 201482"/>
                <a:gd name="connsiteX1" fmla="*/ 191852 w 201608"/>
                <a:gd name="connsiteY1" fmla="*/ 106869 h 201482"/>
                <a:gd name="connsiteX2" fmla="*/ 201857 w 201608"/>
                <a:gd name="connsiteY2" fmla="*/ 100819 h 201482"/>
                <a:gd name="connsiteX3" fmla="*/ 191852 w 201608"/>
                <a:gd name="connsiteY3" fmla="*/ 94768 h 201482"/>
                <a:gd name="connsiteX4" fmla="*/ 107268 w 201608"/>
                <a:gd name="connsiteY4" fmla="*/ 94768 h 201482"/>
                <a:gd name="connsiteX5" fmla="*/ 107268 w 201608"/>
                <a:gd name="connsiteY5" fmla="*/ 10061 h 201482"/>
                <a:gd name="connsiteX6" fmla="*/ 101204 w 201608"/>
                <a:gd name="connsiteY6" fmla="*/ 77 h 201482"/>
                <a:gd name="connsiteX7" fmla="*/ 95141 w 201608"/>
                <a:gd name="connsiteY7" fmla="*/ 10061 h 201482"/>
                <a:gd name="connsiteX8" fmla="*/ 95141 w 201608"/>
                <a:gd name="connsiteY8" fmla="*/ 94768 h 201482"/>
                <a:gd name="connsiteX9" fmla="*/ 10253 w 201608"/>
                <a:gd name="connsiteY9" fmla="*/ 94768 h 201482"/>
                <a:gd name="connsiteX10" fmla="*/ 249 w 201608"/>
                <a:gd name="connsiteY10" fmla="*/ 100819 h 201482"/>
                <a:gd name="connsiteX11" fmla="*/ 10253 w 201608"/>
                <a:gd name="connsiteY11" fmla="*/ 106869 h 201482"/>
                <a:gd name="connsiteX12" fmla="*/ 95141 w 201608"/>
                <a:gd name="connsiteY12" fmla="*/ 106869 h 201482"/>
                <a:gd name="connsiteX13" fmla="*/ 95141 w 201608"/>
                <a:gd name="connsiteY13" fmla="*/ 191577 h 201482"/>
                <a:gd name="connsiteX14" fmla="*/ 101204 w 201608"/>
                <a:gd name="connsiteY14" fmla="*/ 201560 h 201482"/>
                <a:gd name="connsiteX15" fmla="*/ 107268 w 201608"/>
                <a:gd name="connsiteY15" fmla="*/ 191577 h 201482"/>
                <a:gd name="connsiteX16" fmla="*/ 107268 w 201608"/>
                <a:gd name="connsiteY16" fmla="*/ 106869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608" h="201482">
                  <a:moveTo>
                    <a:pt x="107268" y="106869"/>
                  </a:moveTo>
                  <a:lnTo>
                    <a:pt x="191852" y="106869"/>
                  </a:lnTo>
                  <a:cubicBezTo>
                    <a:pt x="196097" y="106869"/>
                    <a:pt x="201857" y="106869"/>
                    <a:pt x="201857" y="100819"/>
                  </a:cubicBezTo>
                  <a:cubicBezTo>
                    <a:pt x="201857" y="94768"/>
                    <a:pt x="196097" y="94768"/>
                    <a:pt x="191852" y="94768"/>
                  </a:cubicBezTo>
                  <a:lnTo>
                    <a:pt x="107268" y="94768"/>
                  </a:lnTo>
                  <a:lnTo>
                    <a:pt x="107268" y="10061"/>
                  </a:lnTo>
                  <a:cubicBezTo>
                    <a:pt x="107268" y="5825"/>
                    <a:pt x="107268" y="77"/>
                    <a:pt x="101204" y="77"/>
                  </a:cubicBezTo>
                  <a:cubicBezTo>
                    <a:pt x="95141" y="77"/>
                    <a:pt x="95141" y="5825"/>
                    <a:pt x="95141" y="10061"/>
                  </a:cubicBezTo>
                  <a:lnTo>
                    <a:pt x="95141" y="94768"/>
                  </a:lnTo>
                  <a:lnTo>
                    <a:pt x="10253" y="94768"/>
                  </a:lnTo>
                  <a:cubicBezTo>
                    <a:pt x="6009" y="94768"/>
                    <a:pt x="249" y="94768"/>
                    <a:pt x="249" y="100819"/>
                  </a:cubicBezTo>
                  <a:cubicBezTo>
                    <a:pt x="249" y="106869"/>
                    <a:pt x="6009" y="106869"/>
                    <a:pt x="10253" y="106869"/>
                  </a:cubicBezTo>
                  <a:lnTo>
                    <a:pt x="95141" y="106869"/>
                  </a:lnTo>
                  <a:lnTo>
                    <a:pt x="95141" y="191577"/>
                  </a:lnTo>
                  <a:cubicBezTo>
                    <a:pt x="95141" y="195812"/>
                    <a:pt x="95141" y="201560"/>
                    <a:pt x="101204" y="201560"/>
                  </a:cubicBezTo>
                  <a:cubicBezTo>
                    <a:pt x="107268" y="201560"/>
                    <a:pt x="107268" y="195812"/>
                    <a:pt x="107268" y="191577"/>
                  </a:cubicBezTo>
                  <a:lnTo>
                    <a:pt x="107268" y="10686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12DC23EC-91AB-77C2-B237-8D234366976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222261" y="7040752"/>
              <a:ext cx="70335" cy="302526"/>
            </a:xfrm>
            <a:custGeom>
              <a:avLst/>
              <a:gdLst>
                <a:gd name="connsiteX0" fmla="*/ 70598 w 70335"/>
                <a:gd name="connsiteY0" fmla="*/ 299572 h 302526"/>
                <a:gd name="connsiteX1" fmla="*/ 65444 w 70335"/>
                <a:gd name="connsiteY1" fmla="*/ 292916 h 302526"/>
                <a:gd name="connsiteX2" fmla="*/ 17846 w 70335"/>
                <a:gd name="connsiteY2" fmla="*/ 151334 h 302526"/>
                <a:gd name="connsiteX3" fmla="*/ 66657 w 70335"/>
                <a:gd name="connsiteY3" fmla="*/ 8239 h 302526"/>
                <a:gd name="connsiteX4" fmla="*/ 70598 w 70335"/>
                <a:gd name="connsiteY4" fmla="*/ 3096 h 302526"/>
                <a:gd name="connsiteX5" fmla="*/ 67566 w 70335"/>
                <a:gd name="connsiteY5" fmla="*/ 71 h 302526"/>
                <a:gd name="connsiteX6" fmla="*/ 19362 w 70335"/>
                <a:gd name="connsiteY6" fmla="*/ 59063 h 302526"/>
                <a:gd name="connsiteX7" fmla="*/ 263 w 70335"/>
                <a:gd name="connsiteY7" fmla="*/ 151334 h 302526"/>
                <a:gd name="connsiteX8" fmla="*/ 20272 w 70335"/>
                <a:gd name="connsiteY8" fmla="*/ 245722 h 302526"/>
                <a:gd name="connsiteX9" fmla="*/ 67566 w 70335"/>
                <a:gd name="connsiteY9" fmla="*/ 302597 h 302526"/>
                <a:gd name="connsiteX10" fmla="*/ 70598 w 703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98" y="299572"/>
                  </a:moveTo>
                  <a:cubicBezTo>
                    <a:pt x="70598" y="298664"/>
                    <a:pt x="70598" y="298059"/>
                    <a:pt x="65444" y="292916"/>
                  </a:cubicBezTo>
                  <a:cubicBezTo>
                    <a:pt x="27548" y="254798"/>
                    <a:pt x="17846" y="197621"/>
                    <a:pt x="17846" y="151334"/>
                  </a:cubicBezTo>
                  <a:cubicBezTo>
                    <a:pt x="17846" y="98694"/>
                    <a:pt x="29367" y="46055"/>
                    <a:pt x="66657" y="8239"/>
                  </a:cubicBezTo>
                  <a:cubicBezTo>
                    <a:pt x="70598" y="4608"/>
                    <a:pt x="70598" y="4003"/>
                    <a:pt x="70598" y="3096"/>
                  </a:cubicBezTo>
                  <a:cubicBezTo>
                    <a:pt x="70598" y="978"/>
                    <a:pt x="69385" y="71"/>
                    <a:pt x="67566" y="71"/>
                  </a:cubicBezTo>
                  <a:cubicBezTo>
                    <a:pt x="64535" y="71"/>
                    <a:pt x="37249" y="20642"/>
                    <a:pt x="19362" y="59063"/>
                  </a:cubicBezTo>
                  <a:cubicBezTo>
                    <a:pt x="3901" y="92341"/>
                    <a:pt x="263" y="125922"/>
                    <a:pt x="263" y="151334"/>
                  </a:cubicBezTo>
                  <a:cubicBezTo>
                    <a:pt x="263" y="174931"/>
                    <a:pt x="3597" y="211537"/>
                    <a:pt x="20272" y="245722"/>
                  </a:cubicBezTo>
                  <a:cubicBezTo>
                    <a:pt x="38462" y="282933"/>
                    <a:pt x="64535" y="302597"/>
                    <a:pt x="67566" y="302597"/>
                  </a:cubicBezTo>
                  <a:cubicBezTo>
                    <a:pt x="69385" y="302597"/>
                    <a:pt x="70598" y="301690"/>
                    <a:pt x="70598" y="299572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7680219C-09CA-67EC-1A66-7379E0531364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302129" y="7134232"/>
              <a:ext cx="143702" cy="136742"/>
            </a:xfrm>
            <a:custGeom>
              <a:avLst/>
              <a:gdLst>
                <a:gd name="connsiteX0" fmla="*/ 130326 w 143702"/>
                <a:gd name="connsiteY0" fmla="*/ 99905 h 136742"/>
                <a:gd name="connsiteX1" fmla="*/ 123656 w 143702"/>
                <a:gd name="connsiteY1" fmla="*/ 108073 h 136742"/>
                <a:gd name="connsiteX2" fmla="*/ 109710 w 143702"/>
                <a:gd name="connsiteY2" fmla="*/ 120174 h 136742"/>
                <a:gd name="connsiteX3" fmla="*/ 100312 w 143702"/>
                <a:gd name="connsiteY3" fmla="*/ 107771 h 136742"/>
                <a:gd name="connsiteX4" fmla="*/ 99099 w 143702"/>
                <a:gd name="connsiteY4" fmla="*/ 102628 h 136742"/>
                <a:gd name="connsiteX5" fmla="*/ 88185 w 143702"/>
                <a:gd name="connsiteY5" fmla="*/ 53618 h 136742"/>
                <a:gd name="connsiteX6" fmla="*/ 117896 w 143702"/>
                <a:gd name="connsiteY6" fmla="*/ 17013 h 136742"/>
                <a:gd name="connsiteX7" fmla="*/ 125172 w 143702"/>
                <a:gd name="connsiteY7" fmla="*/ 19433 h 136742"/>
                <a:gd name="connsiteX8" fmla="*/ 133358 w 143702"/>
                <a:gd name="connsiteY8" fmla="*/ 22156 h 136742"/>
                <a:gd name="connsiteX9" fmla="*/ 143969 w 143702"/>
                <a:gd name="connsiteY9" fmla="*/ 11265 h 136742"/>
                <a:gd name="connsiteX10" fmla="*/ 131539 w 143702"/>
                <a:gd name="connsiteY10" fmla="*/ 71 h 136742"/>
                <a:gd name="connsiteX11" fmla="*/ 85760 w 143702"/>
                <a:gd name="connsiteY11" fmla="*/ 43333 h 136742"/>
                <a:gd name="connsiteX12" fmla="*/ 82425 w 143702"/>
                <a:gd name="connsiteY12" fmla="*/ 26694 h 136742"/>
                <a:gd name="connsiteX13" fmla="*/ 66660 w 143702"/>
                <a:gd name="connsiteY13" fmla="*/ 71 h 136742"/>
                <a:gd name="connsiteX14" fmla="*/ 31189 w 143702"/>
                <a:gd name="connsiteY14" fmla="*/ 8845 h 136742"/>
                <a:gd name="connsiteX15" fmla="*/ 27854 w 143702"/>
                <a:gd name="connsiteY15" fmla="*/ 10055 h 136742"/>
                <a:gd name="connsiteX16" fmla="*/ 29067 w 143702"/>
                <a:gd name="connsiteY16" fmla="*/ 14593 h 136742"/>
                <a:gd name="connsiteX17" fmla="*/ 46045 w 143702"/>
                <a:gd name="connsiteY17" fmla="*/ 11265 h 136742"/>
                <a:gd name="connsiteX18" fmla="*/ 59687 w 143702"/>
                <a:gd name="connsiteY18" fmla="*/ 32139 h 136742"/>
                <a:gd name="connsiteX19" fmla="*/ 68479 w 143702"/>
                <a:gd name="connsiteY19" fmla="*/ 69350 h 136742"/>
                <a:gd name="connsiteX20" fmla="*/ 43619 w 143702"/>
                <a:gd name="connsiteY20" fmla="*/ 104745 h 136742"/>
                <a:gd name="connsiteX21" fmla="*/ 28158 w 143702"/>
                <a:gd name="connsiteY21" fmla="*/ 119267 h 136742"/>
                <a:gd name="connsiteX22" fmla="*/ 20275 w 143702"/>
                <a:gd name="connsiteY22" fmla="*/ 116544 h 136742"/>
                <a:gd name="connsiteX23" fmla="*/ 10574 w 143702"/>
                <a:gd name="connsiteY23" fmla="*/ 113519 h 136742"/>
                <a:gd name="connsiteX24" fmla="*/ 266 w 143702"/>
                <a:gd name="connsiteY24" fmla="*/ 124107 h 136742"/>
                <a:gd name="connsiteX25" fmla="*/ 15424 w 143702"/>
                <a:gd name="connsiteY25" fmla="*/ 136813 h 136742"/>
                <a:gd name="connsiteX26" fmla="*/ 43619 w 143702"/>
                <a:gd name="connsiteY26" fmla="*/ 115636 h 136742"/>
                <a:gd name="connsiteX27" fmla="*/ 70905 w 143702"/>
                <a:gd name="connsiteY27" fmla="*/ 80241 h 136742"/>
                <a:gd name="connsiteX28" fmla="*/ 80000 w 143702"/>
                <a:gd name="connsiteY28" fmla="*/ 116544 h 136742"/>
                <a:gd name="connsiteX29" fmla="*/ 97584 w 143702"/>
                <a:gd name="connsiteY29" fmla="*/ 136813 h 136742"/>
                <a:gd name="connsiteX30" fmla="*/ 134570 w 143702"/>
                <a:gd name="connsiteY30" fmla="*/ 102325 h 136742"/>
                <a:gd name="connsiteX31" fmla="*/ 130326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26" y="99905"/>
                  </a:moveTo>
                  <a:cubicBezTo>
                    <a:pt x="127901" y="102628"/>
                    <a:pt x="126385" y="104443"/>
                    <a:pt x="123656" y="108073"/>
                  </a:cubicBezTo>
                  <a:cubicBezTo>
                    <a:pt x="116683" y="117149"/>
                    <a:pt x="113045" y="120174"/>
                    <a:pt x="109710" y="120174"/>
                  </a:cubicBezTo>
                  <a:cubicBezTo>
                    <a:pt x="105163" y="120174"/>
                    <a:pt x="102434" y="116242"/>
                    <a:pt x="100312" y="107771"/>
                  </a:cubicBezTo>
                  <a:cubicBezTo>
                    <a:pt x="99706" y="105351"/>
                    <a:pt x="99403" y="103535"/>
                    <a:pt x="99099" y="102628"/>
                  </a:cubicBezTo>
                  <a:cubicBezTo>
                    <a:pt x="91520" y="72073"/>
                    <a:pt x="88185" y="58156"/>
                    <a:pt x="88185" y="53618"/>
                  </a:cubicBezTo>
                  <a:cubicBezTo>
                    <a:pt x="101525" y="30324"/>
                    <a:pt x="112439" y="17013"/>
                    <a:pt x="117896" y="17013"/>
                  </a:cubicBezTo>
                  <a:cubicBezTo>
                    <a:pt x="119715" y="17013"/>
                    <a:pt x="122140" y="17920"/>
                    <a:pt x="125172" y="19433"/>
                  </a:cubicBezTo>
                  <a:cubicBezTo>
                    <a:pt x="128810" y="21551"/>
                    <a:pt x="130932" y="22156"/>
                    <a:pt x="133358" y="22156"/>
                  </a:cubicBezTo>
                  <a:cubicBezTo>
                    <a:pt x="139724" y="22156"/>
                    <a:pt x="143969" y="17618"/>
                    <a:pt x="143969" y="11265"/>
                  </a:cubicBezTo>
                  <a:cubicBezTo>
                    <a:pt x="143969" y="4912"/>
                    <a:pt x="138815" y="71"/>
                    <a:pt x="131539" y="71"/>
                  </a:cubicBezTo>
                  <a:cubicBezTo>
                    <a:pt x="118199" y="71"/>
                    <a:pt x="106679" y="10962"/>
                    <a:pt x="85760" y="43333"/>
                  </a:cubicBezTo>
                  <a:lnTo>
                    <a:pt x="82425" y="26694"/>
                  </a:lnTo>
                  <a:cubicBezTo>
                    <a:pt x="78181" y="6122"/>
                    <a:pt x="74846" y="71"/>
                    <a:pt x="66660" y="71"/>
                  </a:cubicBezTo>
                  <a:cubicBezTo>
                    <a:pt x="59990" y="71"/>
                    <a:pt x="49683" y="2794"/>
                    <a:pt x="31189" y="8845"/>
                  </a:cubicBezTo>
                  <a:lnTo>
                    <a:pt x="27854" y="10055"/>
                  </a:lnTo>
                  <a:lnTo>
                    <a:pt x="29067" y="14593"/>
                  </a:lnTo>
                  <a:cubicBezTo>
                    <a:pt x="40588" y="11870"/>
                    <a:pt x="43316" y="11265"/>
                    <a:pt x="46045" y="11265"/>
                  </a:cubicBezTo>
                  <a:cubicBezTo>
                    <a:pt x="53624" y="11265"/>
                    <a:pt x="55443" y="13987"/>
                    <a:pt x="59687" y="32139"/>
                  </a:cubicBezTo>
                  <a:lnTo>
                    <a:pt x="68479" y="69350"/>
                  </a:lnTo>
                  <a:lnTo>
                    <a:pt x="43619" y="104745"/>
                  </a:lnTo>
                  <a:cubicBezTo>
                    <a:pt x="37556" y="113821"/>
                    <a:pt x="31492" y="119267"/>
                    <a:pt x="28158" y="119267"/>
                  </a:cubicBezTo>
                  <a:cubicBezTo>
                    <a:pt x="26339" y="119267"/>
                    <a:pt x="23307" y="118359"/>
                    <a:pt x="20275" y="116544"/>
                  </a:cubicBezTo>
                  <a:cubicBezTo>
                    <a:pt x="16334" y="114426"/>
                    <a:pt x="12999" y="113519"/>
                    <a:pt x="10574" y="113519"/>
                  </a:cubicBezTo>
                  <a:cubicBezTo>
                    <a:pt x="4813" y="113519"/>
                    <a:pt x="266" y="118057"/>
                    <a:pt x="266" y="124107"/>
                  </a:cubicBezTo>
                  <a:cubicBezTo>
                    <a:pt x="266" y="131973"/>
                    <a:pt x="6329" y="136813"/>
                    <a:pt x="15424" y="136813"/>
                  </a:cubicBezTo>
                  <a:cubicBezTo>
                    <a:pt x="24823" y="136813"/>
                    <a:pt x="28461" y="134091"/>
                    <a:pt x="43619" y="115636"/>
                  </a:cubicBezTo>
                  <a:cubicBezTo>
                    <a:pt x="51805" y="105956"/>
                    <a:pt x="58171" y="97787"/>
                    <a:pt x="70905" y="80241"/>
                  </a:cubicBezTo>
                  <a:lnTo>
                    <a:pt x="80000" y="116544"/>
                  </a:lnTo>
                  <a:cubicBezTo>
                    <a:pt x="83941" y="131973"/>
                    <a:pt x="87882" y="136813"/>
                    <a:pt x="97584" y="136813"/>
                  </a:cubicBezTo>
                  <a:cubicBezTo>
                    <a:pt x="109104" y="136813"/>
                    <a:pt x="116987" y="129553"/>
                    <a:pt x="134570" y="102325"/>
                  </a:cubicBezTo>
                  <a:lnTo>
                    <a:pt x="130326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4DF61B08-C8C6-10CA-9100-7070BA187BF5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513762" y="7185964"/>
              <a:ext cx="185237" cy="12101"/>
            </a:xfrm>
            <a:custGeom>
              <a:avLst/>
              <a:gdLst>
                <a:gd name="connsiteX0" fmla="*/ 174898 w 185237"/>
                <a:gd name="connsiteY0" fmla="*/ 12172 h 12101"/>
                <a:gd name="connsiteX1" fmla="*/ 185509 w 185237"/>
                <a:gd name="connsiteY1" fmla="*/ 6122 h 12101"/>
                <a:gd name="connsiteX2" fmla="*/ 174898 w 185237"/>
                <a:gd name="connsiteY2" fmla="*/ 71 h 12101"/>
                <a:gd name="connsiteX3" fmla="*/ 10883 w 185237"/>
                <a:gd name="connsiteY3" fmla="*/ 71 h 12101"/>
                <a:gd name="connsiteX4" fmla="*/ 272 w 185237"/>
                <a:gd name="connsiteY4" fmla="*/ 6122 h 12101"/>
                <a:gd name="connsiteX5" fmla="*/ 10883 w 185237"/>
                <a:gd name="connsiteY5" fmla="*/ 12172 h 12101"/>
                <a:gd name="connsiteX6" fmla="*/ 174898 w 18523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898" y="12172"/>
                  </a:moveTo>
                  <a:cubicBezTo>
                    <a:pt x="180052" y="12172"/>
                    <a:pt x="185509" y="12172"/>
                    <a:pt x="185509" y="6122"/>
                  </a:cubicBezTo>
                  <a:cubicBezTo>
                    <a:pt x="185509" y="71"/>
                    <a:pt x="180052" y="71"/>
                    <a:pt x="174898" y="71"/>
                  </a:cubicBezTo>
                  <a:lnTo>
                    <a:pt x="10883" y="71"/>
                  </a:lnTo>
                  <a:cubicBezTo>
                    <a:pt x="5729" y="71"/>
                    <a:pt x="272" y="71"/>
                    <a:pt x="272" y="6122"/>
                  </a:cubicBezTo>
                  <a:cubicBezTo>
                    <a:pt x="272" y="12172"/>
                    <a:pt x="5729" y="12172"/>
                    <a:pt x="10883" y="12172"/>
                  </a:cubicBezTo>
                  <a:lnTo>
                    <a:pt x="174898" y="12172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B11E207D-A470-F38B-C379-F055B5D77AC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759121" y="7134232"/>
              <a:ext cx="143702" cy="136742"/>
            </a:xfrm>
            <a:custGeom>
              <a:avLst/>
              <a:gdLst>
                <a:gd name="connsiteX0" fmla="*/ 130341 w 143702"/>
                <a:gd name="connsiteY0" fmla="*/ 99905 h 136742"/>
                <a:gd name="connsiteX1" fmla="*/ 123671 w 143702"/>
                <a:gd name="connsiteY1" fmla="*/ 108073 h 136742"/>
                <a:gd name="connsiteX2" fmla="*/ 109725 w 143702"/>
                <a:gd name="connsiteY2" fmla="*/ 120174 h 136742"/>
                <a:gd name="connsiteX3" fmla="*/ 100327 w 143702"/>
                <a:gd name="connsiteY3" fmla="*/ 107771 h 136742"/>
                <a:gd name="connsiteX4" fmla="*/ 99114 w 143702"/>
                <a:gd name="connsiteY4" fmla="*/ 102628 h 136742"/>
                <a:gd name="connsiteX5" fmla="*/ 88200 w 143702"/>
                <a:gd name="connsiteY5" fmla="*/ 53618 h 136742"/>
                <a:gd name="connsiteX6" fmla="*/ 117911 w 143702"/>
                <a:gd name="connsiteY6" fmla="*/ 17013 h 136742"/>
                <a:gd name="connsiteX7" fmla="*/ 125187 w 143702"/>
                <a:gd name="connsiteY7" fmla="*/ 19433 h 136742"/>
                <a:gd name="connsiteX8" fmla="*/ 133373 w 143702"/>
                <a:gd name="connsiteY8" fmla="*/ 22156 h 136742"/>
                <a:gd name="connsiteX9" fmla="*/ 143984 w 143702"/>
                <a:gd name="connsiteY9" fmla="*/ 11265 h 136742"/>
                <a:gd name="connsiteX10" fmla="*/ 131554 w 143702"/>
                <a:gd name="connsiteY10" fmla="*/ 71 h 136742"/>
                <a:gd name="connsiteX11" fmla="*/ 85775 w 143702"/>
                <a:gd name="connsiteY11" fmla="*/ 43333 h 136742"/>
                <a:gd name="connsiteX12" fmla="*/ 82440 w 143702"/>
                <a:gd name="connsiteY12" fmla="*/ 26694 h 136742"/>
                <a:gd name="connsiteX13" fmla="*/ 66675 w 143702"/>
                <a:gd name="connsiteY13" fmla="*/ 71 h 136742"/>
                <a:gd name="connsiteX14" fmla="*/ 31204 w 143702"/>
                <a:gd name="connsiteY14" fmla="*/ 8845 h 136742"/>
                <a:gd name="connsiteX15" fmla="*/ 27869 w 143702"/>
                <a:gd name="connsiteY15" fmla="*/ 10055 h 136742"/>
                <a:gd name="connsiteX16" fmla="*/ 29082 w 143702"/>
                <a:gd name="connsiteY16" fmla="*/ 14593 h 136742"/>
                <a:gd name="connsiteX17" fmla="*/ 46060 w 143702"/>
                <a:gd name="connsiteY17" fmla="*/ 11265 h 136742"/>
                <a:gd name="connsiteX18" fmla="*/ 59702 w 143702"/>
                <a:gd name="connsiteY18" fmla="*/ 32139 h 136742"/>
                <a:gd name="connsiteX19" fmla="*/ 68494 w 143702"/>
                <a:gd name="connsiteY19" fmla="*/ 69350 h 136742"/>
                <a:gd name="connsiteX20" fmla="*/ 43634 w 143702"/>
                <a:gd name="connsiteY20" fmla="*/ 104745 h 136742"/>
                <a:gd name="connsiteX21" fmla="*/ 28173 w 143702"/>
                <a:gd name="connsiteY21" fmla="*/ 119267 h 136742"/>
                <a:gd name="connsiteX22" fmla="*/ 20290 w 143702"/>
                <a:gd name="connsiteY22" fmla="*/ 116544 h 136742"/>
                <a:gd name="connsiteX23" fmla="*/ 10589 w 143702"/>
                <a:gd name="connsiteY23" fmla="*/ 113519 h 136742"/>
                <a:gd name="connsiteX24" fmla="*/ 281 w 143702"/>
                <a:gd name="connsiteY24" fmla="*/ 124107 h 136742"/>
                <a:gd name="connsiteX25" fmla="*/ 15439 w 143702"/>
                <a:gd name="connsiteY25" fmla="*/ 136813 h 136742"/>
                <a:gd name="connsiteX26" fmla="*/ 43634 w 143702"/>
                <a:gd name="connsiteY26" fmla="*/ 115636 h 136742"/>
                <a:gd name="connsiteX27" fmla="*/ 70920 w 143702"/>
                <a:gd name="connsiteY27" fmla="*/ 80241 h 136742"/>
                <a:gd name="connsiteX28" fmla="*/ 80015 w 143702"/>
                <a:gd name="connsiteY28" fmla="*/ 116544 h 136742"/>
                <a:gd name="connsiteX29" fmla="*/ 97599 w 143702"/>
                <a:gd name="connsiteY29" fmla="*/ 136813 h 136742"/>
                <a:gd name="connsiteX30" fmla="*/ 134585 w 143702"/>
                <a:gd name="connsiteY30" fmla="*/ 102325 h 136742"/>
                <a:gd name="connsiteX31" fmla="*/ 130341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41" y="99905"/>
                  </a:moveTo>
                  <a:cubicBezTo>
                    <a:pt x="127916" y="102628"/>
                    <a:pt x="126400" y="104443"/>
                    <a:pt x="123671" y="108073"/>
                  </a:cubicBezTo>
                  <a:cubicBezTo>
                    <a:pt x="116698" y="117149"/>
                    <a:pt x="113060" y="120174"/>
                    <a:pt x="109725" y="120174"/>
                  </a:cubicBezTo>
                  <a:cubicBezTo>
                    <a:pt x="105178" y="120174"/>
                    <a:pt x="102449" y="116242"/>
                    <a:pt x="100327" y="107771"/>
                  </a:cubicBezTo>
                  <a:cubicBezTo>
                    <a:pt x="99721" y="105351"/>
                    <a:pt x="99418" y="103535"/>
                    <a:pt x="99114" y="102628"/>
                  </a:cubicBezTo>
                  <a:cubicBezTo>
                    <a:pt x="91535" y="72073"/>
                    <a:pt x="88200" y="58156"/>
                    <a:pt x="88200" y="53618"/>
                  </a:cubicBezTo>
                  <a:cubicBezTo>
                    <a:pt x="101540" y="30324"/>
                    <a:pt x="112454" y="17013"/>
                    <a:pt x="117911" y="17013"/>
                  </a:cubicBezTo>
                  <a:cubicBezTo>
                    <a:pt x="119730" y="17013"/>
                    <a:pt x="122155" y="17920"/>
                    <a:pt x="125187" y="19433"/>
                  </a:cubicBezTo>
                  <a:cubicBezTo>
                    <a:pt x="128825" y="21551"/>
                    <a:pt x="130947" y="22156"/>
                    <a:pt x="133373" y="22156"/>
                  </a:cubicBezTo>
                  <a:cubicBezTo>
                    <a:pt x="139739" y="22156"/>
                    <a:pt x="143984" y="17618"/>
                    <a:pt x="143984" y="11265"/>
                  </a:cubicBezTo>
                  <a:cubicBezTo>
                    <a:pt x="143984" y="4912"/>
                    <a:pt x="138830" y="71"/>
                    <a:pt x="131554" y="71"/>
                  </a:cubicBezTo>
                  <a:cubicBezTo>
                    <a:pt x="118214" y="71"/>
                    <a:pt x="106694" y="10962"/>
                    <a:pt x="85775" y="43333"/>
                  </a:cubicBezTo>
                  <a:lnTo>
                    <a:pt x="82440" y="26694"/>
                  </a:lnTo>
                  <a:cubicBezTo>
                    <a:pt x="78196" y="6122"/>
                    <a:pt x="74861" y="71"/>
                    <a:pt x="66675" y="71"/>
                  </a:cubicBezTo>
                  <a:cubicBezTo>
                    <a:pt x="60005" y="71"/>
                    <a:pt x="49698" y="2794"/>
                    <a:pt x="31204" y="8845"/>
                  </a:cubicBezTo>
                  <a:lnTo>
                    <a:pt x="27869" y="10055"/>
                  </a:lnTo>
                  <a:lnTo>
                    <a:pt x="29082" y="14593"/>
                  </a:lnTo>
                  <a:cubicBezTo>
                    <a:pt x="40603" y="11870"/>
                    <a:pt x="43331" y="11265"/>
                    <a:pt x="46060" y="11265"/>
                  </a:cubicBezTo>
                  <a:cubicBezTo>
                    <a:pt x="53639" y="11265"/>
                    <a:pt x="55458" y="13987"/>
                    <a:pt x="59702" y="32139"/>
                  </a:cubicBezTo>
                  <a:lnTo>
                    <a:pt x="68494" y="69350"/>
                  </a:lnTo>
                  <a:lnTo>
                    <a:pt x="43634" y="104745"/>
                  </a:lnTo>
                  <a:cubicBezTo>
                    <a:pt x="37571" y="113821"/>
                    <a:pt x="31507" y="119267"/>
                    <a:pt x="28173" y="119267"/>
                  </a:cubicBezTo>
                  <a:cubicBezTo>
                    <a:pt x="26354" y="119267"/>
                    <a:pt x="23322" y="118359"/>
                    <a:pt x="20290" y="116544"/>
                  </a:cubicBezTo>
                  <a:cubicBezTo>
                    <a:pt x="16349" y="114426"/>
                    <a:pt x="13014" y="113519"/>
                    <a:pt x="10589" y="113519"/>
                  </a:cubicBezTo>
                  <a:cubicBezTo>
                    <a:pt x="4828" y="113519"/>
                    <a:pt x="281" y="118057"/>
                    <a:pt x="281" y="124107"/>
                  </a:cubicBezTo>
                  <a:cubicBezTo>
                    <a:pt x="281" y="131973"/>
                    <a:pt x="6344" y="136813"/>
                    <a:pt x="15439" y="136813"/>
                  </a:cubicBezTo>
                  <a:cubicBezTo>
                    <a:pt x="24838" y="136813"/>
                    <a:pt x="28476" y="134091"/>
                    <a:pt x="43634" y="115636"/>
                  </a:cubicBezTo>
                  <a:cubicBezTo>
                    <a:pt x="51820" y="105956"/>
                    <a:pt x="58186" y="97787"/>
                    <a:pt x="70920" y="80241"/>
                  </a:cubicBezTo>
                  <a:lnTo>
                    <a:pt x="80015" y="116544"/>
                  </a:lnTo>
                  <a:cubicBezTo>
                    <a:pt x="83956" y="131973"/>
                    <a:pt x="87897" y="136813"/>
                    <a:pt x="97599" y="136813"/>
                  </a:cubicBezTo>
                  <a:cubicBezTo>
                    <a:pt x="109119" y="136813"/>
                    <a:pt x="117001" y="129553"/>
                    <a:pt x="134585" y="102325"/>
                  </a:cubicBezTo>
                  <a:lnTo>
                    <a:pt x="130341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331AD9CC-1D79-2DE4-1005-7377B1987DCE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907802" y="7162182"/>
              <a:ext cx="101404" cy="154469"/>
            </a:xfrm>
            <a:custGeom>
              <a:avLst/>
              <a:gdLst>
                <a:gd name="connsiteX0" fmla="*/ 51884 w 101404"/>
                <a:gd name="connsiteY0" fmla="*/ 74 h 154469"/>
                <a:gd name="connsiteX1" fmla="*/ 21822 w 101404"/>
                <a:gd name="connsiteY1" fmla="*/ 11715 h 154469"/>
                <a:gd name="connsiteX2" fmla="*/ 285 w 101404"/>
                <a:gd name="connsiteY2" fmla="*/ 76189 h 154469"/>
                <a:gd name="connsiteX3" fmla="*/ 18232 w 101404"/>
                <a:gd name="connsiteY3" fmla="*/ 139320 h 154469"/>
                <a:gd name="connsiteX4" fmla="*/ 50987 w 101404"/>
                <a:gd name="connsiteY4" fmla="*/ 154544 h 154469"/>
                <a:gd name="connsiteX5" fmla="*/ 80152 w 101404"/>
                <a:gd name="connsiteY5" fmla="*/ 142902 h 154469"/>
                <a:gd name="connsiteX6" fmla="*/ 101689 w 101404"/>
                <a:gd name="connsiteY6" fmla="*/ 77532 h 154469"/>
                <a:gd name="connsiteX7" fmla="*/ 51884 w 101404"/>
                <a:gd name="connsiteY7" fmla="*/ 74 h 154469"/>
                <a:gd name="connsiteX8" fmla="*/ 51211 w 101404"/>
                <a:gd name="connsiteY8" fmla="*/ 5894 h 154469"/>
                <a:gd name="connsiteX9" fmla="*/ 80152 w 101404"/>
                <a:gd name="connsiteY9" fmla="*/ 77980 h 154469"/>
                <a:gd name="connsiteX10" fmla="*/ 50987 w 101404"/>
                <a:gd name="connsiteY10" fmla="*/ 148723 h 154469"/>
                <a:gd name="connsiteX11" fmla="*/ 21822 w 101404"/>
                <a:gd name="connsiteY11" fmla="*/ 78204 h 154469"/>
                <a:gd name="connsiteX12" fmla="*/ 51211 w 101404"/>
                <a:gd name="connsiteY12" fmla="*/ 5894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884" y="74"/>
                  </a:moveTo>
                  <a:cubicBezTo>
                    <a:pt x="39545" y="74"/>
                    <a:pt x="30123" y="3879"/>
                    <a:pt x="21822" y="11715"/>
                  </a:cubicBezTo>
                  <a:cubicBezTo>
                    <a:pt x="8810" y="24252"/>
                    <a:pt x="285" y="49997"/>
                    <a:pt x="285" y="76189"/>
                  </a:cubicBezTo>
                  <a:cubicBezTo>
                    <a:pt x="285" y="100591"/>
                    <a:pt x="7688" y="126784"/>
                    <a:pt x="18232" y="139320"/>
                  </a:cubicBezTo>
                  <a:cubicBezTo>
                    <a:pt x="26533" y="149171"/>
                    <a:pt x="37975" y="154544"/>
                    <a:pt x="50987" y="154544"/>
                  </a:cubicBezTo>
                  <a:cubicBezTo>
                    <a:pt x="62428" y="154544"/>
                    <a:pt x="72075" y="150738"/>
                    <a:pt x="80152" y="142902"/>
                  </a:cubicBezTo>
                  <a:cubicBezTo>
                    <a:pt x="93164" y="130590"/>
                    <a:pt x="101689" y="104621"/>
                    <a:pt x="101689" y="77532"/>
                  </a:cubicBezTo>
                  <a:cubicBezTo>
                    <a:pt x="101689" y="31639"/>
                    <a:pt x="81274" y="74"/>
                    <a:pt x="51884" y="74"/>
                  </a:cubicBezTo>
                  <a:close/>
                  <a:moveTo>
                    <a:pt x="51211" y="5894"/>
                  </a:moveTo>
                  <a:cubicBezTo>
                    <a:pt x="70056" y="5894"/>
                    <a:pt x="80152" y="31191"/>
                    <a:pt x="80152" y="77980"/>
                  </a:cubicBezTo>
                  <a:cubicBezTo>
                    <a:pt x="80152" y="124769"/>
                    <a:pt x="70281" y="148723"/>
                    <a:pt x="50987" y="148723"/>
                  </a:cubicBezTo>
                  <a:cubicBezTo>
                    <a:pt x="31693" y="148723"/>
                    <a:pt x="21822" y="124769"/>
                    <a:pt x="21822" y="78204"/>
                  </a:cubicBezTo>
                  <a:cubicBezTo>
                    <a:pt x="21822" y="30744"/>
                    <a:pt x="31917" y="5894"/>
                    <a:pt x="51211" y="5894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9D0B17F2-5BEF-15E5-636A-19021B32AE20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1047507" y="7040752"/>
              <a:ext cx="70335" cy="302526"/>
            </a:xfrm>
            <a:custGeom>
              <a:avLst/>
              <a:gdLst>
                <a:gd name="connsiteX0" fmla="*/ 70625 w 70335"/>
                <a:gd name="connsiteY0" fmla="*/ 151334 h 302526"/>
                <a:gd name="connsiteX1" fmla="*/ 50616 w 70335"/>
                <a:gd name="connsiteY1" fmla="*/ 56946 h 302526"/>
                <a:gd name="connsiteX2" fmla="*/ 3322 w 70335"/>
                <a:gd name="connsiteY2" fmla="*/ 71 h 302526"/>
                <a:gd name="connsiteX3" fmla="*/ 290 w 70335"/>
                <a:gd name="connsiteY3" fmla="*/ 3096 h 302526"/>
                <a:gd name="connsiteX4" fmla="*/ 6050 w 70335"/>
                <a:gd name="connsiteY4" fmla="*/ 10054 h 302526"/>
                <a:gd name="connsiteX5" fmla="*/ 53042 w 70335"/>
                <a:gd name="connsiteY5" fmla="*/ 151334 h 302526"/>
                <a:gd name="connsiteX6" fmla="*/ 4231 w 70335"/>
                <a:gd name="connsiteY6" fmla="*/ 294429 h 302526"/>
                <a:gd name="connsiteX7" fmla="*/ 290 w 70335"/>
                <a:gd name="connsiteY7" fmla="*/ 299572 h 302526"/>
                <a:gd name="connsiteX8" fmla="*/ 3322 w 70335"/>
                <a:gd name="connsiteY8" fmla="*/ 302597 h 302526"/>
                <a:gd name="connsiteX9" fmla="*/ 51526 w 70335"/>
                <a:gd name="connsiteY9" fmla="*/ 243605 h 302526"/>
                <a:gd name="connsiteX10" fmla="*/ 70625 w 703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25" y="151334"/>
                  </a:moveTo>
                  <a:cubicBezTo>
                    <a:pt x="70625" y="127737"/>
                    <a:pt x="67291" y="91131"/>
                    <a:pt x="50616" y="56946"/>
                  </a:cubicBezTo>
                  <a:cubicBezTo>
                    <a:pt x="32426" y="19735"/>
                    <a:pt x="6353" y="71"/>
                    <a:pt x="3322" y="71"/>
                  </a:cubicBezTo>
                  <a:cubicBezTo>
                    <a:pt x="1503" y="71"/>
                    <a:pt x="290" y="1281"/>
                    <a:pt x="290" y="3096"/>
                  </a:cubicBezTo>
                  <a:cubicBezTo>
                    <a:pt x="290" y="4003"/>
                    <a:pt x="290" y="4608"/>
                    <a:pt x="6050" y="10054"/>
                  </a:cubicBezTo>
                  <a:cubicBezTo>
                    <a:pt x="35761" y="40004"/>
                    <a:pt x="53042" y="88106"/>
                    <a:pt x="53042" y="151334"/>
                  </a:cubicBezTo>
                  <a:cubicBezTo>
                    <a:pt x="53042" y="203066"/>
                    <a:pt x="41824" y="256311"/>
                    <a:pt x="4231" y="294429"/>
                  </a:cubicBezTo>
                  <a:cubicBezTo>
                    <a:pt x="290" y="298059"/>
                    <a:pt x="290" y="298664"/>
                    <a:pt x="290" y="299572"/>
                  </a:cubicBezTo>
                  <a:cubicBezTo>
                    <a:pt x="290" y="301387"/>
                    <a:pt x="1503" y="302597"/>
                    <a:pt x="3322" y="302597"/>
                  </a:cubicBezTo>
                  <a:cubicBezTo>
                    <a:pt x="6353" y="302597"/>
                    <a:pt x="33639" y="282025"/>
                    <a:pt x="51526" y="243605"/>
                  </a:cubicBezTo>
                  <a:cubicBezTo>
                    <a:pt x="66987" y="210327"/>
                    <a:pt x="70625" y="176746"/>
                    <a:pt x="70625" y="151334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C05B0B3E-9A7D-0DF0-3F2D-0D2A22593495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1178308" y="7040752"/>
              <a:ext cx="70335" cy="302526"/>
            </a:xfrm>
            <a:custGeom>
              <a:avLst/>
              <a:gdLst>
                <a:gd name="connsiteX0" fmla="*/ 70629 w 70335"/>
                <a:gd name="connsiteY0" fmla="*/ 299572 h 302526"/>
                <a:gd name="connsiteX1" fmla="*/ 65476 w 70335"/>
                <a:gd name="connsiteY1" fmla="*/ 292916 h 302526"/>
                <a:gd name="connsiteX2" fmla="*/ 17878 w 70335"/>
                <a:gd name="connsiteY2" fmla="*/ 151334 h 302526"/>
                <a:gd name="connsiteX3" fmla="*/ 66688 w 70335"/>
                <a:gd name="connsiteY3" fmla="*/ 8239 h 302526"/>
                <a:gd name="connsiteX4" fmla="*/ 70629 w 70335"/>
                <a:gd name="connsiteY4" fmla="*/ 3096 h 302526"/>
                <a:gd name="connsiteX5" fmla="*/ 67598 w 70335"/>
                <a:gd name="connsiteY5" fmla="*/ 71 h 302526"/>
                <a:gd name="connsiteX6" fmla="*/ 19394 w 70335"/>
                <a:gd name="connsiteY6" fmla="*/ 59063 h 302526"/>
                <a:gd name="connsiteX7" fmla="*/ 294 w 70335"/>
                <a:gd name="connsiteY7" fmla="*/ 151334 h 302526"/>
                <a:gd name="connsiteX8" fmla="*/ 20303 w 70335"/>
                <a:gd name="connsiteY8" fmla="*/ 245722 h 302526"/>
                <a:gd name="connsiteX9" fmla="*/ 67598 w 70335"/>
                <a:gd name="connsiteY9" fmla="*/ 302597 h 302526"/>
                <a:gd name="connsiteX10" fmla="*/ 70629 w 703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29" y="299572"/>
                  </a:moveTo>
                  <a:cubicBezTo>
                    <a:pt x="70629" y="298664"/>
                    <a:pt x="70629" y="298059"/>
                    <a:pt x="65476" y="292916"/>
                  </a:cubicBezTo>
                  <a:cubicBezTo>
                    <a:pt x="27579" y="254798"/>
                    <a:pt x="17878" y="197621"/>
                    <a:pt x="17878" y="151334"/>
                  </a:cubicBezTo>
                  <a:cubicBezTo>
                    <a:pt x="17878" y="98694"/>
                    <a:pt x="29398" y="46055"/>
                    <a:pt x="66688" y="8239"/>
                  </a:cubicBezTo>
                  <a:cubicBezTo>
                    <a:pt x="70629" y="4608"/>
                    <a:pt x="70629" y="4003"/>
                    <a:pt x="70629" y="3096"/>
                  </a:cubicBezTo>
                  <a:cubicBezTo>
                    <a:pt x="70629" y="978"/>
                    <a:pt x="69417" y="71"/>
                    <a:pt x="67598" y="71"/>
                  </a:cubicBezTo>
                  <a:cubicBezTo>
                    <a:pt x="64566" y="71"/>
                    <a:pt x="37281" y="20642"/>
                    <a:pt x="19394" y="59063"/>
                  </a:cubicBezTo>
                  <a:cubicBezTo>
                    <a:pt x="3932" y="92341"/>
                    <a:pt x="294" y="125922"/>
                    <a:pt x="294" y="151334"/>
                  </a:cubicBezTo>
                  <a:cubicBezTo>
                    <a:pt x="294" y="174931"/>
                    <a:pt x="3629" y="211537"/>
                    <a:pt x="20303" y="245722"/>
                  </a:cubicBezTo>
                  <a:cubicBezTo>
                    <a:pt x="38493" y="282933"/>
                    <a:pt x="64566" y="302597"/>
                    <a:pt x="67598" y="302597"/>
                  </a:cubicBezTo>
                  <a:cubicBezTo>
                    <a:pt x="69417" y="302597"/>
                    <a:pt x="70629" y="301690"/>
                    <a:pt x="70629" y="299572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CB68AC30-0D45-DD20-6A06-41AB09FB0280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258176" y="7134232"/>
              <a:ext cx="143702" cy="136742"/>
            </a:xfrm>
            <a:custGeom>
              <a:avLst/>
              <a:gdLst>
                <a:gd name="connsiteX0" fmla="*/ 130357 w 143702"/>
                <a:gd name="connsiteY0" fmla="*/ 99905 h 136742"/>
                <a:gd name="connsiteX1" fmla="*/ 123688 w 143702"/>
                <a:gd name="connsiteY1" fmla="*/ 108073 h 136742"/>
                <a:gd name="connsiteX2" fmla="*/ 109742 w 143702"/>
                <a:gd name="connsiteY2" fmla="*/ 120174 h 136742"/>
                <a:gd name="connsiteX3" fmla="*/ 100343 w 143702"/>
                <a:gd name="connsiteY3" fmla="*/ 107771 h 136742"/>
                <a:gd name="connsiteX4" fmla="*/ 99131 w 143702"/>
                <a:gd name="connsiteY4" fmla="*/ 102628 h 136742"/>
                <a:gd name="connsiteX5" fmla="*/ 88217 w 143702"/>
                <a:gd name="connsiteY5" fmla="*/ 53618 h 136742"/>
                <a:gd name="connsiteX6" fmla="*/ 117927 w 143702"/>
                <a:gd name="connsiteY6" fmla="*/ 17013 h 136742"/>
                <a:gd name="connsiteX7" fmla="*/ 125203 w 143702"/>
                <a:gd name="connsiteY7" fmla="*/ 19433 h 136742"/>
                <a:gd name="connsiteX8" fmla="*/ 133389 w 143702"/>
                <a:gd name="connsiteY8" fmla="*/ 22156 h 136742"/>
                <a:gd name="connsiteX9" fmla="*/ 144000 w 143702"/>
                <a:gd name="connsiteY9" fmla="*/ 11265 h 136742"/>
                <a:gd name="connsiteX10" fmla="*/ 131570 w 143702"/>
                <a:gd name="connsiteY10" fmla="*/ 71 h 136742"/>
                <a:gd name="connsiteX11" fmla="*/ 85791 w 143702"/>
                <a:gd name="connsiteY11" fmla="*/ 43333 h 136742"/>
                <a:gd name="connsiteX12" fmla="*/ 82456 w 143702"/>
                <a:gd name="connsiteY12" fmla="*/ 26694 h 136742"/>
                <a:gd name="connsiteX13" fmla="*/ 66692 w 143702"/>
                <a:gd name="connsiteY13" fmla="*/ 71 h 136742"/>
                <a:gd name="connsiteX14" fmla="*/ 31221 w 143702"/>
                <a:gd name="connsiteY14" fmla="*/ 8845 h 136742"/>
                <a:gd name="connsiteX15" fmla="*/ 27886 w 143702"/>
                <a:gd name="connsiteY15" fmla="*/ 10055 h 136742"/>
                <a:gd name="connsiteX16" fmla="*/ 29098 w 143702"/>
                <a:gd name="connsiteY16" fmla="*/ 14593 h 136742"/>
                <a:gd name="connsiteX17" fmla="*/ 46076 w 143702"/>
                <a:gd name="connsiteY17" fmla="*/ 11265 h 136742"/>
                <a:gd name="connsiteX18" fmla="*/ 59719 w 143702"/>
                <a:gd name="connsiteY18" fmla="*/ 32139 h 136742"/>
                <a:gd name="connsiteX19" fmla="*/ 68511 w 143702"/>
                <a:gd name="connsiteY19" fmla="*/ 69350 h 136742"/>
                <a:gd name="connsiteX20" fmla="*/ 43651 w 143702"/>
                <a:gd name="connsiteY20" fmla="*/ 104745 h 136742"/>
                <a:gd name="connsiteX21" fmla="*/ 28189 w 143702"/>
                <a:gd name="connsiteY21" fmla="*/ 119267 h 136742"/>
                <a:gd name="connsiteX22" fmla="*/ 20306 w 143702"/>
                <a:gd name="connsiteY22" fmla="*/ 116544 h 136742"/>
                <a:gd name="connsiteX23" fmla="*/ 10605 w 143702"/>
                <a:gd name="connsiteY23" fmla="*/ 113519 h 136742"/>
                <a:gd name="connsiteX24" fmla="*/ 297 w 143702"/>
                <a:gd name="connsiteY24" fmla="*/ 124107 h 136742"/>
                <a:gd name="connsiteX25" fmla="*/ 15456 w 143702"/>
                <a:gd name="connsiteY25" fmla="*/ 136813 h 136742"/>
                <a:gd name="connsiteX26" fmla="*/ 43651 w 143702"/>
                <a:gd name="connsiteY26" fmla="*/ 115636 h 136742"/>
                <a:gd name="connsiteX27" fmla="*/ 70936 w 143702"/>
                <a:gd name="connsiteY27" fmla="*/ 80241 h 136742"/>
                <a:gd name="connsiteX28" fmla="*/ 80031 w 143702"/>
                <a:gd name="connsiteY28" fmla="*/ 116544 h 136742"/>
                <a:gd name="connsiteX29" fmla="*/ 97615 w 143702"/>
                <a:gd name="connsiteY29" fmla="*/ 136813 h 136742"/>
                <a:gd name="connsiteX30" fmla="*/ 134602 w 143702"/>
                <a:gd name="connsiteY30" fmla="*/ 102325 h 136742"/>
                <a:gd name="connsiteX31" fmla="*/ 130357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57" y="99905"/>
                  </a:moveTo>
                  <a:cubicBezTo>
                    <a:pt x="127932" y="102628"/>
                    <a:pt x="126416" y="104443"/>
                    <a:pt x="123688" y="108073"/>
                  </a:cubicBezTo>
                  <a:cubicBezTo>
                    <a:pt x="116715" y="117149"/>
                    <a:pt x="113077" y="120174"/>
                    <a:pt x="109742" y="120174"/>
                  </a:cubicBezTo>
                  <a:cubicBezTo>
                    <a:pt x="105194" y="120174"/>
                    <a:pt x="102466" y="116242"/>
                    <a:pt x="100343" y="107771"/>
                  </a:cubicBezTo>
                  <a:cubicBezTo>
                    <a:pt x="99737" y="105351"/>
                    <a:pt x="99434" y="103535"/>
                    <a:pt x="99131" y="102628"/>
                  </a:cubicBezTo>
                  <a:cubicBezTo>
                    <a:pt x="91552" y="72073"/>
                    <a:pt x="88217" y="58156"/>
                    <a:pt x="88217" y="53618"/>
                  </a:cubicBezTo>
                  <a:cubicBezTo>
                    <a:pt x="101556" y="30324"/>
                    <a:pt x="112470" y="17013"/>
                    <a:pt x="117927" y="17013"/>
                  </a:cubicBezTo>
                  <a:cubicBezTo>
                    <a:pt x="119746" y="17013"/>
                    <a:pt x="122172" y="17920"/>
                    <a:pt x="125203" y="19433"/>
                  </a:cubicBezTo>
                  <a:cubicBezTo>
                    <a:pt x="128841" y="21551"/>
                    <a:pt x="130964" y="22156"/>
                    <a:pt x="133389" y="22156"/>
                  </a:cubicBezTo>
                  <a:cubicBezTo>
                    <a:pt x="139756" y="22156"/>
                    <a:pt x="144000" y="17618"/>
                    <a:pt x="144000" y="11265"/>
                  </a:cubicBezTo>
                  <a:cubicBezTo>
                    <a:pt x="144000" y="4912"/>
                    <a:pt x="138846" y="71"/>
                    <a:pt x="131570" y="71"/>
                  </a:cubicBezTo>
                  <a:cubicBezTo>
                    <a:pt x="118231" y="71"/>
                    <a:pt x="106710" y="10962"/>
                    <a:pt x="85791" y="43333"/>
                  </a:cubicBezTo>
                  <a:lnTo>
                    <a:pt x="82456" y="26694"/>
                  </a:lnTo>
                  <a:cubicBezTo>
                    <a:pt x="78212" y="6122"/>
                    <a:pt x="74877" y="71"/>
                    <a:pt x="66692" y="71"/>
                  </a:cubicBezTo>
                  <a:cubicBezTo>
                    <a:pt x="60022" y="71"/>
                    <a:pt x="49714" y="2794"/>
                    <a:pt x="31221" y="8845"/>
                  </a:cubicBezTo>
                  <a:lnTo>
                    <a:pt x="27886" y="10055"/>
                  </a:lnTo>
                  <a:lnTo>
                    <a:pt x="29098" y="14593"/>
                  </a:lnTo>
                  <a:cubicBezTo>
                    <a:pt x="40619" y="11870"/>
                    <a:pt x="43347" y="11265"/>
                    <a:pt x="46076" y="11265"/>
                  </a:cubicBezTo>
                  <a:cubicBezTo>
                    <a:pt x="53655" y="11265"/>
                    <a:pt x="55474" y="13987"/>
                    <a:pt x="59719" y="32139"/>
                  </a:cubicBezTo>
                  <a:lnTo>
                    <a:pt x="68511" y="69350"/>
                  </a:lnTo>
                  <a:lnTo>
                    <a:pt x="43651" y="104745"/>
                  </a:lnTo>
                  <a:cubicBezTo>
                    <a:pt x="37587" y="113821"/>
                    <a:pt x="31524" y="119267"/>
                    <a:pt x="28189" y="119267"/>
                  </a:cubicBezTo>
                  <a:cubicBezTo>
                    <a:pt x="26370" y="119267"/>
                    <a:pt x="23338" y="118359"/>
                    <a:pt x="20306" y="116544"/>
                  </a:cubicBezTo>
                  <a:cubicBezTo>
                    <a:pt x="16365" y="114426"/>
                    <a:pt x="13030" y="113519"/>
                    <a:pt x="10605" y="113519"/>
                  </a:cubicBezTo>
                  <a:cubicBezTo>
                    <a:pt x="4845" y="113519"/>
                    <a:pt x="297" y="118057"/>
                    <a:pt x="297" y="124107"/>
                  </a:cubicBezTo>
                  <a:cubicBezTo>
                    <a:pt x="297" y="131973"/>
                    <a:pt x="6361" y="136813"/>
                    <a:pt x="15456" y="136813"/>
                  </a:cubicBezTo>
                  <a:cubicBezTo>
                    <a:pt x="24854" y="136813"/>
                    <a:pt x="28492" y="134091"/>
                    <a:pt x="43651" y="115636"/>
                  </a:cubicBezTo>
                  <a:cubicBezTo>
                    <a:pt x="51836" y="105956"/>
                    <a:pt x="58203" y="97787"/>
                    <a:pt x="70936" y="80241"/>
                  </a:cubicBezTo>
                  <a:lnTo>
                    <a:pt x="80031" y="116544"/>
                  </a:lnTo>
                  <a:cubicBezTo>
                    <a:pt x="83972" y="131973"/>
                    <a:pt x="87913" y="136813"/>
                    <a:pt x="97615" y="136813"/>
                  </a:cubicBezTo>
                  <a:cubicBezTo>
                    <a:pt x="109135" y="136813"/>
                    <a:pt x="117018" y="129553"/>
                    <a:pt x="134602" y="102325"/>
                  </a:cubicBezTo>
                  <a:lnTo>
                    <a:pt x="130357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668119E-A0A6-D679-DD6E-BFEC84214044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469809" y="7185964"/>
              <a:ext cx="185237" cy="12101"/>
            </a:xfrm>
            <a:custGeom>
              <a:avLst/>
              <a:gdLst>
                <a:gd name="connsiteX0" fmla="*/ 174929 w 185237"/>
                <a:gd name="connsiteY0" fmla="*/ 12172 h 12101"/>
                <a:gd name="connsiteX1" fmla="*/ 185540 w 185237"/>
                <a:gd name="connsiteY1" fmla="*/ 6122 h 12101"/>
                <a:gd name="connsiteX2" fmla="*/ 174929 w 185237"/>
                <a:gd name="connsiteY2" fmla="*/ 71 h 12101"/>
                <a:gd name="connsiteX3" fmla="*/ 10914 w 185237"/>
                <a:gd name="connsiteY3" fmla="*/ 71 h 12101"/>
                <a:gd name="connsiteX4" fmla="*/ 303 w 185237"/>
                <a:gd name="connsiteY4" fmla="*/ 6122 h 12101"/>
                <a:gd name="connsiteX5" fmla="*/ 10914 w 185237"/>
                <a:gd name="connsiteY5" fmla="*/ 12172 h 12101"/>
                <a:gd name="connsiteX6" fmla="*/ 174929 w 18523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929" y="12172"/>
                  </a:moveTo>
                  <a:cubicBezTo>
                    <a:pt x="180083" y="12172"/>
                    <a:pt x="185540" y="12172"/>
                    <a:pt x="185540" y="6122"/>
                  </a:cubicBezTo>
                  <a:cubicBezTo>
                    <a:pt x="185540" y="71"/>
                    <a:pt x="180083" y="71"/>
                    <a:pt x="174929" y="71"/>
                  </a:cubicBezTo>
                  <a:lnTo>
                    <a:pt x="10914" y="71"/>
                  </a:lnTo>
                  <a:cubicBezTo>
                    <a:pt x="5760" y="71"/>
                    <a:pt x="303" y="71"/>
                    <a:pt x="303" y="6122"/>
                  </a:cubicBezTo>
                  <a:cubicBezTo>
                    <a:pt x="303" y="12172"/>
                    <a:pt x="5760" y="12172"/>
                    <a:pt x="10914" y="12172"/>
                  </a:cubicBezTo>
                  <a:lnTo>
                    <a:pt x="174929" y="12172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97171E20-2196-7FDE-15F4-B600D775EBD3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715168" y="7134232"/>
              <a:ext cx="143702" cy="136742"/>
            </a:xfrm>
            <a:custGeom>
              <a:avLst/>
              <a:gdLst>
                <a:gd name="connsiteX0" fmla="*/ 130372 w 143702"/>
                <a:gd name="connsiteY0" fmla="*/ 99905 h 136742"/>
                <a:gd name="connsiteX1" fmla="*/ 123703 w 143702"/>
                <a:gd name="connsiteY1" fmla="*/ 108073 h 136742"/>
                <a:gd name="connsiteX2" fmla="*/ 109757 w 143702"/>
                <a:gd name="connsiteY2" fmla="*/ 120174 h 136742"/>
                <a:gd name="connsiteX3" fmla="*/ 100358 w 143702"/>
                <a:gd name="connsiteY3" fmla="*/ 107771 h 136742"/>
                <a:gd name="connsiteX4" fmla="*/ 99146 w 143702"/>
                <a:gd name="connsiteY4" fmla="*/ 102628 h 136742"/>
                <a:gd name="connsiteX5" fmla="*/ 88232 w 143702"/>
                <a:gd name="connsiteY5" fmla="*/ 53618 h 136742"/>
                <a:gd name="connsiteX6" fmla="*/ 117942 w 143702"/>
                <a:gd name="connsiteY6" fmla="*/ 17013 h 136742"/>
                <a:gd name="connsiteX7" fmla="*/ 125218 w 143702"/>
                <a:gd name="connsiteY7" fmla="*/ 19433 h 136742"/>
                <a:gd name="connsiteX8" fmla="*/ 133404 w 143702"/>
                <a:gd name="connsiteY8" fmla="*/ 22156 h 136742"/>
                <a:gd name="connsiteX9" fmla="*/ 144015 w 143702"/>
                <a:gd name="connsiteY9" fmla="*/ 11265 h 136742"/>
                <a:gd name="connsiteX10" fmla="*/ 131585 w 143702"/>
                <a:gd name="connsiteY10" fmla="*/ 71 h 136742"/>
                <a:gd name="connsiteX11" fmla="*/ 85806 w 143702"/>
                <a:gd name="connsiteY11" fmla="*/ 43333 h 136742"/>
                <a:gd name="connsiteX12" fmla="*/ 82471 w 143702"/>
                <a:gd name="connsiteY12" fmla="*/ 26694 h 136742"/>
                <a:gd name="connsiteX13" fmla="*/ 66707 w 143702"/>
                <a:gd name="connsiteY13" fmla="*/ 71 h 136742"/>
                <a:gd name="connsiteX14" fmla="*/ 31236 w 143702"/>
                <a:gd name="connsiteY14" fmla="*/ 8845 h 136742"/>
                <a:gd name="connsiteX15" fmla="*/ 27901 w 143702"/>
                <a:gd name="connsiteY15" fmla="*/ 10055 h 136742"/>
                <a:gd name="connsiteX16" fmla="*/ 29113 w 143702"/>
                <a:gd name="connsiteY16" fmla="*/ 14593 h 136742"/>
                <a:gd name="connsiteX17" fmla="*/ 46091 w 143702"/>
                <a:gd name="connsiteY17" fmla="*/ 11265 h 136742"/>
                <a:gd name="connsiteX18" fmla="*/ 59734 w 143702"/>
                <a:gd name="connsiteY18" fmla="*/ 32139 h 136742"/>
                <a:gd name="connsiteX19" fmla="*/ 68526 w 143702"/>
                <a:gd name="connsiteY19" fmla="*/ 69350 h 136742"/>
                <a:gd name="connsiteX20" fmla="*/ 43666 w 143702"/>
                <a:gd name="connsiteY20" fmla="*/ 104745 h 136742"/>
                <a:gd name="connsiteX21" fmla="*/ 28204 w 143702"/>
                <a:gd name="connsiteY21" fmla="*/ 119267 h 136742"/>
                <a:gd name="connsiteX22" fmla="*/ 20321 w 143702"/>
                <a:gd name="connsiteY22" fmla="*/ 116544 h 136742"/>
                <a:gd name="connsiteX23" fmla="*/ 10620 w 143702"/>
                <a:gd name="connsiteY23" fmla="*/ 113519 h 136742"/>
                <a:gd name="connsiteX24" fmla="*/ 312 w 143702"/>
                <a:gd name="connsiteY24" fmla="*/ 124107 h 136742"/>
                <a:gd name="connsiteX25" fmla="*/ 15471 w 143702"/>
                <a:gd name="connsiteY25" fmla="*/ 136813 h 136742"/>
                <a:gd name="connsiteX26" fmla="*/ 43666 w 143702"/>
                <a:gd name="connsiteY26" fmla="*/ 115636 h 136742"/>
                <a:gd name="connsiteX27" fmla="*/ 70951 w 143702"/>
                <a:gd name="connsiteY27" fmla="*/ 80241 h 136742"/>
                <a:gd name="connsiteX28" fmla="*/ 80046 w 143702"/>
                <a:gd name="connsiteY28" fmla="*/ 116544 h 136742"/>
                <a:gd name="connsiteX29" fmla="*/ 97630 w 143702"/>
                <a:gd name="connsiteY29" fmla="*/ 136813 h 136742"/>
                <a:gd name="connsiteX30" fmla="*/ 134617 w 143702"/>
                <a:gd name="connsiteY30" fmla="*/ 102325 h 136742"/>
                <a:gd name="connsiteX31" fmla="*/ 130372 w 143702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72" y="99905"/>
                  </a:moveTo>
                  <a:cubicBezTo>
                    <a:pt x="127947" y="102628"/>
                    <a:pt x="126431" y="104443"/>
                    <a:pt x="123703" y="108073"/>
                  </a:cubicBezTo>
                  <a:cubicBezTo>
                    <a:pt x="116730" y="117149"/>
                    <a:pt x="113092" y="120174"/>
                    <a:pt x="109757" y="120174"/>
                  </a:cubicBezTo>
                  <a:cubicBezTo>
                    <a:pt x="105209" y="120174"/>
                    <a:pt x="102481" y="116242"/>
                    <a:pt x="100358" y="107771"/>
                  </a:cubicBezTo>
                  <a:cubicBezTo>
                    <a:pt x="99752" y="105351"/>
                    <a:pt x="99449" y="103535"/>
                    <a:pt x="99146" y="102628"/>
                  </a:cubicBezTo>
                  <a:cubicBezTo>
                    <a:pt x="91566" y="72073"/>
                    <a:pt x="88232" y="58156"/>
                    <a:pt x="88232" y="53618"/>
                  </a:cubicBezTo>
                  <a:cubicBezTo>
                    <a:pt x="101571" y="30324"/>
                    <a:pt x="112485" y="17013"/>
                    <a:pt x="117942" y="17013"/>
                  </a:cubicBezTo>
                  <a:cubicBezTo>
                    <a:pt x="119761" y="17013"/>
                    <a:pt x="122187" y="17920"/>
                    <a:pt x="125218" y="19433"/>
                  </a:cubicBezTo>
                  <a:cubicBezTo>
                    <a:pt x="128856" y="21551"/>
                    <a:pt x="130979" y="22156"/>
                    <a:pt x="133404" y="22156"/>
                  </a:cubicBezTo>
                  <a:cubicBezTo>
                    <a:pt x="139771" y="22156"/>
                    <a:pt x="144015" y="17618"/>
                    <a:pt x="144015" y="11265"/>
                  </a:cubicBezTo>
                  <a:cubicBezTo>
                    <a:pt x="144015" y="4912"/>
                    <a:pt x="138861" y="71"/>
                    <a:pt x="131585" y="71"/>
                  </a:cubicBezTo>
                  <a:cubicBezTo>
                    <a:pt x="118245" y="71"/>
                    <a:pt x="106725" y="10962"/>
                    <a:pt x="85806" y="43333"/>
                  </a:cubicBezTo>
                  <a:lnTo>
                    <a:pt x="82471" y="26694"/>
                  </a:lnTo>
                  <a:cubicBezTo>
                    <a:pt x="78227" y="6122"/>
                    <a:pt x="74892" y="71"/>
                    <a:pt x="66707" y="71"/>
                  </a:cubicBezTo>
                  <a:cubicBezTo>
                    <a:pt x="60037" y="71"/>
                    <a:pt x="49729" y="2794"/>
                    <a:pt x="31236" y="8845"/>
                  </a:cubicBezTo>
                  <a:lnTo>
                    <a:pt x="27901" y="10055"/>
                  </a:lnTo>
                  <a:lnTo>
                    <a:pt x="29113" y="14593"/>
                  </a:lnTo>
                  <a:cubicBezTo>
                    <a:pt x="40634" y="11870"/>
                    <a:pt x="43362" y="11265"/>
                    <a:pt x="46091" y="11265"/>
                  </a:cubicBezTo>
                  <a:cubicBezTo>
                    <a:pt x="53670" y="11265"/>
                    <a:pt x="55489" y="13987"/>
                    <a:pt x="59734" y="32139"/>
                  </a:cubicBezTo>
                  <a:lnTo>
                    <a:pt x="68526" y="69350"/>
                  </a:lnTo>
                  <a:lnTo>
                    <a:pt x="43666" y="104745"/>
                  </a:lnTo>
                  <a:cubicBezTo>
                    <a:pt x="37602" y="113821"/>
                    <a:pt x="31539" y="119267"/>
                    <a:pt x="28204" y="119267"/>
                  </a:cubicBezTo>
                  <a:cubicBezTo>
                    <a:pt x="26385" y="119267"/>
                    <a:pt x="23353" y="118359"/>
                    <a:pt x="20321" y="116544"/>
                  </a:cubicBezTo>
                  <a:cubicBezTo>
                    <a:pt x="16380" y="114426"/>
                    <a:pt x="13045" y="113519"/>
                    <a:pt x="10620" y="113519"/>
                  </a:cubicBezTo>
                  <a:cubicBezTo>
                    <a:pt x="4860" y="113519"/>
                    <a:pt x="312" y="118057"/>
                    <a:pt x="312" y="124107"/>
                  </a:cubicBezTo>
                  <a:cubicBezTo>
                    <a:pt x="312" y="131973"/>
                    <a:pt x="6376" y="136813"/>
                    <a:pt x="15471" y="136813"/>
                  </a:cubicBezTo>
                  <a:cubicBezTo>
                    <a:pt x="24869" y="136813"/>
                    <a:pt x="28507" y="134091"/>
                    <a:pt x="43666" y="115636"/>
                  </a:cubicBezTo>
                  <a:cubicBezTo>
                    <a:pt x="51851" y="105956"/>
                    <a:pt x="58218" y="97787"/>
                    <a:pt x="70951" y="80241"/>
                  </a:cubicBezTo>
                  <a:lnTo>
                    <a:pt x="80046" y="116544"/>
                  </a:lnTo>
                  <a:cubicBezTo>
                    <a:pt x="83987" y="131973"/>
                    <a:pt x="87928" y="136813"/>
                    <a:pt x="97630" y="136813"/>
                  </a:cubicBezTo>
                  <a:cubicBezTo>
                    <a:pt x="109150" y="136813"/>
                    <a:pt x="117033" y="129553"/>
                    <a:pt x="134617" y="102325"/>
                  </a:cubicBezTo>
                  <a:lnTo>
                    <a:pt x="130372" y="9990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21574147-53F0-2E9F-9F77-EBE670CEABE4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865195" y="7162182"/>
              <a:ext cx="99833" cy="151335"/>
            </a:xfrm>
            <a:custGeom>
              <a:avLst/>
              <a:gdLst>
                <a:gd name="connsiteX0" fmla="*/ 100150 w 99833"/>
                <a:gd name="connsiteY0" fmla="*/ 120739 h 151335"/>
                <a:gd name="connsiteX1" fmla="*/ 97233 w 99833"/>
                <a:gd name="connsiteY1" fmla="*/ 119620 h 151335"/>
                <a:gd name="connsiteX2" fmla="*/ 75920 w 99833"/>
                <a:gd name="connsiteY2" fmla="*/ 134395 h 151335"/>
                <a:gd name="connsiteX3" fmla="*/ 22302 w 99833"/>
                <a:gd name="connsiteY3" fmla="*/ 134395 h 151335"/>
                <a:gd name="connsiteX4" fmla="*/ 59992 w 99833"/>
                <a:gd name="connsiteY4" fmla="*/ 94994 h 151335"/>
                <a:gd name="connsiteX5" fmla="*/ 88708 w 99833"/>
                <a:gd name="connsiteY5" fmla="*/ 39699 h 151335"/>
                <a:gd name="connsiteX6" fmla="*/ 47204 w 99833"/>
                <a:gd name="connsiteY6" fmla="*/ 74 h 151335"/>
                <a:gd name="connsiteX7" fmla="*/ 14898 w 99833"/>
                <a:gd name="connsiteY7" fmla="*/ 13954 h 151335"/>
                <a:gd name="connsiteX8" fmla="*/ 540 w 99833"/>
                <a:gd name="connsiteY8" fmla="*/ 44624 h 151335"/>
                <a:gd name="connsiteX9" fmla="*/ 5252 w 99833"/>
                <a:gd name="connsiteY9" fmla="*/ 45743 h 151335"/>
                <a:gd name="connsiteX10" fmla="*/ 37782 w 99833"/>
                <a:gd name="connsiteY10" fmla="*/ 16640 h 151335"/>
                <a:gd name="connsiteX11" fmla="*/ 69414 w 99833"/>
                <a:gd name="connsiteY11" fmla="*/ 48206 h 151335"/>
                <a:gd name="connsiteX12" fmla="*/ 40249 w 99833"/>
                <a:gd name="connsiteY12" fmla="*/ 106412 h 151335"/>
                <a:gd name="connsiteX13" fmla="*/ 316 w 99833"/>
                <a:gd name="connsiteY13" fmla="*/ 148723 h 151335"/>
                <a:gd name="connsiteX14" fmla="*/ 316 w 99833"/>
                <a:gd name="connsiteY14" fmla="*/ 151409 h 151335"/>
                <a:gd name="connsiteX15" fmla="*/ 87811 w 99833"/>
                <a:gd name="connsiteY15" fmla="*/ 151409 h 151335"/>
                <a:gd name="connsiteX16" fmla="*/ 100150 w 99833"/>
                <a:gd name="connsiteY16" fmla="*/ 120739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100150" y="120739"/>
                  </a:moveTo>
                  <a:lnTo>
                    <a:pt x="97233" y="119620"/>
                  </a:lnTo>
                  <a:cubicBezTo>
                    <a:pt x="88933" y="132381"/>
                    <a:pt x="86016" y="134395"/>
                    <a:pt x="75920" y="134395"/>
                  </a:cubicBezTo>
                  <a:lnTo>
                    <a:pt x="22302" y="134395"/>
                  </a:lnTo>
                  <a:lnTo>
                    <a:pt x="59992" y="94994"/>
                  </a:lnTo>
                  <a:cubicBezTo>
                    <a:pt x="79959" y="74174"/>
                    <a:pt x="88708" y="57160"/>
                    <a:pt x="88708" y="39699"/>
                  </a:cubicBezTo>
                  <a:cubicBezTo>
                    <a:pt x="88708" y="17312"/>
                    <a:pt x="70536" y="74"/>
                    <a:pt x="47204" y="74"/>
                  </a:cubicBezTo>
                  <a:cubicBezTo>
                    <a:pt x="34865" y="74"/>
                    <a:pt x="23199" y="4999"/>
                    <a:pt x="14898" y="13954"/>
                  </a:cubicBezTo>
                  <a:cubicBezTo>
                    <a:pt x="7719" y="21565"/>
                    <a:pt x="4354" y="28729"/>
                    <a:pt x="540" y="44624"/>
                  </a:cubicBezTo>
                  <a:lnTo>
                    <a:pt x="5252" y="45743"/>
                  </a:lnTo>
                  <a:cubicBezTo>
                    <a:pt x="14225" y="23804"/>
                    <a:pt x="22302" y="16640"/>
                    <a:pt x="37782" y="16640"/>
                  </a:cubicBezTo>
                  <a:cubicBezTo>
                    <a:pt x="56627" y="16640"/>
                    <a:pt x="69414" y="29401"/>
                    <a:pt x="69414" y="48206"/>
                  </a:cubicBezTo>
                  <a:cubicBezTo>
                    <a:pt x="69414" y="65667"/>
                    <a:pt x="59095" y="86487"/>
                    <a:pt x="40249" y="106412"/>
                  </a:cubicBezTo>
                  <a:lnTo>
                    <a:pt x="316" y="148723"/>
                  </a:lnTo>
                  <a:lnTo>
                    <a:pt x="316" y="151409"/>
                  </a:lnTo>
                  <a:lnTo>
                    <a:pt x="87811" y="151409"/>
                  </a:lnTo>
                  <a:lnTo>
                    <a:pt x="100150" y="12073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EE25C106-77F8-5A26-8A1B-D6B28D4B21FC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2003554" y="7040752"/>
              <a:ext cx="70335" cy="302526"/>
            </a:xfrm>
            <a:custGeom>
              <a:avLst/>
              <a:gdLst>
                <a:gd name="connsiteX0" fmla="*/ 70657 w 70335"/>
                <a:gd name="connsiteY0" fmla="*/ 151334 h 302526"/>
                <a:gd name="connsiteX1" fmla="*/ 50647 w 70335"/>
                <a:gd name="connsiteY1" fmla="*/ 56946 h 302526"/>
                <a:gd name="connsiteX2" fmla="*/ 3353 w 70335"/>
                <a:gd name="connsiteY2" fmla="*/ 71 h 302526"/>
                <a:gd name="connsiteX3" fmla="*/ 321 w 70335"/>
                <a:gd name="connsiteY3" fmla="*/ 3096 h 302526"/>
                <a:gd name="connsiteX4" fmla="*/ 6081 w 70335"/>
                <a:gd name="connsiteY4" fmla="*/ 10054 h 302526"/>
                <a:gd name="connsiteX5" fmla="*/ 53073 w 70335"/>
                <a:gd name="connsiteY5" fmla="*/ 151334 h 302526"/>
                <a:gd name="connsiteX6" fmla="*/ 4262 w 70335"/>
                <a:gd name="connsiteY6" fmla="*/ 294429 h 302526"/>
                <a:gd name="connsiteX7" fmla="*/ 321 w 70335"/>
                <a:gd name="connsiteY7" fmla="*/ 299572 h 302526"/>
                <a:gd name="connsiteX8" fmla="*/ 3353 w 70335"/>
                <a:gd name="connsiteY8" fmla="*/ 302597 h 302526"/>
                <a:gd name="connsiteX9" fmla="*/ 51557 w 70335"/>
                <a:gd name="connsiteY9" fmla="*/ 243605 h 302526"/>
                <a:gd name="connsiteX10" fmla="*/ 70657 w 703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57" y="151334"/>
                  </a:moveTo>
                  <a:cubicBezTo>
                    <a:pt x="70657" y="127737"/>
                    <a:pt x="67322" y="91131"/>
                    <a:pt x="50647" y="56946"/>
                  </a:cubicBezTo>
                  <a:cubicBezTo>
                    <a:pt x="32457" y="19735"/>
                    <a:pt x="6385" y="71"/>
                    <a:pt x="3353" y="71"/>
                  </a:cubicBezTo>
                  <a:cubicBezTo>
                    <a:pt x="1534" y="71"/>
                    <a:pt x="321" y="1281"/>
                    <a:pt x="321" y="3096"/>
                  </a:cubicBezTo>
                  <a:cubicBezTo>
                    <a:pt x="321" y="4003"/>
                    <a:pt x="321" y="4608"/>
                    <a:pt x="6081" y="10054"/>
                  </a:cubicBezTo>
                  <a:cubicBezTo>
                    <a:pt x="35792" y="40004"/>
                    <a:pt x="53073" y="88106"/>
                    <a:pt x="53073" y="151334"/>
                  </a:cubicBezTo>
                  <a:cubicBezTo>
                    <a:pt x="53073" y="203066"/>
                    <a:pt x="41856" y="256311"/>
                    <a:pt x="4262" y="294429"/>
                  </a:cubicBezTo>
                  <a:cubicBezTo>
                    <a:pt x="321" y="298059"/>
                    <a:pt x="321" y="298664"/>
                    <a:pt x="321" y="299572"/>
                  </a:cubicBezTo>
                  <a:cubicBezTo>
                    <a:pt x="321" y="301387"/>
                    <a:pt x="1534" y="302597"/>
                    <a:pt x="3353" y="302597"/>
                  </a:cubicBezTo>
                  <a:cubicBezTo>
                    <a:pt x="6385" y="302597"/>
                    <a:pt x="33670" y="282025"/>
                    <a:pt x="51557" y="243605"/>
                  </a:cubicBezTo>
                  <a:cubicBezTo>
                    <a:pt x="67019" y="210327"/>
                    <a:pt x="70657" y="176746"/>
                    <a:pt x="70657" y="151334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67EF2BA2-0DE9-5CE1-E85B-6E6A1FA0175D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065348" y="7391235"/>
              <a:ext cx="2165890" cy="12143"/>
            </a:xfrm>
            <a:custGeom>
              <a:avLst/>
              <a:gdLst>
                <a:gd name="connsiteX0" fmla="*/ 0 w 2165890"/>
                <a:gd name="connsiteY0" fmla="*/ 0 h 12143"/>
                <a:gd name="connsiteX1" fmla="*/ 2165891 w 2165890"/>
                <a:gd name="connsiteY1" fmla="*/ 0 h 12143"/>
                <a:gd name="connsiteX2" fmla="*/ 2165891 w 2165890"/>
                <a:gd name="connsiteY2" fmla="*/ 12144 h 12143"/>
                <a:gd name="connsiteX3" fmla="*/ 0 w 2165890"/>
                <a:gd name="connsiteY3" fmla="*/ 12144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5890" h="12143">
                  <a:moveTo>
                    <a:pt x="0" y="0"/>
                  </a:moveTo>
                  <a:lnTo>
                    <a:pt x="2165891" y="0"/>
                  </a:lnTo>
                  <a:lnTo>
                    <a:pt x="2165891" y="12144"/>
                  </a:lnTo>
                  <a:lnTo>
                    <a:pt x="0" y="12144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E6535673-98E7-5741-5DD7-4B36AEBE2933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095362" y="7454638"/>
              <a:ext cx="70335" cy="302526"/>
            </a:xfrm>
            <a:custGeom>
              <a:avLst/>
              <a:gdLst>
                <a:gd name="connsiteX0" fmla="*/ 70594 w 70335"/>
                <a:gd name="connsiteY0" fmla="*/ 299586 h 302526"/>
                <a:gd name="connsiteX1" fmla="*/ 65440 w 70335"/>
                <a:gd name="connsiteY1" fmla="*/ 292930 h 302526"/>
                <a:gd name="connsiteX2" fmla="*/ 17842 w 70335"/>
                <a:gd name="connsiteY2" fmla="*/ 151348 h 302526"/>
                <a:gd name="connsiteX3" fmla="*/ 66653 w 70335"/>
                <a:gd name="connsiteY3" fmla="*/ 8252 h 302526"/>
                <a:gd name="connsiteX4" fmla="*/ 70594 w 70335"/>
                <a:gd name="connsiteY4" fmla="*/ 3109 h 302526"/>
                <a:gd name="connsiteX5" fmla="*/ 67562 w 70335"/>
                <a:gd name="connsiteY5" fmla="*/ 84 h 302526"/>
                <a:gd name="connsiteX6" fmla="*/ 19358 w 70335"/>
                <a:gd name="connsiteY6" fmla="*/ 59077 h 302526"/>
                <a:gd name="connsiteX7" fmla="*/ 258 w 70335"/>
                <a:gd name="connsiteY7" fmla="*/ 151348 h 302526"/>
                <a:gd name="connsiteX8" fmla="*/ 20268 w 70335"/>
                <a:gd name="connsiteY8" fmla="*/ 245736 h 302526"/>
                <a:gd name="connsiteX9" fmla="*/ 67562 w 70335"/>
                <a:gd name="connsiteY9" fmla="*/ 302611 h 302526"/>
                <a:gd name="connsiteX10" fmla="*/ 70594 w 703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94" y="299586"/>
                  </a:moveTo>
                  <a:cubicBezTo>
                    <a:pt x="70594" y="298678"/>
                    <a:pt x="70594" y="298073"/>
                    <a:pt x="65440" y="292930"/>
                  </a:cubicBezTo>
                  <a:cubicBezTo>
                    <a:pt x="27544" y="254812"/>
                    <a:pt x="17842" y="197634"/>
                    <a:pt x="17842" y="151348"/>
                  </a:cubicBezTo>
                  <a:cubicBezTo>
                    <a:pt x="17842" y="98708"/>
                    <a:pt x="29363" y="46068"/>
                    <a:pt x="66653" y="8252"/>
                  </a:cubicBezTo>
                  <a:cubicBezTo>
                    <a:pt x="70594" y="4622"/>
                    <a:pt x="70594" y="4017"/>
                    <a:pt x="70594" y="3109"/>
                  </a:cubicBezTo>
                  <a:cubicBezTo>
                    <a:pt x="70594" y="992"/>
                    <a:pt x="69381" y="84"/>
                    <a:pt x="67562" y="84"/>
                  </a:cubicBezTo>
                  <a:cubicBezTo>
                    <a:pt x="64531" y="84"/>
                    <a:pt x="37245" y="20656"/>
                    <a:pt x="19358" y="59077"/>
                  </a:cubicBezTo>
                  <a:cubicBezTo>
                    <a:pt x="3896" y="92355"/>
                    <a:pt x="258" y="125935"/>
                    <a:pt x="258" y="151348"/>
                  </a:cubicBezTo>
                  <a:cubicBezTo>
                    <a:pt x="258" y="174945"/>
                    <a:pt x="3593" y="211550"/>
                    <a:pt x="20268" y="245736"/>
                  </a:cubicBezTo>
                  <a:cubicBezTo>
                    <a:pt x="38458" y="282947"/>
                    <a:pt x="64531" y="302611"/>
                    <a:pt x="67562" y="302611"/>
                  </a:cubicBezTo>
                  <a:cubicBezTo>
                    <a:pt x="69381" y="302611"/>
                    <a:pt x="70594" y="301703"/>
                    <a:pt x="70594" y="299586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77E6BBE0-EB4E-6F43-1F9C-16964EEA72D1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175230" y="7548119"/>
              <a:ext cx="143702" cy="136742"/>
            </a:xfrm>
            <a:custGeom>
              <a:avLst/>
              <a:gdLst>
                <a:gd name="connsiteX0" fmla="*/ 130322 w 143702"/>
                <a:gd name="connsiteY0" fmla="*/ 99919 h 136742"/>
                <a:gd name="connsiteX1" fmla="*/ 123652 w 143702"/>
                <a:gd name="connsiteY1" fmla="*/ 108087 h 136742"/>
                <a:gd name="connsiteX2" fmla="*/ 109706 w 143702"/>
                <a:gd name="connsiteY2" fmla="*/ 120188 h 136742"/>
                <a:gd name="connsiteX3" fmla="*/ 100308 w 143702"/>
                <a:gd name="connsiteY3" fmla="*/ 107784 h 136742"/>
                <a:gd name="connsiteX4" fmla="*/ 99095 w 143702"/>
                <a:gd name="connsiteY4" fmla="*/ 102641 h 136742"/>
                <a:gd name="connsiteX5" fmla="*/ 88181 w 143702"/>
                <a:gd name="connsiteY5" fmla="*/ 53632 h 136742"/>
                <a:gd name="connsiteX6" fmla="*/ 117892 w 143702"/>
                <a:gd name="connsiteY6" fmla="*/ 17026 h 136742"/>
                <a:gd name="connsiteX7" fmla="*/ 125168 w 143702"/>
                <a:gd name="connsiteY7" fmla="*/ 19447 h 136742"/>
                <a:gd name="connsiteX8" fmla="*/ 133354 w 143702"/>
                <a:gd name="connsiteY8" fmla="*/ 22169 h 136742"/>
                <a:gd name="connsiteX9" fmla="*/ 143965 w 143702"/>
                <a:gd name="connsiteY9" fmla="*/ 11278 h 136742"/>
                <a:gd name="connsiteX10" fmla="*/ 131535 w 143702"/>
                <a:gd name="connsiteY10" fmla="*/ 85 h 136742"/>
                <a:gd name="connsiteX11" fmla="*/ 85756 w 143702"/>
                <a:gd name="connsiteY11" fmla="*/ 43346 h 136742"/>
                <a:gd name="connsiteX12" fmla="*/ 82421 w 143702"/>
                <a:gd name="connsiteY12" fmla="*/ 26707 h 136742"/>
                <a:gd name="connsiteX13" fmla="*/ 66656 w 143702"/>
                <a:gd name="connsiteY13" fmla="*/ 85 h 136742"/>
                <a:gd name="connsiteX14" fmla="*/ 31185 w 143702"/>
                <a:gd name="connsiteY14" fmla="*/ 8858 h 136742"/>
                <a:gd name="connsiteX15" fmla="*/ 27850 w 143702"/>
                <a:gd name="connsiteY15" fmla="*/ 10068 h 136742"/>
                <a:gd name="connsiteX16" fmla="*/ 29063 w 143702"/>
                <a:gd name="connsiteY16" fmla="*/ 14606 h 136742"/>
                <a:gd name="connsiteX17" fmla="*/ 46040 w 143702"/>
                <a:gd name="connsiteY17" fmla="*/ 11278 h 136742"/>
                <a:gd name="connsiteX18" fmla="*/ 59683 w 143702"/>
                <a:gd name="connsiteY18" fmla="*/ 32153 h 136742"/>
                <a:gd name="connsiteX19" fmla="*/ 68475 w 143702"/>
                <a:gd name="connsiteY19" fmla="*/ 69363 h 136742"/>
                <a:gd name="connsiteX20" fmla="*/ 43615 w 143702"/>
                <a:gd name="connsiteY20" fmla="*/ 104759 h 136742"/>
                <a:gd name="connsiteX21" fmla="*/ 28153 w 143702"/>
                <a:gd name="connsiteY21" fmla="*/ 119280 h 136742"/>
                <a:gd name="connsiteX22" fmla="*/ 20271 w 143702"/>
                <a:gd name="connsiteY22" fmla="*/ 116558 h 136742"/>
                <a:gd name="connsiteX23" fmla="*/ 10570 w 143702"/>
                <a:gd name="connsiteY23" fmla="*/ 113532 h 136742"/>
                <a:gd name="connsiteX24" fmla="*/ 262 w 143702"/>
                <a:gd name="connsiteY24" fmla="*/ 124121 h 136742"/>
                <a:gd name="connsiteX25" fmla="*/ 15420 w 143702"/>
                <a:gd name="connsiteY25" fmla="*/ 136827 h 136742"/>
                <a:gd name="connsiteX26" fmla="*/ 43615 w 143702"/>
                <a:gd name="connsiteY26" fmla="*/ 115650 h 136742"/>
                <a:gd name="connsiteX27" fmla="*/ 70900 w 143702"/>
                <a:gd name="connsiteY27" fmla="*/ 80254 h 136742"/>
                <a:gd name="connsiteX28" fmla="*/ 79996 w 143702"/>
                <a:gd name="connsiteY28" fmla="*/ 116558 h 136742"/>
                <a:gd name="connsiteX29" fmla="*/ 97579 w 143702"/>
                <a:gd name="connsiteY29" fmla="*/ 136827 h 136742"/>
                <a:gd name="connsiteX30" fmla="*/ 134566 w 143702"/>
                <a:gd name="connsiteY30" fmla="*/ 102339 h 136742"/>
                <a:gd name="connsiteX31" fmla="*/ 130322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22" y="99919"/>
                  </a:moveTo>
                  <a:cubicBezTo>
                    <a:pt x="127896" y="102641"/>
                    <a:pt x="126381" y="104457"/>
                    <a:pt x="123652" y="108087"/>
                  </a:cubicBezTo>
                  <a:cubicBezTo>
                    <a:pt x="116679" y="117163"/>
                    <a:pt x="113041" y="120188"/>
                    <a:pt x="109706" y="120188"/>
                  </a:cubicBezTo>
                  <a:cubicBezTo>
                    <a:pt x="105159" y="120188"/>
                    <a:pt x="102430" y="116255"/>
                    <a:pt x="100308" y="107784"/>
                  </a:cubicBezTo>
                  <a:cubicBezTo>
                    <a:pt x="99702" y="105364"/>
                    <a:pt x="99398" y="103549"/>
                    <a:pt x="99095" y="102641"/>
                  </a:cubicBezTo>
                  <a:cubicBezTo>
                    <a:pt x="91516" y="72086"/>
                    <a:pt x="88181" y="58170"/>
                    <a:pt x="88181" y="53632"/>
                  </a:cubicBezTo>
                  <a:cubicBezTo>
                    <a:pt x="101521" y="30337"/>
                    <a:pt x="112435" y="17026"/>
                    <a:pt x="117892" y="17026"/>
                  </a:cubicBezTo>
                  <a:cubicBezTo>
                    <a:pt x="119711" y="17026"/>
                    <a:pt x="122136" y="17934"/>
                    <a:pt x="125168" y="19447"/>
                  </a:cubicBezTo>
                  <a:cubicBezTo>
                    <a:pt x="128806" y="21564"/>
                    <a:pt x="130928" y="22169"/>
                    <a:pt x="133354" y="22169"/>
                  </a:cubicBezTo>
                  <a:cubicBezTo>
                    <a:pt x="139720" y="22169"/>
                    <a:pt x="143965" y="17631"/>
                    <a:pt x="143965" y="11278"/>
                  </a:cubicBezTo>
                  <a:cubicBezTo>
                    <a:pt x="143965" y="4925"/>
                    <a:pt x="138811" y="85"/>
                    <a:pt x="131535" y="85"/>
                  </a:cubicBezTo>
                  <a:cubicBezTo>
                    <a:pt x="118195" y="85"/>
                    <a:pt x="106675" y="10976"/>
                    <a:pt x="85756" y="43346"/>
                  </a:cubicBezTo>
                  <a:lnTo>
                    <a:pt x="82421" y="26707"/>
                  </a:lnTo>
                  <a:cubicBezTo>
                    <a:pt x="78177" y="6135"/>
                    <a:pt x="74842" y="85"/>
                    <a:pt x="66656" y="85"/>
                  </a:cubicBezTo>
                  <a:cubicBezTo>
                    <a:pt x="59986" y="85"/>
                    <a:pt x="49679" y="2808"/>
                    <a:pt x="31185" y="8858"/>
                  </a:cubicBezTo>
                  <a:lnTo>
                    <a:pt x="27850" y="10068"/>
                  </a:lnTo>
                  <a:lnTo>
                    <a:pt x="29063" y="14606"/>
                  </a:lnTo>
                  <a:cubicBezTo>
                    <a:pt x="40583" y="11883"/>
                    <a:pt x="43312" y="11278"/>
                    <a:pt x="46040" y="11278"/>
                  </a:cubicBezTo>
                  <a:cubicBezTo>
                    <a:pt x="53620" y="11278"/>
                    <a:pt x="55439" y="14001"/>
                    <a:pt x="59683" y="32153"/>
                  </a:cubicBezTo>
                  <a:lnTo>
                    <a:pt x="68475" y="69363"/>
                  </a:lnTo>
                  <a:lnTo>
                    <a:pt x="43615" y="104759"/>
                  </a:lnTo>
                  <a:cubicBezTo>
                    <a:pt x="37552" y="113835"/>
                    <a:pt x="31488" y="119280"/>
                    <a:pt x="28153" y="119280"/>
                  </a:cubicBezTo>
                  <a:cubicBezTo>
                    <a:pt x="26334" y="119280"/>
                    <a:pt x="23303" y="118373"/>
                    <a:pt x="20271" y="116558"/>
                  </a:cubicBezTo>
                  <a:cubicBezTo>
                    <a:pt x="16330" y="114440"/>
                    <a:pt x="12995" y="113532"/>
                    <a:pt x="10570" y="113532"/>
                  </a:cubicBezTo>
                  <a:cubicBezTo>
                    <a:pt x="4809" y="113532"/>
                    <a:pt x="262" y="118070"/>
                    <a:pt x="262" y="124121"/>
                  </a:cubicBezTo>
                  <a:cubicBezTo>
                    <a:pt x="262" y="131987"/>
                    <a:pt x="6325" y="136827"/>
                    <a:pt x="15420" y="136827"/>
                  </a:cubicBezTo>
                  <a:cubicBezTo>
                    <a:pt x="24819" y="136827"/>
                    <a:pt x="28457" y="134104"/>
                    <a:pt x="43615" y="115650"/>
                  </a:cubicBezTo>
                  <a:cubicBezTo>
                    <a:pt x="51801" y="105969"/>
                    <a:pt x="58167" y="97801"/>
                    <a:pt x="70900" y="80254"/>
                  </a:cubicBezTo>
                  <a:lnTo>
                    <a:pt x="79996" y="116558"/>
                  </a:lnTo>
                  <a:cubicBezTo>
                    <a:pt x="83937" y="131987"/>
                    <a:pt x="87878" y="136827"/>
                    <a:pt x="97579" y="136827"/>
                  </a:cubicBezTo>
                  <a:cubicBezTo>
                    <a:pt x="109100" y="136827"/>
                    <a:pt x="116982" y="129566"/>
                    <a:pt x="134566" y="102339"/>
                  </a:cubicBezTo>
                  <a:lnTo>
                    <a:pt x="130322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DD1DCC1C-5E81-A951-6B38-B2FD086AAF3F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343429" y="7576069"/>
              <a:ext cx="63489" cy="151335"/>
            </a:xfrm>
            <a:custGeom>
              <a:avLst/>
              <a:gdLst>
                <a:gd name="connsiteX0" fmla="*/ 40648 w 63489"/>
                <a:gd name="connsiteY0" fmla="*/ 87 h 151335"/>
                <a:gd name="connsiteX1" fmla="*/ 266 w 63489"/>
                <a:gd name="connsiteY1" fmla="*/ 20459 h 151335"/>
                <a:gd name="connsiteX2" fmla="*/ 266 w 63489"/>
                <a:gd name="connsiteY2" fmla="*/ 23593 h 151335"/>
                <a:gd name="connsiteX3" fmla="*/ 6323 w 63489"/>
                <a:gd name="connsiteY3" fmla="*/ 21131 h 151335"/>
                <a:gd name="connsiteX4" fmla="*/ 16418 w 63489"/>
                <a:gd name="connsiteY4" fmla="*/ 18668 h 151335"/>
                <a:gd name="connsiteX5" fmla="*/ 23149 w 63489"/>
                <a:gd name="connsiteY5" fmla="*/ 29190 h 151335"/>
                <a:gd name="connsiteX6" fmla="*/ 23149 w 63489"/>
                <a:gd name="connsiteY6" fmla="*/ 130603 h 151335"/>
                <a:gd name="connsiteX7" fmla="*/ 17764 w 63489"/>
                <a:gd name="connsiteY7" fmla="*/ 145155 h 151335"/>
                <a:gd name="connsiteX8" fmla="*/ 1836 w 63489"/>
                <a:gd name="connsiteY8" fmla="*/ 148065 h 151335"/>
                <a:gd name="connsiteX9" fmla="*/ 1836 w 63489"/>
                <a:gd name="connsiteY9" fmla="*/ 151423 h 151335"/>
                <a:gd name="connsiteX10" fmla="*/ 63755 w 63489"/>
                <a:gd name="connsiteY10" fmla="*/ 151423 h 151335"/>
                <a:gd name="connsiteX11" fmla="*/ 63755 w 63489"/>
                <a:gd name="connsiteY11" fmla="*/ 148065 h 151335"/>
                <a:gd name="connsiteX12" fmla="*/ 42443 w 63489"/>
                <a:gd name="connsiteY12" fmla="*/ 134857 h 151335"/>
                <a:gd name="connsiteX13" fmla="*/ 42443 w 63489"/>
                <a:gd name="connsiteY13" fmla="*/ 535 h 151335"/>
                <a:gd name="connsiteX14" fmla="*/ 40648 w 63489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648" y="87"/>
                  </a:moveTo>
                  <a:lnTo>
                    <a:pt x="266" y="20459"/>
                  </a:lnTo>
                  <a:lnTo>
                    <a:pt x="266" y="23593"/>
                  </a:lnTo>
                  <a:cubicBezTo>
                    <a:pt x="2958" y="22474"/>
                    <a:pt x="5425" y="21579"/>
                    <a:pt x="6323" y="21131"/>
                  </a:cubicBezTo>
                  <a:cubicBezTo>
                    <a:pt x="10361" y="19564"/>
                    <a:pt x="14175" y="18668"/>
                    <a:pt x="16418" y="18668"/>
                  </a:cubicBezTo>
                  <a:cubicBezTo>
                    <a:pt x="21130" y="18668"/>
                    <a:pt x="23149" y="22026"/>
                    <a:pt x="23149" y="29190"/>
                  </a:cubicBezTo>
                  <a:lnTo>
                    <a:pt x="23149" y="130603"/>
                  </a:lnTo>
                  <a:cubicBezTo>
                    <a:pt x="23149" y="137991"/>
                    <a:pt x="21354" y="143140"/>
                    <a:pt x="17764" y="145155"/>
                  </a:cubicBezTo>
                  <a:cubicBezTo>
                    <a:pt x="14399" y="147169"/>
                    <a:pt x="11258" y="147841"/>
                    <a:pt x="1836" y="148065"/>
                  </a:cubicBezTo>
                  <a:lnTo>
                    <a:pt x="1836" y="151423"/>
                  </a:lnTo>
                  <a:lnTo>
                    <a:pt x="63755" y="151423"/>
                  </a:lnTo>
                  <a:lnTo>
                    <a:pt x="63755" y="148065"/>
                  </a:lnTo>
                  <a:cubicBezTo>
                    <a:pt x="46032" y="147841"/>
                    <a:pt x="42443" y="145602"/>
                    <a:pt x="42443" y="134857"/>
                  </a:cubicBezTo>
                  <a:lnTo>
                    <a:pt x="42443" y="535"/>
                  </a:lnTo>
                  <a:lnTo>
                    <a:pt x="40648" y="87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EEDC141B-BD39-27B8-F727-A138E01A5241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0513762" y="7599851"/>
              <a:ext cx="185237" cy="12101"/>
            </a:xfrm>
            <a:custGeom>
              <a:avLst/>
              <a:gdLst>
                <a:gd name="connsiteX0" fmla="*/ 174898 w 185237"/>
                <a:gd name="connsiteY0" fmla="*/ 12186 h 12101"/>
                <a:gd name="connsiteX1" fmla="*/ 185509 w 185237"/>
                <a:gd name="connsiteY1" fmla="*/ 6135 h 12101"/>
                <a:gd name="connsiteX2" fmla="*/ 174898 w 185237"/>
                <a:gd name="connsiteY2" fmla="*/ 85 h 12101"/>
                <a:gd name="connsiteX3" fmla="*/ 10883 w 185237"/>
                <a:gd name="connsiteY3" fmla="*/ 85 h 12101"/>
                <a:gd name="connsiteX4" fmla="*/ 272 w 185237"/>
                <a:gd name="connsiteY4" fmla="*/ 6135 h 12101"/>
                <a:gd name="connsiteX5" fmla="*/ 10883 w 185237"/>
                <a:gd name="connsiteY5" fmla="*/ 12186 h 12101"/>
                <a:gd name="connsiteX6" fmla="*/ 174898 w 18523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898" y="12186"/>
                  </a:moveTo>
                  <a:cubicBezTo>
                    <a:pt x="180052" y="12186"/>
                    <a:pt x="185509" y="12186"/>
                    <a:pt x="185509" y="6135"/>
                  </a:cubicBezTo>
                  <a:cubicBezTo>
                    <a:pt x="185509" y="85"/>
                    <a:pt x="180052" y="85"/>
                    <a:pt x="174898" y="85"/>
                  </a:cubicBezTo>
                  <a:lnTo>
                    <a:pt x="10883" y="85"/>
                  </a:lnTo>
                  <a:cubicBezTo>
                    <a:pt x="5729" y="85"/>
                    <a:pt x="272" y="85"/>
                    <a:pt x="272" y="6135"/>
                  </a:cubicBezTo>
                  <a:cubicBezTo>
                    <a:pt x="272" y="12186"/>
                    <a:pt x="5729" y="12186"/>
                    <a:pt x="10883" y="12186"/>
                  </a:cubicBezTo>
                  <a:lnTo>
                    <a:pt x="174898" y="1218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0EAC849-536A-45E3-3B46-A43744F377BE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759121" y="7548119"/>
              <a:ext cx="143702" cy="136742"/>
            </a:xfrm>
            <a:custGeom>
              <a:avLst/>
              <a:gdLst>
                <a:gd name="connsiteX0" fmla="*/ 130341 w 143702"/>
                <a:gd name="connsiteY0" fmla="*/ 99919 h 136742"/>
                <a:gd name="connsiteX1" fmla="*/ 123671 w 143702"/>
                <a:gd name="connsiteY1" fmla="*/ 108087 h 136742"/>
                <a:gd name="connsiteX2" fmla="*/ 109725 w 143702"/>
                <a:gd name="connsiteY2" fmla="*/ 120188 h 136742"/>
                <a:gd name="connsiteX3" fmla="*/ 100327 w 143702"/>
                <a:gd name="connsiteY3" fmla="*/ 107784 h 136742"/>
                <a:gd name="connsiteX4" fmla="*/ 99114 w 143702"/>
                <a:gd name="connsiteY4" fmla="*/ 102641 h 136742"/>
                <a:gd name="connsiteX5" fmla="*/ 88200 w 143702"/>
                <a:gd name="connsiteY5" fmla="*/ 53632 h 136742"/>
                <a:gd name="connsiteX6" fmla="*/ 117911 w 143702"/>
                <a:gd name="connsiteY6" fmla="*/ 17026 h 136742"/>
                <a:gd name="connsiteX7" fmla="*/ 125187 w 143702"/>
                <a:gd name="connsiteY7" fmla="*/ 19447 h 136742"/>
                <a:gd name="connsiteX8" fmla="*/ 133373 w 143702"/>
                <a:gd name="connsiteY8" fmla="*/ 22169 h 136742"/>
                <a:gd name="connsiteX9" fmla="*/ 143984 w 143702"/>
                <a:gd name="connsiteY9" fmla="*/ 11278 h 136742"/>
                <a:gd name="connsiteX10" fmla="*/ 131554 w 143702"/>
                <a:gd name="connsiteY10" fmla="*/ 85 h 136742"/>
                <a:gd name="connsiteX11" fmla="*/ 85775 w 143702"/>
                <a:gd name="connsiteY11" fmla="*/ 43346 h 136742"/>
                <a:gd name="connsiteX12" fmla="*/ 82440 w 143702"/>
                <a:gd name="connsiteY12" fmla="*/ 26707 h 136742"/>
                <a:gd name="connsiteX13" fmla="*/ 66675 w 143702"/>
                <a:gd name="connsiteY13" fmla="*/ 85 h 136742"/>
                <a:gd name="connsiteX14" fmla="*/ 31204 w 143702"/>
                <a:gd name="connsiteY14" fmla="*/ 8858 h 136742"/>
                <a:gd name="connsiteX15" fmla="*/ 27869 w 143702"/>
                <a:gd name="connsiteY15" fmla="*/ 10068 h 136742"/>
                <a:gd name="connsiteX16" fmla="*/ 29082 w 143702"/>
                <a:gd name="connsiteY16" fmla="*/ 14606 h 136742"/>
                <a:gd name="connsiteX17" fmla="*/ 46060 w 143702"/>
                <a:gd name="connsiteY17" fmla="*/ 11278 h 136742"/>
                <a:gd name="connsiteX18" fmla="*/ 59702 w 143702"/>
                <a:gd name="connsiteY18" fmla="*/ 32153 h 136742"/>
                <a:gd name="connsiteX19" fmla="*/ 68494 w 143702"/>
                <a:gd name="connsiteY19" fmla="*/ 69363 h 136742"/>
                <a:gd name="connsiteX20" fmla="*/ 43634 w 143702"/>
                <a:gd name="connsiteY20" fmla="*/ 104759 h 136742"/>
                <a:gd name="connsiteX21" fmla="*/ 28173 w 143702"/>
                <a:gd name="connsiteY21" fmla="*/ 119280 h 136742"/>
                <a:gd name="connsiteX22" fmla="*/ 20290 w 143702"/>
                <a:gd name="connsiteY22" fmla="*/ 116558 h 136742"/>
                <a:gd name="connsiteX23" fmla="*/ 10589 w 143702"/>
                <a:gd name="connsiteY23" fmla="*/ 113532 h 136742"/>
                <a:gd name="connsiteX24" fmla="*/ 281 w 143702"/>
                <a:gd name="connsiteY24" fmla="*/ 124121 h 136742"/>
                <a:gd name="connsiteX25" fmla="*/ 15439 w 143702"/>
                <a:gd name="connsiteY25" fmla="*/ 136827 h 136742"/>
                <a:gd name="connsiteX26" fmla="*/ 43634 w 143702"/>
                <a:gd name="connsiteY26" fmla="*/ 115650 h 136742"/>
                <a:gd name="connsiteX27" fmla="*/ 70920 w 143702"/>
                <a:gd name="connsiteY27" fmla="*/ 80254 h 136742"/>
                <a:gd name="connsiteX28" fmla="*/ 80015 w 143702"/>
                <a:gd name="connsiteY28" fmla="*/ 116558 h 136742"/>
                <a:gd name="connsiteX29" fmla="*/ 97599 w 143702"/>
                <a:gd name="connsiteY29" fmla="*/ 136827 h 136742"/>
                <a:gd name="connsiteX30" fmla="*/ 134585 w 143702"/>
                <a:gd name="connsiteY30" fmla="*/ 102339 h 136742"/>
                <a:gd name="connsiteX31" fmla="*/ 130341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41" y="99919"/>
                  </a:moveTo>
                  <a:cubicBezTo>
                    <a:pt x="127916" y="102641"/>
                    <a:pt x="126400" y="104457"/>
                    <a:pt x="123671" y="108087"/>
                  </a:cubicBezTo>
                  <a:cubicBezTo>
                    <a:pt x="116698" y="117163"/>
                    <a:pt x="113060" y="120188"/>
                    <a:pt x="109725" y="120188"/>
                  </a:cubicBezTo>
                  <a:cubicBezTo>
                    <a:pt x="105178" y="120188"/>
                    <a:pt x="102449" y="116255"/>
                    <a:pt x="100327" y="107784"/>
                  </a:cubicBezTo>
                  <a:cubicBezTo>
                    <a:pt x="99721" y="105364"/>
                    <a:pt x="99418" y="103549"/>
                    <a:pt x="99114" y="102641"/>
                  </a:cubicBezTo>
                  <a:cubicBezTo>
                    <a:pt x="91535" y="72086"/>
                    <a:pt x="88200" y="58170"/>
                    <a:pt x="88200" y="53632"/>
                  </a:cubicBezTo>
                  <a:cubicBezTo>
                    <a:pt x="101540" y="30337"/>
                    <a:pt x="112454" y="17026"/>
                    <a:pt x="117911" y="17026"/>
                  </a:cubicBezTo>
                  <a:cubicBezTo>
                    <a:pt x="119730" y="17026"/>
                    <a:pt x="122155" y="17934"/>
                    <a:pt x="125187" y="19447"/>
                  </a:cubicBezTo>
                  <a:cubicBezTo>
                    <a:pt x="128825" y="21564"/>
                    <a:pt x="130947" y="22169"/>
                    <a:pt x="133373" y="22169"/>
                  </a:cubicBezTo>
                  <a:cubicBezTo>
                    <a:pt x="139739" y="22169"/>
                    <a:pt x="143984" y="17631"/>
                    <a:pt x="143984" y="11278"/>
                  </a:cubicBezTo>
                  <a:cubicBezTo>
                    <a:pt x="143984" y="4925"/>
                    <a:pt x="138830" y="85"/>
                    <a:pt x="131554" y="85"/>
                  </a:cubicBezTo>
                  <a:cubicBezTo>
                    <a:pt x="118214" y="85"/>
                    <a:pt x="106694" y="10976"/>
                    <a:pt x="85775" y="43346"/>
                  </a:cubicBezTo>
                  <a:lnTo>
                    <a:pt x="82440" y="26707"/>
                  </a:lnTo>
                  <a:cubicBezTo>
                    <a:pt x="78196" y="6135"/>
                    <a:pt x="74861" y="85"/>
                    <a:pt x="66675" y="85"/>
                  </a:cubicBezTo>
                  <a:cubicBezTo>
                    <a:pt x="60005" y="85"/>
                    <a:pt x="49698" y="2808"/>
                    <a:pt x="31204" y="8858"/>
                  </a:cubicBezTo>
                  <a:lnTo>
                    <a:pt x="27869" y="10068"/>
                  </a:lnTo>
                  <a:lnTo>
                    <a:pt x="29082" y="14606"/>
                  </a:lnTo>
                  <a:cubicBezTo>
                    <a:pt x="40603" y="11883"/>
                    <a:pt x="43331" y="11278"/>
                    <a:pt x="46060" y="11278"/>
                  </a:cubicBezTo>
                  <a:cubicBezTo>
                    <a:pt x="53639" y="11278"/>
                    <a:pt x="55458" y="14001"/>
                    <a:pt x="59702" y="32153"/>
                  </a:cubicBezTo>
                  <a:lnTo>
                    <a:pt x="68494" y="69363"/>
                  </a:lnTo>
                  <a:lnTo>
                    <a:pt x="43634" y="104759"/>
                  </a:lnTo>
                  <a:cubicBezTo>
                    <a:pt x="37571" y="113835"/>
                    <a:pt x="31507" y="119280"/>
                    <a:pt x="28173" y="119280"/>
                  </a:cubicBezTo>
                  <a:cubicBezTo>
                    <a:pt x="26354" y="119280"/>
                    <a:pt x="23322" y="118373"/>
                    <a:pt x="20290" y="116558"/>
                  </a:cubicBezTo>
                  <a:cubicBezTo>
                    <a:pt x="16349" y="114440"/>
                    <a:pt x="13014" y="113532"/>
                    <a:pt x="10589" y="113532"/>
                  </a:cubicBezTo>
                  <a:cubicBezTo>
                    <a:pt x="4828" y="113532"/>
                    <a:pt x="281" y="118070"/>
                    <a:pt x="281" y="124121"/>
                  </a:cubicBezTo>
                  <a:cubicBezTo>
                    <a:pt x="281" y="131987"/>
                    <a:pt x="6344" y="136827"/>
                    <a:pt x="15439" y="136827"/>
                  </a:cubicBezTo>
                  <a:cubicBezTo>
                    <a:pt x="24838" y="136827"/>
                    <a:pt x="28476" y="134104"/>
                    <a:pt x="43634" y="115650"/>
                  </a:cubicBezTo>
                  <a:cubicBezTo>
                    <a:pt x="51820" y="105969"/>
                    <a:pt x="58186" y="97801"/>
                    <a:pt x="70920" y="80254"/>
                  </a:cubicBezTo>
                  <a:lnTo>
                    <a:pt x="80015" y="116558"/>
                  </a:lnTo>
                  <a:cubicBezTo>
                    <a:pt x="83956" y="131987"/>
                    <a:pt x="87897" y="136827"/>
                    <a:pt x="97599" y="136827"/>
                  </a:cubicBezTo>
                  <a:cubicBezTo>
                    <a:pt x="109119" y="136827"/>
                    <a:pt x="117001" y="129566"/>
                    <a:pt x="134585" y="102339"/>
                  </a:cubicBezTo>
                  <a:lnTo>
                    <a:pt x="130341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7015E885-B92E-0375-ABC7-50EE9A078632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907802" y="7576069"/>
              <a:ext cx="101404" cy="154469"/>
            </a:xfrm>
            <a:custGeom>
              <a:avLst/>
              <a:gdLst>
                <a:gd name="connsiteX0" fmla="*/ 51884 w 101404"/>
                <a:gd name="connsiteY0" fmla="*/ 87 h 154469"/>
                <a:gd name="connsiteX1" fmla="*/ 21822 w 101404"/>
                <a:gd name="connsiteY1" fmla="*/ 11728 h 154469"/>
                <a:gd name="connsiteX2" fmla="*/ 285 w 101404"/>
                <a:gd name="connsiteY2" fmla="*/ 76203 h 154469"/>
                <a:gd name="connsiteX3" fmla="*/ 18232 w 101404"/>
                <a:gd name="connsiteY3" fmla="*/ 139334 h 154469"/>
                <a:gd name="connsiteX4" fmla="*/ 50987 w 101404"/>
                <a:gd name="connsiteY4" fmla="*/ 154557 h 154469"/>
                <a:gd name="connsiteX5" fmla="*/ 80152 w 101404"/>
                <a:gd name="connsiteY5" fmla="*/ 142916 h 154469"/>
                <a:gd name="connsiteX6" fmla="*/ 101689 w 101404"/>
                <a:gd name="connsiteY6" fmla="*/ 77546 h 154469"/>
                <a:gd name="connsiteX7" fmla="*/ 51884 w 101404"/>
                <a:gd name="connsiteY7" fmla="*/ 87 h 154469"/>
                <a:gd name="connsiteX8" fmla="*/ 51211 w 101404"/>
                <a:gd name="connsiteY8" fmla="*/ 5908 h 154469"/>
                <a:gd name="connsiteX9" fmla="*/ 80152 w 101404"/>
                <a:gd name="connsiteY9" fmla="*/ 77994 h 154469"/>
                <a:gd name="connsiteX10" fmla="*/ 50987 w 101404"/>
                <a:gd name="connsiteY10" fmla="*/ 148737 h 154469"/>
                <a:gd name="connsiteX11" fmla="*/ 21822 w 101404"/>
                <a:gd name="connsiteY11" fmla="*/ 78218 h 154469"/>
                <a:gd name="connsiteX12" fmla="*/ 51211 w 101404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884" y="87"/>
                  </a:moveTo>
                  <a:cubicBezTo>
                    <a:pt x="39545" y="87"/>
                    <a:pt x="30123" y="3893"/>
                    <a:pt x="21822" y="11728"/>
                  </a:cubicBezTo>
                  <a:cubicBezTo>
                    <a:pt x="8810" y="24265"/>
                    <a:pt x="285" y="50010"/>
                    <a:pt x="285" y="76203"/>
                  </a:cubicBezTo>
                  <a:cubicBezTo>
                    <a:pt x="285" y="100605"/>
                    <a:pt x="7688" y="126797"/>
                    <a:pt x="18232" y="139334"/>
                  </a:cubicBezTo>
                  <a:cubicBezTo>
                    <a:pt x="26533" y="149184"/>
                    <a:pt x="37975" y="154557"/>
                    <a:pt x="50987" y="154557"/>
                  </a:cubicBezTo>
                  <a:cubicBezTo>
                    <a:pt x="62428" y="154557"/>
                    <a:pt x="72075" y="150751"/>
                    <a:pt x="80152" y="142916"/>
                  </a:cubicBezTo>
                  <a:cubicBezTo>
                    <a:pt x="93164" y="130603"/>
                    <a:pt x="101689" y="104634"/>
                    <a:pt x="101689" y="77546"/>
                  </a:cubicBezTo>
                  <a:cubicBezTo>
                    <a:pt x="101689" y="31653"/>
                    <a:pt x="81274" y="87"/>
                    <a:pt x="51884" y="87"/>
                  </a:cubicBezTo>
                  <a:close/>
                  <a:moveTo>
                    <a:pt x="51211" y="5908"/>
                  </a:moveTo>
                  <a:cubicBezTo>
                    <a:pt x="70056" y="5908"/>
                    <a:pt x="80152" y="31205"/>
                    <a:pt x="80152" y="77994"/>
                  </a:cubicBezTo>
                  <a:cubicBezTo>
                    <a:pt x="80152" y="124782"/>
                    <a:pt x="70281" y="148737"/>
                    <a:pt x="50987" y="148737"/>
                  </a:cubicBezTo>
                  <a:cubicBezTo>
                    <a:pt x="31693" y="148737"/>
                    <a:pt x="21822" y="124783"/>
                    <a:pt x="21822" y="78218"/>
                  </a:cubicBezTo>
                  <a:cubicBezTo>
                    <a:pt x="21822" y="30757"/>
                    <a:pt x="31917" y="5908"/>
                    <a:pt x="51211" y="590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29AE51A8-B42E-FD27-B0D8-3B28BACDF4F8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1047507" y="7454638"/>
              <a:ext cx="70335" cy="302526"/>
            </a:xfrm>
            <a:custGeom>
              <a:avLst/>
              <a:gdLst>
                <a:gd name="connsiteX0" fmla="*/ 70625 w 70335"/>
                <a:gd name="connsiteY0" fmla="*/ 151348 h 302526"/>
                <a:gd name="connsiteX1" fmla="*/ 50616 w 70335"/>
                <a:gd name="connsiteY1" fmla="*/ 56959 h 302526"/>
                <a:gd name="connsiteX2" fmla="*/ 3322 w 70335"/>
                <a:gd name="connsiteY2" fmla="*/ 84 h 302526"/>
                <a:gd name="connsiteX3" fmla="*/ 290 w 70335"/>
                <a:gd name="connsiteY3" fmla="*/ 3109 h 302526"/>
                <a:gd name="connsiteX4" fmla="*/ 6050 w 70335"/>
                <a:gd name="connsiteY4" fmla="*/ 10068 h 302526"/>
                <a:gd name="connsiteX5" fmla="*/ 53042 w 70335"/>
                <a:gd name="connsiteY5" fmla="*/ 151348 h 302526"/>
                <a:gd name="connsiteX6" fmla="*/ 4231 w 70335"/>
                <a:gd name="connsiteY6" fmla="*/ 294443 h 302526"/>
                <a:gd name="connsiteX7" fmla="*/ 290 w 70335"/>
                <a:gd name="connsiteY7" fmla="*/ 299586 h 302526"/>
                <a:gd name="connsiteX8" fmla="*/ 3322 w 70335"/>
                <a:gd name="connsiteY8" fmla="*/ 302611 h 302526"/>
                <a:gd name="connsiteX9" fmla="*/ 51526 w 70335"/>
                <a:gd name="connsiteY9" fmla="*/ 243618 h 302526"/>
                <a:gd name="connsiteX10" fmla="*/ 70625 w 703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25" y="151348"/>
                  </a:moveTo>
                  <a:cubicBezTo>
                    <a:pt x="70625" y="127750"/>
                    <a:pt x="67291" y="91145"/>
                    <a:pt x="50616" y="56959"/>
                  </a:cubicBezTo>
                  <a:cubicBezTo>
                    <a:pt x="32426" y="19748"/>
                    <a:pt x="6353" y="84"/>
                    <a:pt x="3322" y="84"/>
                  </a:cubicBezTo>
                  <a:cubicBezTo>
                    <a:pt x="1503" y="84"/>
                    <a:pt x="290" y="1294"/>
                    <a:pt x="290" y="3109"/>
                  </a:cubicBezTo>
                  <a:cubicBezTo>
                    <a:pt x="290" y="4017"/>
                    <a:pt x="290" y="4622"/>
                    <a:pt x="6050" y="10068"/>
                  </a:cubicBezTo>
                  <a:cubicBezTo>
                    <a:pt x="35761" y="40018"/>
                    <a:pt x="53042" y="88119"/>
                    <a:pt x="53042" y="151348"/>
                  </a:cubicBezTo>
                  <a:cubicBezTo>
                    <a:pt x="53042" y="203080"/>
                    <a:pt x="41824" y="256324"/>
                    <a:pt x="4231" y="294443"/>
                  </a:cubicBezTo>
                  <a:cubicBezTo>
                    <a:pt x="290" y="298073"/>
                    <a:pt x="290" y="298678"/>
                    <a:pt x="290" y="299586"/>
                  </a:cubicBezTo>
                  <a:cubicBezTo>
                    <a:pt x="290" y="301401"/>
                    <a:pt x="1503" y="302611"/>
                    <a:pt x="3322" y="302611"/>
                  </a:cubicBezTo>
                  <a:cubicBezTo>
                    <a:pt x="6353" y="302611"/>
                    <a:pt x="33639" y="282039"/>
                    <a:pt x="51526" y="243618"/>
                  </a:cubicBezTo>
                  <a:cubicBezTo>
                    <a:pt x="66987" y="210340"/>
                    <a:pt x="70625" y="176760"/>
                    <a:pt x="70625" y="15134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0BBCD2B4-3B76-5A18-EF2C-6A7DA6C2FDA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1178308" y="7454638"/>
              <a:ext cx="70335" cy="302526"/>
            </a:xfrm>
            <a:custGeom>
              <a:avLst/>
              <a:gdLst>
                <a:gd name="connsiteX0" fmla="*/ 70629 w 70335"/>
                <a:gd name="connsiteY0" fmla="*/ 299586 h 302526"/>
                <a:gd name="connsiteX1" fmla="*/ 65476 w 70335"/>
                <a:gd name="connsiteY1" fmla="*/ 292930 h 302526"/>
                <a:gd name="connsiteX2" fmla="*/ 17878 w 70335"/>
                <a:gd name="connsiteY2" fmla="*/ 151348 h 302526"/>
                <a:gd name="connsiteX3" fmla="*/ 66688 w 70335"/>
                <a:gd name="connsiteY3" fmla="*/ 8252 h 302526"/>
                <a:gd name="connsiteX4" fmla="*/ 70629 w 70335"/>
                <a:gd name="connsiteY4" fmla="*/ 3109 h 302526"/>
                <a:gd name="connsiteX5" fmla="*/ 67598 w 70335"/>
                <a:gd name="connsiteY5" fmla="*/ 84 h 302526"/>
                <a:gd name="connsiteX6" fmla="*/ 19394 w 70335"/>
                <a:gd name="connsiteY6" fmla="*/ 59077 h 302526"/>
                <a:gd name="connsiteX7" fmla="*/ 294 w 70335"/>
                <a:gd name="connsiteY7" fmla="*/ 151348 h 302526"/>
                <a:gd name="connsiteX8" fmla="*/ 20303 w 70335"/>
                <a:gd name="connsiteY8" fmla="*/ 245736 h 302526"/>
                <a:gd name="connsiteX9" fmla="*/ 67598 w 70335"/>
                <a:gd name="connsiteY9" fmla="*/ 302611 h 302526"/>
                <a:gd name="connsiteX10" fmla="*/ 70629 w 703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29" y="299586"/>
                  </a:moveTo>
                  <a:cubicBezTo>
                    <a:pt x="70629" y="298678"/>
                    <a:pt x="70629" y="298073"/>
                    <a:pt x="65476" y="292930"/>
                  </a:cubicBezTo>
                  <a:cubicBezTo>
                    <a:pt x="27579" y="254812"/>
                    <a:pt x="17878" y="197634"/>
                    <a:pt x="17878" y="151348"/>
                  </a:cubicBezTo>
                  <a:cubicBezTo>
                    <a:pt x="17878" y="98708"/>
                    <a:pt x="29398" y="46068"/>
                    <a:pt x="66688" y="8252"/>
                  </a:cubicBezTo>
                  <a:cubicBezTo>
                    <a:pt x="70629" y="4622"/>
                    <a:pt x="70629" y="4017"/>
                    <a:pt x="70629" y="3109"/>
                  </a:cubicBezTo>
                  <a:cubicBezTo>
                    <a:pt x="70629" y="992"/>
                    <a:pt x="69417" y="84"/>
                    <a:pt x="67598" y="84"/>
                  </a:cubicBezTo>
                  <a:cubicBezTo>
                    <a:pt x="64566" y="84"/>
                    <a:pt x="37281" y="20656"/>
                    <a:pt x="19394" y="59077"/>
                  </a:cubicBezTo>
                  <a:cubicBezTo>
                    <a:pt x="3932" y="92355"/>
                    <a:pt x="294" y="125935"/>
                    <a:pt x="294" y="151348"/>
                  </a:cubicBezTo>
                  <a:cubicBezTo>
                    <a:pt x="294" y="174945"/>
                    <a:pt x="3629" y="211550"/>
                    <a:pt x="20303" y="245736"/>
                  </a:cubicBezTo>
                  <a:cubicBezTo>
                    <a:pt x="38493" y="282947"/>
                    <a:pt x="64566" y="302611"/>
                    <a:pt x="67598" y="302611"/>
                  </a:cubicBezTo>
                  <a:cubicBezTo>
                    <a:pt x="69417" y="302611"/>
                    <a:pt x="70629" y="301703"/>
                    <a:pt x="70629" y="299586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F8204DFB-013B-6F34-F34A-8EDD329F6270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1258176" y="7548119"/>
              <a:ext cx="143702" cy="136742"/>
            </a:xfrm>
            <a:custGeom>
              <a:avLst/>
              <a:gdLst>
                <a:gd name="connsiteX0" fmla="*/ 130357 w 143702"/>
                <a:gd name="connsiteY0" fmla="*/ 99919 h 136742"/>
                <a:gd name="connsiteX1" fmla="*/ 123688 w 143702"/>
                <a:gd name="connsiteY1" fmla="*/ 108087 h 136742"/>
                <a:gd name="connsiteX2" fmla="*/ 109742 w 143702"/>
                <a:gd name="connsiteY2" fmla="*/ 120188 h 136742"/>
                <a:gd name="connsiteX3" fmla="*/ 100343 w 143702"/>
                <a:gd name="connsiteY3" fmla="*/ 107784 h 136742"/>
                <a:gd name="connsiteX4" fmla="*/ 99131 w 143702"/>
                <a:gd name="connsiteY4" fmla="*/ 102641 h 136742"/>
                <a:gd name="connsiteX5" fmla="*/ 88217 w 143702"/>
                <a:gd name="connsiteY5" fmla="*/ 53632 h 136742"/>
                <a:gd name="connsiteX6" fmla="*/ 117927 w 143702"/>
                <a:gd name="connsiteY6" fmla="*/ 17026 h 136742"/>
                <a:gd name="connsiteX7" fmla="*/ 125203 w 143702"/>
                <a:gd name="connsiteY7" fmla="*/ 19447 h 136742"/>
                <a:gd name="connsiteX8" fmla="*/ 133389 w 143702"/>
                <a:gd name="connsiteY8" fmla="*/ 22169 h 136742"/>
                <a:gd name="connsiteX9" fmla="*/ 144000 w 143702"/>
                <a:gd name="connsiteY9" fmla="*/ 11278 h 136742"/>
                <a:gd name="connsiteX10" fmla="*/ 131570 w 143702"/>
                <a:gd name="connsiteY10" fmla="*/ 85 h 136742"/>
                <a:gd name="connsiteX11" fmla="*/ 85791 w 143702"/>
                <a:gd name="connsiteY11" fmla="*/ 43346 h 136742"/>
                <a:gd name="connsiteX12" fmla="*/ 82456 w 143702"/>
                <a:gd name="connsiteY12" fmla="*/ 26707 h 136742"/>
                <a:gd name="connsiteX13" fmla="*/ 66692 w 143702"/>
                <a:gd name="connsiteY13" fmla="*/ 85 h 136742"/>
                <a:gd name="connsiteX14" fmla="*/ 31221 w 143702"/>
                <a:gd name="connsiteY14" fmla="*/ 8858 h 136742"/>
                <a:gd name="connsiteX15" fmla="*/ 27886 w 143702"/>
                <a:gd name="connsiteY15" fmla="*/ 10068 h 136742"/>
                <a:gd name="connsiteX16" fmla="*/ 29098 w 143702"/>
                <a:gd name="connsiteY16" fmla="*/ 14606 h 136742"/>
                <a:gd name="connsiteX17" fmla="*/ 46076 w 143702"/>
                <a:gd name="connsiteY17" fmla="*/ 11278 h 136742"/>
                <a:gd name="connsiteX18" fmla="*/ 59719 w 143702"/>
                <a:gd name="connsiteY18" fmla="*/ 32153 h 136742"/>
                <a:gd name="connsiteX19" fmla="*/ 68511 w 143702"/>
                <a:gd name="connsiteY19" fmla="*/ 69363 h 136742"/>
                <a:gd name="connsiteX20" fmla="*/ 43651 w 143702"/>
                <a:gd name="connsiteY20" fmla="*/ 104759 h 136742"/>
                <a:gd name="connsiteX21" fmla="*/ 28189 w 143702"/>
                <a:gd name="connsiteY21" fmla="*/ 119280 h 136742"/>
                <a:gd name="connsiteX22" fmla="*/ 20306 w 143702"/>
                <a:gd name="connsiteY22" fmla="*/ 116558 h 136742"/>
                <a:gd name="connsiteX23" fmla="*/ 10605 w 143702"/>
                <a:gd name="connsiteY23" fmla="*/ 113532 h 136742"/>
                <a:gd name="connsiteX24" fmla="*/ 297 w 143702"/>
                <a:gd name="connsiteY24" fmla="*/ 124121 h 136742"/>
                <a:gd name="connsiteX25" fmla="*/ 15456 w 143702"/>
                <a:gd name="connsiteY25" fmla="*/ 136827 h 136742"/>
                <a:gd name="connsiteX26" fmla="*/ 43651 w 143702"/>
                <a:gd name="connsiteY26" fmla="*/ 115650 h 136742"/>
                <a:gd name="connsiteX27" fmla="*/ 70936 w 143702"/>
                <a:gd name="connsiteY27" fmla="*/ 80254 h 136742"/>
                <a:gd name="connsiteX28" fmla="*/ 80031 w 143702"/>
                <a:gd name="connsiteY28" fmla="*/ 116558 h 136742"/>
                <a:gd name="connsiteX29" fmla="*/ 97615 w 143702"/>
                <a:gd name="connsiteY29" fmla="*/ 136827 h 136742"/>
                <a:gd name="connsiteX30" fmla="*/ 134602 w 143702"/>
                <a:gd name="connsiteY30" fmla="*/ 102339 h 136742"/>
                <a:gd name="connsiteX31" fmla="*/ 130357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57" y="99919"/>
                  </a:moveTo>
                  <a:cubicBezTo>
                    <a:pt x="127932" y="102641"/>
                    <a:pt x="126416" y="104457"/>
                    <a:pt x="123688" y="108087"/>
                  </a:cubicBezTo>
                  <a:cubicBezTo>
                    <a:pt x="116715" y="117163"/>
                    <a:pt x="113077" y="120188"/>
                    <a:pt x="109742" y="120188"/>
                  </a:cubicBezTo>
                  <a:cubicBezTo>
                    <a:pt x="105194" y="120188"/>
                    <a:pt x="102466" y="116255"/>
                    <a:pt x="100343" y="107784"/>
                  </a:cubicBezTo>
                  <a:cubicBezTo>
                    <a:pt x="99737" y="105364"/>
                    <a:pt x="99434" y="103549"/>
                    <a:pt x="99131" y="102641"/>
                  </a:cubicBezTo>
                  <a:cubicBezTo>
                    <a:pt x="91552" y="72086"/>
                    <a:pt x="88217" y="58170"/>
                    <a:pt x="88217" y="53632"/>
                  </a:cubicBezTo>
                  <a:cubicBezTo>
                    <a:pt x="101556" y="30337"/>
                    <a:pt x="112470" y="17026"/>
                    <a:pt x="117927" y="17026"/>
                  </a:cubicBezTo>
                  <a:cubicBezTo>
                    <a:pt x="119746" y="17026"/>
                    <a:pt x="122172" y="17934"/>
                    <a:pt x="125203" y="19447"/>
                  </a:cubicBezTo>
                  <a:cubicBezTo>
                    <a:pt x="128841" y="21564"/>
                    <a:pt x="130964" y="22169"/>
                    <a:pt x="133389" y="22169"/>
                  </a:cubicBezTo>
                  <a:cubicBezTo>
                    <a:pt x="139756" y="22169"/>
                    <a:pt x="144000" y="17631"/>
                    <a:pt x="144000" y="11278"/>
                  </a:cubicBezTo>
                  <a:cubicBezTo>
                    <a:pt x="144000" y="4925"/>
                    <a:pt x="138846" y="85"/>
                    <a:pt x="131570" y="85"/>
                  </a:cubicBezTo>
                  <a:cubicBezTo>
                    <a:pt x="118231" y="85"/>
                    <a:pt x="106710" y="10976"/>
                    <a:pt x="85791" y="43346"/>
                  </a:cubicBezTo>
                  <a:lnTo>
                    <a:pt x="82456" y="26707"/>
                  </a:lnTo>
                  <a:cubicBezTo>
                    <a:pt x="78212" y="6135"/>
                    <a:pt x="74877" y="85"/>
                    <a:pt x="66692" y="85"/>
                  </a:cubicBezTo>
                  <a:cubicBezTo>
                    <a:pt x="60022" y="85"/>
                    <a:pt x="49714" y="2808"/>
                    <a:pt x="31221" y="8858"/>
                  </a:cubicBezTo>
                  <a:lnTo>
                    <a:pt x="27886" y="10068"/>
                  </a:lnTo>
                  <a:lnTo>
                    <a:pt x="29098" y="14606"/>
                  </a:lnTo>
                  <a:cubicBezTo>
                    <a:pt x="40619" y="11883"/>
                    <a:pt x="43347" y="11278"/>
                    <a:pt x="46076" y="11278"/>
                  </a:cubicBezTo>
                  <a:cubicBezTo>
                    <a:pt x="53655" y="11278"/>
                    <a:pt x="55474" y="14001"/>
                    <a:pt x="59719" y="32153"/>
                  </a:cubicBezTo>
                  <a:lnTo>
                    <a:pt x="68511" y="69363"/>
                  </a:lnTo>
                  <a:lnTo>
                    <a:pt x="43651" y="104759"/>
                  </a:lnTo>
                  <a:cubicBezTo>
                    <a:pt x="37587" y="113835"/>
                    <a:pt x="31524" y="119280"/>
                    <a:pt x="28189" y="119280"/>
                  </a:cubicBezTo>
                  <a:cubicBezTo>
                    <a:pt x="26370" y="119280"/>
                    <a:pt x="23338" y="118373"/>
                    <a:pt x="20306" y="116558"/>
                  </a:cubicBezTo>
                  <a:cubicBezTo>
                    <a:pt x="16365" y="114440"/>
                    <a:pt x="13030" y="113532"/>
                    <a:pt x="10605" y="113532"/>
                  </a:cubicBezTo>
                  <a:cubicBezTo>
                    <a:pt x="4845" y="113532"/>
                    <a:pt x="297" y="118070"/>
                    <a:pt x="297" y="124121"/>
                  </a:cubicBezTo>
                  <a:cubicBezTo>
                    <a:pt x="297" y="131987"/>
                    <a:pt x="6361" y="136827"/>
                    <a:pt x="15456" y="136827"/>
                  </a:cubicBezTo>
                  <a:cubicBezTo>
                    <a:pt x="24854" y="136827"/>
                    <a:pt x="28492" y="134104"/>
                    <a:pt x="43651" y="115650"/>
                  </a:cubicBezTo>
                  <a:cubicBezTo>
                    <a:pt x="51836" y="105969"/>
                    <a:pt x="58203" y="97801"/>
                    <a:pt x="70936" y="80254"/>
                  </a:cubicBezTo>
                  <a:lnTo>
                    <a:pt x="80031" y="116558"/>
                  </a:lnTo>
                  <a:cubicBezTo>
                    <a:pt x="83972" y="131987"/>
                    <a:pt x="87913" y="136827"/>
                    <a:pt x="97615" y="136827"/>
                  </a:cubicBezTo>
                  <a:cubicBezTo>
                    <a:pt x="109135" y="136827"/>
                    <a:pt x="117018" y="129566"/>
                    <a:pt x="134602" y="102339"/>
                  </a:cubicBezTo>
                  <a:lnTo>
                    <a:pt x="130357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8562AAC5-1102-F303-C4F3-67D37A232AFD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1426375" y="7576069"/>
              <a:ext cx="63489" cy="151335"/>
            </a:xfrm>
            <a:custGeom>
              <a:avLst/>
              <a:gdLst>
                <a:gd name="connsiteX0" fmla="*/ 40683 w 63489"/>
                <a:gd name="connsiteY0" fmla="*/ 87 h 151335"/>
                <a:gd name="connsiteX1" fmla="*/ 301 w 63489"/>
                <a:gd name="connsiteY1" fmla="*/ 20459 h 151335"/>
                <a:gd name="connsiteX2" fmla="*/ 301 w 63489"/>
                <a:gd name="connsiteY2" fmla="*/ 23593 h 151335"/>
                <a:gd name="connsiteX3" fmla="*/ 6358 w 63489"/>
                <a:gd name="connsiteY3" fmla="*/ 21131 h 151335"/>
                <a:gd name="connsiteX4" fmla="*/ 16454 w 63489"/>
                <a:gd name="connsiteY4" fmla="*/ 18668 h 151335"/>
                <a:gd name="connsiteX5" fmla="*/ 23184 w 63489"/>
                <a:gd name="connsiteY5" fmla="*/ 29190 h 151335"/>
                <a:gd name="connsiteX6" fmla="*/ 23184 w 63489"/>
                <a:gd name="connsiteY6" fmla="*/ 130603 h 151335"/>
                <a:gd name="connsiteX7" fmla="*/ 17800 w 63489"/>
                <a:gd name="connsiteY7" fmla="*/ 145155 h 151335"/>
                <a:gd name="connsiteX8" fmla="*/ 1871 w 63489"/>
                <a:gd name="connsiteY8" fmla="*/ 148065 h 151335"/>
                <a:gd name="connsiteX9" fmla="*/ 1871 w 63489"/>
                <a:gd name="connsiteY9" fmla="*/ 151423 h 151335"/>
                <a:gd name="connsiteX10" fmla="*/ 63791 w 63489"/>
                <a:gd name="connsiteY10" fmla="*/ 151423 h 151335"/>
                <a:gd name="connsiteX11" fmla="*/ 63791 w 63489"/>
                <a:gd name="connsiteY11" fmla="*/ 148065 h 151335"/>
                <a:gd name="connsiteX12" fmla="*/ 42478 w 63489"/>
                <a:gd name="connsiteY12" fmla="*/ 134857 h 151335"/>
                <a:gd name="connsiteX13" fmla="*/ 42478 w 63489"/>
                <a:gd name="connsiteY13" fmla="*/ 535 h 151335"/>
                <a:gd name="connsiteX14" fmla="*/ 40683 w 63489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683" y="87"/>
                  </a:moveTo>
                  <a:lnTo>
                    <a:pt x="301" y="20459"/>
                  </a:lnTo>
                  <a:lnTo>
                    <a:pt x="301" y="23593"/>
                  </a:lnTo>
                  <a:cubicBezTo>
                    <a:pt x="2993" y="22474"/>
                    <a:pt x="5461" y="21579"/>
                    <a:pt x="6358" y="21131"/>
                  </a:cubicBezTo>
                  <a:cubicBezTo>
                    <a:pt x="10397" y="19564"/>
                    <a:pt x="14210" y="18668"/>
                    <a:pt x="16454" y="18668"/>
                  </a:cubicBezTo>
                  <a:cubicBezTo>
                    <a:pt x="21165" y="18668"/>
                    <a:pt x="23184" y="22026"/>
                    <a:pt x="23184" y="29190"/>
                  </a:cubicBezTo>
                  <a:lnTo>
                    <a:pt x="23184" y="130603"/>
                  </a:lnTo>
                  <a:cubicBezTo>
                    <a:pt x="23184" y="137991"/>
                    <a:pt x="21389" y="143140"/>
                    <a:pt x="17800" y="145155"/>
                  </a:cubicBezTo>
                  <a:cubicBezTo>
                    <a:pt x="14435" y="147169"/>
                    <a:pt x="11294" y="147841"/>
                    <a:pt x="1871" y="148065"/>
                  </a:cubicBezTo>
                  <a:lnTo>
                    <a:pt x="1871" y="151423"/>
                  </a:lnTo>
                  <a:lnTo>
                    <a:pt x="63791" y="151423"/>
                  </a:lnTo>
                  <a:lnTo>
                    <a:pt x="63791" y="148065"/>
                  </a:lnTo>
                  <a:cubicBezTo>
                    <a:pt x="46068" y="147841"/>
                    <a:pt x="42478" y="145602"/>
                    <a:pt x="42478" y="134857"/>
                  </a:cubicBezTo>
                  <a:lnTo>
                    <a:pt x="42478" y="535"/>
                  </a:lnTo>
                  <a:lnTo>
                    <a:pt x="40683" y="87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02DD0FC-F413-08A9-AA80-33217CE98E4D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1596709" y="7599851"/>
              <a:ext cx="185237" cy="12101"/>
            </a:xfrm>
            <a:custGeom>
              <a:avLst/>
              <a:gdLst>
                <a:gd name="connsiteX0" fmla="*/ 174933 w 185237"/>
                <a:gd name="connsiteY0" fmla="*/ 12186 h 12101"/>
                <a:gd name="connsiteX1" fmla="*/ 185544 w 185237"/>
                <a:gd name="connsiteY1" fmla="*/ 6135 h 12101"/>
                <a:gd name="connsiteX2" fmla="*/ 174933 w 185237"/>
                <a:gd name="connsiteY2" fmla="*/ 85 h 12101"/>
                <a:gd name="connsiteX3" fmla="*/ 10918 w 185237"/>
                <a:gd name="connsiteY3" fmla="*/ 85 h 12101"/>
                <a:gd name="connsiteX4" fmla="*/ 307 w 185237"/>
                <a:gd name="connsiteY4" fmla="*/ 6135 h 12101"/>
                <a:gd name="connsiteX5" fmla="*/ 10918 w 185237"/>
                <a:gd name="connsiteY5" fmla="*/ 12186 h 12101"/>
                <a:gd name="connsiteX6" fmla="*/ 174933 w 18523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933" y="12186"/>
                  </a:moveTo>
                  <a:cubicBezTo>
                    <a:pt x="180087" y="12186"/>
                    <a:pt x="185544" y="12186"/>
                    <a:pt x="185544" y="6135"/>
                  </a:cubicBezTo>
                  <a:cubicBezTo>
                    <a:pt x="185544" y="85"/>
                    <a:pt x="180087" y="85"/>
                    <a:pt x="174933" y="85"/>
                  </a:cubicBezTo>
                  <a:lnTo>
                    <a:pt x="10918" y="85"/>
                  </a:lnTo>
                  <a:cubicBezTo>
                    <a:pt x="5764" y="85"/>
                    <a:pt x="307" y="85"/>
                    <a:pt x="307" y="6135"/>
                  </a:cubicBezTo>
                  <a:cubicBezTo>
                    <a:pt x="307" y="12186"/>
                    <a:pt x="5764" y="12186"/>
                    <a:pt x="10918" y="12186"/>
                  </a:cubicBezTo>
                  <a:lnTo>
                    <a:pt x="174933" y="1218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33EF0747-261C-A671-826A-F5190F511A7E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1842067" y="7548119"/>
              <a:ext cx="143702" cy="136742"/>
            </a:xfrm>
            <a:custGeom>
              <a:avLst/>
              <a:gdLst>
                <a:gd name="connsiteX0" fmla="*/ 130376 w 143702"/>
                <a:gd name="connsiteY0" fmla="*/ 99919 h 136742"/>
                <a:gd name="connsiteX1" fmla="*/ 123707 w 143702"/>
                <a:gd name="connsiteY1" fmla="*/ 108087 h 136742"/>
                <a:gd name="connsiteX2" fmla="*/ 109761 w 143702"/>
                <a:gd name="connsiteY2" fmla="*/ 120188 h 136742"/>
                <a:gd name="connsiteX3" fmla="*/ 100363 w 143702"/>
                <a:gd name="connsiteY3" fmla="*/ 107784 h 136742"/>
                <a:gd name="connsiteX4" fmla="*/ 99150 w 143702"/>
                <a:gd name="connsiteY4" fmla="*/ 102641 h 136742"/>
                <a:gd name="connsiteX5" fmla="*/ 88236 w 143702"/>
                <a:gd name="connsiteY5" fmla="*/ 53632 h 136742"/>
                <a:gd name="connsiteX6" fmla="*/ 117946 w 143702"/>
                <a:gd name="connsiteY6" fmla="*/ 17026 h 136742"/>
                <a:gd name="connsiteX7" fmla="*/ 125223 w 143702"/>
                <a:gd name="connsiteY7" fmla="*/ 19447 h 136742"/>
                <a:gd name="connsiteX8" fmla="*/ 133408 w 143702"/>
                <a:gd name="connsiteY8" fmla="*/ 22169 h 136742"/>
                <a:gd name="connsiteX9" fmla="*/ 144019 w 143702"/>
                <a:gd name="connsiteY9" fmla="*/ 11278 h 136742"/>
                <a:gd name="connsiteX10" fmla="*/ 131589 w 143702"/>
                <a:gd name="connsiteY10" fmla="*/ 85 h 136742"/>
                <a:gd name="connsiteX11" fmla="*/ 85810 w 143702"/>
                <a:gd name="connsiteY11" fmla="*/ 43346 h 136742"/>
                <a:gd name="connsiteX12" fmla="*/ 82475 w 143702"/>
                <a:gd name="connsiteY12" fmla="*/ 26707 h 136742"/>
                <a:gd name="connsiteX13" fmla="*/ 66711 w 143702"/>
                <a:gd name="connsiteY13" fmla="*/ 85 h 136742"/>
                <a:gd name="connsiteX14" fmla="*/ 31240 w 143702"/>
                <a:gd name="connsiteY14" fmla="*/ 8858 h 136742"/>
                <a:gd name="connsiteX15" fmla="*/ 27905 w 143702"/>
                <a:gd name="connsiteY15" fmla="*/ 10068 h 136742"/>
                <a:gd name="connsiteX16" fmla="*/ 29118 w 143702"/>
                <a:gd name="connsiteY16" fmla="*/ 14606 h 136742"/>
                <a:gd name="connsiteX17" fmla="*/ 46095 w 143702"/>
                <a:gd name="connsiteY17" fmla="*/ 11278 h 136742"/>
                <a:gd name="connsiteX18" fmla="*/ 59738 w 143702"/>
                <a:gd name="connsiteY18" fmla="*/ 32153 h 136742"/>
                <a:gd name="connsiteX19" fmla="*/ 68530 w 143702"/>
                <a:gd name="connsiteY19" fmla="*/ 69363 h 136742"/>
                <a:gd name="connsiteX20" fmla="*/ 43670 w 143702"/>
                <a:gd name="connsiteY20" fmla="*/ 104759 h 136742"/>
                <a:gd name="connsiteX21" fmla="*/ 28208 w 143702"/>
                <a:gd name="connsiteY21" fmla="*/ 119280 h 136742"/>
                <a:gd name="connsiteX22" fmla="*/ 20326 w 143702"/>
                <a:gd name="connsiteY22" fmla="*/ 116558 h 136742"/>
                <a:gd name="connsiteX23" fmla="*/ 10624 w 143702"/>
                <a:gd name="connsiteY23" fmla="*/ 113532 h 136742"/>
                <a:gd name="connsiteX24" fmla="*/ 316 w 143702"/>
                <a:gd name="connsiteY24" fmla="*/ 124121 h 136742"/>
                <a:gd name="connsiteX25" fmla="*/ 15475 w 143702"/>
                <a:gd name="connsiteY25" fmla="*/ 136827 h 136742"/>
                <a:gd name="connsiteX26" fmla="*/ 43670 w 143702"/>
                <a:gd name="connsiteY26" fmla="*/ 115650 h 136742"/>
                <a:gd name="connsiteX27" fmla="*/ 70955 w 143702"/>
                <a:gd name="connsiteY27" fmla="*/ 80254 h 136742"/>
                <a:gd name="connsiteX28" fmla="*/ 80050 w 143702"/>
                <a:gd name="connsiteY28" fmla="*/ 116558 h 136742"/>
                <a:gd name="connsiteX29" fmla="*/ 97634 w 143702"/>
                <a:gd name="connsiteY29" fmla="*/ 136827 h 136742"/>
                <a:gd name="connsiteX30" fmla="*/ 134621 w 143702"/>
                <a:gd name="connsiteY30" fmla="*/ 102339 h 136742"/>
                <a:gd name="connsiteX31" fmla="*/ 130376 w 143702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376" y="99919"/>
                  </a:moveTo>
                  <a:cubicBezTo>
                    <a:pt x="127951" y="102641"/>
                    <a:pt x="126435" y="104457"/>
                    <a:pt x="123707" y="108087"/>
                  </a:cubicBezTo>
                  <a:cubicBezTo>
                    <a:pt x="116734" y="117163"/>
                    <a:pt x="113096" y="120188"/>
                    <a:pt x="109761" y="120188"/>
                  </a:cubicBezTo>
                  <a:cubicBezTo>
                    <a:pt x="105213" y="120188"/>
                    <a:pt x="102485" y="116255"/>
                    <a:pt x="100363" y="107784"/>
                  </a:cubicBezTo>
                  <a:cubicBezTo>
                    <a:pt x="99756" y="105364"/>
                    <a:pt x="99453" y="103549"/>
                    <a:pt x="99150" y="102641"/>
                  </a:cubicBezTo>
                  <a:cubicBezTo>
                    <a:pt x="91571" y="72086"/>
                    <a:pt x="88236" y="58170"/>
                    <a:pt x="88236" y="53632"/>
                  </a:cubicBezTo>
                  <a:cubicBezTo>
                    <a:pt x="101575" y="30337"/>
                    <a:pt x="112489" y="17026"/>
                    <a:pt x="117946" y="17026"/>
                  </a:cubicBezTo>
                  <a:cubicBezTo>
                    <a:pt x="119765" y="17026"/>
                    <a:pt x="122191" y="17934"/>
                    <a:pt x="125223" y="19447"/>
                  </a:cubicBezTo>
                  <a:cubicBezTo>
                    <a:pt x="128861" y="21564"/>
                    <a:pt x="130983" y="22169"/>
                    <a:pt x="133408" y="22169"/>
                  </a:cubicBezTo>
                  <a:cubicBezTo>
                    <a:pt x="139775" y="22169"/>
                    <a:pt x="144019" y="17631"/>
                    <a:pt x="144019" y="11278"/>
                  </a:cubicBezTo>
                  <a:cubicBezTo>
                    <a:pt x="144019" y="4925"/>
                    <a:pt x="138865" y="85"/>
                    <a:pt x="131589" y="85"/>
                  </a:cubicBezTo>
                  <a:cubicBezTo>
                    <a:pt x="118250" y="85"/>
                    <a:pt x="106729" y="10976"/>
                    <a:pt x="85810" y="43346"/>
                  </a:cubicBezTo>
                  <a:lnTo>
                    <a:pt x="82475" y="26707"/>
                  </a:lnTo>
                  <a:cubicBezTo>
                    <a:pt x="78231" y="6135"/>
                    <a:pt x="74896" y="85"/>
                    <a:pt x="66711" y="85"/>
                  </a:cubicBezTo>
                  <a:cubicBezTo>
                    <a:pt x="60041" y="85"/>
                    <a:pt x="49733" y="2808"/>
                    <a:pt x="31240" y="8858"/>
                  </a:cubicBezTo>
                  <a:lnTo>
                    <a:pt x="27905" y="10068"/>
                  </a:lnTo>
                  <a:lnTo>
                    <a:pt x="29118" y="14606"/>
                  </a:lnTo>
                  <a:cubicBezTo>
                    <a:pt x="40638" y="11883"/>
                    <a:pt x="43367" y="11278"/>
                    <a:pt x="46095" y="11278"/>
                  </a:cubicBezTo>
                  <a:cubicBezTo>
                    <a:pt x="53674" y="11278"/>
                    <a:pt x="55493" y="14001"/>
                    <a:pt x="59738" y="32153"/>
                  </a:cubicBezTo>
                  <a:lnTo>
                    <a:pt x="68530" y="69363"/>
                  </a:lnTo>
                  <a:lnTo>
                    <a:pt x="43670" y="104759"/>
                  </a:lnTo>
                  <a:cubicBezTo>
                    <a:pt x="37606" y="113835"/>
                    <a:pt x="31543" y="119280"/>
                    <a:pt x="28208" y="119280"/>
                  </a:cubicBezTo>
                  <a:cubicBezTo>
                    <a:pt x="26389" y="119280"/>
                    <a:pt x="23357" y="118373"/>
                    <a:pt x="20326" y="116558"/>
                  </a:cubicBezTo>
                  <a:cubicBezTo>
                    <a:pt x="16384" y="114440"/>
                    <a:pt x="13049" y="113532"/>
                    <a:pt x="10624" y="113532"/>
                  </a:cubicBezTo>
                  <a:cubicBezTo>
                    <a:pt x="4864" y="113532"/>
                    <a:pt x="316" y="118070"/>
                    <a:pt x="316" y="124121"/>
                  </a:cubicBezTo>
                  <a:cubicBezTo>
                    <a:pt x="316" y="131987"/>
                    <a:pt x="6380" y="136827"/>
                    <a:pt x="15475" y="136827"/>
                  </a:cubicBezTo>
                  <a:cubicBezTo>
                    <a:pt x="24873" y="136827"/>
                    <a:pt x="28511" y="134104"/>
                    <a:pt x="43670" y="115650"/>
                  </a:cubicBezTo>
                  <a:cubicBezTo>
                    <a:pt x="51855" y="105969"/>
                    <a:pt x="58222" y="97801"/>
                    <a:pt x="70955" y="80254"/>
                  </a:cubicBezTo>
                  <a:lnTo>
                    <a:pt x="80050" y="116558"/>
                  </a:lnTo>
                  <a:cubicBezTo>
                    <a:pt x="83991" y="131987"/>
                    <a:pt x="87933" y="136827"/>
                    <a:pt x="97634" y="136827"/>
                  </a:cubicBezTo>
                  <a:cubicBezTo>
                    <a:pt x="109154" y="136827"/>
                    <a:pt x="117037" y="129566"/>
                    <a:pt x="134621" y="102339"/>
                  </a:cubicBezTo>
                  <a:lnTo>
                    <a:pt x="130376" y="9991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33BDC6F5-0BD3-43E9-2EC4-B5ACA02B11D4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1992094" y="7576069"/>
              <a:ext cx="99833" cy="151335"/>
            </a:xfrm>
            <a:custGeom>
              <a:avLst/>
              <a:gdLst>
                <a:gd name="connsiteX0" fmla="*/ 100154 w 99833"/>
                <a:gd name="connsiteY0" fmla="*/ 120753 h 151335"/>
                <a:gd name="connsiteX1" fmla="*/ 97237 w 99833"/>
                <a:gd name="connsiteY1" fmla="*/ 119634 h 151335"/>
                <a:gd name="connsiteX2" fmla="*/ 75925 w 99833"/>
                <a:gd name="connsiteY2" fmla="*/ 134409 h 151335"/>
                <a:gd name="connsiteX3" fmla="*/ 22306 w 99833"/>
                <a:gd name="connsiteY3" fmla="*/ 134409 h 151335"/>
                <a:gd name="connsiteX4" fmla="*/ 59996 w 99833"/>
                <a:gd name="connsiteY4" fmla="*/ 95008 h 151335"/>
                <a:gd name="connsiteX5" fmla="*/ 88712 w 99833"/>
                <a:gd name="connsiteY5" fmla="*/ 39712 h 151335"/>
                <a:gd name="connsiteX6" fmla="*/ 47208 w 99833"/>
                <a:gd name="connsiteY6" fmla="*/ 87 h 151335"/>
                <a:gd name="connsiteX7" fmla="*/ 14903 w 99833"/>
                <a:gd name="connsiteY7" fmla="*/ 13967 h 151335"/>
                <a:gd name="connsiteX8" fmla="*/ 544 w 99833"/>
                <a:gd name="connsiteY8" fmla="*/ 44637 h 151335"/>
                <a:gd name="connsiteX9" fmla="*/ 5256 w 99833"/>
                <a:gd name="connsiteY9" fmla="*/ 45757 h 151335"/>
                <a:gd name="connsiteX10" fmla="*/ 37786 w 99833"/>
                <a:gd name="connsiteY10" fmla="*/ 16654 h 151335"/>
                <a:gd name="connsiteX11" fmla="*/ 69419 w 99833"/>
                <a:gd name="connsiteY11" fmla="*/ 48219 h 151335"/>
                <a:gd name="connsiteX12" fmla="*/ 40254 w 99833"/>
                <a:gd name="connsiteY12" fmla="*/ 106425 h 151335"/>
                <a:gd name="connsiteX13" fmla="*/ 320 w 99833"/>
                <a:gd name="connsiteY13" fmla="*/ 148737 h 151335"/>
                <a:gd name="connsiteX14" fmla="*/ 320 w 99833"/>
                <a:gd name="connsiteY14" fmla="*/ 151423 h 151335"/>
                <a:gd name="connsiteX15" fmla="*/ 87815 w 99833"/>
                <a:gd name="connsiteY15" fmla="*/ 151423 h 151335"/>
                <a:gd name="connsiteX16" fmla="*/ 100154 w 99833"/>
                <a:gd name="connsiteY16" fmla="*/ 12075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100154" y="120753"/>
                  </a:moveTo>
                  <a:lnTo>
                    <a:pt x="97237" y="119634"/>
                  </a:lnTo>
                  <a:cubicBezTo>
                    <a:pt x="88937" y="132394"/>
                    <a:pt x="86020" y="134409"/>
                    <a:pt x="75925" y="134409"/>
                  </a:cubicBezTo>
                  <a:lnTo>
                    <a:pt x="22306" y="134409"/>
                  </a:lnTo>
                  <a:lnTo>
                    <a:pt x="59996" y="95008"/>
                  </a:lnTo>
                  <a:cubicBezTo>
                    <a:pt x="79963" y="74188"/>
                    <a:pt x="88712" y="57174"/>
                    <a:pt x="88712" y="39712"/>
                  </a:cubicBezTo>
                  <a:cubicBezTo>
                    <a:pt x="88712" y="17325"/>
                    <a:pt x="70540" y="87"/>
                    <a:pt x="47208" y="87"/>
                  </a:cubicBezTo>
                  <a:cubicBezTo>
                    <a:pt x="34869" y="87"/>
                    <a:pt x="23203" y="5012"/>
                    <a:pt x="14903" y="13967"/>
                  </a:cubicBezTo>
                  <a:cubicBezTo>
                    <a:pt x="7723" y="21579"/>
                    <a:pt x="4358" y="28743"/>
                    <a:pt x="544" y="44637"/>
                  </a:cubicBezTo>
                  <a:lnTo>
                    <a:pt x="5256" y="45757"/>
                  </a:lnTo>
                  <a:cubicBezTo>
                    <a:pt x="14230" y="23817"/>
                    <a:pt x="22306" y="16654"/>
                    <a:pt x="37786" y="16654"/>
                  </a:cubicBezTo>
                  <a:cubicBezTo>
                    <a:pt x="56631" y="16654"/>
                    <a:pt x="69419" y="29414"/>
                    <a:pt x="69419" y="48219"/>
                  </a:cubicBezTo>
                  <a:cubicBezTo>
                    <a:pt x="69419" y="65681"/>
                    <a:pt x="59099" y="86501"/>
                    <a:pt x="40254" y="106425"/>
                  </a:cubicBezTo>
                  <a:lnTo>
                    <a:pt x="320" y="148737"/>
                  </a:lnTo>
                  <a:lnTo>
                    <a:pt x="320" y="151423"/>
                  </a:lnTo>
                  <a:lnTo>
                    <a:pt x="87815" y="151423"/>
                  </a:lnTo>
                  <a:lnTo>
                    <a:pt x="100154" y="12075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7C58CCF1-A319-E64E-FF48-C92272CFAF2A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2130454" y="7454638"/>
              <a:ext cx="70335" cy="302526"/>
            </a:xfrm>
            <a:custGeom>
              <a:avLst/>
              <a:gdLst>
                <a:gd name="connsiteX0" fmla="*/ 70661 w 70335"/>
                <a:gd name="connsiteY0" fmla="*/ 151348 h 302526"/>
                <a:gd name="connsiteX1" fmla="*/ 50652 w 70335"/>
                <a:gd name="connsiteY1" fmla="*/ 56959 h 302526"/>
                <a:gd name="connsiteX2" fmla="*/ 3357 w 70335"/>
                <a:gd name="connsiteY2" fmla="*/ 84 h 302526"/>
                <a:gd name="connsiteX3" fmla="*/ 325 w 70335"/>
                <a:gd name="connsiteY3" fmla="*/ 3109 h 302526"/>
                <a:gd name="connsiteX4" fmla="*/ 6086 w 70335"/>
                <a:gd name="connsiteY4" fmla="*/ 10068 h 302526"/>
                <a:gd name="connsiteX5" fmla="*/ 53077 w 70335"/>
                <a:gd name="connsiteY5" fmla="*/ 151348 h 302526"/>
                <a:gd name="connsiteX6" fmla="*/ 4267 w 70335"/>
                <a:gd name="connsiteY6" fmla="*/ 294443 h 302526"/>
                <a:gd name="connsiteX7" fmla="*/ 325 w 70335"/>
                <a:gd name="connsiteY7" fmla="*/ 299586 h 302526"/>
                <a:gd name="connsiteX8" fmla="*/ 3357 w 70335"/>
                <a:gd name="connsiteY8" fmla="*/ 302611 h 302526"/>
                <a:gd name="connsiteX9" fmla="*/ 51561 w 70335"/>
                <a:gd name="connsiteY9" fmla="*/ 243618 h 302526"/>
                <a:gd name="connsiteX10" fmla="*/ 70661 w 703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61" y="151348"/>
                  </a:moveTo>
                  <a:cubicBezTo>
                    <a:pt x="70661" y="127750"/>
                    <a:pt x="67326" y="91145"/>
                    <a:pt x="50652" y="56959"/>
                  </a:cubicBezTo>
                  <a:cubicBezTo>
                    <a:pt x="32461" y="19748"/>
                    <a:pt x="6389" y="84"/>
                    <a:pt x="3357" y="84"/>
                  </a:cubicBezTo>
                  <a:cubicBezTo>
                    <a:pt x="1538" y="84"/>
                    <a:pt x="325" y="1294"/>
                    <a:pt x="325" y="3109"/>
                  </a:cubicBezTo>
                  <a:cubicBezTo>
                    <a:pt x="325" y="4017"/>
                    <a:pt x="325" y="4622"/>
                    <a:pt x="6086" y="10068"/>
                  </a:cubicBezTo>
                  <a:cubicBezTo>
                    <a:pt x="35796" y="40018"/>
                    <a:pt x="53077" y="88119"/>
                    <a:pt x="53077" y="151348"/>
                  </a:cubicBezTo>
                  <a:cubicBezTo>
                    <a:pt x="53077" y="203080"/>
                    <a:pt x="41860" y="256324"/>
                    <a:pt x="4267" y="294443"/>
                  </a:cubicBezTo>
                  <a:cubicBezTo>
                    <a:pt x="325" y="298073"/>
                    <a:pt x="325" y="298678"/>
                    <a:pt x="325" y="299586"/>
                  </a:cubicBezTo>
                  <a:cubicBezTo>
                    <a:pt x="325" y="301401"/>
                    <a:pt x="1538" y="302611"/>
                    <a:pt x="3357" y="302611"/>
                  </a:cubicBezTo>
                  <a:cubicBezTo>
                    <a:pt x="6389" y="302611"/>
                    <a:pt x="33674" y="282039"/>
                    <a:pt x="51561" y="243618"/>
                  </a:cubicBezTo>
                  <a:cubicBezTo>
                    <a:pt x="67023" y="210340"/>
                    <a:pt x="70661" y="176760"/>
                    <a:pt x="70661" y="15134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EBD04C3-4466-086A-3221-6244332B1B40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2268835" y="7268109"/>
              <a:ext cx="173110" cy="267736"/>
            </a:xfrm>
            <a:custGeom>
              <a:avLst/>
              <a:gdLst>
                <a:gd name="connsiteX0" fmla="*/ 55509 w 173110"/>
                <a:gd name="connsiteY0" fmla="*/ 85391 h 267736"/>
                <a:gd name="connsiteX1" fmla="*/ 82794 w 173110"/>
                <a:gd name="connsiteY1" fmla="*/ 85391 h 267736"/>
                <a:gd name="connsiteX2" fmla="*/ 56115 w 173110"/>
                <a:gd name="connsiteY2" fmla="*/ 212452 h 267736"/>
                <a:gd name="connsiteX3" fmla="*/ 26707 w 173110"/>
                <a:gd name="connsiteY3" fmla="*/ 261461 h 267736"/>
                <a:gd name="connsiteX4" fmla="*/ 20644 w 173110"/>
                <a:gd name="connsiteY4" fmla="*/ 256621 h 267736"/>
                <a:gd name="connsiteX5" fmla="*/ 21857 w 173110"/>
                <a:gd name="connsiteY5" fmla="*/ 253293 h 267736"/>
                <a:gd name="connsiteX6" fmla="*/ 23372 w 173110"/>
                <a:gd name="connsiteY6" fmla="*/ 248452 h 267736"/>
                <a:gd name="connsiteX7" fmla="*/ 11549 w 173110"/>
                <a:gd name="connsiteY7" fmla="*/ 236956 h 267736"/>
                <a:gd name="connsiteX8" fmla="*/ 331 w 173110"/>
                <a:gd name="connsiteY8" fmla="*/ 249360 h 267736"/>
                <a:gd name="connsiteX9" fmla="*/ 24282 w 173110"/>
                <a:gd name="connsiteY9" fmla="*/ 267814 h 267736"/>
                <a:gd name="connsiteX10" fmla="*/ 84916 w 173110"/>
                <a:gd name="connsiteY10" fmla="*/ 182199 h 267736"/>
                <a:gd name="connsiteX11" fmla="*/ 106744 w 173110"/>
                <a:gd name="connsiteY11" fmla="*/ 85391 h 267736"/>
                <a:gd name="connsiteX12" fmla="*/ 139790 w 173110"/>
                <a:gd name="connsiteY12" fmla="*/ 85391 h 267736"/>
                <a:gd name="connsiteX13" fmla="*/ 141609 w 173110"/>
                <a:gd name="connsiteY13" fmla="*/ 75710 h 267736"/>
                <a:gd name="connsiteX14" fmla="*/ 108867 w 173110"/>
                <a:gd name="connsiteY14" fmla="*/ 75710 h 267736"/>
                <a:gd name="connsiteX15" fmla="*/ 145853 w 173110"/>
                <a:gd name="connsiteY15" fmla="*/ 6734 h 267736"/>
                <a:gd name="connsiteX16" fmla="*/ 152523 w 173110"/>
                <a:gd name="connsiteY16" fmla="*/ 10364 h 267736"/>
                <a:gd name="connsiteX17" fmla="*/ 151310 w 173110"/>
                <a:gd name="connsiteY17" fmla="*/ 13389 h 267736"/>
                <a:gd name="connsiteX18" fmla="*/ 149491 w 173110"/>
                <a:gd name="connsiteY18" fmla="*/ 19742 h 267736"/>
                <a:gd name="connsiteX19" fmla="*/ 160709 w 173110"/>
                <a:gd name="connsiteY19" fmla="*/ 31843 h 267736"/>
                <a:gd name="connsiteX20" fmla="*/ 173442 w 173110"/>
                <a:gd name="connsiteY20" fmla="*/ 19742 h 267736"/>
                <a:gd name="connsiteX21" fmla="*/ 147369 w 173110"/>
                <a:gd name="connsiteY21" fmla="*/ 78 h 267736"/>
                <a:gd name="connsiteX22" fmla="*/ 109776 w 173110"/>
                <a:gd name="connsiteY22" fmla="*/ 20952 h 267736"/>
                <a:gd name="connsiteX23" fmla="*/ 85522 w 173110"/>
                <a:gd name="connsiteY23" fmla="*/ 75710 h 267736"/>
                <a:gd name="connsiteX24" fmla="*/ 57631 w 173110"/>
                <a:gd name="connsiteY24" fmla="*/ 75710 h 267736"/>
                <a:gd name="connsiteX25" fmla="*/ 55509 w 173110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110" h="267736">
                  <a:moveTo>
                    <a:pt x="55509" y="85391"/>
                  </a:moveTo>
                  <a:lnTo>
                    <a:pt x="82794" y="85391"/>
                  </a:lnTo>
                  <a:lnTo>
                    <a:pt x="56115" y="212452"/>
                  </a:lnTo>
                  <a:cubicBezTo>
                    <a:pt x="49445" y="244822"/>
                    <a:pt x="39440" y="261461"/>
                    <a:pt x="26707" y="261461"/>
                  </a:cubicBezTo>
                  <a:cubicBezTo>
                    <a:pt x="23069" y="261461"/>
                    <a:pt x="20644" y="259343"/>
                    <a:pt x="20644" y="256621"/>
                  </a:cubicBezTo>
                  <a:cubicBezTo>
                    <a:pt x="20644" y="255713"/>
                    <a:pt x="20947" y="254806"/>
                    <a:pt x="21857" y="253293"/>
                  </a:cubicBezTo>
                  <a:cubicBezTo>
                    <a:pt x="23069" y="251478"/>
                    <a:pt x="23372" y="250268"/>
                    <a:pt x="23372" y="248452"/>
                  </a:cubicBezTo>
                  <a:cubicBezTo>
                    <a:pt x="23372" y="242099"/>
                    <a:pt x="17915" y="236956"/>
                    <a:pt x="11549" y="236956"/>
                  </a:cubicBezTo>
                  <a:cubicBezTo>
                    <a:pt x="5182" y="236956"/>
                    <a:pt x="331" y="242402"/>
                    <a:pt x="331" y="249360"/>
                  </a:cubicBezTo>
                  <a:cubicBezTo>
                    <a:pt x="331" y="259646"/>
                    <a:pt x="10942" y="267814"/>
                    <a:pt x="24282" y="267814"/>
                  </a:cubicBezTo>
                  <a:cubicBezTo>
                    <a:pt x="51264" y="267814"/>
                    <a:pt x="72486" y="237864"/>
                    <a:pt x="84916" y="182199"/>
                  </a:cubicBezTo>
                  <a:lnTo>
                    <a:pt x="106744" y="85391"/>
                  </a:lnTo>
                  <a:lnTo>
                    <a:pt x="139790" y="85391"/>
                  </a:lnTo>
                  <a:lnTo>
                    <a:pt x="141609" y="75710"/>
                  </a:lnTo>
                  <a:lnTo>
                    <a:pt x="108867" y="75710"/>
                  </a:lnTo>
                  <a:cubicBezTo>
                    <a:pt x="117658" y="28213"/>
                    <a:pt x="128876" y="6734"/>
                    <a:pt x="145853" y="6734"/>
                  </a:cubicBezTo>
                  <a:cubicBezTo>
                    <a:pt x="149795" y="6734"/>
                    <a:pt x="152523" y="8246"/>
                    <a:pt x="152523" y="10364"/>
                  </a:cubicBezTo>
                  <a:cubicBezTo>
                    <a:pt x="152523" y="11271"/>
                    <a:pt x="152220" y="11877"/>
                    <a:pt x="151310" y="13389"/>
                  </a:cubicBezTo>
                  <a:cubicBezTo>
                    <a:pt x="150098" y="16112"/>
                    <a:pt x="149491" y="17625"/>
                    <a:pt x="149491" y="19742"/>
                  </a:cubicBezTo>
                  <a:cubicBezTo>
                    <a:pt x="149491" y="27003"/>
                    <a:pt x="154039" y="31843"/>
                    <a:pt x="160709" y="31843"/>
                  </a:cubicBezTo>
                  <a:cubicBezTo>
                    <a:pt x="167682" y="31843"/>
                    <a:pt x="173442" y="26398"/>
                    <a:pt x="173442" y="19742"/>
                  </a:cubicBezTo>
                  <a:cubicBezTo>
                    <a:pt x="173442" y="8549"/>
                    <a:pt x="162225" y="78"/>
                    <a:pt x="147369" y="78"/>
                  </a:cubicBezTo>
                  <a:cubicBezTo>
                    <a:pt x="132514" y="78"/>
                    <a:pt x="120690" y="6734"/>
                    <a:pt x="109776" y="20952"/>
                  </a:cubicBezTo>
                  <a:cubicBezTo>
                    <a:pt x="100681" y="32751"/>
                    <a:pt x="94618" y="46667"/>
                    <a:pt x="85522" y="75710"/>
                  </a:cubicBezTo>
                  <a:lnTo>
                    <a:pt x="57631" y="75710"/>
                  </a:lnTo>
                  <a:lnTo>
                    <a:pt x="55509" y="85391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34FDFA68-3E27-5670-0EE7-BA71D0CBEAAC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2472437" y="7246327"/>
              <a:ext cx="70335" cy="302526"/>
            </a:xfrm>
            <a:custGeom>
              <a:avLst/>
              <a:gdLst>
                <a:gd name="connsiteX0" fmla="*/ 70672 w 70335"/>
                <a:gd name="connsiteY0" fmla="*/ 299579 h 302526"/>
                <a:gd name="connsiteX1" fmla="*/ 65518 w 70335"/>
                <a:gd name="connsiteY1" fmla="*/ 292923 h 302526"/>
                <a:gd name="connsiteX2" fmla="*/ 17920 w 70335"/>
                <a:gd name="connsiteY2" fmla="*/ 151341 h 302526"/>
                <a:gd name="connsiteX3" fmla="*/ 66731 w 70335"/>
                <a:gd name="connsiteY3" fmla="*/ 8246 h 302526"/>
                <a:gd name="connsiteX4" fmla="*/ 70672 w 70335"/>
                <a:gd name="connsiteY4" fmla="*/ 3103 h 302526"/>
                <a:gd name="connsiteX5" fmla="*/ 67640 w 70335"/>
                <a:gd name="connsiteY5" fmla="*/ 77 h 302526"/>
                <a:gd name="connsiteX6" fmla="*/ 19436 w 70335"/>
                <a:gd name="connsiteY6" fmla="*/ 59070 h 302526"/>
                <a:gd name="connsiteX7" fmla="*/ 336 w 70335"/>
                <a:gd name="connsiteY7" fmla="*/ 151341 h 302526"/>
                <a:gd name="connsiteX8" fmla="*/ 20345 w 70335"/>
                <a:gd name="connsiteY8" fmla="*/ 245729 h 302526"/>
                <a:gd name="connsiteX9" fmla="*/ 67640 w 70335"/>
                <a:gd name="connsiteY9" fmla="*/ 302604 h 302526"/>
                <a:gd name="connsiteX10" fmla="*/ 70672 w 70335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72" y="299579"/>
                  </a:moveTo>
                  <a:cubicBezTo>
                    <a:pt x="70672" y="298671"/>
                    <a:pt x="70672" y="298066"/>
                    <a:pt x="65518" y="292923"/>
                  </a:cubicBezTo>
                  <a:cubicBezTo>
                    <a:pt x="27622" y="254805"/>
                    <a:pt x="17920" y="197627"/>
                    <a:pt x="17920" y="151341"/>
                  </a:cubicBezTo>
                  <a:cubicBezTo>
                    <a:pt x="17920" y="98701"/>
                    <a:pt x="29441" y="46061"/>
                    <a:pt x="66731" y="8246"/>
                  </a:cubicBezTo>
                  <a:cubicBezTo>
                    <a:pt x="70672" y="4615"/>
                    <a:pt x="70672" y="4010"/>
                    <a:pt x="70672" y="3103"/>
                  </a:cubicBezTo>
                  <a:cubicBezTo>
                    <a:pt x="70672" y="985"/>
                    <a:pt x="69459" y="77"/>
                    <a:pt x="67640" y="77"/>
                  </a:cubicBezTo>
                  <a:cubicBezTo>
                    <a:pt x="64608" y="77"/>
                    <a:pt x="37323" y="20649"/>
                    <a:pt x="19436" y="59070"/>
                  </a:cubicBezTo>
                  <a:cubicBezTo>
                    <a:pt x="3974" y="92348"/>
                    <a:pt x="336" y="125928"/>
                    <a:pt x="336" y="151341"/>
                  </a:cubicBezTo>
                  <a:cubicBezTo>
                    <a:pt x="336" y="174938"/>
                    <a:pt x="3671" y="211543"/>
                    <a:pt x="20345" y="245729"/>
                  </a:cubicBezTo>
                  <a:cubicBezTo>
                    <a:pt x="38536" y="282940"/>
                    <a:pt x="64608" y="302604"/>
                    <a:pt x="67640" y="302604"/>
                  </a:cubicBezTo>
                  <a:cubicBezTo>
                    <a:pt x="69459" y="302604"/>
                    <a:pt x="70672" y="301696"/>
                    <a:pt x="70672" y="299579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DDC5EDBC-B913-D3CA-96B2-5D3EB4B7FED2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2552305" y="7339808"/>
              <a:ext cx="143702" cy="136742"/>
            </a:xfrm>
            <a:custGeom>
              <a:avLst/>
              <a:gdLst>
                <a:gd name="connsiteX0" fmla="*/ 130400 w 143702"/>
                <a:gd name="connsiteY0" fmla="*/ 99912 h 136742"/>
                <a:gd name="connsiteX1" fmla="*/ 123730 w 143702"/>
                <a:gd name="connsiteY1" fmla="*/ 108080 h 136742"/>
                <a:gd name="connsiteX2" fmla="*/ 109784 w 143702"/>
                <a:gd name="connsiteY2" fmla="*/ 120181 h 136742"/>
                <a:gd name="connsiteX3" fmla="*/ 100386 w 143702"/>
                <a:gd name="connsiteY3" fmla="*/ 107778 h 136742"/>
                <a:gd name="connsiteX4" fmla="*/ 99173 w 143702"/>
                <a:gd name="connsiteY4" fmla="*/ 102635 h 136742"/>
                <a:gd name="connsiteX5" fmla="*/ 88259 w 143702"/>
                <a:gd name="connsiteY5" fmla="*/ 53625 h 136742"/>
                <a:gd name="connsiteX6" fmla="*/ 117970 w 143702"/>
                <a:gd name="connsiteY6" fmla="*/ 17019 h 136742"/>
                <a:gd name="connsiteX7" fmla="*/ 125246 w 143702"/>
                <a:gd name="connsiteY7" fmla="*/ 19440 h 136742"/>
                <a:gd name="connsiteX8" fmla="*/ 133431 w 143702"/>
                <a:gd name="connsiteY8" fmla="*/ 22162 h 136742"/>
                <a:gd name="connsiteX9" fmla="*/ 144042 w 143702"/>
                <a:gd name="connsiteY9" fmla="*/ 11271 h 136742"/>
                <a:gd name="connsiteX10" fmla="*/ 131612 w 143702"/>
                <a:gd name="connsiteY10" fmla="*/ 78 h 136742"/>
                <a:gd name="connsiteX11" fmla="*/ 85834 w 143702"/>
                <a:gd name="connsiteY11" fmla="*/ 43339 h 136742"/>
                <a:gd name="connsiteX12" fmla="*/ 82499 w 143702"/>
                <a:gd name="connsiteY12" fmla="*/ 26700 h 136742"/>
                <a:gd name="connsiteX13" fmla="*/ 66734 w 143702"/>
                <a:gd name="connsiteY13" fmla="*/ 78 h 136742"/>
                <a:gd name="connsiteX14" fmla="*/ 31263 w 143702"/>
                <a:gd name="connsiteY14" fmla="*/ 8851 h 136742"/>
                <a:gd name="connsiteX15" fmla="*/ 27928 w 143702"/>
                <a:gd name="connsiteY15" fmla="*/ 10061 h 136742"/>
                <a:gd name="connsiteX16" fmla="*/ 29141 w 143702"/>
                <a:gd name="connsiteY16" fmla="*/ 14599 h 136742"/>
                <a:gd name="connsiteX17" fmla="*/ 46118 w 143702"/>
                <a:gd name="connsiteY17" fmla="*/ 11271 h 136742"/>
                <a:gd name="connsiteX18" fmla="*/ 59761 w 143702"/>
                <a:gd name="connsiteY18" fmla="*/ 32146 h 136742"/>
                <a:gd name="connsiteX19" fmla="*/ 68553 w 143702"/>
                <a:gd name="connsiteY19" fmla="*/ 69357 h 136742"/>
                <a:gd name="connsiteX20" fmla="*/ 43693 w 143702"/>
                <a:gd name="connsiteY20" fmla="*/ 104752 h 136742"/>
                <a:gd name="connsiteX21" fmla="*/ 28231 w 143702"/>
                <a:gd name="connsiteY21" fmla="*/ 119274 h 136742"/>
                <a:gd name="connsiteX22" fmla="*/ 20349 w 143702"/>
                <a:gd name="connsiteY22" fmla="*/ 116551 h 136742"/>
                <a:gd name="connsiteX23" fmla="*/ 10647 w 143702"/>
                <a:gd name="connsiteY23" fmla="*/ 113526 h 136742"/>
                <a:gd name="connsiteX24" fmla="*/ 340 w 143702"/>
                <a:gd name="connsiteY24" fmla="*/ 124114 h 136742"/>
                <a:gd name="connsiteX25" fmla="*/ 15498 w 143702"/>
                <a:gd name="connsiteY25" fmla="*/ 136820 h 136742"/>
                <a:gd name="connsiteX26" fmla="*/ 43693 w 143702"/>
                <a:gd name="connsiteY26" fmla="*/ 115643 h 136742"/>
                <a:gd name="connsiteX27" fmla="*/ 70978 w 143702"/>
                <a:gd name="connsiteY27" fmla="*/ 80248 h 136742"/>
                <a:gd name="connsiteX28" fmla="*/ 80073 w 143702"/>
                <a:gd name="connsiteY28" fmla="*/ 116551 h 136742"/>
                <a:gd name="connsiteX29" fmla="*/ 97657 w 143702"/>
                <a:gd name="connsiteY29" fmla="*/ 136820 h 136742"/>
                <a:gd name="connsiteX30" fmla="*/ 134644 w 143702"/>
                <a:gd name="connsiteY30" fmla="*/ 102332 h 136742"/>
                <a:gd name="connsiteX31" fmla="*/ 130400 w 143702"/>
                <a:gd name="connsiteY31" fmla="*/ 9991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400" y="99912"/>
                  </a:moveTo>
                  <a:cubicBezTo>
                    <a:pt x="127974" y="102635"/>
                    <a:pt x="126458" y="104450"/>
                    <a:pt x="123730" y="108080"/>
                  </a:cubicBezTo>
                  <a:cubicBezTo>
                    <a:pt x="116757" y="117156"/>
                    <a:pt x="113119" y="120181"/>
                    <a:pt x="109784" y="120181"/>
                  </a:cubicBezTo>
                  <a:cubicBezTo>
                    <a:pt x="105237" y="120181"/>
                    <a:pt x="102508" y="116248"/>
                    <a:pt x="100386" y="107778"/>
                  </a:cubicBezTo>
                  <a:cubicBezTo>
                    <a:pt x="99779" y="105357"/>
                    <a:pt x="99476" y="103542"/>
                    <a:pt x="99173" y="102635"/>
                  </a:cubicBezTo>
                  <a:cubicBezTo>
                    <a:pt x="91594" y="72079"/>
                    <a:pt x="88259" y="58163"/>
                    <a:pt x="88259" y="53625"/>
                  </a:cubicBezTo>
                  <a:cubicBezTo>
                    <a:pt x="101599" y="30331"/>
                    <a:pt x="112513" y="17019"/>
                    <a:pt x="117970" y="17019"/>
                  </a:cubicBezTo>
                  <a:cubicBezTo>
                    <a:pt x="119789" y="17019"/>
                    <a:pt x="122214" y="17927"/>
                    <a:pt x="125246" y="19440"/>
                  </a:cubicBezTo>
                  <a:cubicBezTo>
                    <a:pt x="128884" y="21557"/>
                    <a:pt x="131006" y="22162"/>
                    <a:pt x="133431" y="22162"/>
                  </a:cubicBezTo>
                  <a:cubicBezTo>
                    <a:pt x="139798" y="22162"/>
                    <a:pt x="144042" y="17625"/>
                    <a:pt x="144042" y="11271"/>
                  </a:cubicBezTo>
                  <a:cubicBezTo>
                    <a:pt x="144042" y="4918"/>
                    <a:pt x="138888" y="78"/>
                    <a:pt x="131612" y="78"/>
                  </a:cubicBezTo>
                  <a:cubicBezTo>
                    <a:pt x="118273" y="78"/>
                    <a:pt x="106752" y="10969"/>
                    <a:pt x="85834" y="43339"/>
                  </a:cubicBezTo>
                  <a:lnTo>
                    <a:pt x="82499" y="26700"/>
                  </a:lnTo>
                  <a:cubicBezTo>
                    <a:pt x="78254" y="6128"/>
                    <a:pt x="74920" y="78"/>
                    <a:pt x="66734" y="78"/>
                  </a:cubicBezTo>
                  <a:cubicBezTo>
                    <a:pt x="60064" y="78"/>
                    <a:pt x="49756" y="2801"/>
                    <a:pt x="31263" y="8851"/>
                  </a:cubicBezTo>
                  <a:lnTo>
                    <a:pt x="27928" y="10061"/>
                  </a:lnTo>
                  <a:lnTo>
                    <a:pt x="29141" y="14599"/>
                  </a:lnTo>
                  <a:cubicBezTo>
                    <a:pt x="40661" y="11877"/>
                    <a:pt x="43390" y="11271"/>
                    <a:pt x="46118" y="11271"/>
                  </a:cubicBezTo>
                  <a:cubicBezTo>
                    <a:pt x="53698" y="11271"/>
                    <a:pt x="55517" y="13994"/>
                    <a:pt x="59761" y="32146"/>
                  </a:cubicBezTo>
                  <a:lnTo>
                    <a:pt x="68553" y="69357"/>
                  </a:lnTo>
                  <a:lnTo>
                    <a:pt x="43693" y="104752"/>
                  </a:lnTo>
                  <a:cubicBezTo>
                    <a:pt x="37630" y="113828"/>
                    <a:pt x="31566" y="119274"/>
                    <a:pt x="28231" y="119274"/>
                  </a:cubicBezTo>
                  <a:cubicBezTo>
                    <a:pt x="26412" y="119274"/>
                    <a:pt x="23381" y="118366"/>
                    <a:pt x="20349" y="116551"/>
                  </a:cubicBezTo>
                  <a:cubicBezTo>
                    <a:pt x="16408" y="114433"/>
                    <a:pt x="13073" y="113526"/>
                    <a:pt x="10647" y="113526"/>
                  </a:cubicBezTo>
                  <a:cubicBezTo>
                    <a:pt x="4887" y="113526"/>
                    <a:pt x="340" y="118063"/>
                    <a:pt x="340" y="124114"/>
                  </a:cubicBezTo>
                  <a:cubicBezTo>
                    <a:pt x="340" y="131980"/>
                    <a:pt x="6403" y="136820"/>
                    <a:pt x="15498" y="136820"/>
                  </a:cubicBezTo>
                  <a:cubicBezTo>
                    <a:pt x="24896" y="136820"/>
                    <a:pt x="28534" y="134097"/>
                    <a:pt x="43693" y="115643"/>
                  </a:cubicBezTo>
                  <a:cubicBezTo>
                    <a:pt x="51879" y="105962"/>
                    <a:pt x="58245" y="97794"/>
                    <a:pt x="70978" y="80248"/>
                  </a:cubicBezTo>
                  <a:lnTo>
                    <a:pt x="80073" y="116551"/>
                  </a:lnTo>
                  <a:cubicBezTo>
                    <a:pt x="84015" y="131980"/>
                    <a:pt x="87956" y="136820"/>
                    <a:pt x="97657" y="136820"/>
                  </a:cubicBezTo>
                  <a:cubicBezTo>
                    <a:pt x="109178" y="136820"/>
                    <a:pt x="117060" y="129559"/>
                    <a:pt x="134644" y="102332"/>
                  </a:cubicBezTo>
                  <a:lnTo>
                    <a:pt x="130400" y="99912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D757D9CC-D2DC-DD21-9015-5917DEB48C8F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2720504" y="7367758"/>
              <a:ext cx="63489" cy="151335"/>
            </a:xfrm>
            <a:custGeom>
              <a:avLst/>
              <a:gdLst>
                <a:gd name="connsiteX0" fmla="*/ 40726 w 63489"/>
                <a:gd name="connsiteY0" fmla="*/ 80 h 151335"/>
                <a:gd name="connsiteX1" fmla="*/ 343 w 63489"/>
                <a:gd name="connsiteY1" fmla="*/ 20452 h 151335"/>
                <a:gd name="connsiteX2" fmla="*/ 343 w 63489"/>
                <a:gd name="connsiteY2" fmla="*/ 23587 h 151335"/>
                <a:gd name="connsiteX3" fmla="*/ 6401 w 63489"/>
                <a:gd name="connsiteY3" fmla="*/ 21124 h 151335"/>
                <a:gd name="connsiteX4" fmla="*/ 16496 w 63489"/>
                <a:gd name="connsiteY4" fmla="*/ 18662 h 151335"/>
                <a:gd name="connsiteX5" fmla="*/ 23227 w 63489"/>
                <a:gd name="connsiteY5" fmla="*/ 29183 h 151335"/>
                <a:gd name="connsiteX6" fmla="*/ 23227 w 63489"/>
                <a:gd name="connsiteY6" fmla="*/ 130596 h 151335"/>
                <a:gd name="connsiteX7" fmla="*/ 17842 w 63489"/>
                <a:gd name="connsiteY7" fmla="*/ 145148 h 151335"/>
                <a:gd name="connsiteX8" fmla="*/ 1914 w 63489"/>
                <a:gd name="connsiteY8" fmla="*/ 148058 h 151335"/>
                <a:gd name="connsiteX9" fmla="*/ 1914 w 63489"/>
                <a:gd name="connsiteY9" fmla="*/ 151416 h 151335"/>
                <a:gd name="connsiteX10" fmla="*/ 63833 w 63489"/>
                <a:gd name="connsiteY10" fmla="*/ 151416 h 151335"/>
                <a:gd name="connsiteX11" fmla="*/ 63833 w 63489"/>
                <a:gd name="connsiteY11" fmla="*/ 148058 h 151335"/>
                <a:gd name="connsiteX12" fmla="*/ 42520 w 63489"/>
                <a:gd name="connsiteY12" fmla="*/ 134850 h 151335"/>
                <a:gd name="connsiteX13" fmla="*/ 42520 w 63489"/>
                <a:gd name="connsiteY13" fmla="*/ 528 h 151335"/>
                <a:gd name="connsiteX14" fmla="*/ 40726 w 63489"/>
                <a:gd name="connsiteY14" fmla="*/ 80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726" y="80"/>
                  </a:moveTo>
                  <a:lnTo>
                    <a:pt x="343" y="20452"/>
                  </a:lnTo>
                  <a:lnTo>
                    <a:pt x="343" y="23587"/>
                  </a:lnTo>
                  <a:cubicBezTo>
                    <a:pt x="3035" y="22467"/>
                    <a:pt x="5503" y="21572"/>
                    <a:pt x="6401" y="21124"/>
                  </a:cubicBezTo>
                  <a:cubicBezTo>
                    <a:pt x="10439" y="19557"/>
                    <a:pt x="14253" y="18662"/>
                    <a:pt x="16496" y="18662"/>
                  </a:cubicBezTo>
                  <a:cubicBezTo>
                    <a:pt x="21208" y="18662"/>
                    <a:pt x="23227" y="22020"/>
                    <a:pt x="23227" y="29183"/>
                  </a:cubicBezTo>
                  <a:lnTo>
                    <a:pt x="23227" y="130596"/>
                  </a:lnTo>
                  <a:cubicBezTo>
                    <a:pt x="23227" y="137984"/>
                    <a:pt x="21432" y="143133"/>
                    <a:pt x="17842" y="145148"/>
                  </a:cubicBezTo>
                  <a:cubicBezTo>
                    <a:pt x="14477" y="147163"/>
                    <a:pt x="11336" y="147834"/>
                    <a:pt x="1914" y="148058"/>
                  </a:cubicBezTo>
                  <a:lnTo>
                    <a:pt x="1914" y="151416"/>
                  </a:lnTo>
                  <a:lnTo>
                    <a:pt x="63833" y="151416"/>
                  </a:lnTo>
                  <a:lnTo>
                    <a:pt x="63833" y="148058"/>
                  </a:lnTo>
                  <a:cubicBezTo>
                    <a:pt x="46110" y="147834"/>
                    <a:pt x="42520" y="145596"/>
                    <a:pt x="42520" y="134850"/>
                  </a:cubicBezTo>
                  <a:lnTo>
                    <a:pt x="42520" y="528"/>
                  </a:lnTo>
                  <a:lnTo>
                    <a:pt x="40726" y="80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44253445-49AB-5904-A0EB-C1C9B445B1B6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2840691" y="7246327"/>
              <a:ext cx="70335" cy="302526"/>
            </a:xfrm>
            <a:custGeom>
              <a:avLst/>
              <a:gdLst>
                <a:gd name="connsiteX0" fmla="*/ 70684 w 70335"/>
                <a:gd name="connsiteY0" fmla="*/ 151341 h 302526"/>
                <a:gd name="connsiteX1" fmla="*/ 50675 w 70335"/>
                <a:gd name="connsiteY1" fmla="*/ 56952 h 302526"/>
                <a:gd name="connsiteX2" fmla="*/ 3380 w 70335"/>
                <a:gd name="connsiteY2" fmla="*/ 77 h 302526"/>
                <a:gd name="connsiteX3" fmla="*/ 349 w 70335"/>
                <a:gd name="connsiteY3" fmla="*/ 3103 h 302526"/>
                <a:gd name="connsiteX4" fmla="*/ 6109 w 70335"/>
                <a:gd name="connsiteY4" fmla="*/ 10061 h 302526"/>
                <a:gd name="connsiteX5" fmla="*/ 53100 w 70335"/>
                <a:gd name="connsiteY5" fmla="*/ 151341 h 302526"/>
                <a:gd name="connsiteX6" fmla="*/ 4290 w 70335"/>
                <a:gd name="connsiteY6" fmla="*/ 294436 h 302526"/>
                <a:gd name="connsiteX7" fmla="*/ 349 w 70335"/>
                <a:gd name="connsiteY7" fmla="*/ 299579 h 302526"/>
                <a:gd name="connsiteX8" fmla="*/ 3380 w 70335"/>
                <a:gd name="connsiteY8" fmla="*/ 302604 h 302526"/>
                <a:gd name="connsiteX9" fmla="*/ 51584 w 70335"/>
                <a:gd name="connsiteY9" fmla="*/ 243611 h 302526"/>
                <a:gd name="connsiteX10" fmla="*/ 70684 w 70335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684" y="151341"/>
                  </a:moveTo>
                  <a:cubicBezTo>
                    <a:pt x="70684" y="127744"/>
                    <a:pt x="67349" y="91138"/>
                    <a:pt x="50675" y="56952"/>
                  </a:cubicBezTo>
                  <a:cubicBezTo>
                    <a:pt x="32485" y="19742"/>
                    <a:pt x="6412" y="77"/>
                    <a:pt x="3380" y="77"/>
                  </a:cubicBezTo>
                  <a:cubicBezTo>
                    <a:pt x="1561" y="77"/>
                    <a:pt x="349" y="1287"/>
                    <a:pt x="349" y="3103"/>
                  </a:cubicBezTo>
                  <a:cubicBezTo>
                    <a:pt x="349" y="4010"/>
                    <a:pt x="349" y="4615"/>
                    <a:pt x="6109" y="10061"/>
                  </a:cubicBezTo>
                  <a:cubicBezTo>
                    <a:pt x="35820" y="40011"/>
                    <a:pt x="53100" y="88113"/>
                    <a:pt x="53100" y="151341"/>
                  </a:cubicBezTo>
                  <a:cubicBezTo>
                    <a:pt x="53100" y="203073"/>
                    <a:pt x="41883" y="256317"/>
                    <a:pt x="4290" y="294436"/>
                  </a:cubicBezTo>
                  <a:cubicBezTo>
                    <a:pt x="349" y="298066"/>
                    <a:pt x="349" y="298671"/>
                    <a:pt x="349" y="299579"/>
                  </a:cubicBezTo>
                  <a:cubicBezTo>
                    <a:pt x="349" y="301394"/>
                    <a:pt x="1561" y="302604"/>
                    <a:pt x="3380" y="302604"/>
                  </a:cubicBezTo>
                  <a:cubicBezTo>
                    <a:pt x="6412" y="302604"/>
                    <a:pt x="33697" y="282032"/>
                    <a:pt x="51584" y="243611"/>
                  </a:cubicBezTo>
                  <a:cubicBezTo>
                    <a:pt x="67046" y="210333"/>
                    <a:pt x="70684" y="176753"/>
                    <a:pt x="70684" y="151341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5F9F2CFC-CCF3-BE60-009A-8867C603BA85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6482765" y="8135862"/>
              <a:ext cx="201608" cy="201482"/>
            </a:xfrm>
            <a:custGeom>
              <a:avLst/>
              <a:gdLst>
                <a:gd name="connsiteX0" fmla="*/ 107160 w 201608"/>
                <a:gd name="connsiteY0" fmla="*/ 106897 h 201482"/>
                <a:gd name="connsiteX1" fmla="*/ 191745 w 201608"/>
                <a:gd name="connsiteY1" fmla="*/ 106897 h 201482"/>
                <a:gd name="connsiteX2" fmla="*/ 201749 w 201608"/>
                <a:gd name="connsiteY2" fmla="*/ 100846 h 201482"/>
                <a:gd name="connsiteX3" fmla="*/ 191745 w 201608"/>
                <a:gd name="connsiteY3" fmla="*/ 94796 h 201482"/>
                <a:gd name="connsiteX4" fmla="*/ 107160 w 201608"/>
                <a:gd name="connsiteY4" fmla="*/ 94796 h 201482"/>
                <a:gd name="connsiteX5" fmla="*/ 107160 w 201608"/>
                <a:gd name="connsiteY5" fmla="*/ 10088 h 201482"/>
                <a:gd name="connsiteX6" fmla="*/ 101097 w 201608"/>
                <a:gd name="connsiteY6" fmla="*/ 105 h 201482"/>
                <a:gd name="connsiteX7" fmla="*/ 95033 w 201608"/>
                <a:gd name="connsiteY7" fmla="*/ 10088 h 201482"/>
                <a:gd name="connsiteX8" fmla="*/ 95033 w 201608"/>
                <a:gd name="connsiteY8" fmla="*/ 94796 h 201482"/>
                <a:gd name="connsiteX9" fmla="*/ 10146 w 201608"/>
                <a:gd name="connsiteY9" fmla="*/ 94796 h 201482"/>
                <a:gd name="connsiteX10" fmla="*/ 141 w 201608"/>
                <a:gd name="connsiteY10" fmla="*/ 100846 h 201482"/>
                <a:gd name="connsiteX11" fmla="*/ 10146 w 201608"/>
                <a:gd name="connsiteY11" fmla="*/ 106897 h 201482"/>
                <a:gd name="connsiteX12" fmla="*/ 95033 w 201608"/>
                <a:gd name="connsiteY12" fmla="*/ 106897 h 201482"/>
                <a:gd name="connsiteX13" fmla="*/ 95033 w 201608"/>
                <a:gd name="connsiteY13" fmla="*/ 191604 h 201482"/>
                <a:gd name="connsiteX14" fmla="*/ 101097 w 201608"/>
                <a:gd name="connsiteY14" fmla="*/ 201588 h 201482"/>
                <a:gd name="connsiteX15" fmla="*/ 107160 w 201608"/>
                <a:gd name="connsiteY15" fmla="*/ 191604 h 201482"/>
                <a:gd name="connsiteX16" fmla="*/ 107160 w 201608"/>
                <a:gd name="connsiteY16" fmla="*/ 106897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608" h="201482">
                  <a:moveTo>
                    <a:pt x="107160" y="106897"/>
                  </a:moveTo>
                  <a:lnTo>
                    <a:pt x="191745" y="106897"/>
                  </a:lnTo>
                  <a:cubicBezTo>
                    <a:pt x="195989" y="106897"/>
                    <a:pt x="201749" y="106897"/>
                    <a:pt x="201749" y="100846"/>
                  </a:cubicBezTo>
                  <a:cubicBezTo>
                    <a:pt x="201749" y="94796"/>
                    <a:pt x="195989" y="94796"/>
                    <a:pt x="191745" y="94796"/>
                  </a:cubicBezTo>
                  <a:lnTo>
                    <a:pt x="107160" y="94796"/>
                  </a:lnTo>
                  <a:lnTo>
                    <a:pt x="107160" y="10088"/>
                  </a:lnTo>
                  <a:cubicBezTo>
                    <a:pt x="107160" y="5853"/>
                    <a:pt x="107160" y="105"/>
                    <a:pt x="101097" y="105"/>
                  </a:cubicBezTo>
                  <a:cubicBezTo>
                    <a:pt x="95033" y="105"/>
                    <a:pt x="95033" y="5853"/>
                    <a:pt x="95033" y="10088"/>
                  </a:cubicBezTo>
                  <a:lnTo>
                    <a:pt x="95033" y="94796"/>
                  </a:lnTo>
                  <a:lnTo>
                    <a:pt x="10146" y="94796"/>
                  </a:lnTo>
                  <a:cubicBezTo>
                    <a:pt x="5901" y="94796"/>
                    <a:pt x="141" y="94796"/>
                    <a:pt x="141" y="100846"/>
                  </a:cubicBezTo>
                  <a:cubicBezTo>
                    <a:pt x="141" y="106897"/>
                    <a:pt x="5901" y="106897"/>
                    <a:pt x="10146" y="106897"/>
                  </a:cubicBezTo>
                  <a:lnTo>
                    <a:pt x="95033" y="106897"/>
                  </a:lnTo>
                  <a:lnTo>
                    <a:pt x="95033" y="191604"/>
                  </a:lnTo>
                  <a:cubicBezTo>
                    <a:pt x="95033" y="195840"/>
                    <a:pt x="95033" y="201588"/>
                    <a:pt x="101097" y="201588"/>
                  </a:cubicBezTo>
                  <a:cubicBezTo>
                    <a:pt x="107160" y="201588"/>
                    <a:pt x="107160" y="195840"/>
                    <a:pt x="107160" y="191604"/>
                  </a:cubicBezTo>
                  <a:lnTo>
                    <a:pt x="107160" y="106897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A4E3BA08-4555-9BEE-828B-54F925242637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937926" y="7879764"/>
              <a:ext cx="70335" cy="302526"/>
            </a:xfrm>
            <a:custGeom>
              <a:avLst/>
              <a:gdLst>
                <a:gd name="connsiteX0" fmla="*/ 70491 w 70335"/>
                <a:gd name="connsiteY0" fmla="*/ 299600 h 302526"/>
                <a:gd name="connsiteX1" fmla="*/ 65337 w 70335"/>
                <a:gd name="connsiteY1" fmla="*/ 292944 h 302526"/>
                <a:gd name="connsiteX2" fmla="*/ 17739 w 70335"/>
                <a:gd name="connsiteY2" fmla="*/ 151361 h 302526"/>
                <a:gd name="connsiteX3" fmla="*/ 66549 w 70335"/>
                <a:gd name="connsiteY3" fmla="*/ 8266 h 302526"/>
                <a:gd name="connsiteX4" fmla="*/ 70491 w 70335"/>
                <a:gd name="connsiteY4" fmla="*/ 3123 h 302526"/>
                <a:gd name="connsiteX5" fmla="*/ 67459 w 70335"/>
                <a:gd name="connsiteY5" fmla="*/ 98 h 302526"/>
                <a:gd name="connsiteX6" fmla="*/ 19255 w 70335"/>
                <a:gd name="connsiteY6" fmla="*/ 59091 h 302526"/>
                <a:gd name="connsiteX7" fmla="*/ 155 w 70335"/>
                <a:gd name="connsiteY7" fmla="*/ 151361 h 302526"/>
                <a:gd name="connsiteX8" fmla="*/ 20164 w 70335"/>
                <a:gd name="connsiteY8" fmla="*/ 245750 h 302526"/>
                <a:gd name="connsiteX9" fmla="*/ 67459 w 70335"/>
                <a:gd name="connsiteY9" fmla="*/ 302625 h 302526"/>
                <a:gd name="connsiteX10" fmla="*/ 70491 w 70335"/>
                <a:gd name="connsiteY10" fmla="*/ 29960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491" y="299600"/>
                  </a:moveTo>
                  <a:cubicBezTo>
                    <a:pt x="70491" y="298692"/>
                    <a:pt x="70491" y="298087"/>
                    <a:pt x="65337" y="292944"/>
                  </a:cubicBezTo>
                  <a:cubicBezTo>
                    <a:pt x="27440" y="254826"/>
                    <a:pt x="17739" y="197648"/>
                    <a:pt x="17739" y="151361"/>
                  </a:cubicBezTo>
                  <a:cubicBezTo>
                    <a:pt x="17739" y="98722"/>
                    <a:pt x="29259" y="46082"/>
                    <a:pt x="66549" y="8266"/>
                  </a:cubicBezTo>
                  <a:cubicBezTo>
                    <a:pt x="70491" y="4636"/>
                    <a:pt x="70491" y="4031"/>
                    <a:pt x="70491" y="3123"/>
                  </a:cubicBezTo>
                  <a:cubicBezTo>
                    <a:pt x="70491" y="1006"/>
                    <a:pt x="69278" y="98"/>
                    <a:pt x="67459" y="98"/>
                  </a:cubicBezTo>
                  <a:cubicBezTo>
                    <a:pt x="64427" y="98"/>
                    <a:pt x="37142" y="20670"/>
                    <a:pt x="19255" y="59091"/>
                  </a:cubicBezTo>
                  <a:cubicBezTo>
                    <a:pt x="3793" y="92369"/>
                    <a:pt x="155" y="125949"/>
                    <a:pt x="155" y="151361"/>
                  </a:cubicBezTo>
                  <a:cubicBezTo>
                    <a:pt x="155" y="174959"/>
                    <a:pt x="3490" y="211564"/>
                    <a:pt x="20164" y="245750"/>
                  </a:cubicBezTo>
                  <a:cubicBezTo>
                    <a:pt x="38355" y="282961"/>
                    <a:pt x="64427" y="302625"/>
                    <a:pt x="67459" y="302625"/>
                  </a:cubicBezTo>
                  <a:cubicBezTo>
                    <a:pt x="69278" y="302625"/>
                    <a:pt x="70491" y="301717"/>
                    <a:pt x="70491" y="299600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F513E67F-9ABF-68B9-0032-BE76A6F8ED6F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7017794" y="7973245"/>
              <a:ext cx="143702" cy="136742"/>
            </a:xfrm>
            <a:custGeom>
              <a:avLst/>
              <a:gdLst>
                <a:gd name="connsiteX0" fmla="*/ 130219 w 143702"/>
                <a:gd name="connsiteY0" fmla="*/ 99933 h 136742"/>
                <a:gd name="connsiteX1" fmla="*/ 123549 w 143702"/>
                <a:gd name="connsiteY1" fmla="*/ 108101 h 136742"/>
                <a:gd name="connsiteX2" fmla="*/ 109603 w 143702"/>
                <a:gd name="connsiteY2" fmla="*/ 120202 h 136742"/>
                <a:gd name="connsiteX3" fmla="*/ 100205 w 143702"/>
                <a:gd name="connsiteY3" fmla="*/ 107798 h 136742"/>
                <a:gd name="connsiteX4" fmla="*/ 98992 w 143702"/>
                <a:gd name="connsiteY4" fmla="*/ 102655 h 136742"/>
                <a:gd name="connsiteX5" fmla="*/ 88078 w 143702"/>
                <a:gd name="connsiteY5" fmla="*/ 53646 h 136742"/>
                <a:gd name="connsiteX6" fmla="*/ 117789 w 143702"/>
                <a:gd name="connsiteY6" fmla="*/ 17040 h 136742"/>
                <a:gd name="connsiteX7" fmla="*/ 125065 w 143702"/>
                <a:gd name="connsiteY7" fmla="*/ 19460 h 136742"/>
                <a:gd name="connsiteX8" fmla="*/ 133250 w 143702"/>
                <a:gd name="connsiteY8" fmla="*/ 22183 h 136742"/>
                <a:gd name="connsiteX9" fmla="*/ 143861 w 143702"/>
                <a:gd name="connsiteY9" fmla="*/ 11292 h 136742"/>
                <a:gd name="connsiteX10" fmla="*/ 131431 w 143702"/>
                <a:gd name="connsiteY10" fmla="*/ 99 h 136742"/>
                <a:gd name="connsiteX11" fmla="*/ 85652 w 143702"/>
                <a:gd name="connsiteY11" fmla="*/ 43360 h 136742"/>
                <a:gd name="connsiteX12" fmla="*/ 82318 w 143702"/>
                <a:gd name="connsiteY12" fmla="*/ 26721 h 136742"/>
                <a:gd name="connsiteX13" fmla="*/ 66553 w 143702"/>
                <a:gd name="connsiteY13" fmla="*/ 99 h 136742"/>
                <a:gd name="connsiteX14" fmla="*/ 31082 w 143702"/>
                <a:gd name="connsiteY14" fmla="*/ 8872 h 136742"/>
                <a:gd name="connsiteX15" fmla="*/ 27747 w 143702"/>
                <a:gd name="connsiteY15" fmla="*/ 10082 h 136742"/>
                <a:gd name="connsiteX16" fmla="*/ 28960 w 143702"/>
                <a:gd name="connsiteY16" fmla="*/ 14620 h 136742"/>
                <a:gd name="connsiteX17" fmla="*/ 45937 w 143702"/>
                <a:gd name="connsiteY17" fmla="*/ 11292 h 136742"/>
                <a:gd name="connsiteX18" fmla="*/ 59580 w 143702"/>
                <a:gd name="connsiteY18" fmla="*/ 32167 h 136742"/>
                <a:gd name="connsiteX19" fmla="*/ 68372 w 143702"/>
                <a:gd name="connsiteY19" fmla="*/ 69377 h 136742"/>
                <a:gd name="connsiteX20" fmla="*/ 43512 w 143702"/>
                <a:gd name="connsiteY20" fmla="*/ 104773 h 136742"/>
                <a:gd name="connsiteX21" fmla="*/ 28050 w 143702"/>
                <a:gd name="connsiteY21" fmla="*/ 119294 h 136742"/>
                <a:gd name="connsiteX22" fmla="*/ 20168 w 143702"/>
                <a:gd name="connsiteY22" fmla="*/ 116572 h 136742"/>
                <a:gd name="connsiteX23" fmla="*/ 10466 w 143702"/>
                <a:gd name="connsiteY23" fmla="*/ 113546 h 136742"/>
                <a:gd name="connsiteX24" fmla="*/ 158 w 143702"/>
                <a:gd name="connsiteY24" fmla="*/ 124135 h 136742"/>
                <a:gd name="connsiteX25" fmla="*/ 15317 w 143702"/>
                <a:gd name="connsiteY25" fmla="*/ 136841 h 136742"/>
                <a:gd name="connsiteX26" fmla="*/ 43512 w 143702"/>
                <a:gd name="connsiteY26" fmla="*/ 115664 h 136742"/>
                <a:gd name="connsiteX27" fmla="*/ 70797 w 143702"/>
                <a:gd name="connsiteY27" fmla="*/ 80268 h 136742"/>
                <a:gd name="connsiteX28" fmla="*/ 79892 w 143702"/>
                <a:gd name="connsiteY28" fmla="*/ 116572 h 136742"/>
                <a:gd name="connsiteX29" fmla="*/ 97476 w 143702"/>
                <a:gd name="connsiteY29" fmla="*/ 136841 h 136742"/>
                <a:gd name="connsiteX30" fmla="*/ 134463 w 143702"/>
                <a:gd name="connsiteY30" fmla="*/ 102353 h 136742"/>
                <a:gd name="connsiteX31" fmla="*/ 130219 w 143702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19" y="99933"/>
                  </a:moveTo>
                  <a:cubicBezTo>
                    <a:pt x="127793" y="102655"/>
                    <a:pt x="126277" y="104471"/>
                    <a:pt x="123549" y="108101"/>
                  </a:cubicBezTo>
                  <a:cubicBezTo>
                    <a:pt x="116576" y="117177"/>
                    <a:pt x="112938" y="120202"/>
                    <a:pt x="109603" y="120202"/>
                  </a:cubicBezTo>
                  <a:cubicBezTo>
                    <a:pt x="105055" y="120202"/>
                    <a:pt x="102327" y="116269"/>
                    <a:pt x="100205" y="107798"/>
                  </a:cubicBezTo>
                  <a:cubicBezTo>
                    <a:pt x="99598" y="105378"/>
                    <a:pt x="99295" y="103563"/>
                    <a:pt x="98992" y="102655"/>
                  </a:cubicBezTo>
                  <a:cubicBezTo>
                    <a:pt x="91413" y="72100"/>
                    <a:pt x="88078" y="58184"/>
                    <a:pt x="88078" y="53646"/>
                  </a:cubicBezTo>
                  <a:cubicBezTo>
                    <a:pt x="101417" y="30351"/>
                    <a:pt x="112331" y="17040"/>
                    <a:pt x="117789" y="17040"/>
                  </a:cubicBezTo>
                  <a:cubicBezTo>
                    <a:pt x="119608" y="17040"/>
                    <a:pt x="122033" y="17948"/>
                    <a:pt x="125065" y="19460"/>
                  </a:cubicBezTo>
                  <a:cubicBezTo>
                    <a:pt x="128703" y="21578"/>
                    <a:pt x="130825" y="22183"/>
                    <a:pt x="133250" y="22183"/>
                  </a:cubicBezTo>
                  <a:cubicBezTo>
                    <a:pt x="139617" y="22183"/>
                    <a:pt x="143861" y="17645"/>
                    <a:pt x="143861" y="11292"/>
                  </a:cubicBezTo>
                  <a:cubicBezTo>
                    <a:pt x="143861" y="4939"/>
                    <a:pt x="138707" y="99"/>
                    <a:pt x="131431" y="99"/>
                  </a:cubicBezTo>
                  <a:cubicBezTo>
                    <a:pt x="118092" y="99"/>
                    <a:pt x="106571" y="10990"/>
                    <a:pt x="85652" y="43360"/>
                  </a:cubicBezTo>
                  <a:lnTo>
                    <a:pt x="82318" y="26721"/>
                  </a:lnTo>
                  <a:cubicBezTo>
                    <a:pt x="78073" y="6149"/>
                    <a:pt x="74738" y="99"/>
                    <a:pt x="66553" y="99"/>
                  </a:cubicBezTo>
                  <a:cubicBezTo>
                    <a:pt x="59883" y="99"/>
                    <a:pt x="49575" y="2822"/>
                    <a:pt x="31082" y="8872"/>
                  </a:cubicBezTo>
                  <a:lnTo>
                    <a:pt x="27747" y="10082"/>
                  </a:lnTo>
                  <a:lnTo>
                    <a:pt x="28960" y="14620"/>
                  </a:lnTo>
                  <a:cubicBezTo>
                    <a:pt x="40480" y="11897"/>
                    <a:pt x="43209" y="11292"/>
                    <a:pt x="45937" y="11292"/>
                  </a:cubicBezTo>
                  <a:cubicBezTo>
                    <a:pt x="53516" y="11292"/>
                    <a:pt x="55335" y="14015"/>
                    <a:pt x="59580" y="32167"/>
                  </a:cubicBezTo>
                  <a:lnTo>
                    <a:pt x="68372" y="69377"/>
                  </a:lnTo>
                  <a:lnTo>
                    <a:pt x="43512" y="104773"/>
                  </a:lnTo>
                  <a:cubicBezTo>
                    <a:pt x="37448" y="113849"/>
                    <a:pt x="31385" y="119294"/>
                    <a:pt x="28050" y="119294"/>
                  </a:cubicBezTo>
                  <a:cubicBezTo>
                    <a:pt x="26231" y="119294"/>
                    <a:pt x="23199" y="118387"/>
                    <a:pt x="20168" y="116572"/>
                  </a:cubicBezTo>
                  <a:cubicBezTo>
                    <a:pt x="16226" y="114454"/>
                    <a:pt x="12892" y="113546"/>
                    <a:pt x="10466" y="113546"/>
                  </a:cubicBezTo>
                  <a:cubicBezTo>
                    <a:pt x="4706" y="113546"/>
                    <a:pt x="158" y="118084"/>
                    <a:pt x="158" y="124135"/>
                  </a:cubicBezTo>
                  <a:cubicBezTo>
                    <a:pt x="158" y="132000"/>
                    <a:pt x="6222" y="136841"/>
                    <a:pt x="15317" y="136841"/>
                  </a:cubicBezTo>
                  <a:cubicBezTo>
                    <a:pt x="24715" y="136841"/>
                    <a:pt x="28353" y="134118"/>
                    <a:pt x="43512" y="115664"/>
                  </a:cubicBezTo>
                  <a:cubicBezTo>
                    <a:pt x="51697" y="105983"/>
                    <a:pt x="58064" y="97815"/>
                    <a:pt x="70797" y="80268"/>
                  </a:cubicBezTo>
                  <a:lnTo>
                    <a:pt x="79892" y="116572"/>
                  </a:lnTo>
                  <a:cubicBezTo>
                    <a:pt x="83833" y="132000"/>
                    <a:pt x="87775" y="136841"/>
                    <a:pt x="97476" y="136841"/>
                  </a:cubicBezTo>
                  <a:cubicBezTo>
                    <a:pt x="108997" y="136841"/>
                    <a:pt x="116879" y="129580"/>
                    <a:pt x="134463" y="102353"/>
                  </a:cubicBezTo>
                  <a:lnTo>
                    <a:pt x="130219" y="9993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D669B0C0-60DA-9753-E9A3-C907BF5947D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7229427" y="8024977"/>
              <a:ext cx="185237" cy="12101"/>
            </a:xfrm>
            <a:custGeom>
              <a:avLst/>
              <a:gdLst>
                <a:gd name="connsiteX0" fmla="*/ 174790 w 185237"/>
                <a:gd name="connsiteY0" fmla="*/ 12200 h 12101"/>
                <a:gd name="connsiteX1" fmla="*/ 185401 w 185237"/>
                <a:gd name="connsiteY1" fmla="*/ 6149 h 12101"/>
                <a:gd name="connsiteX2" fmla="*/ 174790 w 185237"/>
                <a:gd name="connsiteY2" fmla="*/ 99 h 12101"/>
                <a:gd name="connsiteX3" fmla="*/ 10775 w 185237"/>
                <a:gd name="connsiteY3" fmla="*/ 99 h 12101"/>
                <a:gd name="connsiteX4" fmla="*/ 164 w 185237"/>
                <a:gd name="connsiteY4" fmla="*/ 6149 h 12101"/>
                <a:gd name="connsiteX5" fmla="*/ 10775 w 185237"/>
                <a:gd name="connsiteY5" fmla="*/ 12200 h 12101"/>
                <a:gd name="connsiteX6" fmla="*/ 174790 w 185237"/>
                <a:gd name="connsiteY6" fmla="*/ 1220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790" y="12200"/>
                  </a:moveTo>
                  <a:cubicBezTo>
                    <a:pt x="179944" y="12200"/>
                    <a:pt x="185401" y="12200"/>
                    <a:pt x="185401" y="6149"/>
                  </a:cubicBezTo>
                  <a:cubicBezTo>
                    <a:pt x="185401" y="99"/>
                    <a:pt x="179944" y="99"/>
                    <a:pt x="174790" y="99"/>
                  </a:cubicBezTo>
                  <a:lnTo>
                    <a:pt x="10775" y="99"/>
                  </a:lnTo>
                  <a:cubicBezTo>
                    <a:pt x="5621" y="99"/>
                    <a:pt x="164" y="99"/>
                    <a:pt x="164" y="6149"/>
                  </a:cubicBezTo>
                  <a:cubicBezTo>
                    <a:pt x="164" y="12200"/>
                    <a:pt x="5621" y="12200"/>
                    <a:pt x="10775" y="12200"/>
                  </a:cubicBezTo>
                  <a:lnTo>
                    <a:pt x="174790" y="12200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436C1135-2F4C-C6FC-C6F7-F9FCBA5159F5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7474786" y="7973245"/>
              <a:ext cx="143702" cy="136742"/>
            </a:xfrm>
            <a:custGeom>
              <a:avLst/>
              <a:gdLst>
                <a:gd name="connsiteX0" fmla="*/ 130233 w 143702"/>
                <a:gd name="connsiteY0" fmla="*/ 99933 h 136742"/>
                <a:gd name="connsiteX1" fmla="*/ 123564 w 143702"/>
                <a:gd name="connsiteY1" fmla="*/ 108101 h 136742"/>
                <a:gd name="connsiteX2" fmla="*/ 109618 w 143702"/>
                <a:gd name="connsiteY2" fmla="*/ 120202 h 136742"/>
                <a:gd name="connsiteX3" fmla="*/ 100220 w 143702"/>
                <a:gd name="connsiteY3" fmla="*/ 107798 h 136742"/>
                <a:gd name="connsiteX4" fmla="*/ 99007 w 143702"/>
                <a:gd name="connsiteY4" fmla="*/ 102655 h 136742"/>
                <a:gd name="connsiteX5" fmla="*/ 88093 w 143702"/>
                <a:gd name="connsiteY5" fmla="*/ 53646 h 136742"/>
                <a:gd name="connsiteX6" fmla="*/ 117803 w 143702"/>
                <a:gd name="connsiteY6" fmla="*/ 17040 h 136742"/>
                <a:gd name="connsiteX7" fmla="*/ 125080 w 143702"/>
                <a:gd name="connsiteY7" fmla="*/ 19460 h 136742"/>
                <a:gd name="connsiteX8" fmla="*/ 133265 w 143702"/>
                <a:gd name="connsiteY8" fmla="*/ 22183 h 136742"/>
                <a:gd name="connsiteX9" fmla="*/ 143876 w 143702"/>
                <a:gd name="connsiteY9" fmla="*/ 11292 h 136742"/>
                <a:gd name="connsiteX10" fmla="*/ 131446 w 143702"/>
                <a:gd name="connsiteY10" fmla="*/ 99 h 136742"/>
                <a:gd name="connsiteX11" fmla="*/ 85667 w 143702"/>
                <a:gd name="connsiteY11" fmla="*/ 43360 h 136742"/>
                <a:gd name="connsiteX12" fmla="*/ 82333 w 143702"/>
                <a:gd name="connsiteY12" fmla="*/ 26721 h 136742"/>
                <a:gd name="connsiteX13" fmla="*/ 66568 w 143702"/>
                <a:gd name="connsiteY13" fmla="*/ 99 h 136742"/>
                <a:gd name="connsiteX14" fmla="*/ 31097 w 143702"/>
                <a:gd name="connsiteY14" fmla="*/ 8872 h 136742"/>
                <a:gd name="connsiteX15" fmla="*/ 27762 w 143702"/>
                <a:gd name="connsiteY15" fmla="*/ 10082 h 136742"/>
                <a:gd name="connsiteX16" fmla="*/ 28975 w 143702"/>
                <a:gd name="connsiteY16" fmla="*/ 14620 h 136742"/>
                <a:gd name="connsiteX17" fmla="*/ 45952 w 143702"/>
                <a:gd name="connsiteY17" fmla="*/ 11292 h 136742"/>
                <a:gd name="connsiteX18" fmla="*/ 59595 w 143702"/>
                <a:gd name="connsiteY18" fmla="*/ 32167 h 136742"/>
                <a:gd name="connsiteX19" fmla="*/ 68387 w 143702"/>
                <a:gd name="connsiteY19" fmla="*/ 69377 h 136742"/>
                <a:gd name="connsiteX20" fmla="*/ 43527 w 143702"/>
                <a:gd name="connsiteY20" fmla="*/ 104773 h 136742"/>
                <a:gd name="connsiteX21" fmla="*/ 28065 w 143702"/>
                <a:gd name="connsiteY21" fmla="*/ 119294 h 136742"/>
                <a:gd name="connsiteX22" fmla="*/ 20183 w 143702"/>
                <a:gd name="connsiteY22" fmla="*/ 116572 h 136742"/>
                <a:gd name="connsiteX23" fmla="*/ 10481 w 143702"/>
                <a:gd name="connsiteY23" fmla="*/ 113546 h 136742"/>
                <a:gd name="connsiteX24" fmla="*/ 173 w 143702"/>
                <a:gd name="connsiteY24" fmla="*/ 124135 h 136742"/>
                <a:gd name="connsiteX25" fmla="*/ 15332 w 143702"/>
                <a:gd name="connsiteY25" fmla="*/ 136841 h 136742"/>
                <a:gd name="connsiteX26" fmla="*/ 43527 w 143702"/>
                <a:gd name="connsiteY26" fmla="*/ 115664 h 136742"/>
                <a:gd name="connsiteX27" fmla="*/ 70812 w 143702"/>
                <a:gd name="connsiteY27" fmla="*/ 80268 h 136742"/>
                <a:gd name="connsiteX28" fmla="*/ 79907 w 143702"/>
                <a:gd name="connsiteY28" fmla="*/ 116572 h 136742"/>
                <a:gd name="connsiteX29" fmla="*/ 97491 w 143702"/>
                <a:gd name="connsiteY29" fmla="*/ 136841 h 136742"/>
                <a:gd name="connsiteX30" fmla="*/ 134478 w 143702"/>
                <a:gd name="connsiteY30" fmla="*/ 102353 h 136742"/>
                <a:gd name="connsiteX31" fmla="*/ 130233 w 143702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33" y="99933"/>
                  </a:moveTo>
                  <a:cubicBezTo>
                    <a:pt x="127808" y="102655"/>
                    <a:pt x="126292" y="104471"/>
                    <a:pt x="123564" y="108101"/>
                  </a:cubicBezTo>
                  <a:cubicBezTo>
                    <a:pt x="116591" y="117177"/>
                    <a:pt x="112953" y="120202"/>
                    <a:pt x="109618" y="120202"/>
                  </a:cubicBezTo>
                  <a:cubicBezTo>
                    <a:pt x="105070" y="120202"/>
                    <a:pt x="102342" y="116269"/>
                    <a:pt x="100220" y="107798"/>
                  </a:cubicBezTo>
                  <a:cubicBezTo>
                    <a:pt x="99613" y="105378"/>
                    <a:pt x="99310" y="103563"/>
                    <a:pt x="99007" y="102655"/>
                  </a:cubicBezTo>
                  <a:cubicBezTo>
                    <a:pt x="91428" y="72100"/>
                    <a:pt x="88093" y="58184"/>
                    <a:pt x="88093" y="53646"/>
                  </a:cubicBezTo>
                  <a:cubicBezTo>
                    <a:pt x="101432" y="30351"/>
                    <a:pt x="112346" y="17040"/>
                    <a:pt x="117803" y="17040"/>
                  </a:cubicBezTo>
                  <a:cubicBezTo>
                    <a:pt x="119622" y="17040"/>
                    <a:pt x="122048" y="17948"/>
                    <a:pt x="125080" y="19460"/>
                  </a:cubicBezTo>
                  <a:cubicBezTo>
                    <a:pt x="128718" y="21578"/>
                    <a:pt x="130840" y="22183"/>
                    <a:pt x="133265" y="22183"/>
                  </a:cubicBezTo>
                  <a:cubicBezTo>
                    <a:pt x="139632" y="22183"/>
                    <a:pt x="143876" y="17645"/>
                    <a:pt x="143876" y="11292"/>
                  </a:cubicBezTo>
                  <a:cubicBezTo>
                    <a:pt x="143876" y="4939"/>
                    <a:pt x="138722" y="99"/>
                    <a:pt x="131446" y="99"/>
                  </a:cubicBezTo>
                  <a:cubicBezTo>
                    <a:pt x="118107" y="99"/>
                    <a:pt x="106586" y="10990"/>
                    <a:pt x="85667" y="43360"/>
                  </a:cubicBezTo>
                  <a:lnTo>
                    <a:pt x="82333" y="26721"/>
                  </a:lnTo>
                  <a:cubicBezTo>
                    <a:pt x="78088" y="6149"/>
                    <a:pt x="74753" y="99"/>
                    <a:pt x="66568" y="99"/>
                  </a:cubicBezTo>
                  <a:cubicBezTo>
                    <a:pt x="59898" y="99"/>
                    <a:pt x="49590" y="2822"/>
                    <a:pt x="31097" y="8872"/>
                  </a:cubicBezTo>
                  <a:lnTo>
                    <a:pt x="27762" y="10082"/>
                  </a:lnTo>
                  <a:lnTo>
                    <a:pt x="28975" y="14620"/>
                  </a:lnTo>
                  <a:cubicBezTo>
                    <a:pt x="40495" y="11897"/>
                    <a:pt x="43224" y="11292"/>
                    <a:pt x="45952" y="11292"/>
                  </a:cubicBezTo>
                  <a:cubicBezTo>
                    <a:pt x="53531" y="11292"/>
                    <a:pt x="55350" y="14015"/>
                    <a:pt x="59595" y="32167"/>
                  </a:cubicBezTo>
                  <a:lnTo>
                    <a:pt x="68387" y="69377"/>
                  </a:lnTo>
                  <a:lnTo>
                    <a:pt x="43527" y="104773"/>
                  </a:lnTo>
                  <a:cubicBezTo>
                    <a:pt x="37463" y="113849"/>
                    <a:pt x="31400" y="119294"/>
                    <a:pt x="28065" y="119294"/>
                  </a:cubicBezTo>
                  <a:cubicBezTo>
                    <a:pt x="26246" y="119294"/>
                    <a:pt x="23214" y="118387"/>
                    <a:pt x="20183" y="116572"/>
                  </a:cubicBezTo>
                  <a:cubicBezTo>
                    <a:pt x="16241" y="114454"/>
                    <a:pt x="12906" y="113546"/>
                    <a:pt x="10481" y="113546"/>
                  </a:cubicBezTo>
                  <a:cubicBezTo>
                    <a:pt x="4721" y="113546"/>
                    <a:pt x="173" y="118084"/>
                    <a:pt x="173" y="124135"/>
                  </a:cubicBezTo>
                  <a:cubicBezTo>
                    <a:pt x="173" y="132000"/>
                    <a:pt x="6237" y="136841"/>
                    <a:pt x="15332" y="136841"/>
                  </a:cubicBezTo>
                  <a:cubicBezTo>
                    <a:pt x="24730" y="136841"/>
                    <a:pt x="28368" y="134118"/>
                    <a:pt x="43527" y="115664"/>
                  </a:cubicBezTo>
                  <a:cubicBezTo>
                    <a:pt x="51712" y="105983"/>
                    <a:pt x="58079" y="97815"/>
                    <a:pt x="70812" y="80268"/>
                  </a:cubicBezTo>
                  <a:lnTo>
                    <a:pt x="79907" y="116572"/>
                  </a:lnTo>
                  <a:cubicBezTo>
                    <a:pt x="83848" y="132000"/>
                    <a:pt x="87790" y="136841"/>
                    <a:pt x="97491" y="136841"/>
                  </a:cubicBezTo>
                  <a:cubicBezTo>
                    <a:pt x="109012" y="136841"/>
                    <a:pt x="116894" y="129580"/>
                    <a:pt x="134478" y="102353"/>
                  </a:cubicBezTo>
                  <a:lnTo>
                    <a:pt x="130233" y="9993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6CDFF6A-711A-3BB5-3458-F6A8DEFB1729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7623466" y="8001195"/>
              <a:ext cx="101404" cy="154469"/>
            </a:xfrm>
            <a:custGeom>
              <a:avLst/>
              <a:gdLst>
                <a:gd name="connsiteX0" fmla="*/ 51777 w 101404"/>
                <a:gd name="connsiteY0" fmla="*/ 101 h 154469"/>
                <a:gd name="connsiteX1" fmla="*/ 21714 w 101404"/>
                <a:gd name="connsiteY1" fmla="*/ 11742 h 154469"/>
                <a:gd name="connsiteX2" fmla="*/ 177 w 101404"/>
                <a:gd name="connsiteY2" fmla="*/ 76217 h 154469"/>
                <a:gd name="connsiteX3" fmla="*/ 18125 w 101404"/>
                <a:gd name="connsiteY3" fmla="*/ 139348 h 154469"/>
                <a:gd name="connsiteX4" fmla="*/ 50879 w 101404"/>
                <a:gd name="connsiteY4" fmla="*/ 154571 h 154469"/>
                <a:gd name="connsiteX5" fmla="*/ 80044 w 101404"/>
                <a:gd name="connsiteY5" fmla="*/ 142930 h 154469"/>
                <a:gd name="connsiteX6" fmla="*/ 101581 w 101404"/>
                <a:gd name="connsiteY6" fmla="*/ 77560 h 154469"/>
                <a:gd name="connsiteX7" fmla="*/ 51777 w 101404"/>
                <a:gd name="connsiteY7" fmla="*/ 101 h 154469"/>
                <a:gd name="connsiteX8" fmla="*/ 51104 w 101404"/>
                <a:gd name="connsiteY8" fmla="*/ 5922 h 154469"/>
                <a:gd name="connsiteX9" fmla="*/ 80044 w 101404"/>
                <a:gd name="connsiteY9" fmla="*/ 78008 h 154469"/>
                <a:gd name="connsiteX10" fmla="*/ 50879 w 101404"/>
                <a:gd name="connsiteY10" fmla="*/ 148751 h 154469"/>
                <a:gd name="connsiteX11" fmla="*/ 21714 w 101404"/>
                <a:gd name="connsiteY11" fmla="*/ 78232 h 154469"/>
                <a:gd name="connsiteX12" fmla="*/ 51104 w 101404"/>
                <a:gd name="connsiteY12" fmla="*/ 5922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777" y="101"/>
                  </a:moveTo>
                  <a:cubicBezTo>
                    <a:pt x="39438" y="101"/>
                    <a:pt x="30015" y="3907"/>
                    <a:pt x="21714" y="11742"/>
                  </a:cubicBezTo>
                  <a:cubicBezTo>
                    <a:pt x="8702" y="24279"/>
                    <a:pt x="177" y="50024"/>
                    <a:pt x="177" y="76217"/>
                  </a:cubicBezTo>
                  <a:cubicBezTo>
                    <a:pt x="177" y="100619"/>
                    <a:pt x="7581" y="126811"/>
                    <a:pt x="18125" y="139348"/>
                  </a:cubicBezTo>
                  <a:cubicBezTo>
                    <a:pt x="26426" y="149198"/>
                    <a:pt x="37867" y="154571"/>
                    <a:pt x="50879" y="154571"/>
                  </a:cubicBezTo>
                  <a:cubicBezTo>
                    <a:pt x="62321" y="154571"/>
                    <a:pt x="71968" y="150765"/>
                    <a:pt x="80044" y="142930"/>
                  </a:cubicBezTo>
                  <a:cubicBezTo>
                    <a:pt x="93056" y="130617"/>
                    <a:pt x="101581" y="104648"/>
                    <a:pt x="101581" y="77560"/>
                  </a:cubicBezTo>
                  <a:cubicBezTo>
                    <a:pt x="101581" y="31667"/>
                    <a:pt x="81166" y="101"/>
                    <a:pt x="51777" y="101"/>
                  </a:cubicBezTo>
                  <a:close/>
                  <a:moveTo>
                    <a:pt x="51104" y="5922"/>
                  </a:moveTo>
                  <a:cubicBezTo>
                    <a:pt x="69949" y="5922"/>
                    <a:pt x="80044" y="31219"/>
                    <a:pt x="80044" y="78008"/>
                  </a:cubicBezTo>
                  <a:cubicBezTo>
                    <a:pt x="80044" y="124796"/>
                    <a:pt x="70173" y="148751"/>
                    <a:pt x="50879" y="148751"/>
                  </a:cubicBezTo>
                  <a:cubicBezTo>
                    <a:pt x="31586" y="148751"/>
                    <a:pt x="21714" y="124796"/>
                    <a:pt x="21714" y="78232"/>
                  </a:cubicBezTo>
                  <a:cubicBezTo>
                    <a:pt x="21714" y="30771"/>
                    <a:pt x="31810" y="5922"/>
                    <a:pt x="51104" y="5922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C5C38C88-0461-1FC7-66FE-25A5EDA03650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7763172" y="7879764"/>
              <a:ext cx="70335" cy="302526"/>
            </a:xfrm>
            <a:custGeom>
              <a:avLst/>
              <a:gdLst>
                <a:gd name="connsiteX0" fmla="*/ 70518 w 70335"/>
                <a:gd name="connsiteY0" fmla="*/ 151361 h 302526"/>
                <a:gd name="connsiteX1" fmla="*/ 50509 w 70335"/>
                <a:gd name="connsiteY1" fmla="*/ 56973 h 302526"/>
                <a:gd name="connsiteX2" fmla="*/ 3214 w 70335"/>
                <a:gd name="connsiteY2" fmla="*/ 98 h 302526"/>
                <a:gd name="connsiteX3" fmla="*/ 182 w 70335"/>
                <a:gd name="connsiteY3" fmla="*/ 3123 h 302526"/>
                <a:gd name="connsiteX4" fmla="*/ 5943 w 70335"/>
                <a:gd name="connsiteY4" fmla="*/ 10081 h 302526"/>
                <a:gd name="connsiteX5" fmla="*/ 52934 w 70335"/>
                <a:gd name="connsiteY5" fmla="*/ 151361 h 302526"/>
                <a:gd name="connsiteX6" fmla="*/ 4124 w 70335"/>
                <a:gd name="connsiteY6" fmla="*/ 294457 h 302526"/>
                <a:gd name="connsiteX7" fmla="*/ 182 w 70335"/>
                <a:gd name="connsiteY7" fmla="*/ 299600 h 302526"/>
                <a:gd name="connsiteX8" fmla="*/ 3214 w 70335"/>
                <a:gd name="connsiteY8" fmla="*/ 302625 h 302526"/>
                <a:gd name="connsiteX9" fmla="*/ 51418 w 70335"/>
                <a:gd name="connsiteY9" fmla="*/ 243632 h 302526"/>
                <a:gd name="connsiteX10" fmla="*/ 70518 w 70335"/>
                <a:gd name="connsiteY10" fmla="*/ 15136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18" y="151361"/>
                  </a:moveTo>
                  <a:cubicBezTo>
                    <a:pt x="70518" y="127764"/>
                    <a:pt x="67183" y="91159"/>
                    <a:pt x="50509" y="56973"/>
                  </a:cubicBezTo>
                  <a:cubicBezTo>
                    <a:pt x="32318" y="19762"/>
                    <a:pt x="6246" y="98"/>
                    <a:pt x="3214" y="98"/>
                  </a:cubicBezTo>
                  <a:cubicBezTo>
                    <a:pt x="1395" y="98"/>
                    <a:pt x="182" y="1308"/>
                    <a:pt x="182" y="3123"/>
                  </a:cubicBezTo>
                  <a:cubicBezTo>
                    <a:pt x="182" y="4031"/>
                    <a:pt x="182" y="4636"/>
                    <a:pt x="5943" y="10081"/>
                  </a:cubicBezTo>
                  <a:cubicBezTo>
                    <a:pt x="35653" y="40032"/>
                    <a:pt x="52934" y="88133"/>
                    <a:pt x="52934" y="151361"/>
                  </a:cubicBezTo>
                  <a:cubicBezTo>
                    <a:pt x="52934" y="203093"/>
                    <a:pt x="41717" y="256338"/>
                    <a:pt x="4124" y="294457"/>
                  </a:cubicBezTo>
                  <a:cubicBezTo>
                    <a:pt x="182" y="298087"/>
                    <a:pt x="182" y="298692"/>
                    <a:pt x="182" y="299600"/>
                  </a:cubicBezTo>
                  <a:cubicBezTo>
                    <a:pt x="182" y="301415"/>
                    <a:pt x="1395" y="302625"/>
                    <a:pt x="3214" y="302625"/>
                  </a:cubicBezTo>
                  <a:cubicBezTo>
                    <a:pt x="6246" y="302625"/>
                    <a:pt x="33531" y="282053"/>
                    <a:pt x="51418" y="243632"/>
                  </a:cubicBezTo>
                  <a:cubicBezTo>
                    <a:pt x="66880" y="210354"/>
                    <a:pt x="70518" y="176774"/>
                    <a:pt x="70518" y="151361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4890B8DC-7CAB-73B2-AFAA-8EC65E212F47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7893973" y="7879764"/>
              <a:ext cx="70335" cy="302526"/>
            </a:xfrm>
            <a:custGeom>
              <a:avLst/>
              <a:gdLst>
                <a:gd name="connsiteX0" fmla="*/ 70522 w 70335"/>
                <a:gd name="connsiteY0" fmla="*/ 299600 h 302526"/>
                <a:gd name="connsiteX1" fmla="*/ 65368 w 70335"/>
                <a:gd name="connsiteY1" fmla="*/ 292944 h 302526"/>
                <a:gd name="connsiteX2" fmla="*/ 17770 w 70335"/>
                <a:gd name="connsiteY2" fmla="*/ 151361 h 302526"/>
                <a:gd name="connsiteX3" fmla="*/ 66581 w 70335"/>
                <a:gd name="connsiteY3" fmla="*/ 8266 h 302526"/>
                <a:gd name="connsiteX4" fmla="*/ 70522 w 70335"/>
                <a:gd name="connsiteY4" fmla="*/ 3123 h 302526"/>
                <a:gd name="connsiteX5" fmla="*/ 67490 w 70335"/>
                <a:gd name="connsiteY5" fmla="*/ 98 h 302526"/>
                <a:gd name="connsiteX6" fmla="*/ 19286 w 70335"/>
                <a:gd name="connsiteY6" fmla="*/ 59091 h 302526"/>
                <a:gd name="connsiteX7" fmla="*/ 186 w 70335"/>
                <a:gd name="connsiteY7" fmla="*/ 151361 h 302526"/>
                <a:gd name="connsiteX8" fmla="*/ 20196 w 70335"/>
                <a:gd name="connsiteY8" fmla="*/ 245750 h 302526"/>
                <a:gd name="connsiteX9" fmla="*/ 67490 w 70335"/>
                <a:gd name="connsiteY9" fmla="*/ 302625 h 302526"/>
                <a:gd name="connsiteX10" fmla="*/ 70522 w 70335"/>
                <a:gd name="connsiteY10" fmla="*/ 29960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22" y="299600"/>
                  </a:moveTo>
                  <a:cubicBezTo>
                    <a:pt x="70522" y="298692"/>
                    <a:pt x="70522" y="298087"/>
                    <a:pt x="65368" y="292944"/>
                  </a:cubicBezTo>
                  <a:cubicBezTo>
                    <a:pt x="27472" y="254826"/>
                    <a:pt x="17770" y="197648"/>
                    <a:pt x="17770" y="151361"/>
                  </a:cubicBezTo>
                  <a:cubicBezTo>
                    <a:pt x="17770" y="98722"/>
                    <a:pt x="29291" y="46082"/>
                    <a:pt x="66581" y="8266"/>
                  </a:cubicBezTo>
                  <a:cubicBezTo>
                    <a:pt x="70522" y="4636"/>
                    <a:pt x="70522" y="4031"/>
                    <a:pt x="70522" y="3123"/>
                  </a:cubicBezTo>
                  <a:cubicBezTo>
                    <a:pt x="70522" y="1006"/>
                    <a:pt x="69309" y="98"/>
                    <a:pt x="67490" y="98"/>
                  </a:cubicBezTo>
                  <a:cubicBezTo>
                    <a:pt x="64458" y="98"/>
                    <a:pt x="37173" y="20670"/>
                    <a:pt x="19286" y="59091"/>
                  </a:cubicBezTo>
                  <a:cubicBezTo>
                    <a:pt x="3824" y="92369"/>
                    <a:pt x="186" y="125949"/>
                    <a:pt x="186" y="151361"/>
                  </a:cubicBezTo>
                  <a:cubicBezTo>
                    <a:pt x="186" y="174959"/>
                    <a:pt x="3521" y="211564"/>
                    <a:pt x="20196" y="245750"/>
                  </a:cubicBezTo>
                  <a:cubicBezTo>
                    <a:pt x="38386" y="282961"/>
                    <a:pt x="64458" y="302625"/>
                    <a:pt x="67490" y="302625"/>
                  </a:cubicBezTo>
                  <a:cubicBezTo>
                    <a:pt x="69309" y="302625"/>
                    <a:pt x="70522" y="301717"/>
                    <a:pt x="70522" y="299600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7348A6CD-3025-DE6D-BE76-B87F1D0BB9F5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7973841" y="7973245"/>
              <a:ext cx="143702" cy="136742"/>
            </a:xfrm>
            <a:custGeom>
              <a:avLst/>
              <a:gdLst>
                <a:gd name="connsiteX0" fmla="*/ 130250 w 143702"/>
                <a:gd name="connsiteY0" fmla="*/ 99933 h 136742"/>
                <a:gd name="connsiteX1" fmla="*/ 123580 w 143702"/>
                <a:gd name="connsiteY1" fmla="*/ 108101 h 136742"/>
                <a:gd name="connsiteX2" fmla="*/ 109634 w 143702"/>
                <a:gd name="connsiteY2" fmla="*/ 120202 h 136742"/>
                <a:gd name="connsiteX3" fmla="*/ 100236 w 143702"/>
                <a:gd name="connsiteY3" fmla="*/ 107798 h 136742"/>
                <a:gd name="connsiteX4" fmla="*/ 99023 w 143702"/>
                <a:gd name="connsiteY4" fmla="*/ 102655 h 136742"/>
                <a:gd name="connsiteX5" fmla="*/ 88109 w 143702"/>
                <a:gd name="connsiteY5" fmla="*/ 53646 h 136742"/>
                <a:gd name="connsiteX6" fmla="*/ 117820 w 143702"/>
                <a:gd name="connsiteY6" fmla="*/ 17040 h 136742"/>
                <a:gd name="connsiteX7" fmla="*/ 125096 w 143702"/>
                <a:gd name="connsiteY7" fmla="*/ 19460 h 136742"/>
                <a:gd name="connsiteX8" fmla="*/ 133282 w 143702"/>
                <a:gd name="connsiteY8" fmla="*/ 22183 h 136742"/>
                <a:gd name="connsiteX9" fmla="*/ 143892 w 143702"/>
                <a:gd name="connsiteY9" fmla="*/ 11292 h 136742"/>
                <a:gd name="connsiteX10" fmla="*/ 131462 w 143702"/>
                <a:gd name="connsiteY10" fmla="*/ 99 h 136742"/>
                <a:gd name="connsiteX11" fmla="*/ 85684 w 143702"/>
                <a:gd name="connsiteY11" fmla="*/ 43360 h 136742"/>
                <a:gd name="connsiteX12" fmla="*/ 82349 w 143702"/>
                <a:gd name="connsiteY12" fmla="*/ 26721 h 136742"/>
                <a:gd name="connsiteX13" fmla="*/ 66584 w 143702"/>
                <a:gd name="connsiteY13" fmla="*/ 99 h 136742"/>
                <a:gd name="connsiteX14" fmla="*/ 31113 w 143702"/>
                <a:gd name="connsiteY14" fmla="*/ 8872 h 136742"/>
                <a:gd name="connsiteX15" fmla="*/ 27778 w 143702"/>
                <a:gd name="connsiteY15" fmla="*/ 10082 h 136742"/>
                <a:gd name="connsiteX16" fmla="*/ 28991 w 143702"/>
                <a:gd name="connsiteY16" fmla="*/ 14620 h 136742"/>
                <a:gd name="connsiteX17" fmla="*/ 45968 w 143702"/>
                <a:gd name="connsiteY17" fmla="*/ 11292 h 136742"/>
                <a:gd name="connsiteX18" fmla="*/ 59611 w 143702"/>
                <a:gd name="connsiteY18" fmla="*/ 32167 h 136742"/>
                <a:gd name="connsiteX19" fmla="*/ 68403 w 143702"/>
                <a:gd name="connsiteY19" fmla="*/ 69377 h 136742"/>
                <a:gd name="connsiteX20" fmla="*/ 43543 w 143702"/>
                <a:gd name="connsiteY20" fmla="*/ 104773 h 136742"/>
                <a:gd name="connsiteX21" fmla="*/ 28081 w 143702"/>
                <a:gd name="connsiteY21" fmla="*/ 119294 h 136742"/>
                <a:gd name="connsiteX22" fmla="*/ 20199 w 143702"/>
                <a:gd name="connsiteY22" fmla="*/ 116572 h 136742"/>
                <a:gd name="connsiteX23" fmla="*/ 10497 w 143702"/>
                <a:gd name="connsiteY23" fmla="*/ 113546 h 136742"/>
                <a:gd name="connsiteX24" fmla="*/ 190 w 143702"/>
                <a:gd name="connsiteY24" fmla="*/ 124135 h 136742"/>
                <a:gd name="connsiteX25" fmla="*/ 15348 w 143702"/>
                <a:gd name="connsiteY25" fmla="*/ 136841 h 136742"/>
                <a:gd name="connsiteX26" fmla="*/ 43543 w 143702"/>
                <a:gd name="connsiteY26" fmla="*/ 115664 h 136742"/>
                <a:gd name="connsiteX27" fmla="*/ 70828 w 143702"/>
                <a:gd name="connsiteY27" fmla="*/ 80268 h 136742"/>
                <a:gd name="connsiteX28" fmla="*/ 79923 w 143702"/>
                <a:gd name="connsiteY28" fmla="*/ 116572 h 136742"/>
                <a:gd name="connsiteX29" fmla="*/ 97507 w 143702"/>
                <a:gd name="connsiteY29" fmla="*/ 136841 h 136742"/>
                <a:gd name="connsiteX30" fmla="*/ 134494 w 143702"/>
                <a:gd name="connsiteY30" fmla="*/ 102353 h 136742"/>
                <a:gd name="connsiteX31" fmla="*/ 130250 w 143702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50" y="99933"/>
                  </a:moveTo>
                  <a:cubicBezTo>
                    <a:pt x="127824" y="102655"/>
                    <a:pt x="126309" y="104471"/>
                    <a:pt x="123580" y="108101"/>
                  </a:cubicBezTo>
                  <a:cubicBezTo>
                    <a:pt x="116607" y="117177"/>
                    <a:pt x="112969" y="120202"/>
                    <a:pt x="109634" y="120202"/>
                  </a:cubicBezTo>
                  <a:cubicBezTo>
                    <a:pt x="105087" y="120202"/>
                    <a:pt x="102358" y="116269"/>
                    <a:pt x="100236" y="107798"/>
                  </a:cubicBezTo>
                  <a:cubicBezTo>
                    <a:pt x="99630" y="105378"/>
                    <a:pt x="99326" y="103563"/>
                    <a:pt x="99023" y="102655"/>
                  </a:cubicBezTo>
                  <a:cubicBezTo>
                    <a:pt x="91444" y="72100"/>
                    <a:pt x="88109" y="58184"/>
                    <a:pt x="88109" y="53646"/>
                  </a:cubicBezTo>
                  <a:cubicBezTo>
                    <a:pt x="101449" y="30351"/>
                    <a:pt x="112363" y="17040"/>
                    <a:pt x="117820" y="17040"/>
                  </a:cubicBezTo>
                  <a:cubicBezTo>
                    <a:pt x="119639" y="17040"/>
                    <a:pt x="122064" y="17948"/>
                    <a:pt x="125096" y="19460"/>
                  </a:cubicBezTo>
                  <a:cubicBezTo>
                    <a:pt x="128734" y="21578"/>
                    <a:pt x="130856" y="22183"/>
                    <a:pt x="133282" y="22183"/>
                  </a:cubicBezTo>
                  <a:cubicBezTo>
                    <a:pt x="139648" y="22183"/>
                    <a:pt x="143892" y="17645"/>
                    <a:pt x="143892" y="11292"/>
                  </a:cubicBezTo>
                  <a:cubicBezTo>
                    <a:pt x="143892" y="4939"/>
                    <a:pt x="138739" y="99"/>
                    <a:pt x="131462" y="99"/>
                  </a:cubicBezTo>
                  <a:cubicBezTo>
                    <a:pt x="118123" y="99"/>
                    <a:pt x="106603" y="10990"/>
                    <a:pt x="85684" y="43360"/>
                  </a:cubicBezTo>
                  <a:lnTo>
                    <a:pt x="82349" y="26721"/>
                  </a:lnTo>
                  <a:cubicBezTo>
                    <a:pt x="78104" y="6149"/>
                    <a:pt x="74770" y="99"/>
                    <a:pt x="66584" y="99"/>
                  </a:cubicBezTo>
                  <a:cubicBezTo>
                    <a:pt x="59914" y="99"/>
                    <a:pt x="49606" y="2822"/>
                    <a:pt x="31113" y="8872"/>
                  </a:cubicBezTo>
                  <a:lnTo>
                    <a:pt x="27778" y="10082"/>
                  </a:lnTo>
                  <a:lnTo>
                    <a:pt x="28991" y="14620"/>
                  </a:lnTo>
                  <a:cubicBezTo>
                    <a:pt x="40511" y="11897"/>
                    <a:pt x="43240" y="11292"/>
                    <a:pt x="45968" y="11292"/>
                  </a:cubicBezTo>
                  <a:cubicBezTo>
                    <a:pt x="53548" y="11292"/>
                    <a:pt x="55367" y="14015"/>
                    <a:pt x="59611" y="32167"/>
                  </a:cubicBezTo>
                  <a:lnTo>
                    <a:pt x="68403" y="69377"/>
                  </a:lnTo>
                  <a:lnTo>
                    <a:pt x="43543" y="104773"/>
                  </a:lnTo>
                  <a:cubicBezTo>
                    <a:pt x="37480" y="113849"/>
                    <a:pt x="31416" y="119294"/>
                    <a:pt x="28081" y="119294"/>
                  </a:cubicBezTo>
                  <a:cubicBezTo>
                    <a:pt x="26262" y="119294"/>
                    <a:pt x="23231" y="118387"/>
                    <a:pt x="20199" y="116572"/>
                  </a:cubicBezTo>
                  <a:cubicBezTo>
                    <a:pt x="16258" y="114454"/>
                    <a:pt x="12923" y="113546"/>
                    <a:pt x="10497" y="113546"/>
                  </a:cubicBezTo>
                  <a:cubicBezTo>
                    <a:pt x="4737" y="113546"/>
                    <a:pt x="190" y="118084"/>
                    <a:pt x="190" y="124135"/>
                  </a:cubicBezTo>
                  <a:cubicBezTo>
                    <a:pt x="190" y="132000"/>
                    <a:pt x="6253" y="136841"/>
                    <a:pt x="15348" y="136841"/>
                  </a:cubicBezTo>
                  <a:cubicBezTo>
                    <a:pt x="24746" y="136841"/>
                    <a:pt x="28385" y="134118"/>
                    <a:pt x="43543" y="115664"/>
                  </a:cubicBezTo>
                  <a:cubicBezTo>
                    <a:pt x="51729" y="105983"/>
                    <a:pt x="58095" y="97815"/>
                    <a:pt x="70828" y="80268"/>
                  </a:cubicBezTo>
                  <a:lnTo>
                    <a:pt x="79923" y="116572"/>
                  </a:lnTo>
                  <a:cubicBezTo>
                    <a:pt x="83865" y="132000"/>
                    <a:pt x="87806" y="136841"/>
                    <a:pt x="97507" y="136841"/>
                  </a:cubicBezTo>
                  <a:cubicBezTo>
                    <a:pt x="109028" y="136841"/>
                    <a:pt x="116910" y="129580"/>
                    <a:pt x="134494" y="102353"/>
                  </a:cubicBezTo>
                  <a:lnTo>
                    <a:pt x="130250" y="9993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5DC674A9-728B-DD72-976B-3584EC1A4A65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8185474" y="8024977"/>
              <a:ext cx="185237" cy="12101"/>
            </a:xfrm>
            <a:custGeom>
              <a:avLst/>
              <a:gdLst>
                <a:gd name="connsiteX0" fmla="*/ 174822 w 185237"/>
                <a:gd name="connsiteY0" fmla="*/ 12200 h 12101"/>
                <a:gd name="connsiteX1" fmla="*/ 185433 w 185237"/>
                <a:gd name="connsiteY1" fmla="*/ 6149 h 12101"/>
                <a:gd name="connsiteX2" fmla="*/ 174822 w 185237"/>
                <a:gd name="connsiteY2" fmla="*/ 99 h 12101"/>
                <a:gd name="connsiteX3" fmla="*/ 10806 w 185237"/>
                <a:gd name="connsiteY3" fmla="*/ 99 h 12101"/>
                <a:gd name="connsiteX4" fmla="*/ 196 w 185237"/>
                <a:gd name="connsiteY4" fmla="*/ 6149 h 12101"/>
                <a:gd name="connsiteX5" fmla="*/ 10806 w 185237"/>
                <a:gd name="connsiteY5" fmla="*/ 12200 h 12101"/>
                <a:gd name="connsiteX6" fmla="*/ 174822 w 185237"/>
                <a:gd name="connsiteY6" fmla="*/ 1220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822" y="12200"/>
                  </a:moveTo>
                  <a:cubicBezTo>
                    <a:pt x="179976" y="12200"/>
                    <a:pt x="185433" y="12200"/>
                    <a:pt x="185433" y="6149"/>
                  </a:cubicBezTo>
                  <a:cubicBezTo>
                    <a:pt x="185433" y="99"/>
                    <a:pt x="179976" y="99"/>
                    <a:pt x="174822" y="99"/>
                  </a:cubicBezTo>
                  <a:lnTo>
                    <a:pt x="10806" y="99"/>
                  </a:lnTo>
                  <a:cubicBezTo>
                    <a:pt x="5653" y="99"/>
                    <a:pt x="196" y="99"/>
                    <a:pt x="196" y="6149"/>
                  </a:cubicBezTo>
                  <a:cubicBezTo>
                    <a:pt x="196" y="12200"/>
                    <a:pt x="5653" y="12200"/>
                    <a:pt x="10806" y="12200"/>
                  </a:cubicBezTo>
                  <a:lnTo>
                    <a:pt x="174822" y="12200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3A74BCD9-83E6-2DCB-2F5D-43D2B0DF497C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430833" y="7973245"/>
              <a:ext cx="143702" cy="136742"/>
            </a:xfrm>
            <a:custGeom>
              <a:avLst/>
              <a:gdLst>
                <a:gd name="connsiteX0" fmla="*/ 130265 w 143702"/>
                <a:gd name="connsiteY0" fmla="*/ 99933 h 136742"/>
                <a:gd name="connsiteX1" fmla="*/ 123595 w 143702"/>
                <a:gd name="connsiteY1" fmla="*/ 108101 h 136742"/>
                <a:gd name="connsiteX2" fmla="*/ 109649 w 143702"/>
                <a:gd name="connsiteY2" fmla="*/ 120202 h 136742"/>
                <a:gd name="connsiteX3" fmla="*/ 100251 w 143702"/>
                <a:gd name="connsiteY3" fmla="*/ 107798 h 136742"/>
                <a:gd name="connsiteX4" fmla="*/ 99038 w 143702"/>
                <a:gd name="connsiteY4" fmla="*/ 102655 h 136742"/>
                <a:gd name="connsiteX5" fmla="*/ 88124 w 143702"/>
                <a:gd name="connsiteY5" fmla="*/ 53646 h 136742"/>
                <a:gd name="connsiteX6" fmla="*/ 117835 w 143702"/>
                <a:gd name="connsiteY6" fmla="*/ 17040 h 136742"/>
                <a:gd name="connsiteX7" fmla="*/ 125111 w 143702"/>
                <a:gd name="connsiteY7" fmla="*/ 19460 h 136742"/>
                <a:gd name="connsiteX8" fmla="*/ 133296 w 143702"/>
                <a:gd name="connsiteY8" fmla="*/ 22183 h 136742"/>
                <a:gd name="connsiteX9" fmla="*/ 143907 w 143702"/>
                <a:gd name="connsiteY9" fmla="*/ 11292 h 136742"/>
                <a:gd name="connsiteX10" fmla="*/ 131477 w 143702"/>
                <a:gd name="connsiteY10" fmla="*/ 99 h 136742"/>
                <a:gd name="connsiteX11" fmla="*/ 85699 w 143702"/>
                <a:gd name="connsiteY11" fmla="*/ 43360 h 136742"/>
                <a:gd name="connsiteX12" fmla="*/ 82364 w 143702"/>
                <a:gd name="connsiteY12" fmla="*/ 26721 h 136742"/>
                <a:gd name="connsiteX13" fmla="*/ 66599 w 143702"/>
                <a:gd name="connsiteY13" fmla="*/ 99 h 136742"/>
                <a:gd name="connsiteX14" fmla="*/ 31128 w 143702"/>
                <a:gd name="connsiteY14" fmla="*/ 8872 h 136742"/>
                <a:gd name="connsiteX15" fmla="*/ 27793 w 143702"/>
                <a:gd name="connsiteY15" fmla="*/ 10082 h 136742"/>
                <a:gd name="connsiteX16" fmla="*/ 29006 w 143702"/>
                <a:gd name="connsiteY16" fmla="*/ 14620 h 136742"/>
                <a:gd name="connsiteX17" fmla="*/ 45983 w 143702"/>
                <a:gd name="connsiteY17" fmla="*/ 11292 h 136742"/>
                <a:gd name="connsiteX18" fmla="*/ 59626 w 143702"/>
                <a:gd name="connsiteY18" fmla="*/ 32167 h 136742"/>
                <a:gd name="connsiteX19" fmla="*/ 68418 w 143702"/>
                <a:gd name="connsiteY19" fmla="*/ 69377 h 136742"/>
                <a:gd name="connsiteX20" fmla="*/ 43558 w 143702"/>
                <a:gd name="connsiteY20" fmla="*/ 104773 h 136742"/>
                <a:gd name="connsiteX21" fmla="*/ 28096 w 143702"/>
                <a:gd name="connsiteY21" fmla="*/ 119294 h 136742"/>
                <a:gd name="connsiteX22" fmla="*/ 20214 w 143702"/>
                <a:gd name="connsiteY22" fmla="*/ 116572 h 136742"/>
                <a:gd name="connsiteX23" fmla="*/ 10512 w 143702"/>
                <a:gd name="connsiteY23" fmla="*/ 113546 h 136742"/>
                <a:gd name="connsiteX24" fmla="*/ 205 w 143702"/>
                <a:gd name="connsiteY24" fmla="*/ 124135 h 136742"/>
                <a:gd name="connsiteX25" fmla="*/ 15363 w 143702"/>
                <a:gd name="connsiteY25" fmla="*/ 136841 h 136742"/>
                <a:gd name="connsiteX26" fmla="*/ 43558 w 143702"/>
                <a:gd name="connsiteY26" fmla="*/ 115664 h 136742"/>
                <a:gd name="connsiteX27" fmla="*/ 70843 w 143702"/>
                <a:gd name="connsiteY27" fmla="*/ 80268 h 136742"/>
                <a:gd name="connsiteX28" fmla="*/ 79938 w 143702"/>
                <a:gd name="connsiteY28" fmla="*/ 116572 h 136742"/>
                <a:gd name="connsiteX29" fmla="*/ 97522 w 143702"/>
                <a:gd name="connsiteY29" fmla="*/ 136841 h 136742"/>
                <a:gd name="connsiteX30" fmla="*/ 134509 w 143702"/>
                <a:gd name="connsiteY30" fmla="*/ 102353 h 136742"/>
                <a:gd name="connsiteX31" fmla="*/ 130265 w 143702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65" y="99933"/>
                  </a:moveTo>
                  <a:cubicBezTo>
                    <a:pt x="127839" y="102655"/>
                    <a:pt x="126324" y="104471"/>
                    <a:pt x="123595" y="108101"/>
                  </a:cubicBezTo>
                  <a:cubicBezTo>
                    <a:pt x="116622" y="117177"/>
                    <a:pt x="112984" y="120202"/>
                    <a:pt x="109649" y="120202"/>
                  </a:cubicBezTo>
                  <a:cubicBezTo>
                    <a:pt x="105102" y="120202"/>
                    <a:pt x="102373" y="116269"/>
                    <a:pt x="100251" y="107798"/>
                  </a:cubicBezTo>
                  <a:cubicBezTo>
                    <a:pt x="99645" y="105378"/>
                    <a:pt x="99341" y="103563"/>
                    <a:pt x="99038" y="102655"/>
                  </a:cubicBezTo>
                  <a:cubicBezTo>
                    <a:pt x="91459" y="72100"/>
                    <a:pt x="88124" y="58184"/>
                    <a:pt x="88124" y="53646"/>
                  </a:cubicBezTo>
                  <a:cubicBezTo>
                    <a:pt x="101464" y="30351"/>
                    <a:pt x="112378" y="17040"/>
                    <a:pt x="117835" y="17040"/>
                  </a:cubicBezTo>
                  <a:cubicBezTo>
                    <a:pt x="119654" y="17040"/>
                    <a:pt x="122079" y="17948"/>
                    <a:pt x="125111" y="19460"/>
                  </a:cubicBezTo>
                  <a:cubicBezTo>
                    <a:pt x="128749" y="21578"/>
                    <a:pt x="130871" y="22183"/>
                    <a:pt x="133296" y="22183"/>
                  </a:cubicBezTo>
                  <a:cubicBezTo>
                    <a:pt x="139663" y="22183"/>
                    <a:pt x="143907" y="17645"/>
                    <a:pt x="143907" y="11292"/>
                  </a:cubicBezTo>
                  <a:cubicBezTo>
                    <a:pt x="143907" y="4939"/>
                    <a:pt x="138754" y="99"/>
                    <a:pt x="131477" y="99"/>
                  </a:cubicBezTo>
                  <a:cubicBezTo>
                    <a:pt x="118138" y="99"/>
                    <a:pt x="106617" y="10990"/>
                    <a:pt x="85699" y="43360"/>
                  </a:cubicBezTo>
                  <a:lnTo>
                    <a:pt x="82364" y="26721"/>
                  </a:lnTo>
                  <a:cubicBezTo>
                    <a:pt x="78119" y="6149"/>
                    <a:pt x="74785" y="99"/>
                    <a:pt x="66599" y="99"/>
                  </a:cubicBezTo>
                  <a:cubicBezTo>
                    <a:pt x="59929" y="99"/>
                    <a:pt x="49621" y="2822"/>
                    <a:pt x="31128" y="8872"/>
                  </a:cubicBezTo>
                  <a:lnTo>
                    <a:pt x="27793" y="10082"/>
                  </a:lnTo>
                  <a:lnTo>
                    <a:pt x="29006" y="14620"/>
                  </a:lnTo>
                  <a:cubicBezTo>
                    <a:pt x="40526" y="11897"/>
                    <a:pt x="43255" y="11292"/>
                    <a:pt x="45983" y="11292"/>
                  </a:cubicBezTo>
                  <a:cubicBezTo>
                    <a:pt x="53563" y="11292"/>
                    <a:pt x="55382" y="14015"/>
                    <a:pt x="59626" y="32167"/>
                  </a:cubicBezTo>
                  <a:lnTo>
                    <a:pt x="68418" y="69377"/>
                  </a:lnTo>
                  <a:lnTo>
                    <a:pt x="43558" y="104773"/>
                  </a:lnTo>
                  <a:cubicBezTo>
                    <a:pt x="37495" y="113849"/>
                    <a:pt x="31431" y="119294"/>
                    <a:pt x="28096" y="119294"/>
                  </a:cubicBezTo>
                  <a:cubicBezTo>
                    <a:pt x="26277" y="119294"/>
                    <a:pt x="23246" y="118387"/>
                    <a:pt x="20214" y="116572"/>
                  </a:cubicBezTo>
                  <a:cubicBezTo>
                    <a:pt x="16273" y="114454"/>
                    <a:pt x="12938" y="113546"/>
                    <a:pt x="10512" y="113546"/>
                  </a:cubicBezTo>
                  <a:cubicBezTo>
                    <a:pt x="4752" y="113546"/>
                    <a:pt x="205" y="118084"/>
                    <a:pt x="205" y="124135"/>
                  </a:cubicBezTo>
                  <a:cubicBezTo>
                    <a:pt x="205" y="132000"/>
                    <a:pt x="6268" y="136841"/>
                    <a:pt x="15363" y="136841"/>
                  </a:cubicBezTo>
                  <a:cubicBezTo>
                    <a:pt x="24761" y="136841"/>
                    <a:pt x="28399" y="134118"/>
                    <a:pt x="43558" y="115664"/>
                  </a:cubicBezTo>
                  <a:cubicBezTo>
                    <a:pt x="51744" y="105983"/>
                    <a:pt x="58110" y="97815"/>
                    <a:pt x="70843" y="80268"/>
                  </a:cubicBezTo>
                  <a:lnTo>
                    <a:pt x="79938" y="116572"/>
                  </a:lnTo>
                  <a:cubicBezTo>
                    <a:pt x="83880" y="132000"/>
                    <a:pt x="87821" y="136841"/>
                    <a:pt x="97522" y="136841"/>
                  </a:cubicBezTo>
                  <a:cubicBezTo>
                    <a:pt x="109043" y="136841"/>
                    <a:pt x="116925" y="129580"/>
                    <a:pt x="134509" y="102353"/>
                  </a:cubicBezTo>
                  <a:lnTo>
                    <a:pt x="130265" y="9993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1B77F0A5-56DD-1CA6-E581-7E7CEF46981F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8599031" y="8001195"/>
              <a:ext cx="63489" cy="151335"/>
            </a:xfrm>
            <a:custGeom>
              <a:avLst/>
              <a:gdLst>
                <a:gd name="connsiteX0" fmla="*/ 40591 w 63489"/>
                <a:gd name="connsiteY0" fmla="*/ 101 h 151335"/>
                <a:gd name="connsiteX1" fmla="*/ 208 w 63489"/>
                <a:gd name="connsiteY1" fmla="*/ 20473 h 151335"/>
                <a:gd name="connsiteX2" fmla="*/ 208 w 63489"/>
                <a:gd name="connsiteY2" fmla="*/ 23607 h 151335"/>
                <a:gd name="connsiteX3" fmla="*/ 6266 w 63489"/>
                <a:gd name="connsiteY3" fmla="*/ 21145 h 151335"/>
                <a:gd name="connsiteX4" fmla="*/ 16361 w 63489"/>
                <a:gd name="connsiteY4" fmla="*/ 18682 h 151335"/>
                <a:gd name="connsiteX5" fmla="*/ 23092 w 63489"/>
                <a:gd name="connsiteY5" fmla="*/ 29204 h 151335"/>
                <a:gd name="connsiteX6" fmla="*/ 23092 w 63489"/>
                <a:gd name="connsiteY6" fmla="*/ 130617 h 151335"/>
                <a:gd name="connsiteX7" fmla="*/ 17707 w 63489"/>
                <a:gd name="connsiteY7" fmla="*/ 145169 h 151335"/>
                <a:gd name="connsiteX8" fmla="*/ 1779 w 63489"/>
                <a:gd name="connsiteY8" fmla="*/ 148079 h 151335"/>
                <a:gd name="connsiteX9" fmla="*/ 1779 w 63489"/>
                <a:gd name="connsiteY9" fmla="*/ 151437 h 151335"/>
                <a:gd name="connsiteX10" fmla="*/ 63698 w 63489"/>
                <a:gd name="connsiteY10" fmla="*/ 151437 h 151335"/>
                <a:gd name="connsiteX11" fmla="*/ 63698 w 63489"/>
                <a:gd name="connsiteY11" fmla="*/ 148079 h 151335"/>
                <a:gd name="connsiteX12" fmla="*/ 42385 w 63489"/>
                <a:gd name="connsiteY12" fmla="*/ 134871 h 151335"/>
                <a:gd name="connsiteX13" fmla="*/ 42385 w 63489"/>
                <a:gd name="connsiteY13" fmla="*/ 549 h 151335"/>
                <a:gd name="connsiteX14" fmla="*/ 40591 w 63489"/>
                <a:gd name="connsiteY14" fmla="*/ 101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591" y="101"/>
                  </a:moveTo>
                  <a:lnTo>
                    <a:pt x="208" y="20473"/>
                  </a:lnTo>
                  <a:lnTo>
                    <a:pt x="208" y="23607"/>
                  </a:lnTo>
                  <a:cubicBezTo>
                    <a:pt x="2901" y="22488"/>
                    <a:pt x="5368" y="21593"/>
                    <a:pt x="6266" y="21145"/>
                  </a:cubicBezTo>
                  <a:cubicBezTo>
                    <a:pt x="10304" y="19578"/>
                    <a:pt x="14118" y="18682"/>
                    <a:pt x="16361" y="18682"/>
                  </a:cubicBezTo>
                  <a:cubicBezTo>
                    <a:pt x="21073" y="18682"/>
                    <a:pt x="23092" y="22040"/>
                    <a:pt x="23092" y="29204"/>
                  </a:cubicBezTo>
                  <a:lnTo>
                    <a:pt x="23092" y="130617"/>
                  </a:lnTo>
                  <a:cubicBezTo>
                    <a:pt x="23092" y="138005"/>
                    <a:pt x="21297" y="143154"/>
                    <a:pt x="17707" y="145169"/>
                  </a:cubicBezTo>
                  <a:cubicBezTo>
                    <a:pt x="14342" y="147183"/>
                    <a:pt x="11201" y="147855"/>
                    <a:pt x="1779" y="148079"/>
                  </a:cubicBezTo>
                  <a:lnTo>
                    <a:pt x="1779" y="151437"/>
                  </a:lnTo>
                  <a:lnTo>
                    <a:pt x="63698" y="151437"/>
                  </a:lnTo>
                  <a:lnTo>
                    <a:pt x="63698" y="148079"/>
                  </a:lnTo>
                  <a:cubicBezTo>
                    <a:pt x="45975" y="147855"/>
                    <a:pt x="42385" y="145616"/>
                    <a:pt x="42385" y="134871"/>
                  </a:cubicBezTo>
                  <a:lnTo>
                    <a:pt x="42385" y="549"/>
                  </a:lnTo>
                  <a:lnTo>
                    <a:pt x="40591" y="101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6D26F8D6-7407-6BE2-A91E-3A664EC8C99C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8719219" y="7879764"/>
              <a:ext cx="70335" cy="302526"/>
            </a:xfrm>
            <a:custGeom>
              <a:avLst/>
              <a:gdLst>
                <a:gd name="connsiteX0" fmla="*/ 70549 w 70335"/>
                <a:gd name="connsiteY0" fmla="*/ 151361 h 302526"/>
                <a:gd name="connsiteX1" fmla="*/ 50540 w 70335"/>
                <a:gd name="connsiteY1" fmla="*/ 56973 h 302526"/>
                <a:gd name="connsiteX2" fmla="*/ 3245 w 70335"/>
                <a:gd name="connsiteY2" fmla="*/ 98 h 302526"/>
                <a:gd name="connsiteX3" fmla="*/ 214 w 70335"/>
                <a:gd name="connsiteY3" fmla="*/ 3123 h 302526"/>
                <a:gd name="connsiteX4" fmla="*/ 5974 w 70335"/>
                <a:gd name="connsiteY4" fmla="*/ 10081 h 302526"/>
                <a:gd name="connsiteX5" fmla="*/ 52965 w 70335"/>
                <a:gd name="connsiteY5" fmla="*/ 151361 h 302526"/>
                <a:gd name="connsiteX6" fmla="*/ 4155 w 70335"/>
                <a:gd name="connsiteY6" fmla="*/ 294457 h 302526"/>
                <a:gd name="connsiteX7" fmla="*/ 214 w 70335"/>
                <a:gd name="connsiteY7" fmla="*/ 299600 h 302526"/>
                <a:gd name="connsiteX8" fmla="*/ 3245 w 70335"/>
                <a:gd name="connsiteY8" fmla="*/ 302625 h 302526"/>
                <a:gd name="connsiteX9" fmla="*/ 51449 w 70335"/>
                <a:gd name="connsiteY9" fmla="*/ 243632 h 302526"/>
                <a:gd name="connsiteX10" fmla="*/ 70549 w 70335"/>
                <a:gd name="connsiteY10" fmla="*/ 15136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49" y="151361"/>
                  </a:moveTo>
                  <a:cubicBezTo>
                    <a:pt x="70549" y="127764"/>
                    <a:pt x="67214" y="91159"/>
                    <a:pt x="50540" y="56973"/>
                  </a:cubicBezTo>
                  <a:cubicBezTo>
                    <a:pt x="32350" y="19762"/>
                    <a:pt x="6277" y="98"/>
                    <a:pt x="3245" y="98"/>
                  </a:cubicBezTo>
                  <a:cubicBezTo>
                    <a:pt x="1426" y="98"/>
                    <a:pt x="214" y="1308"/>
                    <a:pt x="214" y="3123"/>
                  </a:cubicBezTo>
                  <a:cubicBezTo>
                    <a:pt x="214" y="4031"/>
                    <a:pt x="214" y="4636"/>
                    <a:pt x="5974" y="10081"/>
                  </a:cubicBezTo>
                  <a:cubicBezTo>
                    <a:pt x="35685" y="40032"/>
                    <a:pt x="52965" y="88133"/>
                    <a:pt x="52965" y="151361"/>
                  </a:cubicBezTo>
                  <a:cubicBezTo>
                    <a:pt x="52965" y="203093"/>
                    <a:pt x="41748" y="256338"/>
                    <a:pt x="4155" y="294457"/>
                  </a:cubicBezTo>
                  <a:cubicBezTo>
                    <a:pt x="214" y="298087"/>
                    <a:pt x="214" y="298692"/>
                    <a:pt x="214" y="299600"/>
                  </a:cubicBezTo>
                  <a:cubicBezTo>
                    <a:pt x="214" y="301415"/>
                    <a:pt x="1426" y="302625"/>
                    <a:pt x="3245" y="302625"/>
                  </a:cubicBezTo>
                  <a:cubicBezTo>
                    <a:pt x="6277" y="302625"/>
                    <a:pt x="33562" y="282053"/>
                    <a:pt x="51449" y="243632"/>
                  </a:cubicBezTo>
                  <a:cubicBezTo>
                    <a:pt x="66911" y="210354"/>
                    <a:pt x="70549" y="176774"/>
                    <a:pt x="70549" y="151361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91180057-FB12-7362-4ED9-E9D654357550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6781012" y="8230248"/>
              <a:ext cx="2165890" cy="12143"/>
            </a:xfrm>
            <a:custGeom>
              <a:avLst/>
              <a:gdLst>
                <a:gd name="connsiteX0" fmla="*/ 0 w 2165890"/>
                <a:gd name="connsiteY0" fmla="*/ 0 h 12143"/>
                <a:gd name="connsiteX1" fmla="*/ 2165890 w 2165890"/>
                <a:gd name="connsiteY1" fmla="*/ 0 h 12143"/>
                <a:gd name="connsiteX2" fmla="*/ 2165890 w 2165890"/>
                <a:gd name="connsiteY2" fmla="*/ 12143 h 12143"/>
                <a:gd name="connsiteX3" fmla="*/ 0 w 2165890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5890" h="12143">
                  <a:moveTo>
                    <a:pt x="0" y="0"/>
                  </a:moveTo>
                  <a:lnTo>
                    <a:pt x="2165890" y="0"/>
                  </a:lnTo>
                  <a:lnTo>
                    <a:pt x="2165890" y="12143"/>
                  </a:lnTo>
                  <a:lnTo>
                    <a:pt x="0" y="1214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9CD865FC-357E-0D13-5499-C07A61C9FF1F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6811026" y="8293651"/>
              <a:ext cx="70335" cy="302526"/>
            </a:xfrm>
            <a:custGeom>
              <a:avLst/>
              <a:gdLst>
                <a:gd name="connsiteX0" fmla="*/ 70486 w 70335"/>
                <a:gd name="connsiteY0" fmla="*/ 299613 h 302526"/>
                <a:gd name="connsiteX1" fmla="*/ 65333 w 70335"/>
                <a:gd name="connsiteY1" fmla="*/ 292958 h 302526"/>
                <a:gd name="connsiteX2" fmla="*/ 17735 w 70335"/>
                <a:gd name="connsiteY2" fmla="*/ 151375 h 302526"/>
                <a:gd name="connsiteX3" fmla="*/ 66545 w 70335"/>
                <a:gd name="connsiteY3" fmla="*/ 8280 h 302526"/>
                <a:gd name="connsiteX4" fmla="*/ 70486 w 70335"/>
                <a:gd name="connsiteY4" fmla="*/ 3137 h 302526"/>
                <a:gd name="connsiteX5" fmla="*/ 67455 w 70335"/>
                <a:gd name="connsiteY5" fmla="*/ 112 h 302526"/>
                <a:gd name="connsiteX6" fmla="*/ 19251 w 70335"/>
                <a:gd name="connsiteY6" fmla="*/ 59104 h 302526"/>
                <a:gd name="connsiteX7" fmla="*/ 151 w 70335"/>
                <a:gd name="connsiteY7" fmla="*/ 151375 h 302526"/>
                <a:gd name="connsiteX8" fmla="*/ 20160 w 70335"/>
                <a:gd name="connsiteY8" fmla="*/ 245763 h 302526"/>
                <a:gd name="connsiteX9" fmla="*/ 67455 w 70335"/>
                <a:gd name="connsiteY9" fmla="*/ 302638 h 302526"/>
                <a:gd name="connsiteX10" fmla="*/ 70486 w 70335"/>
                <a:gd name="connsiteY10" fmla="*/ 29961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486" y="299613"/>
                  </a:moveTo>
                  <a:cubicBezTo>
                    <a:pt x="70486" y="298706"/>
                    <a:pt x="70486" y="298100"/>
                    <a:pt x="65333" y="292958"/>
                  </a:cubicBezTo>
                  <a:cubicBezTo>
                    <a:pt x="27436" y="254839"/>
                    <a:pt x="17735" y="197662"/>
                    <a:pt x="17735" y="151375"/>
                  </a:cubicBezTo>
                  <a:cubicBezTo>
                    <a:pt x="17735" y="98735"/>
                    <a:pt x="29255" y="46096"/>
                    <a:pt x="66545" y="8280"/>
                  </a:cubicBezTo>
                  <a:cubicBezTo>
                    <a:pt x="70486" y="4650"/>
                    <a:pt x="70486" y="4045"/>
                    <a:pt x="70486" y="3137"/>
                  </a:cubicBezTo>
                  <a:cubicBezTo>
                    <a:pt x="70486" y="1019"/>
                    <a:pt x="69274" y="112"/>
                    <a:pt x="67455" y="112"/>
                  </a:cubicBezTo>
                  <a:cubicBezTo>
                    <a:pt x="64423" y="112"/>
                    <a:pt x="37138" y="20683"/>
                    <a:pt x="19251" y="59104"/>
                  </a:cubicBezTo>
                  <a:cubicBezTo>
                    <a:pt x="3789" y="92382"/>
                    <a:pt x="151" y="125963"/>
                    <a:pt x="151" y="151375"/>
                  </a:cubicBezTo>
                  <a:cubicBezTo>
                    <a:pt x="151" y="174972"/>
                    <a:pt x="3486" y="211578"/>
                    <a:pt x="20160" y="245763"/>
                  </a:cubicBezTo>
                  <a:cubicBezTo>
                    <a:pt x="38350" y="282974"/>
                    <a:pt x="64423" y="302638"/>
                    <a:pt x="67455" y="302638"/>
                  </a:cubicBezTo>
                  <a:cubicBezTo>
                    <a:pt x="69274" y="302638"/>
                    <a:pt x="70486" y="301731"/>
                    <a:pt x="70486" y="299613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1BF3B78-2C65-FFEF-2712-45270A94502D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6890894" y="8387132"/>
              <a:ext cx="143702" cy="136742"/>
            </a:xfrm>
            <a:custGeom>
              <a:avLst/>
              <a:gdLst>
                <a:gd name="connsiteX0" fmla="*/ 130214 w 143702"/>
                <a:gd name="connsiteY0" fmla="*/ 99946 h 136742"/>
                <a:gd name="connsiteX1" fmla="*/ 123545 w 143702"/>
                <a:gd name="connsiteY1" fmla="*/ 108114 h 136742"/>
                <a:gd name="connsiteX2" fmla="*/ 109599 w 143702"/>
                <a:gd name="connsiteY2" fmla="*/ 120215 h 136742"/>
                <a:gd name="connsiteX3" fmla="*/ 100200 w 143702"/>
                <a:gd name="connsiteY3" fmla="*/ 107812 h 136742"/>
                <a:gd name="connsiteX4" fmla="*/ 98988 w 143702"/>
                <a:gd name="connsiteY4" fmla="*/ 102669 h 136742"/>
                <a:gd name="connsiteX5" fmla="*/ 88074 w 143702"/>
                <a:gd name="connsiteY5" fmla="*/ 53660 h 136742"/>
                <a:gd name="connsiteX6" fmla="*/ 117784 w 143702"/>
                <a:gd name="connsiteY6" fmla="*/ 17054 h 136742"/>
                <a:gd name="connsiteX7" fmla="*/ 125060 w 143702"/>
                <a:gd name="connsiteY7" fmla="*/ 19474 h 136742"/>
                <a:gd name="connsiteX8" fmla="*/ 133246 w 143702"/>
                <a:gd name="connsiteY8" fmla="*/ 22197 h 136742"/>
                <a:gd name="connsiteX9" fmla="*/ 143857 w 143702"/>
                <a:gd name="connsiteY9" fmla="*/ 11306 h 136742"/>
                <a:gd name="connsiteX10" fmla="*/ 131427 w 143702"/>
                <a:gd name="connsiteY10" fmla="*/ 112 h 136742"/>
                <a:gd name="connsiteX11" fmla="*/ 85648 w 143702"/>
                <a:gd name="connsiteY11" fmla="*/ 43374 h 136742"/>
                <a:gd name="connsiteX12" fmla="*/ 82313 w 143702"/>
                <a:gd name="connsiteY12" fmla="*/ 26735 h 136742"/>
                <a:gd name="connsiteX13" fmla="*/ 66549 w 143702"/>
                <a:gd name="connsiteY13" fmla="*/ 112 h 136742"/>
                <a:gd name="connsiteX14" fmla="*/ 31078 w 143702"/>
                <a:gd name="connsiteY14" fmla="*/ 8886 h 136742"/>
                <a:gd name="connsiteX15" fmla="*/ 27743 w 143702"/>
                <a:gd name="connsiteY15" fmla="*/ 10096 h 136742"/>
                <a:gd name="connsiteX16" fmla="*/ 28955 w 143702"/>
                <a:gd name="connsiteY16" fmla="*/ 14634 h 136742"/>
                <a:gd name="connsiteX17" fmla="*/ 45933 w 143702"/>
                <a:gd name="connsiteY17" fmla="*/ 11306 h 136742"/>
                <a:gd name="connsiteX18" fmla="*/ 59576 w 143702"/>
                <a:gd name="connsiteY18" fmla="*/ 32180 h 136742"/>
                <a:gd name="connsiteX19" fmla="*/ 68368 w 143702"/>
                <a:gd name="connsiteY19" fmla="*/ 69391 h 136742"/>
                <a:gd name="connsiteX20" fmla="*/ 43508 w 143702"/>
                <a:gd name="connsiteY20" fmla="*/ 104787 h 136742"/>
                <a:gd name="connsiteX21" fmla="*/ 28046 w 143702"/>
                <a:gd name="connsiteY21" fmla="*/ 119308 h 136742"/>
                <a:gd name="connsiteX22" fmla="*/ 20163 w 143702"/>
                <a:gd name="connsiteY22" fmla="*/ 116585 h 136742"/>
                <a:gd name="connsiteX23" fmla="*/ 10462 w 143702"/>
                <a:gd name="connsiteY23" fmla="*/ 113560 h 136742"/>
                <a:gd name="connsiteX24" fmla="*/ 154 w 143702"/>
                <a:gd name="connsiteY24" fmla="*/ 124148 h 136742"/>
                <a:gd name="connsiteX25" fmla="*/ 15313 w 143702"/>
                <a:gd name="connsiteY25" fmla="*/ 136854 h 136742"/>
                <a:gd name="connsiteX26" fmla="*/ 43508 w 143702"/>
                <a:gd name="connsiteY26" fmla="*/ 115678 h 136742"/>
                <a:gd name="connsiteX27" fmla="*/ 70793 w 143702"/>
                <a:gd name="connsiteY27" fmla="*/ 80282 h 136742"/>
                <a:gd name="connsiteX28" fmla="*/ 79888 w 143702"/>
                <a:gd name="connsiteY28" fmla="*/ 116585 h 136742"/>
                <a:gd name="connsiteX29" fmla="*/ 97472 w 143702"/>
                <a:gd name="connsiteY29" fmla="*/ 136854 h 136742"/>
                <a:gd name="connsiteX30" fmla="*/ 134459 w 143702"/>
                <a:gd name="connsiteY30" fmla="*/ 102366 h 136742"/>
                <a:gd name="connsiteX31" fmla="*/ 130214 w 143702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14" y="99946"/>
                  </a:moveTo>
                  <a:cubicBezTo>
                    <a:pt x="127789" y="102669"/>
                    <a:pt x="126273" y="104484"/>
                    <a:pt x="123545" y="108114"/>
                  </a:cubicBezTo>
                  <a:cubicBezTo>
                    <a:pt x="116572" y="117190"/>
                    <a:pt x="112934" y="120215"/>
                    <a:pt x="109599" y="120215"/>
                  </a:cubicBezTo>
                  <a:cubicBezTo>
                    <a:pt x="105051" y="120215"/>
                    <a:pt x="102323" y="116283"/>
                    <a:pt x="100200" y="107812"/>
                  </a:cubicBezTo>
                  <a:cubicBezTo>
                    <a:pt x="99594" y="105392"/>
                    <a:pt x="99291" y="103576"/>
                    <a:pt x="98988" y="102669"/>
                  </a:cubicBezTo>
                  <a:cubicBezTo>
                    <a:pt x="91409" y="72114"/>
                    <a:pt x="88074" y="58197"/>
                    <a:pt x="88074" y="53660"/>
                  </a:cubicBezTo>
                  <a:cubicBezTo>
                    <a:pt x="101413" y="30365"/>
                    <a:pt x="112327" y="17054"/>
                    <a:pt x="117784" y="17054"/>
                  </a:cubicBezTo>
                  <a:cubicBezTo>
                    <a:pt x="119603" y="17054"/>
                    <a:pt x="122029" y="17961"/>
                    <a:pt x="125060" y="19474"/>
                  </a:cubicBezTo>
                  <a:cubicBezTo>
                    <a:pt x="128699" y="21592"/>
                    <a:pt x="130821" y="22197"/>
                    <a:pt x="133246" y="22197"/>
                  </a:cubicBezTo>
                  <a:cubicBezTo>
                    <a:pt x="139613" y="22197"/>
                    <a:pt x="143857" y="17659"/>
                    <a:pt x="143857" y="11306"/>
                  </a:cubicBezTo>
                  <a:cubicBezTo>
                    <a:pt x="143857" y="4953"/>
                    <a:pt x="138703" y="112"/>
                    <a:pt x="131427" y="112"/>
                  </a:cubicBezTo>
                  <a:cubicBezTo>
                    <a:pt x="118088" y="112"/>
                    <a:pt x="106567" y="11003"/>
                    <a:pt x="85648" y="43374"/>
                  </a:cubicBezTo>
                  <a:lnTo>
                    <a:pt x="82313" y="26735"/>
                  </a:lnTo>
                  <a:cubicBezTo>
                    <a:pt x="78069" y="6163"/>
                    <a:pt x="74734" y="112"/>
                    <a:pt x="66549" y="112"/>
                  </a:cubicBezTo>
                  <a:cubicBezTo>
                    <a:pt x="59879" y="112"/>
                    <a:pt x="49571" y="2835"/>
                    <a:pt x="31078" y="8886"/>
                  </a:cubicBezTo>
                  <a:lnTo>
                    <a:pt x="27743" y="10096"/>
                  </a:lnTo>
                  <a:lnTo>
                    <a:pt x="28955" y="14634"/>
                  </a:lnTo>
                  <a:cubicBezTo>
                    <a:pt x="40476" y="11911"/>
                    <a:pt x="43204" y="11306"/>
                    <a:pt x="45933" y="11306"/>
                  </a:cubicBezTo>
                  <a:cubicBezTo>
                    <a:pt x="53512" y="11306"/>
                    <a:pt x="55331" y="14029"/>
                    <a:pt x="59576" y="32180"/>
                  </a:cubicBezTo>
                  <a:lnTo>
                    <a:pt x="68368" y="69391"/>
                  </a:lnTo>
                  <a:lnTo>
                    <a:pt x="43508" y="104787"/>
                  </a:lnTo>
                  <a:cubicBezTo>
                    <a:pt x="37444" y="113862"/>
                    <a:pt x="31381" y="119308"/>
                    <a:pt x="28046" y="119308"/>
                  </a:cubicBezTo>
                  <a:cubicBezTo>
                    <a:pt x="26227" y="119308"/>
                    <a:pt x="23195" y="118400"/>
                    <a:pt x="20163" y="116585"/>
                  </a:cubicBezTo>
                  <a:cubicBezTo>
                    <a:pt x="16222" y="114467"/>
                    <a:pt x="12887" y="113560"/>
                    <a:pt x="10462" y="113560"/>
                  </a:cubicBezTo>
                  <a:cubicBezTo>
                    <a:pt x="4702" y="113560"/>
                    <a:pt x="154" y="118098"/>
                    <a:pt x="154" y="124148"/>
                  </a:cubicBezTo>
                  <a:cubicBezTo>
                    <a:pt x="154" y="132014"/>
                    <a:pt x="6218" y="136854"/>
                    <a:pt x="15313" y="136854"/>
                  </a:cubicBezTo>
                  <a:cubicBezTo>
                    <a:pt x="24711" y="136854"/>
                    <a:pt x="28349" y="134132"/>
                    <a:pt x="43508" y="115678"/>
                  </a:cubicBezTo>
                  <a:cubicBezTo>
                    <a:pt x="51693" y="105997"/>
                    <a:pt x="58060" y="97828"/>
                    <a:pt x="70793" y="80282"/>
                  </a:cubicBezTo>
                  <a:lnTo>
                    <a:pt x="79888" y="116585"/>
                  </a:lnTo>
                  <a:cubicBezTo>
                    <a:pt x="83829" y="132014"/>
                    <a:pt x="87770" y="136854"/>
                    <a:pt x="97472" y="136854"/>
                  </a:cubicBezTo>
                  <a:cubicBezTo>
                    <a:pt x="108992" y="136854"/>
                    <a:pt x="116875" y="129594"/>
                    <a:pt x="134459" y="102366"/>
                  </a:cubicBezTo>
                  <a:lnTo>
                    <a:pt x="130214" y="9994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DB3C203-EB8D-E223-EE61-1CB1300C092C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7040921" y="8415081"/>
              <a:ext cx="99833" cy="151335"/>
            </a:xfrm>
            <a:custGeom>
              <a:avLst/>
              <a:gdLst>
                <a:gd name="connsiteX0" fmla="*/ 99992 w 99833"/>
                <a:gd name="connsiteY0" fmla="*/ 120780 h 151335"/>
                <a:gd name="connsiteX1" fmla="*/ 97075 w 99833"/>
                <a:gd name="connsiteY1" fmla="*/ 119661 h 151335"/>
                <a:gd name="connsiteX2" fmla="*/ 75763 w 99833"/>
                <a:gd name="connsiteY2" fmla="*/ 134436 h 151335"/>
                <a:gd name="connsiteX3" fmla="*/ 22144 w 99833"/>
                <a:gd name="connsiteY3" fmla="*/ 134436 h 151335"/>
                <a:gd name="connsiteX4" fmla="*/ 59834 w 99833"/>
                <a:gd name="connsiteY4" fmla="*/ 95035 h 151335"/>
                <a:gd name="connsiteX5" fmla="*/ 88550 w 99833"/>
                <a:gd name="connsiteY5" fmla="*/ 39740 h 151335"/>
                <a:gd name="connsiteX6" fmla="*/ 47046 w 99833"/>
                <a:gd name="connsiteY6" fmla="*/ 115 h 151335"/>
                <a:gd name="connsiteX7" fmla="*/ 14740 w 99833"/>
                <a:gd name="connsiteY7" fmla="*/ 13995 h 151335"/>
                <a:gd name="connsiteX8" fmla="*/ 382 w 99833"/>
                <a:gd name="connsiteY8" fmla="*/ 44665 h 151335"/>
                <a:gd name="connsiteX9" fmla="*/ 5094 w 99833"/>
                <a:gd name="connsiteY9" fmla="*/ 45784 h 151335"/>
                <a:gd name="connsiteX10" fmla="*/ 37624 w 99833"/>
                <a:gd name="connsiteY10" fmla="*/ 16681 h 151335"/>
                <a:gd name="connsiteX11" fmla="*/ 69257 w 99833"/>
                <a:gd name="connsiteY11" fmla="*/ 48247 h 151335"/>
                <a:gd name="connsiteX12" fmla="*/ 40092 w 99833"/>
                <a:gd name="connsiteY12" fmla="*/ 106453 h 151335"/>
                <a:gd name="connsiteX13" fmla="*/ 158 w 99833"/>
                <a:gd name="connsiteY13" fmla="*/ 148764 h 151335"/>
                <a:gd name="connsiteX14" fmla="*/ 158 w 99833"/>
                <a:gd name="connsiteY14" fmla="*/ 151451 h 151335"/>
                <a:gd name="connsiteX15" fmla="*/ 87653 w 99833"/>
                <a:gd name="connsiteY15" fmla="*/ 151451 h 151335"/>
                <a:gd name="connsiteX16" fmla="*/ 99992 w 99833"/>
                <a:gd name="connsiteY16" fmla="*/ 120780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99992" y="120780"/>
                  </a:moveTo>
                  <a:lnTo>
                    <a:pt x="97075" y="119661"/>
                  </a:lnTo>
                  <a:cubicBezTo>
                    <a:pt x="88775" y="132422"/>
                    <a:pt x="85858" y="134436"/>
                    <a:pt x="75763" y="134436"/>
                  </a:cubicBezTo>
                  <a:lnTo>
                    <a:pt x="22144" y="134436"/>
                  </a:lnTo>
                  <a:lnTo>
                    <a:pt x="59834" y="95035"/>
                  </a:lnTo>
                  <a:cubicBezTo>
                    <a:pt x="79801" y="74216"/>
                    <a:pt x="88550" y="57201"/>
                    <a:pt x="88550" y="39740"/>
                  </a:cubicBezTo>
                  <a:cubicBezTo>
                    <a:pt x="88550" y="17353"/>
                    <a:pt x="70378" y="115"/>
                    <a:pt x="47046" y="115"/>
                  </a:cubicBezTo>
                  <a:cubicBezTo>
                    <a:pt x="34707" y="115"/>
                    <a:pt x="23041" y="5040"/>
                    <a:pt x="14740" y="13995"/>
                  </a:cubicBezTo>
                  <a:cubicBezTo>
                    <a:pt x="7561" y="21606"/>
                    <a:pt x="4196" y="28770"/>
                    <a:pt x="382" y="44665"/>
                  </a:cubicBezTo>
                  <a:lnTo>
                    <a:pt x="5094" y="45784"/>
                  </a:lnTo>
                  <a:cubicBezTo>
                    <a:pt x="14067" y="23845"/>
                    <a:pt x="22144" y="16681"/>
                    <a:pt x="37624" y="16681"/>
                  </a:cubicBezTo>
                  <a:cubicBezTo>
                    <a:pt x="56469" y="16681"/>
                    <a:pt x="69257" y="29442"/>
                    <a:pt x="69257" y="48247"/>
                  </a:cubicBezTo>
                  <a:cubicBezTo>
                    <a:pt x="69257" y="65708"/>
                    <a:pt x="58937" y="86528"/>
                    <a:pt x="40092" y="106453"/>
                  </a:cubicBezTo>
                  <a:lnTo>
                    <a:pt x="158" y="148764"/>
                  </a:lnTo>
                  <a:lnTo>
                    <a:pt x="158" y="151451"/>
                  </a:lnTo>
                  <a:lnTo>
                    <a:pt x="87653" y="151451"/>
                  </a:lnTo>
                  <a:lnTo>
                    <a:pt x="99992" y="120780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DF18A36-4AD0-40A4-0418-BC7E98F6343B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7229427" y="8438864"/>
              <a:ext cx="185237" cy="12101"/>
            </a:xfrm>
            <a:custGeom>
              <a:avLst/>
              <a:gdLst>
                <a:gd name="connsiteX0" fmla="*/ 174790 w 185237"/>
                <a:gd name="connsiteY0" fmla="*/ 12213 h 12101"/>
                <a:gd name="connsiteX1" fmla="*/ 185401 w 185237"/>
                <a:gd name="connsiteY1" fmla="*/ 6163 h 12101"/>
                <a:gd name="connsiteX2" fmla="*/ 174790 w 185237"/>
                <a:gd name="connsiteY2" fmla="*/ 112 h 12101"/>
                <a:gd name="connsiteX3" fmla="*/ 10775 w 185237"/>
                <a:gd name="connsiteY3" fmla="*/ 112 h 12101"/>
                <a:gd name="connsiteX4" fmla="*/ 164 w 185237"/>
                <a:gd name="connsiteY4" fmla="*/ 6163 h 12101"/>
                <a:gd name="connsiteX5" fmla="*/ 10775 w 185237"/>
                <a:gd name="connsiteY5" fmla="*/ 12213 h 12101"/>
                <a:gd name="connsiteX6" fmla="*/ 174790 w 185237"/>
                <a:gd name="connsiteY6" fmla="*/ 12213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790" y="12213"/>
                  </a:moveTo>
                  <a:cubicBezTo>
                    <a:pt x="179944" y="12213"/>
                    <a:pt x="185401" y="12213"/>
                    <a:pt x="185401" y="6163"/>
                  </a:cubicBezTo>
                  <a:cubicBezTo>
                    <a:pt x="185401" y="112"/>
                    <a:pt x="179944" y="112"/>
                    <a:pt x="174790" y="112"/>
                  </a:cubicBezTo>
                  <a:lnTo>
                    <a:pt x="10775" y="112"/>
                  </a:lnTo>
                  <a:cubicBezTo>
                    <a:pt x="5621" y="112"/>
                    <a:pt x="164" y="112"/>
                    <a:pt x="164" y="6163"/>
                  </a:cubicBezTo>
                  <a:cubicBezTo>
                    <a:pt x="164" y="12213"/>
                    <a:pt x="5621" y="12213"/>
                    <a:pt x="10775" y="12213"/>
                  </a:cubicBezTo>
                  <a:lnTo>
                    <a:pt x="174790" y="1221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4BC7608B-E324-DBD3-34E1-AE4329BF4CDB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7474786" y="8387132"/>
              <a:ext cx="143702" cy="136742"/>
            </a:xfrm>
            <a:custGeom>
              <a:avLst/>
              <a:gdLst>
                <a:gd name="connsiteX0" fmla="*/ 130233 w 143702"/>
                <a:gd name="connsiteY0" fmla="*/ 99946 h 136742"/>
                <a:gd name="connsiteX1" fmla="*/ 123564 w 143702"/>
                <a:gd name="connsiteY1" fmla="*/ 108114 h 136742"/>
                <a:gd name="connsiteX2" fmla="*/ 109618 w 143702"/>
                <a:gd name="connsiteY2" fmla="*/ 120215 h 136742"/>
                <a:gd name="connsiteX3" fmla="*/ 100220 w 143702"/>
                <a:gd name="connsiteY3" fmla="*/ 107812 h 136742"/>
                <a:gd name="connsiteX4" fmla="*/ 99007 w 143702"/>
                <a:gd name="connsiteY4" fmla="*/ 102669 h 136742"/>
                <a:gd name="connsiteX5" fmla="*/ 88093 w 143702"/>
                <a:gd name="connsiteY5" fmla="*/ 53660 h 136742"/>
                <a:gd name="connsiteX6" fmla="*/ 117803 w 143702"/>
                <a:gd name="connsiteY6" fmla="*/ 17054 h 136742"/>
                <a:gd name="connsiteX7" fmla="*/ 125080 w 143702"/>
                <a:gd name="connsiteY7" fmla="*/ 19474 h 136742"/>
                <a:gd name="connsiteX8" fmla="*/ 133265 w 143702"/>
                <a:gd name="connsiteY8" fmla="*/ 22197 h 136742"/>
                <a:gd name="connsiteX9" fmla="*/ 143876 w 143702"/>
                <a:gd name="connsiteY9" fmla="*/ 11306 h 136742"/>
                <a:gd name="connsiteX10" fmla="*/ 131446 w 143702"/>
                <a:gd name="connsiteY10" fmla="*/ 112 h 136742"/>
                <a:gd name="connsiteX11" fmla="*/ 85667 w 143702"/>
                <a:gd name="connsiteY11" fmla="*/ 43374 h 136742"/>
                <a:gd name="connsiteX12" fmla="*/ 82333 w 143702"/>
                <a:gd name="connsiteY12" fmla="*/ 26735 h 136742"/>
                <a:gd name="connsiteX13" fmla="*/ 66568 w 143702"/>
                <a:gd name="connsiteY13" fmla="*/ 112 h 136742"/>
                <a:gd name="connsiteX14" fmla="*/ 31097 w 143702"/>
                <a:gd name="connsiteY14" fmla="*/ 8886 h 136742"/>
                <a:gd name="connsiteX15" fmla="*/ 27762 w 143702"/>
                <a:gd name="connsiteY15" fmla="*/ 10096 h 136742"/>
                <a:gd name="connsiteX16" fmla="*/ 28975 w 143702"/>
                <a:gd name="connsiteY16" fmla="*/ 14634 h 136742"/>
                <a:gd name="connsiteX17" fmla="*/ 45952 w 143702"/>
                <a:gd name="connsiteY17" fmla="*/ 11306 h 136742"/>
                <a:gd name="connsiteX18" fmla="*/ 59595 w 143702"/>
                <a:gd name="connsiteY18" fmla="*/ 32180 h 136742"/>
                <a:gd name="connsiteX19" fmla="*/ 68387 w 143702"/>
                <a:gd name="connsiteY19" fmla="*/ 69391 h 136742"/>
                <a:gd name="connsiteX20" fmla="*/ 43527 w 143702"/>
                <a:gd name="connsiteY20" fmla="*/ 104787 h 136742"/>
                <a:gd name="connsiteX21" fmla="*/ 28065 w 143702"/>
                <a:gd name="connsiteY21" fmla="*/ 119308 h 136742"/>
                <a:gd name="connsiteX22" fmla="*/ 20183 w 143702"/>
                <a:gd name="connsiteY22" fmla="*/ 116585 h 136742"/>
                <a:gd name="connsiteX23" fmla="*/ 10481 w 143702"/>
                <a:gd name="connsiteY23" fmla="*/ 113560 h 136742"/>
                <a:gd name="connsiteX24" fmla="*/ 173 w 143702"/>
                <a:gd name="connsiteY24" fmla="*/ 124148 h 136742"/>
                <a:gd name="connsiteX25" fmla="*/ 15332 w 143702"/>
                <a:gd name="connsiteY25" fmla="*/ 136854 h 136742"/>
                <a:gd name="connsiteX26" fmla="*/ 43527 w 143702"/>
                <a:gd name="connsiteY26" fmla="*/ 115678 h 136742"/>
                <a:gd name="connsiteX27" fmla="*/ 70812 w 143702"/>
                <a:gd name="connsiteY27" fmla="*/ 80282 h 136742"/>
                <a:gd name="connsiteX28" fmla="*/ 79907 w 143702"/>
                <a:gd name="connsiteY28" fmla="*/ 116585 h 136742"/>
                <a:gd name="connsiteX29" fmla="*/ 97491 w 143702"/>
                <a:gd name="connsiteY29" fmla="*/ 136854 h 136742"/>
                <a:gd name="connsiteX30" fmla="*/ 134478 w 143702"/>
                <a:gd name="connsiteY30" fmla="*/ 102366 h 136742"/>
                <a:gd name="connsiteX31" fmla="*/ 130233 w 143702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33" y="99946"/>
                  </a:moveTo>
                  <a:cubicBezTo>
                    <a:pt x="127808" y="102669"/>
                    <a:pt x="126292" y="104484"/>
                    <a:pt x="123564" y="108114"/>
                  </a:cubicBezTo>
                  <a:cubicBezTo>
                    <a:pt x="116591" y="117190"/>
                    <a:pt x="112953" y="120215"/>
                    <a:pt x="109618" y="120215"/>
                  </a:cubicBezTo>
                  <a:cubicBezTo>
                    <a:pt x="105070" y="120215"/>
                    <a:pt x="102342" y="116283"/>
                    <a:pt x="100220" y="107812"/>
                  </a:cubicBezTo>
                  <a:cubicBezTo>
                    <a:pt x="99613" y="105392"/>
                    <a:pt x="99310" y="103576"/>
                    <a:pt x="99007" y="102669"/>
                  </a:cubicBezTo>
                  <a:cubicBezTo>
                    <a:pt x="91428" y="72114"/>
                    <a:pt x="88093" y="58197"/>
                    <a:pt x="88093" y="53660"/>
                  </a:cubicBezTo>
                  <a:cubicBezTo>
                    <a:pt x="101432" y="30365"/>
                    <a:pt x="112346" y="17054"/>
                    <a:pt x="117803" y="17054"/>
                  </a:cubicBezTo>
                  <a:cubicBezTo>
                    <a:pt x="119622" y="17054"/>
                    <a:pt x="122048" y="17961"/>
                    <a:pt x="125080" y="19474"/>
                  </a:cubicBezTo>
                  <a:cubicBezTo>
                    <a:pt x="128718" y="21592"/>
                    <a:pt x="130840" y="22197"/>
                    <a:pt x="133265" y="22197"/>
                  </a:cubicBezTo>
                  <a:cubicBezTo>
                    <a:pt x="139632" y="22197"/>
                    <a:pt x="143876" y="17659"/>
                    <a:pt x="143876" y="11306"/>
                  </a:cubicBezTo>
                  <a:cubicBezTo>
                    <a:pt x="143876" y="4953"/>
                    <a:pt x="138722" y="112"/>
                    <a:pt x="131446" y="112"/>
                  </a:cubicBezTo>
                  <a:cubicBezTo>
                    <a:pt x="118107" y="112"/>
                    <a:pt x="106586" y="11003"/>
                    <a:pt x="85667" y="43374"/>
                  </a:cubicBezTo>
                  <a:lnTo>
                    <a:pt x="82333" y="26735"/>
                  </a:lnTo>
                  <a:cubicBezTo>
                    <a:pt x="78088" y="6163"/>
                    <a:pt x="74753" y="112"/>
                    <a:pt x="66568" y="112"/>
                  </a:cubicBezTo>
                  <a:cubicBezTo>
                    <a:pt x="59898" y="112"/>
                    <a:pt x="49590" y="2835"/>
                    <a:pt x="31097" y="8886"/>
                  </a:cubicBezTo>
                  <a:lnTo>
                    <a:pt x="27762" y="10096"/>
                  </a:lnTo>
                  <a:lnTo>
                    <a:pt x="28975" y="14634"/>
                  </a:lnTo>
                  <a:cubicBezTo>
                    <a:pt x="40495" y="11911"/>
                    <a:pt x="43224" y="11306"/>
                    <a:pt x="45952" y="11306"/>
                  </a:cubicBezTo>
                  <a:cubicBezTo>
                    <a:pt x="53531" y="11306"/>
                    <a:pt x="55350" y="14029"/>
                    <a:pt x="59595" y="32180"/>
                  </a:cubicBezTo>
                  <a:lnTo>
                    <a:pt x="68387" y="69391"/>
                  </a:lnTo>
                  <a:lnTo>
                    <a:pt x="43527" y="104787"/>
                  </a:lnTo>
                  <a:cubicBezTo>
                    <a:pt x="37463" y="113862"/>
                    <a:pt x="31400" y="119308"/>
                    <a:pt x="28065" y="119308"/>
                  </a:cubicBezTo>
                  <a:cubicBezTo>
                    <a:pt x="26246" y="119308"/>
                    <a:pt x="23214" y="118400"/>
                    <a:pt x="20183" y="116585"/>
                  </a:cubicBezTo>
                  <a:cubicBezTo>
                    <a:pt x="16241" y="114467"/>
                    <a:pt x="12906" y="113560"/>
                    <a:pt x="10481" y="113560"/>
                  </a:cubicBezTo>
                  <a:cubicBezTo>
                    <a:pt x="4721" y="113560"/>
                    <a:pt x="173" y="118098"/>
                    <a:pt x="173" y="124148"/>
                  </a:cubicBezTo>
                  <a:cubicBezTo>
                    <a:pt x="173" y="132014"/>
                    <a:pt x="6237" y="136854"/>
                    <a:pt x="15332" y="136854"/>
                  </a:cubicBezTo>
                  <a:cubicBezTo>
                    <a:pt x="24730" y="136854"/>
                    <a:pt x="28368" y="134132"/>
                    <a:pt x="43527" y="115678"/>
                  </a:cubicBezTo>
                  <a:cubicBezTo>
                    <a:pt x="51712" y="105997"/>
                    <a:pt x="58079" y="97828"/>
                    <a:pt x="70812" y="80282"/>
                  </a:cubicBezTo>
                  <a:lnTo>
                    <a:pt x="79907" y="116585"/>
                  </a:lnTo>
                  <a:cubicBezTo>
                    <a:pt x="83848" y="132014"/>
                    <a:pt x="87790" y="136854"/>
                    <a:pt x="97491" y="136854"/>
                  </a:cubicBezTo>
                  <a:cubicBezTo>
                    <a:pt x="109012" y="136854"/>
                    <a:pt x="116894" y="129594"/>
                    <a:pt x="134478" y="102366"/>
                  </a:cubicBezTo>
                  <a:lnTo>
                    <a:pt x="130233" y="9994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52DBAEF9-101D-4BBD-C316-4F7B02B2D99D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7623466" y="8415081"/>
              <a:ext cx="101404" cy="154469"/>
            </a:xfrm>
            <a:custGeom>
              <a:avLst/>
              <a:gdLst>
                <a:gd name="connsiteX0" fmla="*/ 51777 w 101404"/>
                <a:gd name="connsiteY0" fmla="*/ 115 h 154469"/>
                <a:gd name="connsiteX1" fmla="*/ 21714 w 101404"/>
                <a:gd name="connsiteY1" fmla="*/ 11756 h 154469"/>
                <a:gd name="connsiteX2" fmla="*/ 177 w 101404"/>
                <a:gd name="connsiteY2" fmla="*/ 76230 h 154469"/>
                <a:gd name="connsiteX3" fmla="*/ 18125 w 101404"/>
                <a:gd name="connsiteY3" fmla="*/ 139362 h 154469"/>
                <a:gd name="connsiteX4" fmla="*/ 50879 w 101404"/>
                <a:gd name="connsiteY4" fmla="*/ 154585 h 154469"/>
                <a:gd name="connsiteX5" fmla="*/ 80044 w 101404"/>
                <a:gd name="connsiteY5" fmla="*/ 142943 h 154469"/>
                <a:gd name="connsiteX6" fmla="*/ 101581 w 101404"/>
                <a:gd name="connsiteY6" fmla="*/ 77574 h 154469"/>
                <a:gd name="connsiteX7" fmla="*/ 51777 w 101404"/>
                <a:gd name="connsiteY7" fmla="*/ 115 h 154469"/>
                <a:gd name="connsiteX8" fmla="*/ 51104 w 101404"/>
                <a:gd name="connsiteY8" fmla="*/ 5935 h 154469"/>
                <a:gd name="connsiteX9" fmla="*/ 80044 w 101404"/>
                <a:gd name="connsiteY9" fmla="*/ 78021 h 154469"/>
                <a:gd name="connsiteX10" fmla="*/ 50879 w 101404"/>
                <a:gd name="connsiteY10" fmla="*/ 148764 h 154469"/>
                <a:gd name="connsiteX11" fmla="*/ 21714 w 101404"/>
                <a:gd name="connsiteY11" fmla="*/ 78245 h 154469"/>
                <a:gd name="connsiteX12" fmla="*/ 51104 w 101404"/>
                <a:gd name="connsiteY12" fmla="*/ 5935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04" h="154469">
                  <a:moveTo>
                    <a:pt x="51777" y="115"/>
                  </a:moveTo>
                  <a:cubicBezTo>
                    <a:pt x="39438" y="115"/>
                    <a:pt x="30015" y="3920"/>
                    <a:pt x="21714" y="11756"/>
                  </a:cubicBezTo>
                  <a:cubicBezTo>
                    <a:pt x="8702" y="24293"/>
                    <a:pt x="177" y="50038"/>
                    <a:pt x="177" y="76230"/>
                  </a:cubicBezTo>
                  <a:cubicBezTo>
                    <a:pt x="177" y="100632"/>
                    <a:pt x="7581" y="126825"/>
                    <a:pt x="18125" y="139362"/>
                  </a:cubicBezTo>
                  <a:cubicBezTo>
                    <a:pt x="26426" y="149212"/>
                    <a:pt x="37867" y="154585"/>
                    <a:pt x="50879" y="154585"/>
                  </a:cubicBezTo>
                  <a:cubicBezTo>
                    <a:pt x="62321" y="154585"/>
                    <a:pt x="71968" y="150779"/>
                    <a:pt x="80044" y="142943"/>
                  </a:cubicBezTo>
                  <a:cubicBezTo>
                    <a:pt x="93056" y="130631"/>
                    <a:pt x="101581" y="104662"/>
                    <a:pt x="101581" y="77574"/>
                  </a:cubicBezTo>
                  <a:cubicBezTo>
                    <a:pt x="101581" y="31680"/>
                    <a:pt x="81166" y="115"/>
                    <a:pt x="51777" y="115"/>
                  </a:cubicBezTo>
                  <a:close/>
                  <a:moveTo>
                    <a:pt x="51104" y="5935"/>
                  </a:moveTo>
                  <a:cubicBezTo>
                    <a:pt x="69949" y="5935"/>
                    <a:pt x="80044" y="31233"/>
                    <a:pt x="80044" y="78021"/>
                  </a:cubicBezTo>
                  <a:cubicBezTo>
                    <a:pt x="80044" y="124810"/>
                    <a:pt x="70173" y="148764"/>
                    <a:pt x="50879" y="148764"/>
                  </a:cubicBezTo>
                  <a:cubicBezTo>
                    <a:pt x="31586" y="148764"/>
                    <a:pt x="21714" y="124810"/>
                    <a:pt x="21714" y="78245"/>
                  </a:cubicBezTo>
                  <a:cubicBezTo>
                    <a:pt x="21714" y="30785"/>
                    <a:pt x="31810" y="5935"/>
                    <a:pt x="51104" y="5935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631352B2-6CFE-83BF-ACA0-9D5D7AE8B594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7763172" y="8293651"/>
              <a:ext cx="70335" cy="302526"/>
            </a:xfrm>
            <a:custGeom>
              <a:avLst/>
              <a:gdLst>
                <a:gd name="connsiteX0" fmla="*/ 70518 w 70335"/>
                <a:gd name="connsiteY0" fmla="*/ 151375 h 302526"/>
                <a:gd name="connsiteX1" fmla="*/ 50509 w 70335"/>
                <a:gd name="connsiteY1" fmla="*/ 56987 h 302526"/>
                <a:gd name="connsiteX2" fmla="*/ 3214 w 70335"/>
                <a:gd name="connsiteY2" fmla="*/ 112 h 302526"/>
                <a:gd name="connsiteX3" fmla="*/ 182 w 70335"/>
                <a:gd name="connsiteY3" fmla="*/ 3137 h 302526"/>
                <a:gd name="connsiteX4" fmla="*/ 5943 w 70335"/>
                <a:gd name="connsiteY4" fmla="*/ 10095 h 302526"/>
                <a:gd name="connsiteX5" fmla="*/ 52934 w 70335"/>
                <a:gd name="connsiteY5" fmla="*/ 151375 h 302526"/>
                <a:gd name="connsiteX6" fmla="*/ 4124 w 70335"/>
                <a:gd name="connsiteY6" fmla="*/ 294470 h 302526"/>
                <a:gd name="connsiteX7" fmla="*/ 182 w 70335"/>
                <a:gd name="connsiteY7" fmla="*/ 299613 h 302526"/>
                <a:gd name="connsiteX8" fmla="*/ 3214 w 70335"/>
                <a:gd name="connsiteY8" fmla="*/ 302638 h 302526"/>
                <a:gd name="connsiteX9" fmla="*/ 51418 w 70335"/>
                <a:gd name="connsiteY9" fmla="*/ 243646 h 302526"/>
                <a:gd name="connsiteX10" fmla="*/ 70518 w 70335"/>
                <a:gd name="connsiteY10" fmla="*/ 15137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18" y="151375"/>
                  </a:moveTo>
                  <a:cubicBezTo>
                    <a:pt x="70518" y="127778"/>
                    <a:pt x="67183" y="91172"/>
                    <a:pt x="50509" y="56987"/>
                  </a:cubicBezTo>
                  <a:cubicBezTo>
                    <a:pt x="32318" y="19776"/>
                    <a:pt x="6246" y="112"/>
                    <a:pt x="3214" y="112"/>
                  </a:cubicBezTo>
                  <a:cubicBezTo>
                    <a:pt x="1395" y="112"/>
                    <a:pt x="182" y="1322"/>
                    <a:pt x="182" y="3137"/>
                  </a:cubicBezTo>
                  <a:cubicBezTo>
                    <a:pt x="182" y="4045"/>
                    <a:pt x="182" y="4650"/>
                    <a:pt x="5943" y="10095"/>
                  </a:cubicBezTo>
                  <a:cubicBezTo>
                    <a:pt x="35653" y="40045"/>
                    <a:pt x="52934" y="88147"/>
                    <a:pt x="52934" y="151375"/>
                  </a:cubicBezTo>
                  <a:cubicBezTo>
                    <a:pt x="52934" y="203107"/>
                    <a:pt x="41717" y="256352"/>
                    <a:pt x="4124" y="294470"/>
                  </a:cubicBezTo>
                  <a:cubicBezTo>
                    <a:pt x="182" y="298100"/>
                    <a:pt x="182" y="298706"/>
                    <a:pt x="182" y="299613"/>
                  </a:cubicBezTo>
                  <a:cubicBezTo>
                    <a:pt x="182" y="301428"/>
                    <a:pt x="1395" y="302638"/>
                    <a:pt x="3214" y="302638"/>
                  </a:cubicBezTo>
                  <a:cubicBezTo>
                    <a:pt x="6246" y="302638"/>
                    <a:pt x="33531" y="282067"/>
                    <a:pt x="51418" y="243646"/>
                  </a:cubicBezTo>
                  <a:cubicBezTo>
                    <a:pt x="66880" y="210368"/>
                    <a:pt x="70518" y="176787"/>
                    <a:pt x="70518" y="151375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D6634E97-02D8-E23A-2447-F8A7528AC252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7893973" y="8293651"/>
              <a:ext cx="70335" cy="302526"/>
            </a:xfrm>
            <a:custGeom>
              <a:avLst/>
              <a:gdLst>
                <a:gd name="connsiteX0" fmla="*/ 70522 w 70335"/>
                <a:gd name="connsiteY0" fmla="*/ 299613 h 302526"/>
                <a:gd name="connsiteX1" fmla="*/ 65368 w 70335"/>
                <a:gd name="connsiteY1" fmla="*/ 292958 h 302526"/>
                <a:gd name="connsiteX2" fmla="*/ 17770 w 70335"/>
                <a:gd name="connsiteY2" fmla="*/ 151375 h 302526"/>
                <a:gd name="connsiteX3" fmla="*/ 66581 w 70335"/>
                <a:gd name="connsiteY3" fmla="*/ 8280 h 302526"/>
                <a:gd name="connsiteX4" fmla="*/ 70522 w 70335"/>
                <a:gd name="connsiteY4" fmla="*/ 3137 h 302526"/>
                <a:gd name="connsiteX5" fmla="*/ 67490 w 70335"/>
                <a:gd name="connsiteY5" fmla="*/ 112 h 302526"/>
                <a:gd name="connsiteX6" fmla="*/ 19286 w 70335"/>
                <a:gd name="connsiteY6" fmla="*/ 59104 h 302526"/>
                <a:gd name="connsiteX7" fmla="*/ 186 w 70335"/>
                <a:gd name="connsiteY7" fmla="*/ 151375 h 302526"/>
                <a:gd name="connsiteX8" fmla="*/ 20196 w 70335"/>
                <a:gd name="connsiteY8" fmla="*/ 245763 h 302526"/>
                <a:gd name="connsiteX9" fmla="*/ 67490 w 70335"/>
                <a:gd name="connsiteY9" fmla="*/ 302638 h 302526"/>
                <a:gd name="connsiteX10" fmla="*/ 70522 w 70335"/>
                <a:gd name="connsiteY10" fmla="*/ 29961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22" y="299613"/>
                  </a:moveTo>
                  <a:cubicBezTo>
                    <a:pt x="70522" y="298706"/>
                    <a:pt x="70522" y="298100"/>
                    <a:pt x="65368" y="292958"/>
                  </a:cubicBezTo>
                  <a:cubicBezTo>
                    <a:pt x="27472" y="254839"/>
                    <a:pt x="17770" y="197662"/>
                    <a:pt x="17770" y="151375"/>
                  </a:cubicBezTo>
                  <a:cubicBezTo>
                    <a:pt x="17770" y="98735"/>
                    <a:pt x="29291" y="46096"/>
                    <a:pt x="66581" y="8280"/>
                  </a:cubicBezTo>
                  <a:cubicBezTo>
                    <a:pt x="70522" y="4650"/>
                    <a:pt x="70522" y="4045"/>
                    <a:pt x="70522" y="3137"/>
                  </a:cubicBezTo>
                  <a:cubicBezTo>
                    <a:pt x="70522" y="1019"/>
                    <a:pt x="69309" y="112"/>
                    <a:pt x="67490" y="112"/>
                  </a:cubicBezTo>
                  <a:cubicBezTo>
                    <a:pt x="64458" y="112"/>
                    <a:pt x="37173" y="20683"/>
                    <a:pt x="19286" y="59104"/>
                  </a:cubicBezTo>
                  <a:cubicBezTo>
                    <a:pt x="3824" y="92382"/>
                    <a:pt x="186" y="125963"/>
                    <a:pt x="186" y="151375"/>
                  </a:cubicBezTo>
                  <a:cubicBezTo>
                    <a:pt x="186" y="174972"/>
                    <a:pt x="3521" y="211578"/>
                    <a:pt x="20196" y="245763"/>
                  </a:cubicBezTo>
                  <a:cubicBezTo>
                    <a:pt x="38386" y="282974"/>
                    <a:pt x="64458" y="302638"/>
                    <a:pt x="67490" y="302638"/>
                  </a:cubicBezTo>
                  <a:cubicBezTo>
                    <a:pt x="69309" y="302638"/>
                    <a:pt x="70522" y="301731"/>
                    <a:pt x="70522" y="299613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57396E1C-26E2-6AC0-59A3-AE96B809EE3A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7973841" y="8387132"/>
              <a:ext cx="143702" cy="136742"/>
            </a:xfrm>
            <a:custGeom>
              <a:avLst/>
              <a:gdLst>
                <a:gd name="connsiteX0" fmla="*/ 130250 w 143702"/>
                <a:gd name="connsiteY0" fmla="*/ 99946 h 136742"/>
                <a:gd name="connsiteX1" fmla="*/ 123580 w 143702"/>
                <a:gd name="connsiteY1" fmla="*/ 108114 h 136742"/>
                <a:gd name="connsiteX2" fmla="*/ 109634 w 143702"/>
                <a:gd name="connsiteY2" fmla="*/ 120215 h 136742"/>
                <a:gd name="connsiteX3" fmla="*/ 100236 w 143702"/>
                <a:gd name="connsiteY3" fmla="*/ 107812 h 136742"/>
                <a:gd name="connsiteX4" fmla="*/ 99023 w 143702"/>
                <a:gd name="connsiteY4" fmla="*/ 102669 h 136742"/>
                <a:gd name="connsiteX5" fmla="*/ 88109 w 143702"/>
                <a:gd name="connsiteY5" fmla="*/ 53660 h 136742"/>
                <a:gd name="connsiteX6" fmla="*/ 117820 w 143702"/>
                <a:gd name="connsiteY6" fmla="*/ 17054 h 136742"/>
                <a:gd name="connsiteX7" fmla="*/ 125096 w 143702"/>
                <a:gd name="connsiteY7" fmla="*/ 19474 h 136742"/>
                <a:gd name="connsiteX8" fmla="*/ 133282 w 143702"/>
                <a:gd name="connsiteY8" fmla="*/ 22197 h 136742"/>
                <a:gd name="connsiteX9" fmla="*/ 143892 w 143702"/>
                <a:gd name="connsiteY9" fmla="*/ 11306 h 136742"/>
                <a:gd name="connsiteX10" fmla="*/ 131462 w 143702"/>
                <a:gd name="connsiteY10" fmla="*/ 112 h 136742"/>
                <a:gd name="connsiteX11" fmla="*/ 85684 w 143702"/>
                <a:gd name="connsiteY11" fmla="*/ 43374 h 136742"/>
                <a:gd name="connsiteX12" fmla="*/ 82349 w 143702"/>
                <a:gd name="connsiteY12" fmla="*/ 26735 h 136742"/>
                <a:gd name="connsiteX13" fmla="*/ 66584 w 143702"/>
                <a:gd name="connsiteY13" fmla="*/ 112 h 136742"/>
                <a:gd name="connsiteX14" fmla="*/ 31113 w 143702"/>
                <a:gd name="connsiteY14" fmla="*/ 8886 h 136742"/>
                <a:gd name="connsiteX15" fmla="*/ 27778 w 143702"/>
                <a:gd name="connsiteY15" fmla="*/ 10096 h 136742"/>
                <a:gd name="connsiteX16" fmla="*/ 28991 w 143702"/>
                <a:gd name="connsiteY16" fmla="*/ 14634 h 136742"/>
                <a:gd name="connsiteX17" fmla="*/ 45968 w 143702"/>
                <a:gd name="connsiteY17" fmla="*/ 11306 h 136742"/>
                <a:gd name="connsiteX18" fmla="*/ 59611 w 143702"/>
                <a:gd name="connsiteY18" fmla="*/ 32180 h 136742"/>
                <a:gd name="connsiteX19" fmla="*/ 68403 w 143702"/>
                <a:gd name="connsiteY19" fmla="*/ 69391 h 136742"/>
                <a:gd name="connsiteX20" fmla="*/ 43543 w 143702"/>
                <a:gd name="connsiteY20" fmla="*/ 104787 h 136742"/>
                <a:gd name="connsiteX21" fmla="*/ 28081 w 143702"/>
                <a:gd name="connsiteY21" fmla="*/ 119308 h 136742"/>
                <a:gd name="connsiteX22" fmla="*/ 20199 w 143702"/>
                <a:gd name="connsiteY22" fmla="*/ 116585 h 136742"/>
                <a:gd name="connsiteX23" fmla="*/ 10497 w 143702"/>
                <a:gd name="connsiteY23" fmla="*/ 113560 h 136742"/>
                <a:gd name="connsiteX24" fmla="*/ 190 w 143702"/>
                <a:gd name="connsiteY24" fmla="*/ 124148 h 136742"/>
                <a:gd name="connsiteX25" fmla="*/ 15348 w 143702"/>
                <a:gd name="connsiteY25" fmla="*/ 136854 h 136742"/>
                <a:gd name="connsiteX26" fmla="*/ 43543 w 143702"/>
                <a:gd name="connsiteY26" fmla="*/ 115678 h 136742"/>
                <a:gd name="connsiteX27" fmla="*/ 70828 w 143702"/>
                <a:gd name="connsiteY27" fmla="*/ 80282 h 136742"/>
                <a:gd name="connsiteX28" fmla="*/ 79923 w 143702"/>
                <a:gd name="connsiteY28" fmla="*/ 116585 h 136742"/>
                <a:gd name="connsiteX29" fmla="*/ 97507 w 143702"/>
                <a:gd name="connsiteY29" fmla="*/ 136854 h 136742"/>
                <a:gd name="connsiteX30" fmla="*/ 134494 w 143702"/>
                <a:gd name="connsiteY30" fmla="*/ 102366 h 136742"/>
                <a:gd name="connsiteX31" fmla="*/ 130250 w 143702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50" y="99946"/>
                  </a:moveTo>
                  <a:cubicBezTo>
                    <a:pt x="127824" y="102669"/>
                    <a:pt x="126309" y="104484"/>
                    <a:pt x="123580" y="108114"/>
                  </a:cubicBezTo>
                  <a:cubicBezTo>
                    <a:pt x="116607" y="117190"/>
                    <a:pt x="112969" y="120215"/>
                    <a:pt x="109634" y="120215"/>
                  </a:cubicBezTo>
                  <a:cubicBezTo>
                    <a:pt x="105087" y="120215"/>
                    <a:pt x="102358" y="116283"/>
                    <a:pt x="100236" y="107812"/>
                  </a:cubicBezTo>
                  <a:cubicBezTo>
                    <a:pt x="99630" y="105392"/>
                    <a:pt x="99326" y="103576"/>
                    <a:pt x="99023" y="102669"/>
                  </a:cubicBezTo>
                  <a:cubicBezTo>
                    <a:pt x="91444" y="72114"/>
                    <a:pt x="88109" y="58197"/>
                    <a:pt x="88109" y="53660"/>
                  </a:cubicBezTo>
                  <a:cubicBezTo>
                    <a:pt x="101449" y="30365"/>
                    <a:pt x="112363" y="17054"/>
                    <a:pt x="117820" y="17054"/>
                  </a:cubicBezTo>
                  <a:cubicBezTo>
                    <a:pt x="119639" y="17054"/>
                    <a:pt x="122064" y="17961"/>
                    <a:pt x="125096" y="19474"/>
                  </a:cubicBezTo>
                  <a:cubicBezTo>
                    <a:pt x="128734" y="21592"/>
                    <a:pt x="130856" y="22197"/>
                    <a:pt x="133282" y="22197"/>
                  </a:cubicBezTo>
                  <a:cubicBezTo>
                    <a:pt x="139648" y="22197"/>
                    <a:pt x="143892" y="17659"/>
                    <a:pt x="143892" y="11306"/>
                  </a:cubicBezTo>
                  <a:cubicBezTo>
                    <a:pt x="143892" y="4953"/>
                    <a:pt x="138739" y="112"/>
                    <a:pt x="131462" y="112"/>
                  </a:cubicBezTo>
                  <a:cubicBezTo>
                    <a:pt x="118123" y="112"/>
                    <a:pt x="106603" y="11003"/>
                    <a:pt x="85684" y="43374"/>
                  </a:cubicBezTo>
                  <a:lnTo>
                    <a:pt x="82349" y="26735"/>
                  </a:lnTo>
                  <a:cubicBezTo>
                    <a:pt x="78104" y="6163"/>
                    <a:pt x="74770" y="112"/>
                    <a:pt x="66584" y="112"/>
                  </a:cubicBezTo>
                  <a:cubicBezTo>
                    <a:pt x="59914" y="112"/>
                    <a:pt x="49606" y="2835"/>
                    <a:pt x="31113" y="8886"/>
                  </a:cubicBezTo>
                  <a:lnTo>
                    <a:pt x="27778" y="10096"/>
                  </a:lnTo>
                  <a:lnTo>
                    <a:pt x="28991" y="14634"/>
                  </a:lnTo>
                  <a:cubicBezTo>
                    <a:pt x="40511" y="11911"/>
                    <a:pt x="43240" y="11306"/>
                    <a:pt x="45968" y="11306"/>
                  </a:cubicBezTo>
                  <a:cubicBezTo>
                    <a:pt x="53548" y="11306"/>
                    <a:pt x="55367" y="14029"/>
                    <a:pt x="59611" y="32180"/>
                  </a:cubicBezTo>
                  <a:lnTo>
                    <a:pt x="68403" y="69391"/>
                  </a:lnTo>
                  <a:lnTo>
                    <a:pt x="43543" y="104787"/>
                  </a:lnTo>
                  <a:cubicBezTo>
                    <a:pt x="37480" y="113862"/>
                    <a:pt x="31416" y="119308"/>
                    <a:pt x="28081" y="119308"/>
                  </a:cubicBezTo>
                  <a:cubicBezTo>
                    <a:pt x="26262" y="119308"/>
                    <a:pt x="23231" y="118400"/>
                    <a:pt x="20199" y="116585"/>
                  </a:cubicBezTo>
                  <a:cubicBezTo>
                    <a:pt x="16258" y="114467"/>
                    <a:pt x="12923" y="113560"/>
                    <a:pt x="10497" y="113560"/>
                  </a:cubicBezTo>
                  <a:cubicBezTo>
                    <a:pt x="4737" y="113560"/>
                    <a:pt x="190" y="118098"/>
                    <a:pt x="190" y="124148"/>
                  </a:cubicBezTo>
                  <a:cubicBezTo>
                    <a:pt x="190" y="132014"/>
                    <a:pt x="6253" y="136854"/>
                    <a:pt x="15348" y="136854"/>
                  </a:cubicBezTo>
                  <a:cubicBezTo>
                    <a:pt x="24746" y="136854"/>
                    <a:pt x="28385" y="134132"/>
                    <a:pt x="43543" y="115678"/>
                  </a:cubicBezTo>
                  <a:cubicBezTo>
                    <a:pt x="51729" y="105997"/>
                    <a:pt x="58095" y="97828"/>
                    <a:pt x="70828" y="80282"/>
                  </a:cubicBezTo>
                  <a:lnTo>
                    <a:pt x="79923" y="116585"/>
                  </a:lnTo>
                  <a:cubicBezTo>
                    <a:pt x="83865" y="132014"/>
                    <a:pt x="87806" y="136854"/>
                    <a:pt x="97507" y="136854"/>
                  </a:cubicBezTo>
                  <a:cubicBezTo>
                    <a:pt x="109028" y="136854"/>
                    <a:pt x="116910" y="129594"/>
                    <a:pt x="134494" y="102366"/>
                  </a:cubicBezTo>
                  <a:lnTo>
                    <a:pt x="130250" y="9994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02B0C4CB-7666-045A-9CF1-909EA1353A81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8123867" y="8415081"/>
              <a:ext cx="99833" cy="151335"/>
            </a:xfrm>
            <a:custGeom>
              <a:avLst/>
              <a:gdLst>
                <a:gd name="connsiteX0" fmla="*/ 100027 w 99833"/>
                <a:gd name="connsiteY0" fmla="*/ 120780 h 151335"/>
                <a:gd name="connsiteX1" fmla="*/ 97111 w 99833"/>
                <a:gd name="connsiteY1" fmla="*/ 119661 h 151335"/>
                <a:gd name="connsiteX2" fmla="*/ 75798 w 99833"/>
                <a:gd name="connsiteY2" fmla="*/ 134436 h 151335"/>
                <a:gd name="connsiteX3" fmla="*/ 22179 w 99833"/>
                <a:gd name="connsiteY3" fmla="*/ 134436 h 151335"/>
                <a:gd name="connsiteX4" fmla="*/ 59869 w 99833"/>
                <a:gd name="connsiteY4" fmla="*/ 95035 h 151335"/>
                <a:gd name="connsiteX5" fmla="*/ 88586 w 99833"/>
                <a:gd name="connsiteY5" fmla="*/ 39740 h 151335"/>
                <a:gd name="connsiteX6" fmla="*/ 47082 w 99833"/>
                <a:gd name="connsiteY6" fmla="*/ 115 h 151335"/>
                <a:gd name="connsiteX7" fmla="*/ 14776 w 99833"/>
                <a:gd name="connsiteY7" fmla="*/ 13995 h 151335"/>
                <a:gd name="connsiteX8" fmla="*/ 418 w 99833"/>
                <a:gd name="connsiteY8" fmla="*/ 44665 h 151335"/>
                <a:gd name="connsiteX9" fmla="*/ 5129 w 99833"/>
                <a:gd name="connsiteY9" fmla="*/ 45784 h 151335"/>
                <a:gd name="connsiteX10" fmla="*/ 37659 w 99833"/>
                <a:gd name="connsiteY10" fmla="*/ 16681 h 151335"/>
                <a:gd name="connsiteX11" fmla="*/ 69292 w 99833"/>
                <a:gd name="connsiteY11" fmla="*/ 48247 h 151335"/>
                <a:gd name="connsiteX12" fmla="*/ 40127 w 99833"/>
                <a:gd name="connsiteY12" fmla="*/ 106453 h 151335"/>
                <a:gd name="connsiteX13" fmla="*/ 193 w 99833"/>
                <a:gd name="connsiteY13" fmla="*/ 148764 h 151335"/>
                <a:gd name="connsiteX14" fmla="*/ 193 w 99833"/>
                <a:gd name="connsiteY14" fmla="*/ 151451 h 151335"/>
                <a:gd name="connsiteX15" fmla="*/ 87688 w 99833"/>
                <a:gd name="connsiteY15" fmla="*/ 151451 h 151335"/>
                <a:gd name="connsiteX16" fmla="*/ 100027 w 99833"/>
                <a:gd name="connsiteY16" fmla="*/ 120780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100027" y="120780"/>
                  </a:moveTo>
                  <a:lnTo>
                    <a:pt x="97111" y="119661"/>
                  </a:lnTo>
                  <a:cubicBezTo>
                    <a:pt x="88810" y="132422"/>
                    <a:pt x="85894" y="134436"/>
                    <a:pt x="75798" y="134436"/>
                  </a:cubicBezTo>
                  <a:lnTo>
                    <a:pt x="22179" y="134436"/>
                  </a:lnTo>
                  <a:lnTo>
                    <a:pt x="59869" y="95035"/>
                  </a:lnTo>
                  <a:cubicBezTo>
                    <a:pt x="79836" y="74216"/>
                    <a:pt x="88586" y="57201"/>
                    <a:pt x="88586" y="39740"/>
                  </a:cubicBezTo>
                  <a:cubicBezTo>
                    <a:pt x="88586" y="17353"/>
                    <a:pt x="70414" y="115"/>
                    <a:pt x="47082" y="115"/>
                  </a:cubicBezTo>
                  <a:cubicBezTo>
                    <a:pt x="34743" y="115"/>
                    <a:pt x="23077" y="5040"/>
                    <a:pt x="14776" y="13995"/>
                  </a:cubicBezTo>
                  <a:cubicBezTo>
                    <a:pt x="7597" y="21606"/>
                    <a:pt x="4232" y="28770"/>
                    <a:pt x="418" y="44665"/>
                  </a:cubicBezTo>
                  <a:lnTo>
                    <a:pt x="5129" y="45784"/>
                  </a:lnTo>
                  <a:cubicBezTo>
                    <a:pt x="14103" y="23845"/>
                    <a:pt x="22179" y="16681"/>
                    <a:pt x="37659" y="16681"/>
                  </a:cubicBezTo>
                  <a:cubicBezTo>
                    <a:pt x="56504" y="16681"/>
                    <a:pt x="69292" y="29442"/>
                    <a:pt x="69292" y="48247"/>
                  </a:cubicBezTo>
                  <a:cubicBezTo>
                    <a:pt x="69292" y="65708"/>
                    <a:pt x="58972" y="86528"/>
                    <a:pt x="40127" y="106453"/>
                  </a:cubicBezTo>
                  <a:lnTo>
                    <a:pt x="193" y="148764"/>
                  </a:lnTo>
                  <a:lnTo>
                    <a:pt x="193" y="151451"/>
                  </a:lnTo>
                  <a:lnTo>
                    <a:pt x="87688" y="151451"/>
                  </a:lnTo>
                  <a:lnTo>
                    <a:pt x="100027" y="120780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F2FEF13-5E2A-223D-22DB-2FB96EB48F67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8312373" y="8438864"/>
              <a:ext cx="185237" cy="12101"/>
            </a:xfrm>
            <a:custGeom>
              <a:avLst/>
              <a:gdLst>
                <a:gd name="connsiteX0" fmla="*/ 174826 w 185237"/>
                <a:gd name="connsiteY0" fmla="*/ 12213 h 12101"/>
                <a:gd name="connsiteX1" fmla="*/ 185437 w 185237"/>
                <a:gd name="connsiteY1" fmla="*/ 6163 h 12101"/>
                <a:gd name="connsiteX2" fmla="*/ 174826 w 185237"/>
                <a:gd name="connsiteY2" fmla="*/ 112 h 12101"/>
                <a:gd name="connsiteX3" fmla="*/ 10811 w 185237"/>
                <a:gd name="connsiteY3" fmla="*/ 112 h 12101"/>
                <a:gd name="connsiteX4" fmla="*/ 200 w 185237"/>
                <a:gd name="connsiteY4" fmla="*/ 6163 h 12101"/>
                <a:gd name="connsiteX5" fmla="*/ 10811 w 185237"/>
                <a:gd name="connsiteY5" fmla="*/ 12213 h 12101"/>
                <a:gd name="connsiteX6" fmla="*/ 174826 w 185237"/>
                <a:gd name="connsiteY6" fmla="*/ 12213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37" h="12101">
                  <a:moveTo>
                    <a:pt x="174826" y="12213"/>
                  </a:moveTo>
                  <a:cubicBezTo>
                    <a:pt x="179980" y="12213"/>
                    <a:pt x="185437" y="12213"/>
                    <a:pt x="185437" y="6163"/>
                  </a:cubicBezTo>
                  <a:cubicBezTo>
                    <a:pt x="185437" y="112"/>
                    <a:pt x="179980" y="112"/>
                    <a:pt x="174826" y="112"/>
                  </a:cubicBezTo>
                  <a:lnTo>
                    <a:pt x="10811" y="112"/>
                  </a:lnTo>
                  <a:cubicBezTo>
                    <a:pt x="5657" y="112"/>
                    <a:pt x="200" y="112"/>
                    <a:pt x="200" y="6163"/>
                  </a:cubicBezTo>
                  <a:cubicBezTo>
                    <a:pt x="200" y="12213"/>
                    <a:pt x="5657" y="12213"/>
                    <a:pt x="10811" y="12213"/>
                  </a:cubicBezTo>
                  <a:lnTo>
                    <a:pt x="174826" y="12213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A0A11C04-89D1-F337-8699-6ABD0F8814AB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8557732" y="8387132"/>
              <a:ext cx="143702" cy="136742"/>
            </a:xfrm>
            <a:custGeom>
              <a:avLst/>
              <a:gdLst>
                <a:gd name="connsiteX0" fmla="*/ 130269 w 143702"/>
                <a:gd name="connsiteY0" fmla="*/ 99946 h 136742"/>
                <a:gd name="connsiteX1" fmla="*/ 123599 w 143702"/>
                <a:gd name="connsiteY1" fmla="*/ 108114 h 136742"/>
                <a:gd name="connsiteX2" fmla="*/ 109653 w 143702"/>
                <a:gd name="connsiteY2" fmla="*/ 120215 h 136742"/>
                <a:gd name="connsiteX3" fmla="*/ 100255 w 143702"/>
                <a:gd name="connsiteY3" fmla="*/ 107812 h 136742"/>
                <a:gd name="connsiteX4" fmla="*/ 99042 w 143702"/>
                <a:gd name="connsiteY4" fmla="*/ 102669 h 136742"/>
                <a:gd name="connsiteX5" fmla="*/ 88128 w 143702"/>
                <a:gd name="connsiteY5" fmla="*/ 53660 h 136742"/>
                <a:gd name="connsiteX6" fmla="*/ 117839 w 143702"/>
                <a:gd name="connsiteY6" fmla="*/ 17054 h 136742"/>
                <a:gd name="connsiteX7" fmla="*/ 125115 w 143702"/>
                <a:gd name="connsiteY7" fmla="*/ 19474 h 136742"/>
                <a:gd name="connsiteX8" fmla="*/ 133301 w 143702"/>
                <a:gd name="connsiteY8" fmla="*/ 22197 h 136742"/>
                <a:gd name="connsiteX9" fmla="*/ 143912 w 143702"/>
                <a:gd name="connsiteY9" fmla="*/ 11306 h 136742"/>
                <a:gd name="connsiteX10" fmla="*/ 131482 w 143702"/>
                <a:gd name="connsiteY10" fmla="*/ 112 h 136742"/>
                <a:gd name="connsiteX11" fmla="*/ 85703 w 143702"/>
                <a:gd name="connsiteY11" fmla="*/ 43374 h 136742"/>
                <a:gd name="connsiteX12" fmla="*/ 82368 w 143702"/>
                <a:gd name="connsiteY12" fmla="*/ 26735 h 136742"/>
                <a:gd name="connsiteX13" fmla="*/ 66603 w 143702"/>
                <a:gd name="connsiteY13" fmla="*/ 112 h 136742"/>
                <a:gd name="connsiteX14" fmla="*/ 31132 w 143702"/>
                <a:gd name="connsiteY14" fmla="*/ 8886 h 136742"/>
                <a:gd name="connsiteX15" fmla="*/ 27797 w 143702"/>
                <a:gd name="connsiteY15" fmla="*/ 10096 h 136742"/>
                <a:gd name="connsiteX16" fmla="*/ 29010 w 143702"/>
                <a:gd name="connsiteY16" fmla="*/ 14634 h 136742"/>
                <a:gd name="connsiteX17" fmla="*/ 45988 w 143702"/>
                <a:gd name="connsiteY17" fmla="*/ 11306 h 136742"/>
                <a:gd name="connsiteX18" fmla="*/ 59630 w 143702"/>
                <a:gd name="connsiteY18" fmla="*/ 32180 h 136742"/>
                <a:gd name="connsiteX19" fmla="*/ 68422 w 143702"/>
                <a:gd name="connsiteY19" fmla="*/ 69391 h 136742"/>
                <a:gd name="connsiteX20" fmla="*/ 43562 w 143702"/>
                <a:gd name="connsiteY20" fmla="*/ 104787 h 136742"/>
                <a:gd name="connsiteX21" fmla="*/ 28100 w 143702"/>
                <a:gd name="connsiteY21" fmla="*/ 119308 h 136742"/>
                <a:gd name="connsiteX22" fmla="*/ 20218 w 143702"/>
                <a:gd name="connsiteY22" fmla="*/ 116585 h 136742"/>
                <a:gd name="connsiteX23" fmla="*/ 10517 w 143702"/>
                <a:gd name="connsiteY23" fmla="*/ 113560 h 136742"/>
                <a:gd name="connsiteX24" fmla="*/ 209 w 143702"/>
                <a:gd name="connsiteY24" fmla="*/ 124148 h 136742"/>
                <a:gd name="connsiteX25" fmla="*/ 15367 w 143702"/>
                <a:gd name="connsiteY25" fmla="*/ 136854 h 136742"/>
                <a:gd name="connsiteX26" fmla="*/ 43562 w 143702"/>
                <a:gd name="connsiteY26" fmla="*/ 115678 h 136742"/>
                <a:gd name="connsiteX27" fmla="*/ 70847 w 143702"/>
                <a:gd name="connsiteY27" fmla="*/ 80282 h 136742"/>
                <a:gd name="connsiteX28" fmla="*/ 79943 w 143702"/>
                <a:gd name="connsiteY28" fmla="*/ 116585 h 136742"/>
                <a:gd name="connsiteX29" fmla="*/ 97526 w 143702"/>
                <a:gd name="connsiteY29" fmla="*/ 136854 h 136742"/>
                <a:gd name="connsiteX30" fmla="*/ 134513 w 143702"/>
                <a:gd name="connsiteY30" fmla="*/ 102366 h 136742"/>
                <a:gd name="connsiteX31" fmla="*/ 130269 w 143702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69" y="99946"/>
                  </a:moveTo>
                  <a:cubicBezTo>
                    <a:pt x="127844" y="102669"/>
                    <a:pt x="126328" y="104484"/>
                    <a:pt x="123599" y="108114"/>
                  </a:cubicBezTo>
                  <a:cubicBezTo>
                    <a:pt x="116626" y="117190"/>
                    <a:pt x="112988" y="120215"/>
                    <a:pt x="109653" y="120215"/>
                  </a:cubicBezTo>
                  <a:cubicBezTo>
                    <a:pt x="105106" y="120215"/>
                    <a:pt x="102377" y="116283"/>
                    <a:pt x="100255" y="107812"/>
                  </a:cubicBezTo>
                  <a:cubicBezTo>
                    <a:pt x="99649" y="105392"/>
                    <a:pt x="99346" y="103576"/>
                    <a:pt x="99042" y="102669"/>
                  </a:cubicBezTo>
                  <a:cubicBezTo>
                    <a:pt x="91463" y="72114"/>
                    <a:pt x="88128" y="58197"/>
                    <a:pt x="88128" y="53660"/>
                  </a:cubicBezTo>
                  <a:cubicBezTo>
                    <a:pt x="101468" y="30365"/>
                    <a:pt x="112382" y="17054"/>
                    <a:pt x="117839" y="17054"/>
                  </a:cubicBezTo>
                  <a:cubicBezTo>
                    <a:pt x="119658" y="17054"/>
                    <a:pt x="122083" y="17961"/>
                    <a:pt x="125115" y="19474"/>
                  </a:cubicBezTo>
                  <a:cubicBezTo>
                    <a:pt x="128753" y="21592"/>
                    <a:pt x="130875" y="22197"/>
                    <a:pt x="133301" y="22197"/>
                  </a:cubicBezTo>
                  <a:cubicBezTo>
                    <a:pt x="139667" y="22197"/>
                    <a:pt x="143912" y="17659"/>
                    <a:pt x="143912" y="11306"/>
                  </a:cubicBezTo>
                  <a:cubicBezTo>
                    <a:pt x="143912" y="4953"/>
                    <a:pt x="138758" y="112"/>
                    <a:pt x="131482" y="112"/>
                  </a:cubicBezTo>
                  <a:cubicBezTo>
                    <a:pt x="118142" y="112"/>
                    <a:pt x="106622" y="11003"/>
                    <a:pt x="85703" y="43374"/>
                  </a:cubicBezTo>
                  <a:lnTo>
                    <a:pt x="82368" y="26735"/>
                  </a:lnTo>
                  <a:cubicBezTo>
                    <a:pt x="78124" y="6163"/>
                    <a:pt x="74789" y="112"/>
                    <a:pt x="66603" y="112"/>
                  </a:cubicBezTo>
                  <a:cubicBezTo>
                    <a:pt x="59933" y="112"/>
                    <a:pt x="49626" y="2835"/>
                    <a:pt x="31132" y="8886"/>
                  </a:cubicBezTo>
                  <a:lnTo>
                    <a:pt x="27797" y="10096"/>
                  </a:lnTo>
                  <a:lnTo>
                    <a:pt x="29010" y="14634"/>
                  </a:lnTo>
                  <a:cubicBezTo>
                    <a:pt x="40530" y="11911"/>
                    <a:pt x="43259" y="11306"/>
                    <a:pt x="45988" y="11306"/>
                  </a:cubicBezTo>
                  <a:cubicBezTo>
                    <a:pt x="53567" y="11306"/>
                    <a:pt x="55386" y="14029"/>
                    <a:pt x="59630" y="32180"/>
                  </a:cubicBezTo>
                  <a:lnTo>
                    <a:pt x="68422" y="69391"/>
                  </a:lnTo>
                  <a:lnTo>
                    <a:pt x="43562" y="104787"/>
                  </a:lnTo>
                  <a:cubicBezTo>
                    <a:pt x="37499" y="113862"/>
                    <a:pt x="31435" y="119308"/>
                    <a:pt x="28100" y="119308"/>
                  </a:cubicBezTo>
                  <a:cubicBezTo>
                    <a:pt x="26281" y="119308"/>
                    <a:pt x="23250" y="118400"/>
                    <a:pt x="20218" y="116585"/>
                  </a:cubicBezTo>
                  <a:cubicBezTo>
                    <a:pt x="16277" y="114467"/>
                    <a:pt x="12942" y="113560"/>
                    <a:pt x="10517" y="113560"/>
                  </a:cubicBezTo>
                  <a:cubicBezTo>
                    <a:pt x="4756" y="113560"/>
                    <a:pt x="209" y="118098"/>
                    <a:pt x="209" y="124148"/>
                  </a:cubicBezTo>
                  <a:cubicBezTo>
                    <a:pt x="209" y="132014"/>
                    <a:pt x="6272" y="136854"/>
                    <a:pt x="15367" y="136854"/>
                  </a:cubicBezTo>
                  <a:cubicBezTo>
                    <a:pt x="24766" y="136854"/>
                    <a:pt x="28404" y="134132"/>
                    <a:pt x="43562" y="115678"/>
                  </a:cubicBezTo>
                  <a:cubicBezTo>
                    <a:pt x="51748" y="105997"/>
                    <a:pt x="58114" y="97828"/>
                    <a:pt x="70847" y="80282"/>
                  </a:cubicBezTo>
                  <a:lnTo>
                    <a:pt x="79943" y="116585"/>
                  </a:lnTo>
                  <a:cubicBezTo>
                    <a:pt x="83884" y="132014"/>
                    <a:pt x="87825" y="136854"/>
                    <a:pt x="97526" y="136854"/>
                  </a:cubicBezTo>
                  <a:cubicBezTo>
                    <a:pt x="109047" y="136854"/>
                    <a:pt x="116929" y="129594"/>
                    <a:pt x="134513" y="102366"/>
                  </a:cubicBezTo>
                  <a:lnTo>
                    <a:pt x="130269" y="99946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F4EEB4AB-CB9E-9761-48DE-D24856967F5E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8725931" y="8415081"/>
              <a:ext cx="63489" cy="151335"/>
            </a:xfrm>
            <a:custGeom>
              <a:avLst/>
              <a:gdLst>
                <a:gd name="connsiteX0" fmla="*/ 40595 w 63489"/>
                <a:gd name="connsiteY0" fmla="*/ 115 h 151335"/>
                <a:gd name="connsiteX1" fmla="*/ 213 w 63489"/>
                <a:gd name="connsiteY1" fmla="*/ 20487 h 151335"/>
                <a:gd name="connsiteX2" fmla="*/ 213 w 63489"/>
                <a:gd name="connsiteY2" fmla="*/ 23621 h 151335"/>
                <a:gd name="connsiteX3" fmla="*/ 6270 w 63489"/>
                <a:gd name="connsiteY3" fmla="*/ 21158 h 151335"/>
                <a:gd name="connsiteX4" fmla="*/ 16365 w 63489"/>
                <a:gd name="connsiteY4" fmla="*/ 18696 h 151335"/>
                <a:gd name="connsiteX5" fmla="*/ 23096 w 63489"/>
                <a:gd name="connsiteY5" fmla="*/ 29218 h 151335"/>
                <a:gd name="connsiteX6" fmla="*/ 23096 w 63489"/>
                <a:gd name="connsiteY6" fmla="*/ 130631 h 151335"/>
                <a:gd name="connsiteX7" fmla="*/ 17712 w 63489"/>
                <a:gd name="connsiteY7" fmla="*/ 145182 h 151335"/>
                <a:gd name="connsiteX8" fmla="*/ 1783 w 63489"/>
                <a:gd name="connsiteY8" fmla="*/ 148092 h 151335"/>
                <a:gd name="connsiteX9" fmla="*/ 1783 w 63489"/>
                <a:gd name="connsiteY9" fmla="*/ 151451 h 151335"/>
                <a:gd name="connsiteX10" fmla="*/ 63702 w 63489"/>
                <a:gd name="connsiteY10" fmla="*/ 151451 h 151335"/>
                <a:gd name="connsiteX11" fmla="*/ 63702 w 63489"/>
                <a:gd name="connsiteY11" fmla="*/ 148092 h 151335"/>
                <a:gd name="connsiteX12" fmla="*/ 42390 w 63489"/>
                <a:gd name="connsiteY12" fmla="*/ 134884 h 151335"/>
                <a:gd name="connsiteX13" fmla="*/ 42390 w 63489"/>
                <a:gd name="connsiteY13" fmla="*/ 562 h 151335"/>
                <a:gd name="connsiteX14" fmla="*/ 40595 w 63489"/>
                <a:gd name="connsiteY14" fmla="*/ 115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9" h="151335">
                  <a:moveTo>
                    <a:pt x="40595" y="115"/>
                  </a:moveTo>
                  <a:lnTo>
                    <a:pt x="213" y="20487"/>
                  </a:lnTo>
                  <a:lnTo>
                    <a:pt x="213" y="23621"/>
                  </a:lnTo>
                  <a:cubicBezTo>
                    <a:pt x="2905" y="22502"/>
                    <a:pt x="5373" y="21606"/>
                    <a:pt x="6270" y="21158"/>
                  </a:cubicBezTo>
                  <a:cubicBezTo>
                    <a:pt x="10308" y="19591"/>
                    <a:pt x="14122" y="18696"/>
                    <a:pt x="16365" y="18696"/>
                  </a:cubicBezTo>
                  <a:cubicBezTo>
                    <a:pt x="21077" y="18696"/>
                    <a:pt x="23096" y="22054"/>
                    <a:pt x="23096" y="29218"/>
                  </a:cubicBezTo>
                  <a:lnTo>
                    <a:pt x="23096" y="130631"/>
                  </a:lnTo>
                  <a:cubicBezTo>
                    <a:pt x="23096" y="138018"/>
                    <a:pt x="21301" y="143167"/>
                    <a:pt x="17712" y="145182"/>
                  </a:cubicBezTo>
                  <a:cubicBezTo>
                    <a:pt x="14346" y="147197"/>
                    <a:pt x="11206" y="147869"/>
                    <a:pt x="1783" y="148092"/>
                  </a:cubicBezTo>
                  <a:lnTo>
                    <a:pt x="1783" y="151451"/>
                  </a:lnTo>
                  <a:lnTo>
                    <a:pt x="63702" y="151451"/>
                  </a:lnTo>
                  <a:lnTo>
                    <a:pt x="63702" y="148092"/>
                  </a:lnTo>
                  <a:cubicBezTo>
                    <a:pt x="45979" y="147869"/>
                    <a:pt x="42390" y="145630"/>
                    <a:pt x="42390" y="134884"/>
                  </a:cubicBezTo>
                  <a:lnTo>
                    <a:pt x="42390" y="562"/>
                  </a:lnTo>
                  <a:lnTo>
                    <a:pt x="40595" y="115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5B2806A2-B45F-954F-1D00-AF4C9D15269A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8846118" y="8293651"/>
              <a:ext cx="70335" cy="302526"/>
            </a:xfrm>
            <a:custGeom>
              <a:avLst/>
              <a:gdLst>
                <a:gd name="connsiteX0" fmla="*/ 70553 w 70335"/>
                <a:gd name="connsiteY0" fmla="*/ 151375 h 302526"/>
                <a:gd name="connsiteX1" fmla="*/ 50544 w 70335"/>
                <a:gd name="connsiteY1" fmla="*/ 56987 h 302526"/>
                <a:gd name="connsiteX2" fmla="*/ 3250 w 70335"/>
                <a:gd name="connsiteY2" fmla="*/ 112 h 302526"/>
                <a:gd name="connsiteX3" fmla="*/ 218 w 70335"/>
                <a:gd name="connsiteY3" fmla="*/ 3137 h 302526"/>
                <a:gd name="connsiteX4" fmla="*/ 5978 w 70335"/>
                <a:gd name="connsiteY4" fmla="*/ 10095 h 302526"/>
                <a:gd name="connsiteX5" fmla="*/ 52969 w 70335"/>
                <a:gd name="connsiteY5" fmla="*/ 151375 h 302526"/>
                <a:gd name="connsiteX6" fmla="*/ 4159 w 70335"/>
                <a:gd name="connsiteY6" fmla="*/ 294470 h 302526"/>
                <a:gd name="connsiteX7" fmla="*/ 218 w 70335"/>
                <a:gd name="connsiteY7" fmla="*/ 299613 h 302526"/>
                <a:gd name="connsiteX8" fmla="*/ 3250 w 70335"/>
                <a:gd name="connsiteY8" fmla="*/ 302638 h 302526"/>
                <a:gd name="connsiteX9" fmla="*/ 51454 w 70335"/>
                <a:gd name="connsiteY9" fmla="*/ 243646 h 302526"/>
                <a:gd name="connsiteX10" fmla="*/ 70553 w 70335"/>
                <a:gd name="connsiteY10" fmla="*/ 15137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53" y="151375"/>
                  </a:moveTo>
                  <a:cubicBezTo>
                    <a:pt x="70553" y="127778"/>
                    <a:pt x="67219" y="91172"/>
                    <a:pt x="50544" y="56987"/>
                  </a:cubicBezTo>
                  <a:cubicBezTo>
                    <a:pt x="32354" y="19776"/>
                    <a:pt x="6281" y="112"/>
                    <a:pt x="3250" y="112"/>
                  </a:cubicBezTo>
                  <a:cubicBezTo>
                    <a:pt x="1431" y="112"/>
                    <a:pt x="218" y="1322"/>
                    <a:pt x="218" y="3137"/>
                  </a:cubicBezTo>
                  <a:cubicBezTo>
                    <a:pt x="218" y="4045"/>
                    <a:pt x="218" y="4650"/>
                    <a:pt x="5978" y="10095"/>
                  </a:cubicBezTo>
                  <a:cubicBezTo>
                    <a:pt x="35689" y="40045"/>
                    <a:pt x="52969" y="88147"/>
                    <a:pt x="52969" y="151375"/>
                  </a:cubicBezTo>
                  <a:cubicBezTo>
                    <a:pt x="52969" y="203107"/>
                    <a:pt x="41752" y="256352"/>
                    <a:pt x="4159" y="294470"/>
                  </a:cubicBezTo>
                  <a:cubicBezTo>
                    <a:pt x="218" y="298100"/>
                    <a:pt x="218" y="298706"/>
                    <a:pt x="218" y="299613"/>
                  </a:cubicBezTo>
                  <a:cubicBezTo>
                    <a:pt x="218" y="301428"/>
                    <a:pt x="1431" y="302638"/>
                    <a:pt x="3250" y="302638"/>
                  </a:cubicBezTo>
                  <a:cubicBezTo>
                    <a:pt x="6281" y="302638"/>
                    <a:pt x="33567" y="282067"/>
                    <a:pt x="51454" y="243646"/>
                  </a:cubicBezTo>
                  <a:cubicBezTo>
                    <a:pt x="66915" y="210368"/>
                    <a:pt x="70553" y="176787"/>
                    <a:pt x="70553" y="151375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8FA05434-7E4E-B1EA-962D-C3FF3CFF881A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984500" y="8107122"/>
              <a:ext cx="173110" cy="267736"/>
            </a:xfrm>
            <a:custGeom>
              <a:avLst/>
              <a:gdLst>
                <a:gd name="connsiteX0" fmla="*/ 55401 w 173110"/>
                <a:gd name="connsiteY0" fmla="*/ 85418 h 267736"/>
                <a:gd name="connsiteX1" fmla="*/ 82686 w 173110"/>
                <a:gd name="connsiteY1" fmla="*/ 85418 h 267736"/>
                <a:gd name="connsiteX2" fmla="*/ 56007 w 173110"/>
                <a:gd name="connsiteY2" fmla="*/ 212479 h 267736"/>
                <a:gd name="connsiteX3" fmla="*/ 26600 w 173110"/>
                <a:gd name="connsiteY3" fmla="*/ 261489 h 267736"/>
                <a:gd name="connsiteX4" fmla="*/ 20536 w 173110"/>
                <a:gd name="connsiteY4" fmla="*/ 256648 h 267736"/>
                <a:gd name="connsiteX5" fmla="*/ 21749 w 173110"/>
                <a:gd name="connsiteY5" fmla="*/ 253320 h 267736"/>
                <a:gd name="connsiteX6" fmla="*/ 23265 w 173110"/>
                <a:gd name="connsiteY6" fmla="*/ 248480 h 267736"/>
                <a:gd name="connsiteX7" fmla="*/ 11441 w 173110"/>
                <a:gd name="connsiteY7" fmla="*/ 236984 h 267736"/>
                <a:gd name="connsiteX8" fmla="*/ 224 w 173110"/>
                <a:gd name="connsiteY8" fmla="*/ 249388 h 267736"/>
                <a:gd name="connsiteX9" fmla="*/ 24174 w 173110"/>
                <a:gd name="connsiteY9" fmla="*/ 267842 h 267736"/>
                <a:gd name="connsiteX10" fmla="*/ 84809 w 173110"/>
                <a:gd name="connsiteY10" fmla="*/ 182227 h 267736"/>
                <a:gd name="connsiteX11" fmla="*/ 106637 w 173110"/>
                <a:gd name="connsiteY11" fmla="*/ 85418 h 267736"/>
                <a:gd name="connsiteX12" fmla="*/ 139682 w 173110"/>
                <a:gd name="connsiteY12" fmla="*/ 85418 h 267736"/>
                <a:gd name="connsiteX13" fmla="*/ 141501 w 173110"/>
                <a:gd name="connsiteY13" fmla="*/ 75737 h 267736"/>
                <a:gd name="connsiteX14" fmla="*/ 108759 w 173110"/>
                <a:gd name="connsiteY14" fmla="*/ 75737 h 267736"/>
                <a:gd name="connsiteX15" fmla="*/ 145746 w 173110"/>
                <a:gd name="connsiteY15" fmla="*/ 6761 h 267736"/>
                <a:gd name="connsiteX16" fmla="*/ 152416 w 173110"/>
                <a:gd name="connsiteY16" fmla="*/ 10391 h 267736"/>
                <a:gd name="connsiteX17" fmla="*/ 151203 w 173110"/>
                <a:gd name="connsiteY17" fmla="*/ 13417 h 267736"/>
                <a:gd name="connsiteX18" fmla="*/ 149384 w 173110"/>
                <a:gd name="connsiteY18" fmla="*/ 19770 h 267736"/>
                <a:gd name="connsiteX19" fmla="*/ 160601 w 173110"/>
                <a:gd name="connsiteY19" fmla="*/ 31871 h 267736"/>
                <a:gd name="connsiteX20" fmla="*/ 173334 w 173110"/>
                <a:gd name="connsiteY20" fmla="*/ 19770 h 267736"/>
                <a:gd name="connsiteX21" fmla="*/ 147262 w 173110"/>
                <a:gd name="connsiteY21" fmla="*/ 106 h 267736"/>
                <a:gd name="connsiteX22" fmla="*/ 109669 w 173110"/>
                <a:gd name="connsiteY22" fmla="*/ 20980 h 267736"/>
                <a:gd name="connsiteX23" fmla="*/ 85415 w 173110"/>
                <a:gd name="connsiteY23" fmla="*/ 75737 h 267736"/>
                <a:gd name="connsiteX24" fmla="*/ 57523 w 173110"/>
                <a:gd name="connsiteY24" fmla="*/ 75737 h 267736"/>
                <a:gd name="connsiteX25" fmla="*/ 55401 w 173110"/>
                <a:gd name="connsiteY25" fmla="*/ 85418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110" h="267736">
                  <a:moveTo>
                    <a:pt x="55401" y="85418"/>
                  </a:moveTo>
                  <a:lnTo>
                    <a:pt x="82686" y="85418"/>
                  </a:lnTo>
                  <a:lnTo>
                    <a:pt x="56007" y="212479"/>
                  </a:lnTo>
                  <a:cubicBezTo>
                    <a:pt x="49338" y="244850"/>
                    <a:pt x="39333" y="261489"/>
                    <a:pt x="26600" y="261489"/>
                  </a:cubicBezTo>
                  <a:cubicBezTo>
                    <a:pt x="22962" y="261489"/>
                    <a:pt x="20536" y="259371"/>
                    <a:pt x="20536" y="256648"/>
                  </a:cubicBezTo>
                  <a:cubicBezTo>
                    <a:pt x="20536" y="255741"/>
                    <a:pt x="20840" y="254833"/>
                    <a:pt x="21749" y="253320"/>
                  </a:cubicBezTo>
                  <a:cubicBezTo>
                    <a:pt x="22962" y="251505"/>
                    <a:pt x="23265" y="250295"/>
                    <a:pt x="23265" y="248480"/>
                  </a:cubicBezTo>
                  <a:cubicBezTo>
                    <a:pt x="23265" y="242127"/>
                    <a:pt x="17808" y="236984"/>
                    <a:pt x="11441" y="236984"/>
                  </a:cubicBezTo>
                  <a:cubicBezTo>
                    <a:pt x="5075" y="236984"/>
                    <a:pt x="224" y="242429"/>
                    <a:pt x="224" y="249388"/>
                  </a:cubicBezTo>
                  <a:cubicBezTo>
                    <a:pt x="224" y="259674"/>
                    <a:pt x="10835" y="267842"/>
                    <a:pt x="24174" y="267842"/>
                  </a:cubicBezTo>
                  <a:cubicBezTo>
                    <a:pt x="51157" y="267842"/>
                    <a:pt x="72379" y="237892"/>
                    <a:pt x="84809" y="182227"/>
                  </a:cubicBezTo>
                  <a:lnTo>
                    <a:pt x="106637" y="85418"/>
                  </a:lnTo>
                  <a:lnTo>
                    <a:pt x="139682" y="85418"/>
                  </a:lnTo>
                  <a:lnTo>
                    <a:pt x="141501" y="75737"/>
                  </a:lnTo>
                  <a:lnTo>
                    <a:pt x="108759" y="75737"/>
                  </a:lnTo>
                  <a:cubicBezTo>
                    <a:pt x="117551" y="28240"/>
                    <a:pt x="128768" y="6761"/>
                    <a:pt x="145746" y="6761"/>
                  </a:cubicBezTo>
                  <a:cubicBezTo>
                    <a:pt x="149687" y="6761"/>
                    <a:pt x="152416" y="8274"/>
                    <a:pt x="152416" y="10391"/>
                  </a:cubicBezTo>
                  <a:cubicBezTo>
                    <a:pt x="152416" y="11299"/>
                    <a:pt x="152112" y="11904"/>
                    <a:pt x="151203" y="13417"/>
                  </a:cubicBezTo>
                  <a:cubicBezTo>
                    <a:pt x="149990" y="16139"/>
                    <a:pt x="149384" y="17652"/>
                    <a:pt x="149384" y="19770"/>
                  </a:cubicBezTo>
                  <a:cubicBezTo>
                    <a:pt x="149384" y="27030"/>
                    <a:pt x="153931" y="31871"/>
                    <a:pt x="160601" y="31871"/>
                  </a:cubicBezTo>
                  <a:cubicBezTo>
                    <a:pt x="167574" y="31871"/>
                    <a:pt x="173334" y="26425"/>
                    <a:pt x="173334" y="19770"/>
                  </a:cubicBezTo>
                  <a:cubicBezTo>
                    <a:pt x="173334" y="8576"/>
                    <a:pt x="162117" y="106"/>
                    <a:pt x="147262" y="106"/>
                  </a:cubicBezTo>
                  <a:cubicBezTo>
                    <a:pt x="132406" y="106"/>
                    <a:pt x="120583" y="6761"/>
                    <a:pt x="109669" y="20980"/>
                  </a:cubicBezTo>
                  <a:cubicBezTo>
                    <a:pt x="100573" y="32778"/>
                    <a:pt x="94510" y="46695"/>
                    <a:pt x="85415" y="75737"/>
                  </a:cubicBezTo>
                  <a:lnTo>
                    <a:pt x="57523" y="75737"/>
                  </a:lnTo>
                  <a:lnTo>
                    <a:pt x="55401" y="85418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F084DE9C-D08B-F4AC-A802-2D09CC6E1C47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9188102" y="8085340"/>
              <a:ext cx="70335" cy="302526"/>
            </a:xfrm>
            <a:custGeom>
              <a:avLst/>
              <a:gdLst>
                <a:gd name="connsiteX0" fmla="*/ 70564 w 70335"/>
                <a:gd name="connsiteY0" fmla="*/ 299606 h 302526"/>
                <a:gd name="connsiteX1" fmla="*/ 65410 w 70335"/>
                <a:gd name="connsiteY1" fmla="*/ 292951 h 302526"/>
                <a:gd name="connsiteX2" fmla="*/ 17813 w 70335"/>
                <a:gd name="connsiteY2" fmla="*/ 151368 h 302526"/>
                <a:gd name="connsiteX3" fmla="*/ 66623 w 70335"/>
                <a:gd name="connsiteY3" fmla="*/ 8273 h 302526"/>
                <a:gd name="connsiteX4" fmla="*/ 70564 w 70335"/>
                <a:gd name="connsiteY4" fmla="*/ 3130 h 302526"/>
                <a:gd name="connsiteX5" fmla="*/ 67533 w 70335"/>
                <a:gd name="connsiteY5" fmla="*/ 105 h 302526"/>
                <a:gd name="connsiteX6" fmla="*/ 19328 w 70335"/>
                <a:gd name="connsiteY6" fmla="*/ 59098 h 302526"/>
                <a:gd name="connsiteX7" fmla="*/ 229 w 70335"/>
                <a:gd name="connsiteY7" fmla="*/ 151368 h 302526"/>
                <a:gd name="connsiteX8" fmla="*/ 20238 w 70335"/>
                <a:gd name="connsiteY8" fmla="*/ 245757 h 302526"/>
                <a:gd name="connsiteX9" fmla="*/ 67533 w 70335"/>
                <a:gd name="connsiteY9" fmla="*/ 302632 h 302526"/>
                <a:gd name="connsiteX10" fmla="*/ 70564 w 70335"/>
                <a:gd name="connsiteY10" fmla="*/ 29960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64" y="299606"/>
                  </a:moveTo>
                  <a:cubicBezTo>
                    <a:pt x="70564" y="298699"/>
                    <a:pt x="70564" y="298094"/>
                    <a:pt x="65410" y="292951"/>
                  </a:cubicBezTo>
                  <a:cubicBezTo>
                    <a:pt x="27514" y="254832"/>
                    <a:pt x="17813" y="197655"/>
                    <a:pt x="17813" y="151368"/>
                  </a:cubicBezTo>
                  <a:cubicBezTo>
                    <a:pt x="17813" y="98729"/>
                    <a:pt x="29333" y="46089"/>
                    <a:pt x="66623" y="8273"/>
                  </a:cubicBezTo>
                  <a:cubicBezTo>
                    <a:pt x="70564" y="4643"/>
                    <a:pt x="70564" y="4038"/>
                    <a:pt x="70564" y="3130"/>
                  </a:cubicBezTo>
                  <a:cubicBezTo>
                    <a:pt x="70564" y="1012"/>
                    <a:pt x="69352" y="105"/>
                    <a:pt x="67533" y="105"/>
                  </a:cubicBezTo>
                  <a:cubicBezTo>
                    <a:pt x="64501" y="105"/>
                    <a:pt x="37216" y="20677"/>
                    <a:pt x="19328" y="59098"/>
                  </a:cubicBezTo>
                  <a:cubicBezTo>
                    <a:pt x="3867" y="92375"/>
                    <a:pt x="229" y="125956"/>
                    <a:pt x="229" y="151368"/>
                  </a:cubicBezTo>
                  <a:cubicBezTo>
                    <a:pt x="229" y="174965"/>
                    <a:pt x="3564" y="211571"/>
                    <a:pt x="20238" y="245757"/>
                  </a:cubicBezTo>
                  <a:cubicBezTo>
                    <a:pt x="38428" y="282967"/>
                    <a:pt x="64501" y="302632"/>
                    <a:pt x="67533" y="302632"/>
                  </a:cubicBezTo>
                  <a:cubicBezTo>
                    <a:pt x="69352" y="302632"/>
                    <a:pt x="70564" y="301724"/>
                    <a:pt x="70564" y="299606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908198EB-4262-38F5-D9F3-58C50803554E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9267970" y="8178820"/>
              <a:ext cx="143702" cy="136742"/>
            </a:xfrm>
            <a:custGeom>
              <a:avLst/>
              <a:gdLst>
                <a:gd name="connsiteX0" fmla="*/ 130292 w 143702"/>
                <a:gd name="connsiteY0" fmla="*/ 99939 h 136742"/>
                <a:gd name="connsiteX1" fmla="*/ 123622 w 143702"/>
                <a:gd name="connsiteY1" fmla="*/ 108108 h 136742"/>
                <a:gd name="connsiteX2" fmla="*/ 109677 w 143702"/>
                <a:gd name="connsiteY2" fmla="*/ 120209 h 136742"/>
                <a:gd name="connsiteX3" fmla="*/ 100278 w 143702"/>
                <a:gd name="connsiteY3" fmla="*/ 107805 h 136742"/>
                <a:gd name="connsiteX4" fmla="*/ 99066 w 143702"/>
                <a:gd name="connsiteY4" fmla="*/ 102662 h 136742"/>
                <a:gd name="connsiteX5" fmla="*/ 88151 w 143702"/>
                <a:gd name="connsiteY5" fmla="*/ 53653 h 136742"/>
                <a:gd name="connsiteX6" fmla="*/ 117862 w 143702"/>
                <a:gd name="connsiteY6" fmla="*/ 17047 h 136742"/>
                <a:gd name="connsiteX7" fmla="*/ 125138 w 143702"/>
                <a:gd name="connsiteY7" fmla="*/ 19467 h 136742"/>
                <a:gd name="connsiteX8" fmla="*/ 133324 w 143702"/>
                <a:gd name="connsiteY8" fmla="*/ 22190 h 136742"/>
                <a:gd name="connsiteX9" fmla="*/ 143935 w 143702"/>
                <a:gd name="connsiteY9" fmla="*/ 11299 h 136742"/>
                <a:gd name="connsiteX10" fmla="*/ 131505 w 143702"/>
                <a:gd name="connsiteY10" fmla="*/ 106 h 136742"/>
                <a:gd name="connsiteX11" fmla="*/ 85726 w 143702"/>
                <a:gd name="connsiteY11" fmla="*/ 43367 h 136742"/>
                <a:gd name="connsiteX12" fmla="*/ 82391 w 143702"/>
                <a:gd name="connsiteY12" fmla="*/ 26728 h 136742"/>
                <a:gd name="connsiteX13" fmla="*/ 66626 w 143702"/>
                <a:gd name="connsiteY13" fmla="*/ 106 h 136742"/>
                <a:gd name="connsiteX14" fmla="*/ 31155 w 143702"/>
                <a:gd name="connsiteY14" fmla="*/ 8879 h 136742"/>
                <a:gd name="connsiteX15" fmla="*/ 27821 w 143702"/>
                <a:gd name="connsiteY15" fmla="*/ 10089 h 136742"/>
                <a:gd name="connsiteX16" fmla="*/ 29033 w 143702"/>
                <a:gd name="connsiteY16" fmla="*/ 14627 h 136742"/>
                <a:gd name="connsiteX17" fmla="*/ 46011 w 143702"/>
                <a:gd name="connsiteY17" fmla="*/ 11299 h 136742"/>
                <a:gd name="connsiteX18" fmla="*/ 59653 w 143702"/>
                <a:gd name="connsiteY18" fmla="*/ 32173 h 136742"/>
                <a:gd name="connsiteX19" fmla="*/ 68445 w 143702"/>
                <a:gd name="connsiteY19" fmla="*/ 69384 h 136742"/>
                <a:gd name="connsiteX20" fmla="*/ 43585 w 143702"/>
                <a:gd name="connsiteY20" fmla="*/ 104780 h 136742"/>
                <a:gd name="connsiteX21" fmla="*/ 28124 w 143702"/>
                <a:gd name="connsiteY21" fmla="*/ 119301 h 136742"/>
                <a:gd name="connsiteX22" fmla="*/ 20241 w 143702"/>
                <a:gd name="connsiteY22" fmla="*/ 116578 h 136742"/>
                <a:gd name="connsiteX23" fmla="*/ 10540 w 143702"/>
                <a:gd name="connsiteY23" fmla="*/ 113553 h 136742"/>
                <a:gd name="connsiteX24" fmla="*/ 232 w 143702"/>
                <a:gd name="connsiteY24" fmla="*/ 124141 h 136742"/>
                <a:gd name="connsiteX25" fmla="*/ 15391 w 143702"/>
                <a:gd name="connsiteY25" fmla="*/ 136848 h 136742"/>
                <a:gd name="connsiteX26" fmla="*/ 43585 w 143702"/>
                <a:gd name="connsiteY26" fmla="*/ 115671 h 136742"/>
                <a:gd name="connsiteX27" fmla="*/ 70871 w 143702"/>
                <a:gd name="connsiteY27" fmla="*/ 80275 h 136742"/>
                <a:gd name="connsiteX28" fmla="*/ 79966 w 143702"/>
                <a:gd name="connsiteY28" fmla="*/ 116578 h 136742"/>
                <a:gd name="connsiteX29" fmla="*/ 97550 w 143702"/>
                <a:gd name="connsiteY29" fmla="*/ 136848 h 136742"/>
                <a:gd name="connsiteX30" fmla="*/ 134537 w 143702"/>
                <a:gd name="connsiteY30" fmla="*/ 102360 h 136742"/>
                <a:gd name="connsiteX31" fmla="*/ 130292 w 143702"/>
                <a:gd name="connsiteY31" fmla="*/ 9993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02" h="136742">
                  <a:moveTo>
                    <a:pt x="130292" y="99939"/>
                  </a:moveTo>
                  <a:cubicBezTo>
                    <a:pt x="127867" y="102662"/>
                    <a:pt x="126351" y="104477"/>
                    <a:pt x="123622" y="108108"/>
                  </a:cubicBezTo>
                  <a:cubicBezTo>
                    <a:pt x="116650" y="117183"/>
                    <a:pt x="113011" y="120209"/>
                    <a:pt x="109677" y="120209"/>
                  </a:cubicBezTo>
                  <a:cubicBezTo>
                    <a:pt x="105129" y="120209"/>
                    <a:pt x="102400" y="116276"/>
                    <a:pt x="100278" y="107805"/>
                  </a:cubicBezTo>
                  <a:cubicBezTo>
                    <a:pt x="99672" y="105385"/>
                    <a:pt x="99369" y="103570"/>
                    <a:pt x="99066" y="102662"/>
                  </a:cubicBezTo>
                  <a:cubicBezTo>
                    <a:pt x="91486" y="72107"/>
                    <a:pt x="88151" y="58191"/>
                    <a:pt x="88151" y="53653"/>
                  </a:cubicBezTo>
                  <a:cubicBezTo>
                    <a:pt x="101491" y="30358"/>
                    <a:pt x="112405" y="17047"/>
                    <a:pt x="117862" y="17047"/>
                  </a:cubicBezTo>
                  <a:cubicBezTo>
                    <a:pt x="119681" y="17047"/>
                    <a:pt x="122107" y="17955"/>
                    <a:pt x="125138" y="19467"/>
                  </a:cubicBezTo>
                  <a:cubicBezTo>
                    <a:pt x="128776" y="21585"/>
                    <a:pt x="130899" y="22190"/>
                    <a:pt x="133324" y="22190"/>
                  </a:cubicBezTo>
                  <a:cubicBezTo>
                    <a:pt x="139690" y="22190"/>
                    <a:pt x="143935" y="17652"/>
                    <a:pt x="143935" y="11299"/>
                  </a:cubicBezTo>
                  <a:cubicBezTo>
                    <a:pt x="143935" y="4946"/>
                    <a:pt x="138781" y="106"/>
                    <a:pt x="131505" y="106"/>
                  </a:cubicBezTo>
                  <a:cubicBezTo>
                    <a:pt x="118165" y="106"/>
                    <a:pt x="106645" y="10996"/>
                    <a:pt x="85726" y="43367"/>
                  </a:cubicBezTo>
                  <a:lnTo>
                    <a:pt x="82391" y="26728"/>
                  </a:lnTo>
                  <a:cubicBezTo>
                    <a:pt x="78147" y="6156"/>
                    <a:pt x="74812" y="106"/>
                    <a:pt x="66626" y="106"/>
                  </a:cubicBezTo>
                  <a:cubicBezTo>
                    <a:pt x="59957" y="106"/>
                    <a:pt x="49649" y="2828"/>
                    <a:pt x="31155" y="8879"/>
                  </a:cubicBezTo>
                  <a:lnTo>
                    <a:pt x="27821" y="10089"/>
                  </a:lnTo>
                  <a:lnTo>
                    <a:pt x="29033" y="14627"/>
                  </a:lnTo>
                  <a:cubicBezTo>
                    <a:pt x="40554" y="11904"/>
                    <a:pt x="43282" y="11299"/>
                    <a:pt x="46011" y="11299"/>
                  </a:cubicBezTo>
                  <a:cubicBezTo>
                    <a:pt x="53590" y="11299"/>
                    <a:pt x="55409" y="14022"/>
                    <a:pt x="59653" y="32173"/>
                  </a:cubicBezTo>
                  <a:lnTo>
                    <a:pt x="68445" y="69384"/>
                  </a:lnTo>
                  <a:lnTo>
                    <a:pt x="43585" y="104780"/>
                  </a:lnTo>
                  <a:cubicBezTo>
                    <a:pt x="37522" y="113856"/>
                    <a:pt x="31459" y="119301"/>
                    <a:pt x="28124" y="119301"/>
                  </a:cubicBezTo>
                  <a:cubicBezTo>
                    <a:pt x="26305" y="119301"/>
                    <a:pt x="23273" y="118393"/>
                    <a:pt x="20241" y="116578"/>
                  </a:cubicBezTo>
                  <a:cubicBezTo>
                    <a:pt x="16300" y="114461"/>
                    <a:pt x="12965" y="113553"/>
                    <a:pt x="10540" y="113553"/>
                  </a:cubicBezTo>
                  <a:cubicBezTo>
                    <a:pt x="4780" y="113553"/>
                    <a:pt x="232" y="118091"/>
                    <a:pt x="232" y="124141"/>
                  </a:cubicBezTo>
                  <a:cubicBezTo>
                    <a:pt x="232" y="132007"/>
                    <a:pt x="6295" y="136848"/>
                    <a:pt x="15391" y="136848"/>
                  </a:cubicBezTo>
                  <a:cubicBezTo>
                    <a:pt x="24789" y="136848"/>
                    <a:pt x="28427" y="134125"/>
                    <a:pt x="43585" y="115671"/>
                  </a:cubicBezTo>
                  <a:cubicBezTo>
                    <a:pt x="51771" y="105990"/>
                    <a:pt x="58138" y="97822"/>
                    <a:pt x="70871" y="80275"/>
                  </a:cubicBezTo>
                  <a:lnTo>
                    <a:pt x="79966" y="116578"/>
                  </a:lnTo>
                  <a:cubicBezTo>
                    <a:pt x="83907" y="132007"/>
                    <a:pt x="87848" y="136848"/>
                    <a:pt x="97550" y="136848"/>
                  </a:cubicBezTo>
                  <a:cubicBezTo>
                    <a:pt x="109070" y="136848"/>
                    <a:pt x="116953" y="129587"/>
                    <a:pt x="134537" y="102360"/>
                  </a:cubicBezTo>
                  <a:lnTo>
                    <a:pt x="130292" y="99939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808F5D-39A2-8D09-EBB6-CDB8B607B0E2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9417997" y="8206770"/>
              <a:ext cx="99833" cy="151335"/>
            </a:xfrm>
            <a:custGeom>
              <a:avLst/>
              <a:gdLst>
                <a:gd name="connsiteX0" fmla="*/ 100070 w 99833"/>
                <a:gd name="connsiteY0" fmla="*/ 120774 h 151335"/>
                <a:gd name="connsiteX1" fmla="*/ 97153 w 99833"/>
                <a:gd name="connsiteY1" fmla="*/ 119654 h 151335"/>
                <a:gd name="connsiteX2" fmla="*/ 75840 w 99833"/>
                <a:gd name="connsiteY2" fmla="*/ 134430 h 151335"/>
                <a:gd name="connsiteX3" fmla="*/ 22222 w 99833"/>
                <a:gd name="connsiteY3" fmla="*/ 134430 h 151335"/>
                <a:gd name="connsiteX4" fmla="*/ 59912 w 99833"/>
                <a:gd name="connsiteY4" fmla="*/ 95029 h 151335"/>
                <a:gd name="connsiteX5" fmla="*/ 88628 w 99833"/>
                <a:gd name="connsiteY5" fmla="*/ 39733 h 151335"/>
                <a:gd name="connsiteX6" fmla="*/ 47124 w 99833"/>
                <a:gd name="connsiteY6" fmla="*/ 108 h 151335"/>
                <a:gd name="connsiteX7" fmla="*/ 14818 w 99833"/>
                <a:gd name="connsiteY7" fmla="*/ 13988 h 151335"/>
                <a:gd name="connsiteX8" fmla="*/ 460 w 99833"/>
                <a:gd name="connsiteY8" fmla="*/ 44658 h 151335"/>
                <a:gd name="connsiteX9" fmla="*/ 5171 w 99833"/>
                <a:gd name="connsiteY9" fmla="*/ 45777 h 151335"/>
                <a:gd name="connsiteX10" fmla="*/ 37702 w 99833"/>
                <a:gd name="connsiteY10" fmla="*/ 16674 h 151335"/>
                <a:gd name="connsiteX11" fmla="*/ 69334 w 99833"/>
                <a:gd name="connsiteY11" fmla="*/ 48240 h 151335"/>
                <a:gd name="connsiteX12" fmla="*/ 40169 w 99833"/>
                <a:gd name="connsiteY12" fmla="*/ 106446 h 151335"/>
                <a:gd name="connsiteX13" fmla="*/ 236 w 99833"/>
                <a:gd name="connsiteY13" fmla="*/ 148757 h 151335"/>
                <a:gd name="connsiteX14" fmla="*/ 236 w 99833"/>
                <a:gd name="connsiteY14" fmla="*/ 151444 h 151335"/>
                <a:gd name="connsiteX15" fmla="*/ 87731 w 99833"/>
                <a:gd name="connsiteY15" fmla="*/ 151444 h 151335"/>
                <a:gd name="connsiteX16" fmla="*/ 100070 w 99833"/>
                <a:gd name="connsiteY16" fmla="*/ 120774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33" h="151335">
                  <a:moveTo>
                    <a:pt x="100070" y="120774"/>
                  </a:moveTo>
                  <a:lnTo>
                    <a:pt x="97153" y="119654"/>
                  </a:lnTo>
                  <a:cubicBezTo>
                    <a:pt x="88852" y="132415"/>
                    <a:pt x="85936" y="134430"/>
                    <a:pt x="75840" y="134430"/>
                  </a:cubicBezTo>
                  <a:lnTo>
                    <a:pt x="22222" y="134430"/>
                  </a:lnTo>
                  <a:lnTo>
                    <a:pt x="59912" y="95029"/>
                  </a:lnTo>
                  <a:cubicBezTo>
                    <a:pt x="79879" y="74209"/>
                    <a:pt x="88628" y="57195"/>
                    <a:pt x="88628" y="39733"/>
                  </a:cubicBezTo>
                  <a:cubicBezTo>
                    <a:pt x="88628" y="17346"/>
                    <a:pt x="70456" y="108"/>
                    <a:pt x="47124" y="108"/>
                  </a:cubicBezTo>
                  <a:cubicBezTo>
                    <a:pt x="34785" y="108"/>
                    <a:pt x="23119" y="5033"/>
                    <a:pt x="14818" y="13988"/>
                  </a:cubicBezTo>
                  <a:cubicBezTo>
                    <a:pt x="7639" y="21599"/>
                    <a:pt x="4274" y="28763"/>
                    <a:pt x="460" y="44658"/>
                  </a:cubicBezTo>
                  <a:lnTo>
                    <a:pt x="5171" y="45777"/>
                  </a:lnTo>
                  <a:cubicBezTo>
                    <a:pt x="14145" y="23838"/>
                    <a:pt x="22222" y="16674"/>
                    <a:pt x="37702" y="16674"/>
                  </a:cubicBezTo>
                  <a:cubicBezTo>
                    <a:pt x="56547" y="16674"/>
                    <a:pt x="69334" y="29435"/>
                    <a:pt x="69334" y="48240"/>
                  </a:cubicBezTo>
                  <a:cubicBezTo>
                    <a:pt x="69334" y="65702"/>
                    <a:pt x="59014" y="86522"/>
                    <a:pt x="40169" y="106446"/>
                  </a:cubicBezTo>
                  <a:lnTo>
                    <a:pt x="236" y="148757"/>
                  </a:lnTo>
                  <a:lnTo>
                    <a:pt x="236" y="151444"/>
                  </a:lnTo>
                  <a:lnTo>
                    <a:pt x="87731" y="151444"/>
                  </a:lnTo>
                  <a:lnTo>
                    <a:pt x="100070" y="120774"/>
                  </a:ln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D0E75-4CAA-9753-F671-119F064D3918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9556356" y="8085340"/>
              <a:ext cx="70335" cy="302526"/>
            </a:xfrm>
            <a:custGeom>
              <a:avLst/>
              <a:gdLst>
                <a:gd name="connsiteX0" fmla="*/ 70577 w 70335"/>
                <a:gd name="connsiteY0" fmla="*/ 151368 h 302526"/>
                <a:gd name="connsiteX1" fmla="*/ 50567 w 70335"/>
                <a:gd name="connsiteY1" fmla="*/ 56980 h 302526"/>
                <a:gd name="connsiteX2" fmla="*/ 3273 w 70335"/>
                <a:gd name="connsiteY2" fmla="*/ 105 h 302526"/>
                <a:gd name="connsiteX3" fmla="*/ 241 w 70335"/>
                <a:gd name="connsiteY3" fmla="*/ 3130 h 302526"/>
                <a:gd name="connsiteX4" fmla="*/ 6001 w 70335"/>
                <a:gd name="connsiteY4" fmla="*/ 10088 h 302526"/>
                <a:gd name="connsiteX5" fmla="*/ 52993 w 70335"/>
                <a:gd name="connsiteY5" fmla="*/ 151368 h 302526"/>
                <a:gd name="connsiteX6" fmla="*/ 4182 w 70335"/>
                <a:gd name="connsiteY6" fmla="*/ 294463 h 302526"/>
                <a:gd name="connsiteX7" fmla="*/ 241 w 70335"/>
                <a:gd name="connsiteY7" fmla="*/ 299606 h 302526"/>
                <a:gd name="connsiteX8" fmla="*/ 3273 w 70335"/>
                <a:gd name="connsiteY8" fmla="*/ 302632 h 302526"/>
                <a:gd name="connsiteX9" fmla="*/ 51477 w 70335"/>
                <a:gd name="connsiteY9" fmla="*/ 243639 h 302526"/>
                <a:gd name="connsiteX10" fmla="*/ 70577 w 70335"/>
                <a:gd name="connsiteY10" fmla="*/ 15136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5" h="302526">
                  <a:moveTo>
                    <a:pt x="70577" y="151368"/>
                  </a:moveTo>
                  <a:cubicBezTo>
                    <a:pt x="70577" y="127771"/>
                    <a:pt x="67242" y="91165"/>
                    <a:pt x="50567" y="56980"/>
                  </a:cubicBezTo>
                  <a:cubicBezTo>
                    <a:pt x="32377" y="19769"/>
                    <a:pt x="6305" y="105"/>
                    <a:pt x="3273" y="105"/>
                  </a:cubicBezTo>
                  <a:cubicBezTo>
                    <a:pt x="1454" y="105"/>
                    <a:pt x="241" y="1315"/>
                    <a:pt x="241" y="3130"/>
                  </a:cubicBezTo>
                  <a:cubicBezTo>
                    <a:pt x="241" y="4038"/>
                    <a:pt x="241" y="4643"/>
                    <a:pt x="6001" y="10088"/>
                  </a:cubicBezTo>
                  <a:cubicBezTo>
                    <a:pt x="35712" y="40038"/>
                    <a:pt x="52993" y="88140"/>
                    <a:pt x="52993" y="151368"/>
                  </a:cubicBezTo>
                  <a:cubicBezTo>
                    <a:pt x="52993" y="203100"/>
                    <a:pt x="41775" y="256345"/>
                    <a:pt x="4182" y="294463"/>
                  </a:cubicBezTo>
                  <a:cubicBezTo>
                    <a:pt x="241" y="298094"/>
                    <a:pt x="241" y="298699"/>
                    <a:pt x="241" y="299606"/>
                  </a:cubicBezTo>
                  <a:cubicBezTo>
                    <a:pt x="241" y="301421"/>
                    <a:pt x="1454" y="302632"/>
                    <a:pt x="3273" y="302632"/>
                  </a:cubicBezTo>
                  <a:cubicBezTo>
                    <a:pt x="6305" y="302632"/>
                    <a:pt x="33590" y="282060"/>
                    <a:pt x="51477" y="243639"/>
                  </a:cubicBezTo>
                  <a:cubicBezTo>
                    <a:pt x="66939" y="210361"/>
                    <a:pt x="70577" y="176780"/>
                    <a:pt x="70577" y="151368"/>
                  </a:cubicBezTo>
                  <a:close/>
                </a:path>
              </a:pathLst>
            </a:custGeom>
            <a:grpFill/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706" name="Group 70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First Order )}&#10;$$&#10;}&#10;\end{document}" title="IguanaTex Shape Display">
            <a:extLst>
              <a:ext uri="{FF2B5EF4-FFF2-40B4-BE49-F238E27FC236}">
                <a16:creationId xmlns:a16="http://schemas.microsoft.com/office/drawing/2014/main" id="{1F0160AD-AE67-FB25-04BC-728D313AC346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869646" y="4290423"/>
            <a:ext cx="1708401" cy="239600"/>
            <a:chOff x="8806166" y="4438263"/>
            <a:chExt cx="1708401" cy="239600"/>
          </a:xfrm>
          <a:solidFill>
            <a:srgbClr val="00B0F0"/>
          </a:solidFill>
        </p:grpSpPr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D84858F6-E5A0-74FA-433C-8D228D8C0D5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806166" y="4442145"/>
              <a:ext cx="82589" cy="235718"/>
            </a:xfrm>
            <a:custGeom>
              <a:avLst/>
              <a:gdLst>
                <a:gd name="connsiteX0" fmla="*/ 35601 w 82589"/>
                <a:gd name="connsiteY0" fmla="*/ 234130 h 235718"/>
                <a:gd name="connsiteX1" fmla="*/ 21080 w 82589"/>
                <a:gd name="connsiteY1" fmla="*/ 162027 h 235718"/>
                <a:gd name="connsiteX2" fmla="*/ 43769 w 82589"/>
                <a:gd name="connsiteY2" fmla="*/ 58034 h 235718"/>
                <a:gd name="connsiteX3" fmla="*/ 82795 w 82589"/>
                <a:gd name="connsiteY3" fmla="*/ 4234 h 235718"/>
                <a:gd name="connsiteX4" fmla="*/ 78862 w 82589"/>
                <a:gd name="connsiteY4" fmla="*/ 75 h 235718"/>
                <a:gd name="connsiteX5" fmla="*/ 11399 w 82589"/>
                <a:gd name="connsiteY5" fmla="*/ 79942 h 235718"/>
                <a:gd name="connsiteX6" fmla="*/ 205 w 82589"/>
                <a:gd name="connsiteY6" fmla="*/ 135682 h 235718"/>
                <a:gd name="connsiteX7" fmla="*/ 10491 w 82589"/>
                <a:gd name="connsiteY7" fmla="*/ 196969 h 235718"/>
                <a:gd name="connsiteX8" fmla="*/ 30155 w 82589"/>
                <a:gd name="connsiteY8" fmla="*/ 235794 h 235718"/>
                <a:gd name="connsiteX9" fmla="*/ 35601 w 82589"/>
                <a:gd name="connsiteY9" fmla="*/ 234130 h 2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589" h="235718">
                  <a:moveTo>
                    <a:pt x="35601" y="234130"/>
                  </a:moveTo>
                  <a:cubicBezTo>
                    <a:pt x="24710" y="206121"/>
                    <a:pt x="21080" y="188650"/>
                    <a:pt x="21080" y="162027"/>
                  </a:cubicBezTo>
                  <a:cubicBezTo>
                    <a:pt x="21080" y="128749"/>
                    <a:pt x="29853" y="88816"/>
                    <a:pt x="43769" y="58034"/>
                  </a:cubicBezTo>
                  <a:cubicBezTo>
                    <a:pt x="53450" y="36126"/>
                    <a:pt x="63131" y="23092"/>
                    <a:pt x="82795" y="4234"/>
                  </a:cubicBezTo>
                  <a:lnTo>
                    <a:pt x="78862" y="75"/>
                  </a:lnTo>
                  <a:cubicBezTo>
                    <a:pt x="39534" y="32798"/>
                    <a:pt x="24105" y="51101"/>
                    <a:pt x="11399" y="79942"/>
                  </a:cubicBezTo>
                  <a:cubicBezTo>
                    <a:pt x="3533" y="97413"/>
                    <a:pt x="205" y="114606"/>
                    <a:pt x="205" y="135682"/>
                  </a:cubicBezTo>
                  <a:cubicBezTo>
                    <a:pt x="205" y="157036"/>
                    <a:pt x="3835" y="177834"/>
                    <a:pt x="10491" y="196969"/>
                  </a:cubicBezTo>
                  <a:cubicBezTo>
                    <a:pt x="14726" y="208894"/>
                    <a:pt x="19264" y="217491"/>
                    <a:pt x="30155" y="235794"/>
                  </a:cubicBezTo>
                  <a:lnTo>
                    <a:pt x="35601" y="234130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F07E521D-B80E-4A56-4A48-F6A3EC3EACC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972914" y="4446582"/>
              <a:ext cx="192709" cy="181087"/>
            </a:xfrm>
            <a:custGeom>
              <a:avLst/>
              <a:gdLst>
                <a:gd name="connsiteX0" fmla="*/ 192921 w 192709"/>
                <a:gd name="connsiteY0" fmla="*/ 75 h 181087"/>
                <a:gd name="connsiteX1" fmla="*/ 42262 w 192709"/>
                <a:gd name="connsiteY1" fmla="*/ 75 h 181087"/>
                <a:gd name="connsiteX2" fmla="*/ 42262 w 192709"/>
                <a:gd name="connsiteY2" fmla="*/ 4512 h 181087"/>
                <a:gd name="connsiteX3" fmla="*/ 65557 w 192709"/>
                <a:gd name="connsiteY3" fmla="*/ 15882 h 181087"/>
                <a:gd name="connsiteX4" fmla="*/ 62229 w 192709"/>
                <a:gd name="connsiteY4" fmla="*/ 33630 h 181087"/>
                <a:gd name="connsiteX5" fmla="*/ 25018 w 192709"/>
                <a:gd name="connsiteY5" fmla="*/ 156204 h 181087"/>
                <a:gd name="connsiteX6" fmla="*/ 211 w 192709"/>
                <a:gd name="connsiteY6" fmla="*/ 176725 h 181087"/>
                <a:gd name="connsiteX7" fmla="*/ 211 w 192709"/>
                <a:gd name="connsiteY7" fmla="*/ 181162 h 181087"/>
                <a:gd name="connsiteX8" fmla="*/ 76448 w 192709"/>
                <a:gd name="connsiteY8" fmla="*/ 181162 h 181087"/>
                <a:gd name="connsiteX9" fmla="*/ 76448 w 192709"/>
                <a:gd name="connsiteY9" fmla="*/ 176725 h 181087"/>
                <a:gd name="connsiteX10" fmla="*/ 53456 w 192709"/>
                <a:gd name="connsiteY10" fmla="*/ 164523 h 181087"/>
                <a:gd name="connsiteX11" fmla="*/ 56178 w 192709"/>
                <a:gd name="connsiteY11" fmla="*/ 152044 h 181087"/>
                <a:gd name="connsiteX12" fmla="*/ 74935 w 192709"/>
                <a:gd name="connsiteY12" fmla="*/ 90202 h 181087"/>
                <a:gd name="connsiteX13" fmla="*/ 99440 w 192709"/>
                <a:gd name="connsiteY13" fmla="*/ 91034 h 181087"/>
                <a:gd name="connsiteX14" fmla="*/ 116079 w 192709"/>
                <a:gd name="connsiteY14" fmla="*/ 92421 h 181087"/>
                <a:gd name="connsiteX15" fmla="*/ 122734 w 192709"/>
                <a:gd name="connsiteY15" fmla="*/ 103791 h 181087"/>
                <a:gd name="connsiteX16" fmla="*/ 120314 w 192709"/>
                <a:gd name="connsiteY16" fmla="*/ 120153 h 181087"/>
                <a:gd name="connsiteX17" fmla="*/ 125457 w 192709"/>
                <a:gd name="connsiteY17" fmla="*/ 121539 h 181087"/>
                <a:gd name="connsiteX18" fmla="*/ 148449 w 192709"/>
                <a:gd name="connsiteY18" fmla="*/ 56647 h 181087"/>
                <a:gd name="connsiteX19" fmla="*/ 143004 w 192709"/>
                <a:gd name="connsiteY19" fmla="*/ 55261 h 181087"/>
                <a:gd name="connsiteX20" fmla="*/ 77658 w 192709"/>
                <a:gd name="connsiteY20" fmla="*/ 81051 h 181087"/>
                <a:gd name="connsiteX21" fmla="*/ 97625 w 192709"/>
                <a:gd name="connsiteY21" fmla="*/ 16436 h 181087"/>
                <a:gd name="connsiteX22" fmla="*/ 116079 w 192709"/>
                <a:gd name="connsiteY22" fmla="*/ 9226 h 181087"/>
                <a:gd name="connsiteX23" fmla="*/ 177794 w 192709"/>
                <a:gd name="connsiteY23" fmla="*/ 30025 h 181087"/>
                <a:gd name="connsiteX24" fmla="*/ 177492 w 192709"/>
                <a:gd name="connsiteY24" fmla="*/ 36680 h 181087"/>
                <a:gd name="connsiteX25" fmla="*/ 176887 w 192709"/>
                <a:gd name="connsiteY25" fmla="*/ 41949 h 181087"/>
                <a:gd name="connsiteX26" fmla="*/ 183240 w 192709"/>
                <a:gd name="connsiteY26" fmla="*/ 42504 h 181087"/>
                <a:gd name="connsiteX27" fmla="*/ 192921 w 192709"/>
                <a:gd name="connsiteY27" fmla="*/ 75 h 18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92709" h="181087">
                  <a:moveTo>
                    <a:pt x="192921" y="75"/>
                  </a:moveTo>
                  <a:lnTo>
                    <a:pt x="42262" y="75"/>
                  </a:lnTo>
                  <a:lnTo>
                    <a:pt x="42262" y="4512"/>
                  </a:lnTo>
                  <a:cubicBezTo>
                    <a:pt x="61926" y="6176"/>
                    <a:pt x="65557" y="7840"/>
                    <a:pt x="65557" y="15882"/>
                  </a:cubicBezTo>
                  <a:cubicBezTo>
                    <a:pt x="65557" y="20041"/>
                    <a:pt x="64347" y="26974"/>
                    <a:pt x="62229" y="33630"/>
                  </a:cubicBezTo>
                  <a:lnTo>
                    <a:pt x="25018" y="156204"/>
                  </a:lnTo>
                  <a:cubicBezTo>
                    <a:pt x="19573" y="172843"/>
                    <a:pt x="17455" y="174507"/>
                    <a:pt x="211" y="176725"/>
                  </a:cubicBezTo>
                  <a:lnTo>
                    <a:pt x="211" y="181162"/>
                  </a:lnTo>
                  <a:lnTo>
                    <a:pt x="76448" y="181162"/>
                  </a:lnTo>
                  <a:lnTo>
                    <a:pt x="76448" y="176725"/>
                  </a:lnTo>
                  <a:cubicBezTo>
                    <a:pt x="58901" y="175893"/>
                    <a:pt x="53456" y="172843"/>
                    <a:pt x="53456" y="164523"/>
                  </a:cubicBezTo>
                  <a:cubicBezTo>
                    <a:pt x="53456" y="162305"/>
                    <a:pt x="54363" y="158145"/>
                    <a:pt x="56178" y="152044"/>
                  </a:cubicBezTo>
                  <a:lnTo>
                    <a:pt x="74935" y="90202"/>
                  </a:lnTo>
                  <a:cubicBezTo>
                    <a:pt x="86129" y="90757"/>
                    <a:pt x="92784" y="91034"/>
                    <a:pt x="99440" y="91034"/>
                  </a:cubicBezTo>
                  <a:cubicBezTo>
                    <a:pt x="111238" y="91034"/>
                    <a:pt x="113356" y="91312"/>
                    <a:pt x="116079" y="92421"/>
                  </a:cubicBezTo>
                  <a:cubicBezTo>
                    <a:pt x="120617" y="94640"/>
                    <a:pt x="122734" y="98245"/>
                    <a:pt x="122734" y="103791"/>
                  </a:cubicBezTo>
                  <a:cubicBezTo>
                    <a:pt x="122734" y="108228"/>
                    <a:pt x="122129" y="111556"/>
                    <a:pt x="120314" y="120153"/>
                  </a:cubicBezTo>
                  <a:lnTo>
                    <a:pt x="125457" y="121539"/>
                  </a:lnTo>
                  <a:lnTo>
                    <a:pt x="148449" y="56647"/>
                  </a:lnTo>
                  <a:lnTo>
                    <a:pt x="143004" y="55261"/>
                  </a:lnTo>
                  <a:cubicBezTo>
                    <a:pt x="129390" y="80219"/>
                    <a:pt x="128482" y="80496"/>
                    <a:pt x="77658" y="81051"/>
                  </a:cubicBezTo>
                  <a:lnTo>
                    <a:pt x="97625" y="16436"/>
                  </a:lnTo>
                  <a:cubicBezTo>
                    <a:pt x="99440" y="10890"/>
                    <a:pt x="103675" y="9226"/>
                    <a:pt x="116079" y="9226"/>
                  </a:cubicBezTo>
                  <a:cubicBezTo>
                    <a:pt x="166903" y="9226"/>
                    <a:pt x="177794" y="12831"/>
                    <a:pt x="177794" y="30025"/>
                  </a:cubicBezTo>
                  <a:cubicBezTo>
                    <a:pt x="177794" y="31689"/>
                    <a:pt x="177794" y="33075"/>
                    <a:pt x="177492" y="36680"/>
                  </a:cubicBezTo>
                  <a:cubicBezTo>
                    <a:pt x="177189" y="38344"/>
                    <a:pt x="177189" y="38622"/>
                    <a:pt x="176887" y="41949"/>
                  </a:cubicBezTo>
                  <a:lnTo>
                    <a:pt x="183240" y="42504"/>
                  </a:lnTo>
                  <a:lnTo>
                    <a:pt x="192921" y="75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883B2FD3-4E68-50C1-D398-E77AC162C63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157191" y="4446305"/>
              <a:ext cx="65043" cy="184415"/>
            </a:xfrm>
            <a:custGeom>
              <a:avLst/>
              <a:gdLst>
                <a:gd name="connsiteX0" fmla="*/ 52554 w 65043"/>
                <a:gd name="connsiteY0" fmla="*/ 149825 h 184415"/>
                <a:gd name="connsiteX1" fmla="*/ 40150 w 65043"/>
                <a:gd name="connsiteY1" fmla="*/ 163969 h 184415"/>
                <a:gd name="connsiteX2" fmla="*/ 27747 w 65043"/>
                <a:gd name="connsiteY2" fmla="*/ 171456 h 184415"/>
                <a:gd name="connsiteX3" fmla="*/ 22906 w 65043"/>
                <a:gd name="connsiteY3" fmla="*/ 167296 h 184415"/>
                <a:gd name="connsiteX4" fmla="*/ 25931 w 65043"/>
                <a:gd name="connsiteY4" fmla="*/ 155095 h 184415"/>
                <a:gd name="connsiteX5" fmla="*/ 27444 w 65043"/>
                <a:gd name="connsiteY5" fmla="*/ 150103 h 184415"/>
                <a:gd name="connsiteX6" fmla="*/ 27444 w 65043"/>
                <a:gd name="connsiteY6" fmla="*/ 149548 h 184415"/>
                <a:gd name="connsiteX7" fmla="*/ 27747 w 65043"/>
                <a:gd name="connsiteY7" fmla="*/ 148994 h 184415"/>
                <a:gd name="connsiteX8" fmla="*/ 54369 w 65043"/>
                <a:gd name="connsiteY8" fmla="*/ 59698 h 184415"/>
                <a:gd name="connsiteX9" fmla="*/ 53461 w 65043"/>
                <a:gd name="connsiteY9" fmla="*/ 59143 h 184415"/>
                <a:gd name="connsiteX10" fmla="*/ 5057 w 65043"/>
                <a:gd name="connsiteY10" fmla="*/ 66076 h 184415"/>
                <a:gd name="connsiteX11" fmla="*/ 5057 w 65043"/>
                <a:gd name="connsiteY11" fmla="*/ 70513 h 184415"/>
                <a:gd name="connsiteX12" fmla="*/ 24116 w 65043"/>
                <a:gd name="connsiteY12" fmla="*/ 77169 h 184415"/>
                <a:gd name="connsiteX13" fmla="*/ 21393 w 65043"/>
                <a:gd name="connsiteY13" fmla="*/ 89371 h 184415"/>
                <a:gd name="connsiteX14" fmla="*/ 6872 w 65043"/>
                <a:gd name="connsiteY14" fmla="*/ 138456 h 184415"/>
                <a:gd name="connsiteX15" fmla="*/ 217 w 65043"/>
                <a:gd name="connsiteY15" fmla="*/ 168683 h 184415"/>
                <a:gd name="connsiteX16" fmla="*/ 14133 w 65043"/>
                <a:gd name="connsiteY16" fmla="*/ 184490 h 184415"/>
                <a:gd name="connsiteX17" fmla="*/ 56487 w 65043"/>
                <a:gd name="connsiteY17" fmla="*/ 152876 h 184415"/>
                <a:gd name="connsiteX18" fmla="*/ 52554 w 65043"/>
                <a:gd name="connsiteY18" fmla="*/ 149825 h 184415"/>
                <a:gd name="connsiteX19" fmla="*/ 50134 w 65043"/>
                <a:gd name="connsiteY19" fmla="*/ 75 h 184415"/>
                <a:gd name="connsiteX20" fmla="*/ 35915 w 65043"/>
                <a:gd name="connsiteY20" fmla="*/ 14772 h 184415"/>
                <a:gd name="connsiteX21" fmla="*/ 50436 w 65043"/>
                <a:gd name="connsiteY21" fmla="*/ 29470 h 184415"/>
                <a:gd name="connsiteX22" fmla="*/ 65260 w 65043"/>
                <a:gd name="connsiteY22" fmla="*/ 15327 h 184415"/>
                <a:gd name="connsiteX23" fmla="*/ 50134 w 65043"/>
                <a:gd name="connsiteY23" fmla="*/ 75 h 184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5043" h="184415">
                  <a:moveTo>
                    <a:pt x="52554" y="149825"/>
                  </a:moveTo>
                  <a:cubicBezTo>
                    <a:pt x="45293" y="158700"/>
                    <a:pt x="43175" y="160918"/>
                    <a:pt x="40150" y="163969"/>
                  </a:cubicBezTo>
                  <a:cubicBezTo>
                    <a:pt x="35007" y="168683"/>
                    <a:pt x="30469" y="171456"/>
                    <a:pt x="27747" y="171456"/>
                  </a:cubicBezTo>
                  <a:cubicBezTo>
                    <a:pt x="25326" y="171456"/>
                    <a:pt x="22906" y="169238"/>
                    <a:pt x="22906" y="167296"/>
                  </a:cubicBezTo>
                  <a:cubicBezTo>
                    <a:pt x="22906" y="164523"/>
                    <a:pt x="23814" y="160364"/>
                    <a:pt x="25931" y="155095"/>
                  </a:cubicBezTo>
                  <a:cubicBezTo>
                    <a:pt x="25931" y="154263"/>
                    <a:pt x="26839" y="152321"/>
                    <a:pt x="27444" y="150103"/>
                  </a:cubicBezTo>
                  <a:lnTo>
                    <a:pt x="27444" y="149548"/>
                  </a:lnTo>
                  <a:lnTo>
                    <a:pt x="27747" y="148994"/>
                  </a:lnTo>
                  <a:lnTo>
                    <a:pt x="54369" y="59698"/>
                  </a:lnTo>
                  <a:lnTo>
                    <a:pt x="53461" y="59143"/>
                  </a:lnTo>
                  <a:cubicBezTo>
                    <a:pt x="22906" y="64412"/>
                    <a:pt x="16856" y="65244"/>
                    <a:pt x="5057" y="66076"/>
                  </a:cubicBezTo>
                  <a:lnTo>
                    <a:pt x="5057" y="70513"/>
                  </a:lnTo>
                  <a:cubicBezTo>
                    <a:pt x="21091" y="70790"/>
                    <a:pt x="24116" y="71622"/>
                    <a:pt x="24116" y="77169"/>
                  </a:cubicBezTo>
                  <a:cubicBezTo>
                    <a:pt x="24116" y="79387"/>
                    <a:pt x="23209" y="83824"/>
                    <a:pt x="21393" y="89371"/>
                  </a:cubicBezTo>
                  <a:lnTo>
                    <a:pt x="6872" y="138456"/>
                  </a:lnTo>
                  <a:cubicBezTo>
                    <a:pt x="2032" y="154540"/>
                    <a:pt x="217" y="163137"/>
                    <a:pt x="217" y="168683"/>
                  </a:cubicBezTo>
                  <a:cubicBezTo>
                    <a:pt x="217" y="178944"/>
                    <a:pt x="5057" y="184490"/>
                    <a:pt x="14133" y="184490"/>
                  </a:cubicBezTo>
                  <a:cubicBezTo>
                    <a:pt x="28049" y="184490"/>
                    <a:pt x="39243" y="176171"/>
                    <a:pt x="56487" y="152876"/>
                  </a:cubicBezTo>
                  <a:lnTo>
                    <a:pt x="52554" y="149825"/>
                  </a:lnTo>
                  <a:close/>
                  <a:moveTo>
                    <a:pt x="50134" y="75"/>
                  </a:moveTo>
                  <a:cubicBezTo>
                    <a:pt x="41965" y="75"/>
                    <a:pt x="35915" y="6453"/>
                    <a:pt x="35915" y="14772"/>
                  </a:cubicBezTo>
                  <a:cubicBezTo>
                    <a:pt x="35915" y="23647"/>
                    <a:pt x="41663" y="29470"/>
                    <a:pt x="50436" y="29470"/>
                  </a:cubicBezTo>
                  <a:cubicBezTo>
                    <a:pt x="58302" y="29470"/>
                    <a:pt x="65260" y="23092"/>
                    <a:pt x="65260" y="15327"/>
                  </a:cubicBezTo>
                  <a:cubicBezTo>
                    <a:pt x="65260" y="7285"/>
                    <a:pt x="58302" y="75"/>
                    <a:pt x="50134" y="75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B1976DB7-04A3-7A05-7997-974B03BB1B2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240395" y="4505373"/>
              <a:ext cx="111027" cy="122296"/>
            </a:xfrm>
            <a:custGeom>
              <a:avLst/>
              <a:gdLst>
                <a:gd name="connsiteX0" fmla="*/ 23211 w 111027"/>
                <a:gd name="connsiteY0" fmla="*/ 122371 h 122296"/>
                <a:gd name="connsiteX1" fmla="*/ 58002 w 111027"/>
                <a:gd name="connsiteY1" fmla="*/ 42227 h 122296"/>
                <a:gd name="connsiteX2" fmla="*/ 81599 w 111027"/>
                <a:gd name="connsiteY2" fmla="*/ 18100 h 122296"/>
                <a:gd name="connsiteX3" fmla="*/ 86440 w 111027"/>
                <a:gd name="connsiteY3" fmla="*/ 21983 h 122296"/>
                <a:gd name="connsiteX4" fmla="*/ 97330 w 111027"/>
                <a:gd name="connsiteY4" fmla="*/ 28084 h 122296"/>
                <a:gd name="connsiteX5" fmla="*/ 111247 w 111027"/>
                <a:gd name="connsiteY5" fmla="*/ 14495 h 122296"/>
                <a:gd name="connsiteX6" fmla="*/ 97028 w 111027"/>
                <a:gd name="connsiteY6" fmla="*/ 75 h 122296"/>
                <a:gd name="connsiteX7" fmla="*/ 74036 w 111027"/>
                <a:gd name="connsiteY7" fmla="*/ 11722 h 122296"/>
                <a:gd name="connsiteX8" fmla="*/ 44691 w 111027"/>
                <a:gd name="connsiteY8" fmla="*/ 50824 h 122296"/>
                <a:gd name="connsiteX9" fmla="*/ 40455 w 111027"/>
                <a:gd name="connsiteY9" fmla="*/ 60807 h 122296"/>
                <a:gd name="connsiteX10" fmla="*/ 56489 w 111027"/>
                <a:gd name="connsiteY10" fmla="*/ 629 h 122296"/>
                <a:gd name="connsiteX11" fmla="*/ 55582 w 111027"/>
                <a:gd name="connsiteY11" fmla="*/ 75 h 122296"/>
                <a:gd name="connsiteX12" fmla="*/ 8690 w 111027"/>
                <a:gd name="connsiteY12" fmla="*/ 7562 h 122296"/>
                <a:gd name="connsiteX13" fmla="*/ 8690 w 111027"/>
                <a:gd name="connsiteY13" fmla="*/ 12277 h 122296"/>
                <a:gd name="connsiteX14" fmla="*/ 18976 w 111027"/>
                <a:gd name="connsiteY14" fmla="*/ 10890 h 122296"/>
                <a:gd name="connsiteX15" fmla="*/ 29564 w 111027"/>
                <a:gd name="connsiteY15" fmla="*/ 18655 h 122296"/>
                <a:gd name="connsiteX16" fmla="*/ 24724 w 111027"/>
                <a:gd name="connsiteY16" fmla="*/ 41395 h 122296"/>
                <a:gd name="connsiteX17" fmla="*/ 219 w 111027"/>
                <a:gd name="connsiteY17" fmla="*/ 122371 h 122296"/>
                <a:gd name="connsiteX18" fmla="*/ 23211 w 11102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027" h="122296">
                  <a:moveTo>
                    <a:pt x="23211" y="122371"/>
                  </a:moveTo>
                  <a:cubicBezTo>
                    <a:pt x="38943" y="75227"/>
                    <a:pt x="44086" y="63303"/>
                    <a:pt x="58002" y="42227"/>
                  </a:cubicBezTo>
                  <a:cubicBezTo>
                    <a:pt x="67985" y="26697"/>
                    <a:pt x="76456" y="18100"/>
                    <a:pt x="81599" y="18100"/>
                  </a:cubicBezTo>
                  <a:cubicBezTo>
                    <a:pt x="83414" y="18100"/>
                    <a:pt x="84927" y="19210"/>
                    <a:pt x="86440" y="21983"/>
                  </a:cubicBezTo>
                  <a:cubicBezTo>
                    <a:pt x="88860" y="26697"/>
                    <a:pt x="91280" y="28084"/>
                    <a:pt x="97330" y="28084"/>
                  </a:cubicBezTo>
                  <a:cubicBezTo>
                    <a:pt x="106104" y="28084"/>
                    <a:pt x="111247" y="23092"/>
                    <a:pt x="111247" y="14495"/>
                  </a:cubicBezTo>
                  <a:cubicBezTo>
                    <a:pt x="111247" y="5898"/>
                    <a:pt x="105499" y="75"/>
                    <a:pt x="97028" y="75"/>
                  </a:cubicBezTo>
                  <a:cubicBezTo>
                    <a:pt x="90070" y="75"/>
                    <a:pt x="81902" y="4234"/>
                    <a:pt x="74036" y="11722"/>
                  </a:cubicBezTo>
                  <a:cubicBezTo>
                    <a:pt x="61632" y="23369"/>
                    <a:pt x="49531" y="39731"/>
                    <a:pt x="44691" y="50824"/>
                  </a:cubicBezTo>
                  <a:lnTo>
                    <a:pt x="40455" y="60807"/>
                  </a:lnTo>
                  <a:lnTo>
                    <a:pt x="56489" y="629"/>
                  </a:lnTo>
                  <a:lnTo>
                    <a:pt x="55582" y="75"/>
                  </a:lnTo>
                  <a:cubicBezTo>
                    <a:pt x="33497" y="3680"/>
                    <a:pt x="30775" y="4234"/>
                    <a:pt x="8690" y="7562"/>
                  </a:cubicBezTo>
                  <a:lnTo>
                    <a:pt x="8690" y="12277"/>
                  </a:lnTo>
                  <a:cubicBezTo>
                    <a:pt x="15951" y="10890"/>
                    <a:pt x="16858" y="10890"/>
                    <a:pt x="18976" y="10890"/>
                  </a:cubicBezTo>
                  <a:cubicBezTo>
                    <a:pt x="25632" y="10890"/>
                    <a:pt x="29564" y="13663"/>
                    <a:pt x="29564" y="18655"/>
                  </a:cubicBezTo>
                  <a:cubicBezTo>
                    <a:pt x="29564" y="22537"/>
                    <a:pt x="29564" y="22537"/>
                    <a:pt x="24724" y="41395"/>
                  </a:cubicBezTo>
                  <a:lnTo>
                    <a:pt x="219" y="122371"/>
                  </a:lnTo>
                  <a:lnTo>
                    <a:pt x="23211" y="122371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4FD8349A-2D15-C0D4-8B82-41707FA625C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346707" y="4505096"/>
              <a:ext cx="105884" cy="126178"/>
            </a:xfrm>
            <a:custGeom>
              <a:avLst/>
              <a:gdLst>
                <a:gd name="connsiteX0" fmla="*/ 6274 w 105884"/>
                <a:gd name="connsiteY0" fmla="*/ 82160 h 126178"/>
                <a:gd name="connsiteX1" fmla="*/ 223 w 105884"/>
                <a:gd name="connsiteY1" fmla="*/ 126254 h 126178"/>
                <a:gd name="connsiteX2" fmla="*/ 5064 w 105884"/>
                <a:gd name="connsiteY2" fmla="*/ 126254 h 126178"/>
                <a:gd name="connsiteX3" fmla="*/ 12324 w 105884"/>
                <a:gd name="connsiteY3" fmla="*/ 120430 h 126178"/>
                <a:gd name="connsiteX4" fmla="*/ 27148 w 105884"/>
                <a:gd name="connsiteY4" fmla="*/ 122926 h 126178"/>
                <a:gd name="connsiteX5" fmla="*/ 43787 w 105884"/>
                <a:gd name="connsiteY5" fmla="*/ 125699 h 126178"/>
                <a:gd name="connsiteX6" fmla="*/ 87351 w 105884"/>
                <a:gd name="connsiteY6" fmla="*/ 89648 h 126178"/>
                <a:gd name="connsiteX7" fmla="*/ 66779 w 105884"/>
                <a:gd name="connsiteY7" fmla="*/ 50824 h 126178"/>
                <a:gd name="connsiteX8" fmla="*/ 50443 w 105884"/>
                <a:gd name="connsiteY8" fmla="*/ 21705 h 126178"/>
                <a:gd name="connsiteX9" fmla="*/ 67384 w 105884"/>
                <a:gd name="connsiteY9" fmla="*/ 6730 h 126178"/>
                <a:gd name="connsiteX10" fmla="*/ 95217 w 105884"/>
                <a:gd name="connsiteY10" fmla="*/ 38622 h 126178"/>
                <a:gd name="connsiteX11" fmla="*/ 100057 w 105884"/>
                <a:gd name="connsiteY11" fmla="*/ 38622 h 126178"/>
                <a:gd name="connsiteX12" fmla="*/ 106108 w 105884"/>
                <a:gd name="connsiteY12" fmla="*/ 75 h 126178"/>
                <a:gd name="connsiteX13" fmla="*/ 101872 w 105884"/>
                <a:gd name="connsiteY13" fmla="*/ 75 h 126178"/>
                <a:gd name="connsiteX14" fmla="*/ 92796 w 105884"/>
                <a:gd name="connsiteY14" fmla="*/ 5066 h 126178"/>
                <a:gd name="connsiteX15" fmla="*/ 81905 w 105884"/>
                <a:gd name="connsiteY15" fmla="*/ 3125 h 126178"/>
                <a:gd name="connsiteX16" fmla="*/ 64964 w 105884"/>
                <a:gd name="connsiteY16" fmla="*/ 352 h 126178"/>
                <a:gd name="connsiteX17" fmla="*/ 28358 w 105884"/>
                <a:gd name="connsiteY17" fmla="*/ 30857 h 126178"/>
                <a:gd name="connsiteX18" fmla="*/ 47417 w 105884"/>
                <a:gd name="connsiteY18" fmla="*/ 66631 h 126178"/>
                <a:gd name="connsiteX19" fmla="*/ 64359 w 105884"/>
                <a:gd name="connsiteY19" fmla="*/ 98522 h 126178"/>
                <a:gd name="connsiteX20" fmla="*/ 41972 w 105884"/>
                <a:gd name="connsiteY20" fmla="*/ 119875 h 126178"/>
                <a:gd name="connsiteX21" fmla="*/ 11114 w 105884"/>
                <a:gd name="connsiteY21" fmla="*/ 82160 h 126178"/>
                <a:gd name="connsiteX22" fmla="*/ 6274 w 105884"/>
                <a:gd name="connsiteY22" fmla="*/ 82160 h 12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26178">
                  <a:moveTo>
                    <a:pt x="6274" y="82160"/>
                  </a:moveTo>
                  <a:lnTo>
                    <a:pt x="223" y="126254"/>
                  </a:lnTo>
                  <a:lnTo>
                    <a:pt x="5064" y="126254"/>
                  </a:lnTo>
                  <a:cubicBezTo>
                    <a:pt x="7484" y="121817"/>
                    <a:pt x="9299" y="120430"/>
                    <a:pt x="12324" y="120430"/>
                  </a:cubicBezTo>
                  <a:cubicBezTo>
                    <a:pt x="15652" y="120430"/>
                    <a:pt x="21098" y="121539"/>
                    <a:pt x="27148" y="122926"/>
                  </a:cubicBezTo>
                  <a:cubicBezTo>
                    <a:pt x="33804" y="124867"/>
                    <a:pt x="38947" y="125699"/>
                    <a:pt x="43787" y="125699"/>
                  </a:cubicBezTo>
                  <a:cubicBezTo>
                    <a:pt x="69199" y="125699"/>
                    <a:pt x="87351" y="110724"/>
                    <a:pt x="87351" y="89648"/>
                  </a:cubicBezTo>
                  <a:cubicBezTo>
                    <a:pt x="87351" y="79110"/>
                    <a:pt x="80998" y="66908"/>
                    <a:pt x="66779" y="50824"/>
                  </a:cubicBezTo>
                  <a:cubicBezTo>
                    <a:pt x="55283" y="37790"/>
                    <a:pt x="50443" y="29193"/>
                    <a:pt x="50443" y="21705"/>
                  </a:cubicBezTo>
                  <a:cubicBezTo>
                    <a:pt x="50443" y="12554"/>
                    <a:pt x="56796" y="6730"/>
                    <a:pt x="67384" y="6730"/>
                  </a:cubicBezTo>
                  <a:cubicBezTo>
                    <a:pt x="83116" y="6730"/>
                    <a:pt x="92191" y="16991"/>
                    <a:pt x="95217" y="38622"/>
                  </a:cubicBezTo>
                  <a:lnTo>
                    <a:pt x="100057" y="38622"/>
                  </a:lnTo>
                  <a:lnTo>
                    <a:pt x="106108" y="75"/>
                  </a:lnTo>
                  <a:lnTo>
                    <a:pt x="101872" y="75"/>
                  </a:lnTo>
                  <a:cubicBezTo>
                    <a:pt x="99452" y="3957"/>
                    <a:pt x="97032" y="5066"/>
                    <a:pt x="92796" y="5066"/>
                  </a:cubicBezTo>
                  <a:cubicBezTo>
                    <a:pt x="90679" y="5066"/>
                    <a:pt x="87653" y="4512"/>
                    <a:pt x="81905" y="3125"/>
                  </a:cubicBezTo>
                  <a:cubicBezTo>
                    <a:pt x="74342" y="907"/>
                    <a:pt x="69804" y="352"/>
                    <a:pt x="64964" y="352"/>
                  </a:cubicBezTo>
                  <a:cubicBezTo>
                    <a:pt x="42879" y="352"/>
                    <a:pt x="28358" y="12277"/>
                    <a:pt x="28358" y="30857"/>
                  </a:cubicBezTo>
                  <a:cubicBezTo>
                    <a:pt x="28358" y="39731"/>
                    <a:pt x="34711" y="51656"/>
                    <a:pt x="47417" y="66631"/>
                  </a:cubicBezTo>
                  <a:cubicBezTo>
                    <a:pt x="59216" y="80774"/>
                    <a:pt x="64359" y="90480"/>
                    <a:pt x="64359" y="98522"/>
                  </a:cubicBezTo>
                  <a:cubicBezTo>
                    <a:pt x="64359" y="111001"/>
                    <a:pt x="55283" y="119875"/>
                    <a:pt x="41972" y="119875"/>
                  </a:cubicBezTo>
                  <a:cubicBezTo>
                    <a:pt x="25333" y="119875"/>
                    <a:pt x="15955" y="108505"/>
                    <a:pt x="11114" y="82160"/>
                  </a:cubicBezTo>
                  <a:lnTo>
                    <a:pt x="6274" y="82160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87FEB3B-8F59-30D4-235E-618C74E70FF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471181" y="4476255"/>
              <a:ext cx="78354" cy="154465"/>
            </a:xfrm>
            <a:custGeom>
              <a:avLst/>
              <a:gdLst>
                <a:gd name="connsiteX0" fmla="*/ 78581 w 78354"/>
                <a:gd name="connsiteY0" fmla="*/ 32798 h 154465"/>
                <a:gd name="connsiteX1" fmla="*/ 54379 w 78354"/>
                <a:gd name="connsiteY1" fmla="*/ 32798 h 154465"/>
                <a:gd name="connsiteX2" fmla="*/ 62850 w 78354"/>
                <a:gd name="connsiteY2" fmla="*/ 4234 h 154465"/>
                <a:gd name="connsiteX3" fmla="*/ 63153 w 78354"/>
                <a:gd name="connsiteY3" fmla="*/ 2848 h 154465"/>
                <a:gd name="connsiteX4" fmla="*/ 60732 w 78354"/>
                <a:gd name="connsiteY4" fmla="*/ 75 h 154465"/>
                <a:gd name="connsiteX5" fmla="*/ 56194 w 78354"/>
                <a:gd name="connsiteY5" fmla="*/ 2571 h 154465"/>
                <a:gd name="connsiteX6" fmla="*/ 15958 w 78354"/>
                <a:gd name="connsiteY6" fmla="*/ 33075 h 154465"/>
                <a:gd name="connsiteX7" fmla="*/ 6278 w 78354"/>
                <a:gd name="connsiteY7" fmla="*/ 40008 h 154465"/>
                <a:gd name="connsiteX8" fmla="*/ 6580 w 78354"/>
                <a:gd name="connsiteY8" fmla="*/ 41672 h 154465"/>
                <a:gd name="connsiteX9" fmla="*/ 28967 w 78354"/>
                <a:gd name="connsiteY9" fmla="*/ 41672 h 154465"/>
                <a:gd name="connsiteX10" fmla="*/ 7185 w 78354"/>
                <a:gd name="connsiteY10" fmla="*/ 117934 h 154465"/>
                <a:gd name="connsiteX11" fmla="*/ 5370 w 78354"/>
                <a:gd name="connsiteY11" fmla="*/ 123758 h 154465"/>
                <a:gd name="connsiteX12" fmla="*/ 227 w 78354"/>
                <a:gd name="connsiteY12" fmla="*/ 144002 h 154465"/>
                <a:gd name="connsiteX13" fmla="*/ 14748 w 78354"/>
                <a:gd name="connsiteY13" fmla="*/ 154540 h 154465"/>
                <a:gd name="connsiteX14" fmla="*/ 57707 w 78354"/>
                <a:gd name="connsiteY14" fmla="*/ 120985 h 154465"/>
                <a:gd name="connsiteX15" fmla="*/ 53774 w 78354"/>
                <a:gd name="connsiteY15" fmla="*/ 119043 h 154465"/>
                <a:gd name="connsiteX16" fmla="*/ 29270 w 78354"/>
                <a:gd name="connsiteY16" fmla="*/ 140951 h 154465"/>
                <a:gd name="connsiteX17" fmla="*/ 24732 w 78354"/>
                <a:gd name="connsiteY17" fmla="*/ 135405 h 154465"/>
                <a:gd name="connsiteX18" fmla="*/ 25034 w 78354"/>
                <a:gd name="connsiteY18" fmla="*/ 134018 h 154465"/>
                <a:gd name="connsiteX19" fmla="*/ 51657 w 78354"/>
                <a:gd name="connsiteY19" fmla="*/ 41672 h 154465"/>
                <a:gd name="connsiteX20" fmla="*/ 77069 w 78354"/>
                <a:gd name="connsiteY20" fmla="*/ 41672 h 154465"/>
                <a:gd name="connsiteX21" fmla="*/ 78581 w 78354"/>
                <a:gd name="connsiteY21" fmla="*/ 32798 h 15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354" h="154465">
                  <a:moveTo>
                    <a:pt x="78581" y="32798"/>
                  </a:moveTo>
                  <a:lnTo>
                    <a:pt x="54379" y="32798"/>
                  </a:lnTo>
                  <a:lnTo>
                    <a:pt x="62850" y="4234"/>
                  </a:lnTo>
                  <a:cubicBezTo>
                    <a:pt x="63153" y="3680"/>
                    <a:pt x="63153" y="3125"/>
                    <a:pt x="63153" y="2848"/>
                  </a:cubicBezTo>
                  <a:cubicBezTo>
                    <a:pt x="63153" y="907"/>
                    <a:pt x="62245" y="75"/>
                    <a:pt x="60732" y="75"/>
                  </a:cubicBezTo>
                  <a:cubicBezTo>
                    <a:pt x="58917" y="75"/>
                    <a:pt x="58010" y="352"/>
                    <a:pt x="56194" y="2571"/>
                  </a:cubicBezTo>
                  <a:cubicBezTo>
                    <a:pt x="44396" y="16714"/>
                    <a:pt x="25639" y="30579"/>
                    <a:pt x="15958" y="33075"/>
                  </a:cubicBezTo>
                  <a:cubicBezTo>
                    <a:pt x="8395" y="35294"/>
                    <a:pt x="6278" y="36958"/>
                    <a:pt x="6278" y="40008"/>
                  </a:cubicBezTo>
                  <a:cubicBezTo>
                    <a:pt x="6278" y="40286"/>
                    <a:pt x="6278" y="40840"/>
                    <a:pt x="6580" y="41672"/>
                  </a:cubicBezTo>
                  <a:lnTo>
                    <a:pt x="28967" y="41672"/>
                  </a:lnTo>
                  <a:lnTo>
                    <a:pt x="7185" y="117934"/>
                  </a:lnTo>
                  <a:cubicBezTo>
                    <a:pt x="6580" y="120430"/>
                    <a:pt x="6278" y="121262"/>
                    <a:pt x="5370" y="123758"/>
                  </a:cubicBezTo>
                  <a:cubicBezTo>
                    <a:pt x="2647" y="132077"/>
                    <a:pt x="227" y="141783"/>
                    <a:pt x="227" y="144002"/>
                  </a:cubicBezTo>
                  <a:cubicBezTo>
                    <a:pt x="227" y="150103"/>
                    <a:pt x="6580" y="154540"/>
                    <a:pt x="14748" y="154540"/>
                  </a:cubicBezTo>
                  <a:cubicBezTo>
                    <a:pt x="28665" y="154540"/>
                    <a:pt x="38648" y="146775"/>
                    <a:pt x="57707" y="120985"/>
                  </a:cubicBezTo>
                  <a:lnTo>
                    <a:pt x="53774" y="119043"/>
                  </a:lnTo>
                  <a:cubicBezTo>
                    <a:pt x="38950" y="136514"/>
                    <a:pt x="34110" y="140951"/>
                    <a:pt x="29270" y="140951"/>
                  </a:cubicBezTo>
                  <a:cubicBezTo>
                    <a:pt x="26547" y="140951"/>
                    <a:pt x="24732" y="138733"/>
                    <a:pt x="24732" y="135405"/>
                  </a:cubicBezTo>
                  <a:cubicBezTo>
                    <a:pt x="24732" y="135128"/>
                    <a:pt x="24732" y="134850"/>
                    <a:pt x="25034" y="134018"/>
                  </a:cubicBezTo>
                  <a:lnTo>
                    <a:pt x="51657" y="41672"/>
                  </a:lnTo>
                  <a:lnTo>
                    <a:pt x="77069" y="41672"/>
                  </a:lnTo>
                  <a:lnTo>
                    <a:pt x="78581" y="32798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F696B500-179A-5BF1-1300-B11D3E6A460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638470" y="4442977"/>
              <a:ext cx="193421" cy="189684"/>
            </a:xfrm>
            <a:custGeom>
              <a:avLst/>
              <a:gdLst>
                <a:gd name="connsiteX0" fmla="*/ 125478 w 193421"/>
                <a:gd name="connsiteY0" fmla="*/ 75 h 189684"/>
                <a:gd name="connsiteX1" fmla="*/ 48637 w 193421"/>
                <a:gd name="connsiteY1" fmla="*/ 31411 h 189684"/>
                <a:gd name="connsiteX2" fmla="*/ 232 w 193421"/>
                <a:gd name="connsiteY2" fmla="*/ 123480 h 189684"/>
                <a:gd name="connsiteX3" fmla="*/ 66183 w 193421"/>
                <a:gd name="connsiteY3" fmla="*/ 189759 h 189684"/>
                <a:gd name="connsiteX4" fmla="*/ 193547 w 193421"/>
                <a:gd name="connsiteY4" fmla="*/ 68849 h 189684"/>
                <a:gd name="connsiteX5" fmla="*/ 125478 w 193421"/>
                <a:gd name="connsiteY5" fmla="*/ 75 h 189684"/>
                <a:gd name="connsiteX6" fmla="*/ 122756 w 193421"/>
                <a:gd name="connsiteY6" fmla="*/ 9226 h 189684"/>
                <a:gd name="connsiteX7" fmla="*/ 161782 w 193421"/>
                <a:gd name="connsiteY7" fmla="*/ 51378 h 189684"/>
                <a:gd name="connsiteX8" fmla="*/ 127899 w 193421"/>
                <a:gd name="connsiteY8" fmla="*/ 147884 h 189684"/>
                <a:gd name="connsiteX9" fmla="*/ 71326 w 193421"/>
                <a:gd name="connsiteY9" fmla="*/ 180608 h 189684"/>
                <a:gd name="connsiteX10" fmla="*/ 31998 w 193421"/>
                <a:gd name="connsiteY10" fmla="*/ 133741 h 189684"/>
                <a:gd name="connsiteX11" fmla="*/ 65276 w 193421"/>
                <a:gd name="connsiteY11" fmla="*/ 42227 h 189684"/>
                <a:gd name="connsiteX12" fmla="*/ 122756 w 193421"/>
                <a:gd name="connsiteY12" fmla="*/ 9226 h 18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421" h="189684">
                  <a:moveTo>
                    <a:pt x="125478" y="75"/>
                  </a:moveTo>
                  <a:cubicBezTo>
                    <a:pt x="100066" y="75"/>
                    <a:pt x="72839" y="11167"/>
                    <a:pt x="48637" y="31411"/>
                  </a:cubicBezTo>
                  <a:cubicBezTo>
                    <a:pt x="18081" y="57202"/>
                    <a:pt x="232" y="91034"/>
                    <a:pt x="232" y="123480"/>
                  </a:cubicBezTo>
                  <a:cubicBezTo>
                    <a:pt x="232" y="162305"/>
                    <a:pt x="27762" y="189759"/>
                    <a:pt x="66183" y="189759"/>
                  </a:cubicBezTo>
                  <a:cubicBezTo>
                    <a:pt x="129109" y="189759"/>
                    <a:pt x="190219" y="131523"/>
                    <a:pt x="193547" y="68849"/>
                  </a:cubicBezTo>
                  <a:cubicBezTo>
                    <a:pt x="195665" y="29748"/>
                    <a:pt x="166017" y="75"/>
                    <a:pt x="125478" y="75"/>
                  </a:cubicBezTo>
                  <a:close/>
                  <a:moveTo>
                    <a:pt x="122756" y="9226"/>
                  </a:moveTo>
                  <a:cubicBezTo>
                    <a:pt x="146655" y="9226"/>
                    <a:pt x="161782" y="25311"/>
                    <a:pt x="161782" y="51378"/>
                  </a:cubicBezTo>
                  <a:cubicBezTo>
                    <a:pt x="161782" y="81328"/>
                    <a:pt x="147563" y="121817"/>
                    <a:pt x="127899" y="147884"/>
                  </a:cubicBezTo>
                  <a:cubicBezTo>
                    <a:pt x="111260" y="169792"/>
                    <a:pt x="92503" y="180608"/>
                    <a:pt x="71326" y="180608"/>
                  </a:cubicBezTo>
                  <a:cubicBezTo>
                    <a:pt x="45914" y="180608"/>
                    <a:pt x="31998" y="163691"/>
                    <a:pt x="31998" y="133741"/>
                  </a:cubicBezTo>
                  <a:cubicBezTo>
                    <a:pt x="31998" y="107673"/>
                    <a:pt x="47124" y="66353"/>
                    <a:pt x="65276" y="42227"/>
                  </a:cubicBezTo>
                  <a:cubicBezTo>
                    <a:pt x="82217" y="19764"/>
                    <a:pt x="100671" y="9226"/>
                    <a:pt x="122756" y="9226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91719AC4-C9E4-968D-100F-4E10B0C92DA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853175" y="4505373"/>
              <a:ext cx="111027" cy="122296"/>
            </a:xfrm>
            <a:custGeom>
              <a:avLst/>
              <a:gdLst>
                <a:gd name="connsiteX0" fmla="*/ 23232 w 111027"/>
                <a:gd name="connsiteY0" fmla="*/ 122371 h 122296"/>
                <a:gd name="connsiteX1" fmla="*/ 58022 w 111027"/>
                <a:gd name="connsiteY1" fmla="*/ 42227 h 122296"/>
                <a:gd name="connsiteX2" fmla="*/ 81619 w 111027"/>
                <a:gd name="connsiteY2" fmla="*/ 18100 h 122296"/>
                <a:gd name="connsiteX3" fmla="*/ 86460 w 111027"/>
                <a:gd name="connsiteY3" fmla="*/ 21983 h 122296"/>
                <a:gd name="connsiteX4" fmla="*/ 97351 w 111027"/>
                <a:gd name="connsiteY4" fmla="*/ 28084 h 122296"/>
                <a:gd name="connsiteX5" fmla="*/ 111267 w 111027"/>
                <a:gd name="connsiteY5" fmla="*/ 14495 h 122296"/>
                <a:gd name="connsiteX6" fmla="*/ 97048 w 111027"/>
                <a:gd name="connsiteY6" fmla="*/ 75 h 122296"/>
                <a:gd name="connsiteX7" fmla="*/ 74056 w 111027"/>
                <a:gd name="connsiteY7" fmla="*/ 11722 h 122296"/>
                <a:gd name="connsiteX8" fmla="*/ 44711 w 111027"/>
                <a:gd name="connsiteY8" fmla="*/ 50824 h 122296"/>
                <a:gd name="connsiteX9" fmla="*/ 40476 w 111027"/>
                <a:gd name="connsiteY9" fmla="*/ 60807 h 122296"/>
                <a:gd name="connsiteX10" fmla="*/ 56509 w 111027"/>
                <a:gd name="connsiteY10" fmla="*/ 629 h 122296"/>
                <a:gd name="connsiteX11" fmla="*/ 55602 w 111027"/>
                <a:gd name="connsiteY11" fmla="*/ 75 h 122296"/>
                <a:gd name="connsiteX12" fmla="*/ 8710 w 111027"/>
                <a:gd name="connsiteY12" fmla="*/ 7562 h 122296"/>
                <a:gd name="connsiteX13" fmla="*/ 8710 w 111027"/>
                <a:gd name="connsiteY13" fmla="*/ 12277 h 122296"/>
                <a:gd name="connsiteX14" fmla="*/ 18996 w 111027"/>
                <a:gd name="connsiteY14" fmla="*/ 10890 h 122296"/>
                <a:gd name="connsiteX15" fmla="*/ 29585 w 111027"/>
                <a:gd name="connsiteY15" fmla="*/ 18655 h 122296"/>
                <a:gd name="connsiteX16" fmla="*/ 24744 w 111027"/>
                <a:gd name="connsiteY16" fmla="*/ 41395 h 122296"/>
                <a:gd name="connsiteX17" fmla="*/ 239 w 111027"/>
                <a:gd name="connsiteY17" fmla="*/ 122371 h 122296"/>
                <a:gd name="connsiteX18" fmla="*/ 23232 w 11102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027" h="122296">
                  <a:moveTo>
                    <a:pt x="23232" y="122371"/>
                  </a:moveTo>
                  <a:cubicBezTo>
                    <a:pt x="38963" y="75227"/>
                    <a:pt x="44106" y="63303"/>
                    <a:pt x="58022" y="42227"/>
                  </a:cubicBezTo>
                  <a:cubicBezTo>
                    <a:pt x="68005" y="26697"/>
                    <a:pt x="76476" y="18100"/>
                    <a:pt x="81619" y="18100"/>
                  </a:cubicBezTo>
                  <a:cubicBezTo>
                    <a:pt x="83434" y="18100"/>
                    <a:pt x="84947" y="19210"/>
                    <a:pt x="86460" y="21983"/>
                  </a:cubicBezTo>
                  <a:cubicBezTo>
                    <a:pt x="88880" y="26697"/>
                    <a:pt x="91300" y="28084"/>
                    <a:pt x="97351" y="28084"/>
                  </a:cubicBezTo>
                  <a:cubicBezTo>
                    <a:pt x="106124" y="28084"/>
                    <a:pt x="111267" y="23092"/>
                    <a:pt x="111267" y="14495"/>
                  </a:cubicBezTo>
                  <a:cubicBezTo>
                    <a:pt x="111267" y="5898"/>
                    <a:pt x="105519" y="75"/>
                    <a:pt x="97048" y="75"/>
                  </a:cubicBezTo>
                  <a:cubicBezTo>
                    <a:pt x="90090" y="75"/>
                    <a:pt x="81922" y="4234"/>
                    <a:pt x="74056" y="11722"/>
                  </a:cubicBezTo>
                  <a:cubicBezTo>
                    <a:pt x="61652" y="23369"/>
                    <a:pt x="49551" y="39731"/>
                    <a:pt x="44711" y="50824"/>
                  </a:cubicBezTo>
                  <a:lnTo>
                    <a:pt x="40476" y="60807"/>
                  </a:lnTo>
                  <a:lnTo>
                    <a:pt x="56509" y="629"/>
                  </a:lnTo>
                  <a:lnTo>
                    <a:pt x="55602" y="75"/>
                  </a:lnTo>
                  <a:cubicBezTo>
                    <a:pt x="33517" y="3680"/>
                    <a:pt x="30795" y="4234"/>
                    <a:pt x="8710" y="7562"/>
                  </a:cubicBezTo>
                  <a:lnTo>
                    <a:pt x="8710" y="12277"/>
                  </a:lnTo>
                  <a:cubicBezTo>
                    <a:pt x="15971" y="10890"/>
                    <a:pt x="16878" y="10890"/>
                    <a:pt x="18996" y="10890"/>
                  </a:cubicBezTo>
                  <a:cubicBezTo>
                    <a:pt x="25652" y="10890"/>
                    <a:pt x="29585" y="13663"/>
                    <a:pt x="29585" y="18655"/>
                  </a:cubicBezTo>
                  <a:cubicBezTo>
                    <a:pt x="29585" y="22537"/>
                    <a:pt x="29585" y="22537"/>
                    <a:pt x="24744" y="41395"/>
                  </a:cubicBezTo>
                  <a:lnTo>
                    <a:pt x="239" y="122371"/>
                  </a:lnTo>
                  <a:lnTo>
                    <a:pt x="23232" y="122371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AF6CC481-DF0C-8F2E-11C2-6251FEA0393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950984" y="4438263"/>
              <a:ext cx="154893" cy="193012"/>
            </a:xfrm>
            <a:custGeom>
              <a:avLst/>
              <a:gdLst>
                <a:gd name="connsiteX0" fmla="*/ 135775 w 154893"/>
                <a:gd name="connsiteY0" fmla="*/ 158700 h 193012"/>
                <a:gd name="connsiteX1" fmla="*/ 110968 w 154893"/>
                <a:gd name="connsiteY1" fmla="*/ 178389 h 193012"/>
                <a:gd name="connsiteX2" fmla="*/ 105522 w 154893"/>
                <a:gd name="connsiteY2" fmla="*/ 172843 h 193012"/>
                <a:gd name="connsiteX3" fmla="*/ 125187 w 154893"/>
                <a:gd name="connsiteY3" fmla="*/ 104623 h 193012"/>
                <a:gd name="connsiteX4" fmla="*/ 155137 w 154893"/>
                <a:gd name="connsiteY4" fmla="*/ 1461 h 193012"/>
                <a:gd name="connsiteX5" fmla="*/ 153624 w 154893"/>
                <a:gd name="connsiteY5" fmla="*/ 75 h 193012"/>
                <a:gd name="connsiteX6" fmla="*/ 107337 w 154893"/>
                <a:gd name="connsiteY6" fmla="*/ 6453 h 193012"/>
                <a:gd name="connsiteX7" fmla="*/ 107337 w 154893"/>
                <a:gd name="connsiteY7" fmla="*/ 11167 h 193012"/>
                <a:gd name="connsiteX8" fmla="*/ 126094 w 154893"/>
                <a:gd name="connsiteY8" fmla="*/ 18378 h 193012"/>
                <a:gd name="connsiteX9" fmla="*/ 121556 w 154893"/>
                <a:gd name="connsiteY9" fmla="*/ 37790 h 193012"/>
                <a:gd name="connsiteX10" fmla="*/ 108245 w 154893"/>
                <a:gd name="connsiteY10" fmla="*/ 83270 h 193012"/>
                <a:gd name="connsiteX11" fmla="*/ 88581 w 154893"/>
                <a:gd name="connsiteY11" fmla="*/ 67185 h 193012"/>
                <a:gd name="connsiteX12" fmla="*/ 243 w 154893"/>
                <a:gd name="connsiteY12" fmla="*/ 160918 h 193012"/>
                <a:gd name="connsiteX13" fmla="*/ 32008 w 154893"/>
                <a:gd name="connsiteY13" fmla="*/ 192532 h 193012"/>
                <a:gd name="connsiteX14" fmla="*/ 86463 w 154893"/>
                <a:gd name="connsiteY14" fmla="*/ 155926 h 193012"/>
                <a:gd name="connsiteX15" fmla="*/ 82530 w 154893"/>
                <a:gd name="connsiteY15" fmla="*/ 180608 h 193012"/>
                <a:gd name="connsiteX16" fmla="*/ 95236 w 154893"/>
                <a:gd name="connsiteY16" fmla="*/ 193087 h 193012"/>
                <a:gd name="connsiteX17" fmla="*/ 139405 w 154893"/>
                <a:gd name="connsiteY17" fmla="*/ 161473 h 193012"/>
                <a:gd name="connsiteX18" fmla="*/ 135775 w 154893"/>
                <a:gd name="connsiteY18" fmla="*/ 158700 h 193012"/>
                <a:gd name="connsiteX19" fmla="*/ 89791 w 154893"/>
                <a:gd name="connsiteY19" fmla="*/ 73564 h 193012"/>
                <a:gd name="connsiteX20" fmla="*/ 103405 w 154893"/>
                <a:gd name="connsiteY20" fmla="*/ 89371 h 193012"/>
                <a:gd name="connsiteX21" fmla="*/ 44109 w 154893"/>
                <a:gd name="connsiteY21" fmla="*/ 179221 h 193012"/>
                <a:gd name="connsiteX22" fmla="*/ 26563 w 154893"/>
                <a:gd name="connsiteY22" fmla="*/ 160918 h 193012"/>
                <a:gd name="connsiteX23" fmla="*/ 61656 w 154893"/>
                <a:gd name="connsiteY23" fmla="*/ 86320 h 193012"/>
                <a:gd name="connsiteX24" fmla="*/ 89791 w 154893"/>
                <a:gd name="connsiteY24" fmla="*/ 73564 h 19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4893" h="193012">
                  <a:moveTo>
                    <a:pt x="135775" y="158700"/>
                  </a:moveTo>
                  <a:cubicBezTo>
                    <a:pt x="119439" y="175893"/>
                    <a:pt x="116111" y="178389"/>
                    <a:pt x="110968" y="178389"/>
                  </a:cubicBezTo>
                  <a:cubicBezTo>
                    <a:pt x="107943" y="178389"/>
                    <a:pt x="105522" y="175893"/>
                    <a:pt x="105522" y="172843"/>
                  </a:cubicBezTo>
                  <a:cubicBezTo>
                    <a:pt x="105522" y="168960"/>
                    <a:pt x="115203" y="135128"/>
                    <a:pt x="125187" y="104623"/>
                  </a:cubicBezTo>
                  <a:cubicBezTo>
                    <a:pt x="133355" y="79110"/>
                    <a:pt x="139708" y="56925"/>
                    <a:pt x="155137" y="1461"/>
                  </a:cubicBezTo>
                  <a:lnTo>
                    <a:pt x="153624" y="75"/>
                  </a:lnTo>
                  <a:cubicBezTo>
                    <a:pt x="137590" y="3125"/>
                    <a:pt x="126699" y="4789"/>
                    <a:pt x="107337" y="6453"/>
                  </a:cubicBezTo>
                  <a:lnTo>
                    <a:pt x="107337" y="11167"/>
                  </a:lnTo>
                  <a:cubicBezTo>
                    <a:pt x="123976" y="11722"/>
                    <a:pt x="126094" y="12554"/>
                    <a:pt x="126094" y="18378"/>
                  </a:cubicBezTo>
                  <a:cubicBezTo>
                    <a:pt x="126094" y="21983"/>
                    <a:pt x="125792" y="23647"/>
                    <a:pt x="121556" y="37790"/>
                  </a:cubicBezTo>
                  <a:lnTo>
                    <a:pt x="108245" y="83270"/>
                  </a:lnTo>
                  <a:cubicBezTo>
                    <a:pt x="105825" y="71622"/>
                    <a:pt x="100379" y="67185"/>
                    <a:pt x="88581" y="67185"/>
                  </a:cubicBezTo>
                  <a:cubicBezTo>
                    <a:pt x="49252" y="67185"/>
                    <a:pt x="243" y="119321"/>
                    <a:pt x="243" y="160918"/>
                  </a:cubicBezTo>
                  <a:cubicBezTo>
                    <a:pt x="243" y="180608"/>
                    <a:pt x="12344" y="192532"/>
                    <a:pt x="32008" y="192532"/>
                  </a:cubicBezTo>
                  <a:cubicBezTo>
                    <a:pt x="52580" y="192532"/>
                    <a:pt x="65891" y="183658"/>
                    <a:pt x="86463" y="155926"/>
                  </a:cubicBezTo>
                  <a:cubicBezTo>
                    <a:pt x="83135" y="170070"/>
                    <a:pt x="82530" y="174229"/>
                    <a:pt x="82530" y="180608"/>
                  </a:cubicBezTo>
                  <a:cubicBezTo>
                    <a:pt x="82530" y="188095"/>
                    <a:pt x="87673" y="193087"/>
                    <a:pt x="95236" y="193087"/>
                  </a:cubicBezTo>
                  <a:cubicBezTo>
                    <a:pt x="107943" y="193087"/>
                    <a:pt x="123674" y="181717"/>
                    <a:pt x="139405" y="161473"/>
                  </a:cubicBezTo>
                  <a:lnTo>
                    <a:pt x="135775" y="158700"/>
                  </a:lnTo>
                  <a:close/>
                  <a:moveTo>
                    <a:pt x="89791" y="73564"/>
                  </a:moveTo>
                  <a:cubicBezTo>
                    <a:pt x="98867" y="74118"/>
                    <a:pt x="103405" y="79387"/>
                    <a:pt x="103405" y="89371"/>
                  </a:cubicBezTo>
                  <a:cubicBezTo>
                    <a:pt x="103405" y="131523"/>
                    <a:pt x="71942" y="179221"/>
                    <a:pt x="44109" y="179221"/>
                  </a:cubicBezTo>
                  <a:cubicBezTo>
                    <a:pt x="33823" y="179221"/>
                    <a:pt x="26563" y="171733"/>
                    <a:pt x="26563" y="160918"/>
                  </a:cubicBezTo>
                  <a:cubicBezTo>
                    <a:pt x="26563" y="137901"/>
                    <a:pt x="41689" y="105732"/>
                    <a:pt x="61656" y="86320"/>
                  </a:cubicBezTo>
                  <a:cubicBezTo>
                    <a:pt x="70127" y="78278"/>
                    <a:pt x="81320" y="73009"/>
                    <a:pt x="89791" y="73564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3864BBE7-1AF8-A037-A925-3E0AC8E19EB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107655" y="4505373"/>
              <a:ext cx="115262" cy="125346"/>
            </a:xfrm>
            <a:custGeom>
              <a:avLst/>
              <a:gdLst>
                <a:gd name="connsiteX0" fmla="*/ 99174 w 115262"/>
                <a:gd name="connsiteY0" fmla="*/ 92144 h 125346"/>
                <a:gd name="connsiteX1" fmla="*/ 55005 w 115262"/>
                <a:gd name="connsiteY1" fmla="*/ 112942 h 125346"/>
                <a:gd name="connsiteX2" fmla="*/ 26568 w 115262"/>
                <a:gd name="connsiteY2" fmla="*/ 87984 h 125346"/>
                <a:gd name="connsiteX3" fmla="*/ 29593 w 115262"/>
                <a:gd name="connsiteY3" fmla="*/ 70790 h 125346"/>
                <a:gd name="connsiteX4" fmla="*/ 38064 w 115262"/>
                <a:gd name="connsiteY4" fmla="*/ 69681 h 125346"/>
                <a:gd name="connsiteX5" fmla="*/ 115511 w 115262"/>
                <a:gd name="connsiteY5" fmla="*/ 18932 h 125346"/>
                <a:gd name="connsiteX6" fmla="*/ 91309 w 115262"/>
                <a:gd name="connsiteY6" fmla="*/ 75 h 125346"/>
                <a:gd name="connsiteX7" fmla="*/ 248 w 115262"/>
                <a:gd name="connsiteY7" fmla="*/ 87429 h 125346"/>
                <a:gd name="connsiteX8" fmla="*/ 40182 w 115262"/>
                <a:gd name="connsiteY8" fmla="*/ 125422 h 125346"/>
                <a:gd name="connsiteX9" fmla="*/ 102805 w 115262"/>
                <a:gd name="connsiteY9" fmla="*/ 95471 h 125346"/>
                <a:gd name="connsiteX10" fmla="*/ 99174 w 115262"/>
                <a:gd name="connsiteY10" fmla="*/ 92144 h 125346"/>
                <a:gd name="connsiteX11" fmla="*/ 36854 w 115262"/>
                <a:gd name="connsiteY11" fmla="*/ 52487 h 125346"/>
                <a:gd name="connsiteX12" fmla="*/ 84955 w 115262"/>
                <a:gd name="connsiteY12" fmla="*/ 6453 h 125346"/>
                <a:gd name="connsiteX13" fmla="*/ 95544 w 115262"/>
                <a:gd name="connsiteY13" fmla="*/ 17268 h 125346"/>
                <a:gd name="connsiteX14" fmla="*/ 80418 w 115262"/>
                <a:gd name="connsiteY14" fmla="*/ 44168 h 125346"/>
                <a:gd name="connsiteX15" fmla="*/ 31711 w 115262"/>
                <a:gd name="connsiteY15" fmla="*/ 64689 h 125346"/>
                <a:gd name="connsiteX16" fmla="*/ 36854 w 115262"/>
                <a:gd name="connsiteY16" fmla="*/ 5248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262" h="125346">
                  <a:moveTo>
                    <a:pt x="99174" y="92144"/>
                  </a:moveTo>
                  <a:cubicBezTo>
                    <a:pt x="77392" y="108505"/>
                    <a:pt x="68014" y="112942"/>
                    <a:pt x="55005" y="112942"/>
                  </a:cubicBezTo>
                  <a:cubicBezTo>
                    <a:pt x="37761" y="112942"/>
                    <a:pt x="26568" y="102959"/>
                    <a:pt x="26568" y="87984"/>
                  </a:cubicBezTo>
                  <a:cubicBezTo>
                    <a:pt x="26568" y="83824"/>
                    <a:pt x="27173" y="79664"/>
                    <a:pt x="29593" y="70790"/>
                  </a:cubicBezTo>
                  <a:lnTo>
                    <a:pt x="38064" y="69681"/>
                  </a:lnTo>
                  <a:cubicBezTo>
                    <a:pt x="83443" y="63857"/>
                    <a:pt x="115511" y="42781"/>
                    <a:pt x="115511" y="18932"/>
                  </a:cubicBezTo>
                  <a:cubicBezTo>
                    <a:pt x="115511" y="7285"/>
                    <a:pt x="106435" y="75"/>
                    <a:pt x="91309" y="75"/>
                  </a:cubicBezTo>
                  <a:cubicBezTo>
                    <a:pt x="47745" y="75"/>
                    <a:pt x="248" y="45832"/>
                    <a:pt x="248" y="87429"/>
                  </a:cubicBezTo>
                  <a:cubicBezTo>
                    <a:pt x="248" y="109892"/>
                    <a:pt x="16584" y="125422"/>
                    <a:pt x="40182" y="125422"/>
                  </a:cubicBezTo>
                  <a:cubicBezTo>
                    <a:pt x="61661" y="125422"/>
                    <a:pt x="84955" y="114052"/>
                    <a:pt x="102805" y="95471"/>
                  </a:cubicBezTo>
                  <a:lnTo>
                    <a:pt x="99174" y="92144"/>
                  </a:lnTo>
                  <a:close/>
                  <a:moveTo>
                    <a:pt x="36854" y="52487"/>
                  </a:moveTo>
                  <a:cubicBezTo>
                    <a:pt x="47140" y="27806"/>
                    <a:pt x="69527" y="6453"/>
                    <a:pt x="84955" y="6453"/>
                  </a:cubicBezTo>
                  <a:cubicBezTo>
                    <a:pt x="91309" y="6453"/>
                    <a:pt x="95544" y="10890"/>
                    <a:pt x="95544" y="17268"/>
                  </a:cubicBezTo>
                  <a:cubicBezTo>
                    <a:pt x="95544" y="25865"/>
                    <a:pt x="89796" y="35849"/>
                    <a:pt x="80418" y="44168"/>
                  </a:cubicBezTo>
                  <a:cubicBezTo>
                    <a:pt x="69224" y="53874"/>
                    <a:pt x="57728" y="58866"/>
                    <a:pt x="31711" y="64689"/>
                  </a:cubicBezTo>
                  <a:lnTo>
                    <a:pt x="36854" y="52487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6020F07F-1ADE-238C-58A3-9D934E4554D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246715" y="4505373"/>
              <a:ext cx="111027" cy="122296"/>
            </a:xfrm>
            <a:custGeom>
              <a:avLst/>
              <a:gdLst>
                <a:gd name="connsiteX0" fmla="*/ 23244 w 111027"/>
                <a:gd name="connsiteY0" fmla="*/ 122371 h 122296"/>
                <a:gd name="connsiteX1" fmla="*/ 58035 w 111027"/>
                <a:gd name="connsiteY1" fmla="*/ 42227 h 122296"/>
                <a:gd name="connsiteX2" fmla="*/ 81632 w 111027"/>
                <a:gd name="connsiteY2" fmla="*/ 18100 h 122296"/>
                <a:gd name="connsiteX3" fmla="*/ 86473 w 111027"/>
                <a:gd name="connsiteY3" fmla="*/ 21983 h 122296"/>
                <a:gd name="connsiteX4" fmla="*/ 97364 w 111027"/>
                <a:gd name="connsiteY4" fmla="*/ 28084 h 122296"/>
                <a:gd name="connsiteX5" fmla="*/ 111280 w 111027"/>
                <a:gd name="connsiteY5" fmla="*/ 14495 h 122296"/>
                <a:gd name="connsiteX6" fmla="*/ 97061 w 111027"/>
                <a:gd name="connsiteY6" fmla="*/ 75 h 122296"/>
                <a:gd name="connsiteX7" fmla="*/ 74069 w 111027"/>
                <a:gd name="connsiteY7" fmla="*/ 11722 h 122296"/>
                <a:gd name="connsiteX8" fmla="*/ 44724 w 111027"/>
                <a:gd name="connsiteY8" fmla="*/ 50824 h 122296"/>
                <a:gd name="connsiteX9" fmla="*/ 40488 w 111027"/>
                <a:gd name="connsiteY9" fmla="*/ 60807 h 122296"/>
                <a:gd name="connsiteX10" fmla="*/ 56522 w 111027"/>
                <a:gd name="connsiteY10" fmla="*/ 629 h 122296"/>
                <a:gd name="connsiteX11" fmla="*/ 55615 w 111027"/>
                <a:gd name="connsiteY11" fmla="*/ 75 h 122296"/>
                <a:gd name="connsiteX12" fmla="*/ 8723 w 111027"/>
                <a:gd name="connsiteY12" fmla="*/ 7562 h 122296"/>
                <a:gd name="connsiteX13" fmla="*/ 8723 w 111027"/>
                <a:gd name="connsiteY13" fmla="*/ 12277 h 122296"/>
                <a:gd name="connsiteX14" fmla="*/ 19009 w 111027"/>
                <a:gd name="connsiteY14" fmla="*/ 10890 h 122296"/>
                <a:gd name="connsiteX15" fmla="*/ 29598 w 111027"/>
                <a:gd name="connsiteY15" fmla="*/ 18655 h 122296"/>
                <a:gd name="connsiteX16" fmla="*/ 24757 w 111027"/>
                <a:gd name="connsiteY16" fmla="*/ 41395 h 122296"/>
                <a:gd name="connsiteX17" fmla="*/ 252 w 111027"/>
                <a:gd name="connsiteY17" fmla="*/ 122371 h 122296"/>
                <a:gd name="connsiteX18" fmla="*/ 23244 w 11102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027" h="122296">
                  <a:moveTo>
                    <a:pt x="23244" y="122371"/>
                  </a:moveTo>
                  <a:cubicBezTo>
                    <a:pt x="38976" y="75227"/>
                    <a:pt x="44119" y="63303"/>
                    <a:pt x="58035" y="42227"/>
                  </a:cubicBezTo>
                  <a:cubicBezTo>
                    <a:pt x="68018" y="26697"/>
                    <a:pt x="76489" y="18100"/>
                    <a:pt x="81632" y="18100"/>
                  </a:cubicBezTo>
                  <a:cubicBezTo>
                    <a:pt x="83447" y="18100"/>
                    <a:pt x="84960" y="19210"/>
                    <a:pt x="86473" y="21983"/>
                  </a:cubicBezTo>
                  <a:cubicBezTo>
                    <a:pt x="88893" y="26697"/>
                    <a:pt x="91313" y="28084"/>
                    <a:pt x="97364" y="28084"/>
                  </a:cubicBezTo>
                  <a:cubicBezTo>
                    <a:pt x="106137" y="28084"/>
                    <a:pt x="111280" y="23092"/>
                    <a:pt x="111280" y="14495"/>
                  </a:cubicBezTo>
                  <a:cubicBezTo>
                    <a:pt x="111280" y="5898"/>
                    <a:pt x="105532" y="75"/>
                    <a:pt x="97061" y="75"/>
                  </a:cubicBezTo>
                  <a:cubicBezTo>
                    <a:pt x="90103" y="75"/>
                    <a:pt x="81935" y="4234"/>
                    <a:pt x="74069" y="11722"/>
                  </a:cubicBezTo>
                  <a:cubicBezTo>
                    <a:pt x="61665" y="23369"/>
                    <a:pt x="49564" y="39731"/>
                    <a:pt x="44724" y="50824"/>
                  </a:cubicBezTo>
                  <a:lnTo>
                    <a:pt x="40488" y="60807"/>
                  </a:lnTo>
                  <a:lnTo>
                    <a:pt x="56522" y="629"/>
                  </a:lnTo>
                  <a:lnTo>
                    <a:pt x="55615" y="75"/>
                  </a:lnTo>
                  <a:cubicBezTo>
                    <a:pt x="33530" y="3680"/>
                    <a:pt x="30808" y="4234"/>
                    <a:pt x="8723" y="7562"/>
                  </a:cubicBezTo>
                  <a:lnTo>
                    <a:pt x="8723" y="12277"/>
                  </a:lnTo>
                  <a:cubicBezTo>
                    <a:pt x="15984" y="10890"/>
                    <a:pt x="16891" y="10890"/>
                    <a:pt x="19009" y="10890"/>
                  </a:cubicBezTo>
                  <a:cubicBezTo>
                    <a:pt x="25665" y="10890"/>
                    <a:pt x="29598" y="13663"/>
                    <a:pt x="29598" y="18655"/>
                  </a:cubicBezTo>
                  <a:cubicBezTo>
                    <a:pt x="29598" y="22537"/>
                    <a:pt x="29598" y="22537"/>
                    <a:pt x="24757" y="41395"/>
                  </a:cubicBezTo>
                  <a:lnTo>
                    <a:pt x="252" y="122371"/>
                  </a:lnTo>
                  <a:lnTo>
                    <a:pt x="23244" y="122371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4E01A6BD-37FD-F6AF-0ACC-35844A4118A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431978" y="4442145"/>
              <a:ext cx="82589" cy="235441"/>
            </a:xfrm>
            <a:custGeom>
              <a:avLst/>
              <a:gdLst>
                <a:gd name="connsiteX0" fmla="*/ 4192 w 82589"/>
                <a:gd name="connsiteY0" fmla="*/ 235516 h 235441"/>
                <a:gd name="connsiteX1" fmla="*/ 70748 w 82589"/>
                <a:gd name="connsiteY1" fmla="*/ 157590 h 235441"/>
                <a:gd name="connsiteX2" fmla="*/ 82849 w 82589"/>
                <a:gd name="connsiteY2" fmla="*/ 101295 h 235441"/>
                <a:gd name="connsiteX3" fmla="*/ 76193 w 82589"/>
                <a:gd name="connsiteY3" fmla="*/ 51101 h 235441"/>
                <a:gd name="connsiteX4" fmla="*/ 52898 w 82589"/>
                <a:gd name="connsiteY4" fmla="*/ 75 h 235441"/>
                <a:gd name="connsiteX5" fmla="*/ 47150 w 82589"/>
                <a:gd name="connsiteY5" fmla="*/ 1461 h 235441"/>
                <a:gd name="connsiteX6" fmla="*/ 61974 w 82589"/>
                <a:gd name="connsiteY6" fmla="*/ 74118 h 235441"/>
                <a:gd name="connsiteX7" fmla="*/ 36562 w 82589"/>
                <a:gd name="connsiteY7" fmla="*/ 183935 h 235441"/>
                <a:gd name="connsiteX8" fmla="*/ 259 w 82589"/>
                <a:gd name="connsiteY8" fmla="*/ 231356 h 235441"/>
                <a:gd name="connsiteX9" fmla="*/ 4192 w 82589"/>
                <a:gd name="connsiteY9" fmla="*/ 235516 h 23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589" h="235441">
                  <a:moveTo>
                    <a:pt x="4192" y="235516"/>
                  </a:moveTo>
                  <a:cubicBezTo>
                    <a:pt x="41705" y="205566"/>
                    <a:pt x="57134" y="187818"/>
                    <a:pt x="70748" y="157590"/>
                  </a:cubicBezTo>
                  <a:cubicBezTo>
                    <a:pt x="79218" y="139287"/>
                    <a:pt x="82849" y="121817"/>
                    <a:pt x="82849" y="101295"/>
                  </a:cubicBezTo>
                  <a:cubicBezTo>
                    <a:pt x="82849" y="85488"/>
                    <a:pt x="80428" y="67740"/>
                    <a:pt x="76193" y="51101"/>
                  </a:cubicBezTo>
                  <a:cubicBezTo>
                    <a:pt x="71050" y="32243"/>
                    <a:pt x="66512" y="22260"/>
                    <a:pt x="52898" y="75"/>
                  </a:cubicBezTo>
                  <a:lnTo>
                    <a:pt x="47150" y="1461"/>
                  </a:lnTo>
                  <a:cubicBezTo>
                    <a:pt x="57436" y="23924"/>
                    <a:pt x="61974" y="46387"/>
                    <a:pt x="61974" y="74118"/>
                  </a:cubicBezTo>
                  <a:cubicBezTo>
                    <a:pt x="61974" y="109337"/>
                    <a:pt x="51688" y="154263"/>
                    <a:pt x="36562" y="183935"/>
                  </a:cubicBezTo>
                  <a:cubicBezTo>
                    <a:pt x="27789" y="201961"/>
                    <a:pt x="18713" y="213608"/>
                    <a:pt x="259" y="231356"/>
                  </a:cubicBezTo>
                  <a:lnTo>
                    <a:pt x="4192" y="235516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36" name="Group 73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second Order )}&#10;$$&#10;}&#10;\end{document}" title="IguanaTex Shape Display">
            <a:extLst>
              <a:ext uri="{FF2B5EF4-FFF2-40B4-BE49-F238E27FC236}">
                <a16:creationId xmlns:a16="http://schemas.microsoft.com/office/drawing/2014/main" id="{A39DBE3B-82CD-51D7-C26D-6EF125E8DDB8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9991271" y="5309326"/>
            <a:ext cx="1977752" cy="239600"/>
            <a:chOff x="16252302" y="7177109"/>
            <a:chExt cx="1977752" cy="2396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F764231C-D9DE-B588-721A-62219042662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6252302" y="7180991"/>
              <a:ext cx="82589" cy="235718"/>
            </a:xfrm>
            <a:custGeom>
              <a:avLst/>
              <a:gdLst>
                <a:gd name="connsiteX0" fmla="*/ 35596 w 82589"/>
                <a:gd name="connsiteY0" fmla="*/ 234130 h 235718"/>
                <a:gd name="connsiteX1" fmla="*/ 21075 w 82589"/>
                <a:gd name="connsiteY1" fmla="*/ 162027 h 235718"/>
                <a:gd name="connsiteX2" fmla="*/ 43765 w 82589"/>
                <a:gd name="connsiteY2" fmla="*/ 58034 h 235718"/>
                <a:gd name="connsiteX3" fmla="*/ 82791 w 82589"/>
                <a:gd name="connsiteY3" fmla="*/ 4234 h 235718"/>
                <a:gd name="connsiteX4" fmla="*/ 78858 w 82589"/>
                <a:gd name="connsiteY4" fmla="*/ 75 h 235718"/>
                <a:gd name="connsiteX5" fmla="*/ 11394 w 82589"/>
                <a:gd name="connsiteY5" fmla="*/ 79942 h 235718"/>
                <a:gd name="connsiteX6" fmla="*/ 201 w 82589"/>
                <a:gd name="connsiteY6" fmla="*/ 135682 h 235718"/>
                <a:gd name="connsiteX7" fmla="*/ 10487 w 82589"/>
                <a:gd name="connsiteY7" fmla="*/ 196969 h 235718"/>
                <a:gd name="connsiteX8" fmla="*/ 30151 w 82589"/>
                <a:gd name="connsiteY8" fmla="*/ 235794 h 235718"/>
                <a:gd name="connsiteX9" fmla="*/ 35596 w 82589"/>
                <a:gd name="connsiteY9" fmla="*/ 234130 h 2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589" h="235718">
                  <a:moveTo>
                    <a:pt x="35596" y="234130"/>
                  </a:moveTo>
                  <a:cubicBezTo>
                    <a:pt x="24705" y="206121"/>
                    <a:pt x="21075" y="188650"/>
                    <a:pt x="21075" y="162027"/>
                  </a:cubicBezTo>
                  <a:cubicBezTo>
                    <a:pt x="21075" y="128749"/>
                    <a:pt x="29848" y="88816"/>
                    <a:pt x="43765" y="58034"/>
                  </a:cubicBezTo>
                  <a:cubicBezTo>
                    <a:pt x="53445" y="36126"/>
                    <a:pt x="63126" y="23092"/>
                    <a:pt x="82791" y="4234"/>
                  </a:cubicBezTo>
                  <a:lnTo>
                    <a:pt x="78858" y="75"/>
                  </a:lnTo>
                  <a:cubicBezTo>
                    <a:pt x="39529" y="32798"/>
                    <a:pt x="24100" y="51101"/>
                    <a:pt x="11394" y="79942"/>
                  </a:cubicBezTo>
                  <a:cubicBezTo>
                    <a:pt x="3529" y="97413"/>
                    <a:pt x="201" y="114606"/>
                    <a:pt x="201" y="135682"/>
                  </a:cubicBezTo>
                  <a:cubicBezTo>
                    <a:pt x="201" y="157036"/>
                    <a:pt x="3831" y="177834"/>
                    <a:pt x="10487" y="196969"/>
                  </a:cubicBezTo>
                  <a:cubicBezTo>
                    <a:pt x="14722" y="208894"/>
                    <a:pt x="19260" y="217491"/>
                    <a:pt x="30151" y="235794"/>
                  </a:cubicBezTo>
                  <a:lnTo>
                    <a:pt x="35596" y="234130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E023E9EA-FBED-A724-D459-73DBD67EA41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6421470" y="7243942"/>
              <a:ext cx="105884" cy="126178"/>
            </a:xfrm>
            <a:custGeom>
              <a:avLst/>
              <a:gdLst>
                <a:gd name="connsiteX0" fmla="*/ 6257 w 105884"/>
                <a:gd name="connsiteY0" fmla="*/ 82160 h 126178"/>
                <a:gd name="connsiteX1" fmla="*/ 207 w 105884"/>
                <a:gd name="connsiteY1" fmla="*/ 126254 h 126178"/>
                <a:gd name="connsiteX2" fmla="*/ 5047 w 105884"/>
                <a:gd name="connsiteY2" fmla="*/ 126254 h 126178"/>
                <a:gd name="connsiteX3" fmla="*/ 12308 w 105884"/>
                <a:gd name="connsiteY3" fmla="*/ 120430 h 126178"/>
                <a:gd name="connsiteX4" fmla="*/ 27131 w 105884"/>
                <a:gd name="connsiteY4" fmla="*/ 122926 h 126178"/>
                <a:gd name="connsiteX5" fmla="*/ 43770 w 105884"/>
                <a:gd name="connsiteY5" fmla="*/ 125699 h 126178"/>
                <a:gd name="connsiteX6" fmla="*/ 87334 w 105884"/>
                <a:gd name="connsiteY6" fmla="*/ 89648 h 126178"/>
                <a:gd name="connsiteX7" fmla="*/ 66762 w 105884"/>
                <a:gd name="connsiteY7" fmla="*/ 50824 h 126178"/>
                <a:gd name="connsiteX8" fmla="*/ 50426 w 105884"/>
                <a:gd name="connsiteY8" fmla="*/ 21705 h 126178"/>
                <a:gd name="connsiteX9" fmla="*/ 67368 w 105884"/>
                <a:gd name="connsiteY9" fmla="*/ 6730 h 126178"/>
                <a:gd name="connsiteX10" fmla="*/ 95200 w 105884"/>
                <a:gd name="connsiteY10" fmla="*/ 38622 h 126178"/>
                <a:gd name="connsiteX11" fmla="*/ 100040 w 105884"/>
                <a:gd name="connsiteY11" fmla="*/ 38622 h 126178"/>
                <a:gd name="connsiteX12" fmla="*/ 106091 w 105884"/>
                <a:gd name="connsiteY12" fmla="*/ 75 h 126178"/>
                <a:gd name="connsiteX13" fmla="*/ 101856 w 105884"/>
                <a:gd name="connsiteY13" fmla="*/ 75 h 126178"/>
                <a:gd name="connsiteX14" fmla="*/ 92780 w 105884"/>
                <a:gd name="connsiteY14" fmla="*/ 5066 h 126178"/>
                <a:gd name="connsiteX15" fmla="*/ 81889 w 105884"/>
                <a:gd name="connsiteY15" fmla="*/ 3125 h 126178"/>
                <a:gd name="connsiteX16" fmla="*/ 64947 w 105884"/>
                <a:gd name="connsiteY16" fmla="*/ 352 h 126178"/>
                <a:gd name="connsiteX17" fmla="*/ 28342 w 105884"/>
                <a:gd name="connsiteY17" fmla="*/ 30857 h 126178"/>
                <a:gd name="connsiteX18" fmla="*/ 47401 w 105884"/>
                <a:gd name="connsiteY18" fmla="*/ 66631 h 126178"/>
                <a:gd name="connsiteX19" fmla="*/ 64342 w 105884"/>
                <a:gd name="connsiteY19" fmla="*/ 98522 h 126178"/>
                <a:gd name="connsiteX20" fmla="*/ 41955 w 105884"/>
                <a:gd name="connsiteY20" fmla="*/ 119875 h 126178"/>
                <a:gd name="connsiteX21" fmla="*/ 11098 w 105884"/>
                <a:gd name="connsiteY21" fmla="*/ 82160 h 126178"/>
                <a:gd name="connsiteX22" fmla="*/ 6257 w 105884"/>
                <a:gd name="connsiteY22" fmla="*/ 82160 h 12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26178">
                  <a:moveTo>
                    <a:pt x="6257" y="82160"/>
                  </a:moveTo>
                  <a:lnTo>
                    <a:pt x="207" y="126254"/>
                  </a:lnTo>
                  <a:lnTo>
                    <a:pt x="5047" y="126254"/>
                  </a:lnTo>
                  <a:cubicBezTo>
                    <a:pt x="7467" y="121817"/>
                    <a:pt x="9282" y="120430"/>
                    <a:pt x="12308" y="120430"/>
                  </a:cubicBezTo>
                  <a:cubicBezTo>
                    <a:pt x="15635" y="120430"/>
                    <a:pt x="21081" y="121539"/>
                    <a:pt x="27131" y="122926"/>
                  </a:cubicBezTo>
                  <a:cubicBezTo>
                    <a:pt x="33787" y="124867"/>
                    <a:pt x="38930" y="125699"/>
                    <a:pt x="43770" y="125699"/>
                  </a:cubicBezTo>
                  <a:cubicBezTo>
                    <a:pt x="69183" y="125699"/>
                    <a:pt x="87334" y="110724"/>
                    <a:pt x="87334" y="89648"/>
                  </a:cubicBezTo>
                  <a:cubicBezTo>
                    <a:pt x="87334" y="79110"/>
                    <a:pt x="80981" y="66908"/>
                    <a:pt x="66762" y="50824"/>
                  </a:cubicBezTo>
                  <a:cubicBezTo>
                    <a:pt x="55266" y="37790"/>
                    <a:pt x="50426" y="29193"/>
                    <a:pt x="50426" y="21705"/>
                  </a:cubicBezTo>
                  <a:cubicBezTo>
                    <a:pt x="50426" y="12554"/>
                    <a:pt x="56779" y="6730"/>
                    <a:pt x="67368" y="6730"/>
                  </a:cubicBezTo>
                  <a:cubicBezTo>
                    <a:pt x="83099" y="6730"/>
                    <a:pt x="92175" y="16991"/>
                    <a:pt x="95200" y="38622"/>
                  </a:cubicBezTo>
                  <a:lnTo>
                    <a:pt x="100040" y="38622"/>
                  </a:lnTo>
                  <a:lnTo>
                    <a:pt x="106091" y="75"/>
                  </a:lnTo>
                  <a:lnTo>
                    <a:pt x="101856" y="75"/>
                  </a:lnTo>
                  <a:cubicBezTo>
                    <a:pt x="99435" y="3957"/>
                    <a:pt x="97015" y="5066"/>
                    <a:pt x="92780" y="5066"/>
                  </a:cubicBezTo>
                  <a:cubicBezTo>
                    <a:pt x="90662" y="5066"/>
                    <a:pt x="87637" y="4512"/>
                    <a:pt x="81889" y="3125"/>
                  </a:cubicBezTo>
                  <a:cubicBezTo>
                    <a:pt x="74326" y="907"/>
                    <a:pt x="69788" y="352"/>
                    <a:pt x="64947" y="352"/>
                  </a:cubicBezTo>
                  <a:cubicBezTo>
                    <a:pt x="42863" y="352"/>
                    <a:pt x="28342" y="12277"/>
                    <a:pt x="28342" y="30857"/>
                  </a:cubicBezTo>
                  <a:cubicBezTo>
                    <a:pt x="28342" y="39731"/>
                    <a:pt x="34695" y="51656"/>
                    <a:pt x="47401" y="66631"/>
                  </a:cubicBezTo>
                  <a:cubicBezTo>
                    <a:pt x="59199" y="80774"/>
                    <a:pt x="64342" y="90480"/>
                    <a:pt x="64342" y="98522"/>
                  </a:cubicBezTo>
                  <a:cubicBezTo>
                    <a:pt x="64342" y="111001"/>
                    <a:pt x="55266" y="119875"/>
                    <a:pt x="41955" y="119875"/>
                  </a:cubicBezTo>
                  <a:cubicBezTo>
                    <a:pt x="25316" y="119875"/>
                    <a:pt x="15938" y="108505"/>
                    <a:pt x="11098" y="82160"/>
                  </a:cubicBezTo>
                  <a:lnTo>
                    <a:pt x="6257" y="82160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87200AF5-6E0E-E284-1DEB-D34BFD09246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6544129" y="7244219"/>
              <a:ext cx="115262" cy="125346"/>
            </a:xfrm>
            <a:custGeom>
              <a:avLst/>
              <a:gdLst>
                <a:gd name="connsiteX0" fmla="*/ 99137 w 115262"/>
                <a:gd name="connsiteY0" fmla="*/ 92144 h 125346"/>
                <a:gd name="connsiteX1" fmla="*/ 54968 w 115262"/>
                <a:gd name="connsiteY1" fmla="*/ 112942 h 125346"/>
                <a:gd name="connsiteX2" fmla="*/ 26530 w 115262"/>
                <a:gd name="connsiteY2" fmla="*/ 87984 h 125346"/>
                <a:gd name="connsiteX3" fmla="*/ 29556 w 115262"/>
                <a:gd name="connsiteY3" fmla="*/ 70790 h 125346"/>
                <a:gd name="connsiteX4" fmla="*/ 38026 w 115262"/>
                <a:gd name="connsiteY4" fmla="*/ 69681 h 125346"/>
                <a:gd name="connsiteX5" fmla="*/ 115473 w 115262"/>
                <a:gd name="connsiteY5" fmla="*/ 18932 h 125346"/>
                <a:gd name="connsiteX6" fmla="*/ 91271 w 115262"/>
                <a:gd name="connsiteY6" fmla="*/ 75 h 125346"/>
                <a:gd name="connsiteX7" fmla="*/ 210 w 115262"/>
                <a:gd name="connsiteY7" fmla="*/ 87429 h 125346"/>
                <a:gd name="connsiteX8" fmla="*/ 40144 w 115262"/>
                <a:gd name="connsiteY8" fmla="*/ 125422 h 125346"/>
                <a:gd name="connsiteX9" fmla="*/ 102767 w 115262"/>
                <a:gd name="connsiteY9" fmla="*/ 95471 h 125346"/>
                <a:gd name="connsiteX10" fmla="*/ 99137 w 115262"/>
                <a:gd name="connsiteY10" fmla="*/ 92144 h 125346"/>
                <a:gd name="connsiteX11" fmla="*/ 36816 w 115262"/>
                <a:gd name="connsiteY11" fmla="*/ 52487 h 125346"/>
                <a:gd name="connsiteX12" fmla="*/ 84918 w 115262"/>
                <a:gd name="connsiteY12" fmla="*/ 6453 h 125346"/>
                <a:gd name="connsiteX13" fmla="*/ 95506 w 115262"/>
                <a:gd name="connsiteY13" fmla="*/ 17268 h 125346"/>
                <a:gd name="connsiteX14" fmla="*/ 80380 w 115262"/>
                <a:gd name="connsiteY14" fmla="*/ 44168 h 125346"/>
                <a:gd name="connsiteX15" fmla="*/ 31673 w 115262"/>
                <a:gd name="connsiteY15" fmla="*/ 64689 h 125346"/>
                <a:gd name="connsiteX16" fmla="*/ 36816 w 115262"/>
                <a:gd name="connsiteY16" fmla="*/ 5248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262" h="125346">
                  <a:moveTo>
                    <a:pt x="99137" y="92144"/>
                  </a:moveTo>
                  <a:cubicBezTo>
                    <a:pt x="77355" y="108505"/>
                    <a:pt x="67976" y="112942"/>
                    <a:pt x="54968" y="112942"/>
                  </a:cubicBezTo>
                  <a:cubicBezTo>
                    <a:pt x="37724" y="112942"/>
                    <a:pt x="26530" y="102959"/>
                    <a:pt x="26530" y="87984"/>
                  </a:cubicBezTo>
                  <a:cubicBezTo>
                    <a:pt x="26530" y="83824"/>
                    <a:pt x="27135" y="79664"/>
                    <a:pt x="29556" y="70790"/>
                  </a:cubicBezTo>
                  <a:lnTo>
                    <a:pt x="38026" y="69681"/>
                  </a:lnTo>
                  <a:cubicBezTo>
                    <a:pt x="83405" y="63857"/>
                    <a:pt x="115473" y="42781"/>
                    <a:pt x="115473" y="18932"/>
                  </a:cubicBezTo>
                  <a:cubicBezTo>
                    <a:pt x="115473" y="7285"/>
                    <a:pt x="106397" y="75"/>
                    <a:pt x="91271" y="75"/>
                  </a:cubicBezTo>
                  <a:cubicBezTo>
                    <a:pt x="47707" y="75"/>
                    <a:pt x="210" y="45832"/>
                    <a:pt x="210" y="87429"/>
                  </a:cubicBezTo>
                  <a:cubicBezTo>
                    <a:pt x="210" y="109892"/>
                    <a:pt x="16547" y="125422"/>
                    <a:pt x="40144" y="125422"/>
                  </a:cubicBezTo>
                  <a:cubicBezTo>
                    <a:pt x="61623" y="125422"/>
                    <a:pt x="84918" y="114052"/>
                    <a:pt x="102767" y="95471"/>
                  </a:cubicBezTo>
                  <a:lnTo>
                    <a:pt x="99137" y="92144"/>
                  </a:lnTo>
                  <a:close/>
                  <a:moveTo>
                    <a:pt x="36816" y="52487"/>
                  </a:moveTo>
                  <a:cubicBezTo>
                    <a:pt x="47102" y="27806"/>
                    <a:pt x="69489" y="6453"/>
                    <a:pt x="84918" y="6453"/>
                  </a:cubicBezTo>
                  <a:cubicBezTo>
                    <a:pt x="91271" y="6453"/>
                    <a:pt x="95506" y="10890"/>
                    <a:pt x="95506" y="17268"/>
                  </a:cubicBezTo>
                  <a:cubicBezTo>
                    <a:pt x="95506" y="25865"/>
                    <a:pt x="89758" y="35849"/>
                    <a:pt x="80380" y="44168"/>
                  </a:cubicBezTo>
                  <a:cubicBezTo>
                    <a:pt x="69187" y="53874"/>
                    <a:pt x="57691" y="58866"/>
                    <a:pt x="31673" y="64689"/>
                  </a:cubicBezTo>
                  <a:lnTo>
                    <a:pt x="36816" y="52487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EA5BFCA8-DC2B-EB33-69EE-F5D19BF2B1A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6678650" y="7244219"/>
              <a:ext cx="119498" cy="125346"/>
            </a:xfrm>
            <a:custGeom>
              <a:avLst/>
              <a:gdLst>
                <a:gd name="connsiteX0" fmla="*/ 97023 w 119498"/>
                <a:gd name="connsiteY0" fmla="*/ 92976 h 125346"/>
                <a:gd name="connsiteX1" fmla="*/ 53762 w 119498"/>
                <a:gd name="connsiteY1" fmla="*/ 115438 h 125346"/>
                <a:gd name="connsiteX2" fmla="*/ 26232 w 119498"/>
                <a:gd name="connsiteY2" fmla="*/ 83824 h 125346"/>
                <a:gd name="connsiteX3" fmla="*/ 53762 w 119498"/>
                <a:gd name="connsiteY3" fmla="*/ 19210 h 125346"/>
                <a:gd name="connsiteX4" fmla="*/ 86435 w 119498"/>
                <a:gd name="connsiteY4" fmla="*/ 5898 h 125346"/>
                <a:gd name="connsiteX5" fmla="*/ 97931 w 119498"/>
                <a:gd name="connsiteY5" fmla="*/ 11445 h 125346"/>
                <a:gd name="connsiteX6" fmla="*/ 96116 w 119498"/>
                <a:gd name="connsiteY6" fmla="*/ 16714 h 125346"/>
                <a:gd name="connsiteX7" fmla="*/ 93393 w 119498"/>
                <a:gd name="connsiteY7" fmla="*/ 24756 h 125346"/>
                <a:gd name="connsiteX8" fmla="*/ 105192 w 119498"/>
                <a:gd name="connsiteY8" fmla="*/ 35294 h 125346"/>
                <a:gd name="connsiteX9" fmla="*/ 119713 w 119498"/>
                <a:gd name="connsiteY9" fmla="*/ 22537 h 125346"/>
                <a:gd name="connsiteX10" fmla="*/ 87948 w 119498"/>
                <a:gd name="connsiteY10" fmla="*/ 75 h 125346"/>
                <a:gd name="connsiteX11" fmla="*/ 215 w 119498"/>
                <a:gd name="connsiteY11" fmla="*/ 83824 h 125346"/>
                <a:gd name="connsiteX12" fmla="*/ 44686 w 119498"/>
                <a:gd name="connsiteY12" fmla="*/ 125422 h 125346"/>
                <a:gd name="connsiteX13" fmla="*/ 101864 w 119498"/>
                <a:gd name="connsiteY13" fmla="*/ 95749 h 125346"/>
                <a:gd name="connsiteX14" fmla="*/ 97023 w 119498"/>
                <a:gd name="connsiteY14" fmla="*/ 9297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498" h="125346">
                  <a:moveTo>
                    <a:pt x="97023" y="92976"/>
                  </a:moveTo>
                  <a:cubicBezTo>
                    <a:pt x="80384" y="109337"/>
                    <a:pt x="68586" y="115438"/>
                    <a:pt x="53762" y="115438"/>
                  </a:cubicBezTo>
                  <a:cubicBezTo>
                    <a:pt x="36518" y="115438"/>
                    <a:pt x="26232" y="103514"/>
                    <a:pt x="26232" y="83824"/>
                  </a:cubicBezTo>
                  <a:cubicBezTo>
                    <a:pt x="26232" y="60252"/>
                    <a:pt x="36821" y="35571"/>
                    <a:pt x="53762" y="19210"/>
                  </a:cubicBezTo>
                  <a:cubicBezTo>
                    <a:pt x="62535" y="10890"/>
                    <a:pt x="74636" y="5898"/>
                    <a:pt x="86435" y="5898"/>
                  </a:cubicBezTo>
                  <a:cubicBezTo>
                    <a:pt x="93393" y="5898"/>
                    <a:pt x="97931" y="8117"/>
                    <a:pt x="97931" y="11445"/>
                  </a:cubicBezTo>
                  <a:cubicBezTo>
                    <a:pt x="97931" y="12831"/>
                    <a:pt x="97326" y="14218"/>
                    <a:pt x="96116" y="16714"/>
                  </a:cubicBezTo>
                  <a:cubicBezTo>
                    <a:pt x="93998" y="20319"/>
                    <a:pt x="93393" y="22260"/>
                    <a:pt x="93393" y="24756"/>
                  </a:cubicBezTo>
                  <a:cubicBezTo>
                    <a:pt x="93393" y="31411"/>
                    <a:pt x="97931" y="35294"/>
                    <a:pt x="105192" y="35294"/>
                  </a:cubicBezTo>
                  <a:cubicBezTo>
                    <a:pt x="113360" y="35294"/>
                    <a:pt x="119713" y="29748"/>
                    <a:pt x="119713" y="22537"/>
                  </a:cubicBezTo>
                  <a:cubicBezTo>
                    <a:pt x="119713" y="9781"/>
                    <a:pt x="106099" y="75"/>
                    <a:pt x="87948" y="75"/>
                  </a:cubicBezTo>
                  <a:cubicBezTo>
                    <a:pt x="42569" y="75"/>
                    <a:pt x="215" y="40563"/>
                    <a:pt x="215" y="83824"/>
                  </a:cubicBezTo>
                  <a:cubicBezTo>
                    <a:pt x="215" y="110169"/>
                    <a:pt x="16551" y="125422"/>
                    <a:pt x="44686" y="125422"/>
                  </a:cubicBezTo>
                  <a:cubicBezTo>
                    <a:pt x="67073" y="125422"/>
                    <a:pt x="83712" y="116825"/>
                    <a:pt x="101864" y="95749"/>
                  </a:cubicBezTo>
                  <a:lnTo>
                    <a:pt x="97023" y="92976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4C23D83E-2624-B75C-2CCE-C557B0037EC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6812567" y="7244219"/>
              <a:ext cx="133414" cy="125346"/>
            </a:xfrm>
            <a:custGeom>
              <a:avLst/>
              <a:gdLst>
                <a:gd name="connsiteX0" fmla="*/ 90372 w 133414"/>
                <a:gd name="connsiteY0" fmla="*/ 75 h 125346"/>
                <a:gd name="connsiteX1" fmla="*/ 219 w 133414"/>
                <a:gd name="connsiteY1" fmla="*/ 86597 h 125346"/>
                <a:gd name="connsiteX2" fmla="*/ 44691 w 133414"/>
                <a:gd name="connsiteY2" fmla="*/ 125422 h 125346"/>
                <a:gd name="connsiteX3" fmla="*/ 101566 w 133414"/>
                <a:gd name="connsiteY3" fmla="*/ 101295 h 125346"/>
                <a:gd name="connsiteX4" fmla="*/ 133634 w 133414"/>
                <a:gd name="connsiteY4" fmla="*/ 38899 h 125346"/>
                <a:gd name="connsiteX5" fmla="*/ 90372 w 133414"/>
                <a:gd name="connsiteY5" fmla="*/ 75 h 125346"/>
                <a:gd name="connsiteX6" fmla="*/ 86742 w 133414"/>
                <a:gd name="connsiteY6" fmla="*/ 5898 h 125346"/>
                <a:gd name="connsiteX7" fmla="*/ 108221 w 133414"/>
                <a:gd name="connsiteY7" fmla="*/ 31966 h 125346"/>
                <a:gd name="connsiteX8" fmla="*/ 84927 w 133414"/>
                <a:gd name="connsiteY8" fmla="*/ 97967 h 125346"/>
                <a:gd name="connsiteX9" fmla="*/ 49229 w 133414"/>
                <a:gd name="connsiteY9" fmla="*/ 119598 h 125346"/>
                <a:gd name="connsiteX10" fmla="*/ 25632 w 133414"/>
                <a:gd name="connsiteY10" fmla="*/ 94362 h 125346"/>
                <a:gd name="connsiteX11" fmla="*/ 49229 w 133414"/>
                <a:gd name="connsiteY11" fmla="*/ 29748 h 125346"/>
                <a:gd name="connsiteX12" fmla="*/ 86742 w 133414"/>
                <a:gd name="connsiteY12" fmla="*/ 5898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414" h="125346">
                  <a:moveTo>
                    <a:pt x="90372" y="75"/>
                  </a:moveTo>
                  <a:cubicBezTo>
                    <a:pt x="44993" y="75"/>
                    <a:pt x="219" y="43059"/>
                    <a:pt x="219" y="86597"/>
                  </a:cubicBezTo>
                  <a:cubicBezTo>
                    <a:pt x="219" y="110447"/>
                    <a:pt x="17161" y="125422"/>
                    <a:pt x="44691" y="125422"/>
                  </a:cubicBezTo>
                  <a:cubicBezTo>
                    <a:pt x="64658" y="125422"/>
                    <a:pt x="84019" y="117102"/>
                    <a:pt x="101566" y="101295"/>
                  </a:cubicBezTo>
                  <a:cubicBezTo>
                    <a:pt x="121533" y="83270"/>
                    <a:pt x="133634" y="59698"/>
                    <a:pt x="133634" y="38899"/>
                  </a:cubicBezTo>
                  <a:cubicBezTo>
                    <a:pt x="133634" y="15882"/>
                    <a:pt x="116087" y="75"/>
                    <a:pt x="90372" y="75"/>
                  </a:cubicBezTo>
                  <a:close/>
                  <a:moveTo>
                    <a:pt x="86742" y="5898"/>
                  </a:moveTo>
                  <a:cubicBezTo>
                    <a:pt x="99751" y="5898"/>
                    <a:pt x="108221" y="16159"/>
                    <a:pt x="108221" y="31966"/>
                  </a:cubicBezTo>
                  <a:cubicBezTo>
                    <a:pt x="108221" y="52210"/>
                    <a:pt x="98238" y="79942"/>
                    <a:pt x="84927" y="97967"/>
                  </a:cubicBezTo>
                  <a:cubicBezTo>
                    <a:pt x="73733" y="112665"/>
                    <a:pt x="62237" y="119598"/>
                    <a:pt x="49229" y="119598"/>
                  </a:cubicBezTo>
                  <a:cubicBezTo>
                    <a:pt x="35010" y="119598"/>
                    <a:pt x="25632" y="109615"/>
                    <a:pt x="25632" y="94362"/>
                  </a:cubicBezTo>
                  <a:cubicBezTo>
                    <a:pt x="25632" y="73841"/>
                    <a:pt x="34405" y="49437"/>
                    <a:pt x="49229" y="29748"/>
                  </a:cubicBezTo>
                  <a:cubicBezTo>
                    <a:pt x="61027" y="14218"/>
                    <a:pt x="73733" y="5898"/>
                    <a:pt x="86742" y="5898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5B3F3882-9AEC-5855-D7EA-F37FFA91F7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6960464" y="7244219"/>
              <a:ext cx="139162" cy="124792"/>
            </a:xfrm>
            <a:custGeom>
              <a:avLst/>
              <a:gdLst>
                <a:gd name="connsiteX0" fmla="*/ 135151 w 139162"/>
                <a:gd name="connsiteY0" fmla="*/ 89925 h 124792"/>
                <a:gd name="connsiteX1" fmla="*/ 128798 w 139162"/>
                <a:gd name="connsiteY1" fmla="*/ 97135 h 124792"/>
                <a:gd name="connsiteX2" fmla="*/ 110344 w 139162"/>
                <a:gd name="connsiteY2" fmla="*/ 111833 h 124792"/>
                <a:gd name="connsiteX3" fmla="*/ 105504 w 139162"/>
                <a:gd name="connsiteY3" fmla="*/ 107396 h 124792"/>
                <a:gd name="connsiteX4" fmla="*/ 109739 w 139162"/>
                <a:gd name="connsiteY4" fmla="*/ 89925 h 124792"/>
                <a:gd name="connsiteX5" fmla="*/ 126983 w 139162"/>
                <a:gd name="connsiteY5" fmla="*/ 32798 h 124792"/>
                <a:gd name="connsiteX6" fmla="*/ 129706 w 139162"/>
                <a:gd name="connsiteY6" fmla="*/ 16991 h 124792"/>
                <a:gd name="connsiteX7" fmla="*/ 109739 w 139162"/>
                <a:gd name="connsiteY7" fmla="*/ 75 h 124792"/>
                <a:gd name="connsiteX8" fmla="*/ 40158 w 139162"/>
                <a:gd name="connsiteY8" fmla="*/ 61084 h 124792"/>
                <a:gd name="connsiteX9" fmla="*/ 60427 w 139162"/>
                <a:gd name="connsiteY9" fmla="*/ 629 h 124792"/>
                <a:gd name="connsiteX10" fmla="*/ 59520 w 139162"/>
                <a:gd name="connsiteY10" fmla="*/ 75 h 124792"/>
                <a:gd name="connsiteX11" fmla="*/ 10510 w 139162"/>
                <a:gd name="connsiteY11" fmla="*/ 8672 h 124792"/>
                <a:gd name="connsiteX12" fmla="*/ 10510 w 139162"/>
                <a:gd name="connsiteY12" fmla="*/ 13109 h 124792"/>
                <a:gd name="connsiteX13" fmla="*/ 29872 w 139162"/>
                <a:gd name="connsiteY13" fmla="*/ 20596 h 124792"/>
                <a:gd name="connsiteX14" fmla="*/ 29267 w 139162"/>
                <a:gd name="connsiteY14" fmla="*/ 25310 h 124792"/>
                <a:gd name="connsiteX15" fmla="*/ 224 w 139162"/>
                <a:gd name="connsiteY15" fmla="*/ 122371 h 124792"/>
                <a:gd name="connsiteX16" fmla="*/ 22914 w 139162"/>
                <a:gd name="connsiteY16" fmla="*/ 122371 h 124792"/>
                <a:gd name="connsiteX17" fmla="*/ 53166 w 139162"/>
                <a:gd name="connsiteY17" fmla="*/ 53597 h 124792"/>
                <a:gd name="connsiteX18" fmla="*/ 97940 w 139162"/>
                <a:gd name="connsiteY18" fmla="*/ 14218 h 124792"/>
                <a:gd name="connsiteX19" fmla="*/ 105201 w 139162"/>
                <a:gd name="connsiteY19" fmla="*/ 22260 h 124792"/>
                <a:gd name="connsiteX20" fmla="*/ 100966 w 139162"/>
                <a:gd name="connsiteY20" fmla="*/ 43336 h 124792"/>
                <a:gd name="connsiteX21" fmla="*/ 87654 w 139162"/>
                <a:gd name="connsiteY21" fmla="*/ 89093 h 124792"/>
                <a:gd name="connsiteX22" fmla="*/ 82814 w 139162"/>
                <a:gd name="connsiteY22" fmla="*/ 109892 h 124792"/>
                <a:gd name="connsiteX23" fmla="*/ 97033 w 139162"/>
                <a:gd name="connsiteY23" fmla="*/ 124867 h 124792"/>
                <a:gd name="connsiteX24" fmla="*/ 139387 w 139162"/>
                <a:gd name="connsiteY24" fmla="*/ 93530 h 124792"/>
                <a:gd name="connsiteX25" fmla="*/ 135151 w 139162"/>
                <a:gd name="connsiteY25" fmla="*/ 89925 h 12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162" h="124792">
                  <a:moveTo>
                    <a:pt x="135151" y="89925"/>
                  </a:moveTo>
                  <a:lnTo>
                    <a:pt x="128798" y="97135"/>
                  </a:lnTo>
                  <a:cubicBezTo>
                    <a:pt x="120025" y="107396"/>
                    <a:pt x="114579" y="111833"/>
                    <a:pt x="110344" y="111833"/>
                  </a:cubicBezTo>
                  <a:cubicBezTo>
                    <a:pt x="107924" y="111833"/>
                    <a:pt x="105504" y="109615"/>
                    <a:pt x="105504" y="107396"/>
                  </a:cubicBezTo>
                  <a:cubicBezTo>
                    <a:pt x="105504" y="105455"/>
                    <a:pt x="105504" y="105455"/>
                    <a:pt x="109739" y="89925"/>
                  </a:cubicBezTo>
                  <a:lnTo>
                    <a:pt x="126983" y="32798"/>
                  </a:lnTo>
                  <a:cubicBezTo>
                    <a:pt x="128496" y="26974"/>
                    <a:pt x="129706" y="20873"/>
                    <a:pt x="129706" y="16991"/>
                  </a:cubicBezTo>
                  <a:cubicBezTo>
                    <a:pt x="129706" y="7008"/>
                    <a:pt x="121537" y="75"/>
                    <a:pt x="109739" y="75"/>
                  </a:cubicBezTo>
                  <a:cubicBezTo>
                    <a:pt x="90377" y="75"/>
                    <a:pt x="71318" y="16714"/>
                    <a:pt x="40158" y="61084"/>
                  </a:cubicBezTo>
                  <a:lnTo>
                    <a:pt x="60427" y="629"/>
                  </a:lnTo>
                  <a:lnTo>
                    <a:pt x="59520" y="75"/>
                  </a:lnTo>
                  <a:cubicBezTo>
                    <a:pt x="43183" y="3125"/>
                    <a:pt x="36830" y="4234"/>
                    <a:pt x="10510" y="8672"/>
                  </a:cubicBezTo>
                  <a:lnTo>
                    <a:pt x="10510" y="13109"/>
                  </a:lnTo>
                  <a:cubicBezTo>
                    <a:pt x="25939" y="13386"/>
                    <a:pt x="29872" y="15050"/>
                    <a:pt x="29872" y="20596"/>
                  </a:cubicBezTo>
                  <a:cubicBezTo>
                    <a:pt x="29872" y="22260"/>
                    <a:pt x="29569" y="23924"/>
                    <a:pt x="29267" y="25310"/>
                  </a:cubicBezTo>
                  <a:lnTo>
                    <a:pt x="224" y="122371"/>
                  </a:lnTo>
                  <a:lnTo>
                    <a:pt x="22914" y="122371"/>
                  </a:lnTo>
                  <a:cubicBezTo>
                    <a:pt x="37133" y="78555"/>
                    <a:pt x="39855" y="72454"/>
                    <a:pt x="53166" y="53597"/>
                  </a:cubicBezTo>
                  <a:cubicBezTo>
                    <a:pt x="71318" y="28084"/>
                    <a:pt x="86747" y="14218"/>
                    <a:pt x="97940" y="14218"/>
                  </a:cubicBezTo>
                  <a:cubicBezTo>
                    <a:pt x="102478" y="14218"/>
                    <a:pt x="105201" y="17268"/>
                    <a:pt x="105201" y="22260"/>
                  </a:cubicBezTo>
                  <a:cubicBezTo>
                    <a:pt x="105201" y="25588"/>
                    <a:pt x="103386" y="34739"/>
                    <a:pt x="100966" y="43336"/>
                  </a:cubicBezTo>
                  <a:lnTo>
                    <a:pt x="87654" y="89093"/>
                  </a:lnTo>
                  <a:cubicBezTo>
                    <a:pt x="83722" y="103236"/>
                    <a:pt x="82814" y="107119"/>
                    <a:pt x="82814" y="109892"/>
                  </a:cubicBezTo>
                  <a:cubicBezTo>
                    <a:pt x="82814" y="120430"/>
                    <a:pt x="87049" y="124867"/>
                    <a:pt x="97033" y="124867"/>
                  </a:cubicBezTo>
                  <a:cubicBezTo>
                    <a:pt x="110647" y="124867"/>
                    <a:pt x="118512" y="119043"/>
                    <a:pt x="139387" y="93530"/>
                  </a:cubicBezTo>
                  <a:lnTo>
                    <a:pt x="135151" y="89925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32EB4A53-C9CF-EE7C-26C8-B0A9999A164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7112598" y="7177109"/>
              <a:ext cx="154893" cy="193012"/>
            </a:xfrm>
            <a:custGeom>
              <a:avLst/>
              <a:gdLst>
                <a:gd name="connsiteX0" fmla="*/ 135761 w 154893"/>
                <a:gd name="connsiteY0" fmla="*/ 158700 h 193012"/>
                <a:gd name="connsiteX1" fmla="*/ 110954 w 154893"/>
                <a:gd name="connsiteY1" fmla="*/ 178389 h 193012"/>
                <a:gd name="connsiteX2" fmla="*/ 105509 w 154893"/>
                <a:gd name="connsiteY2" fmla="*/ 172843 h 193012"/>
                <a:gd name="connsiteX3" fmla="*/ 125173 w 154893"/>
                <a:gd name="connsiteY3" fmla="*/ 104623 h 193012"/>
                <a:gd name="connsiteX4" fmla="*/ 155123 w 154893"/>
                <a:gd name="connsiteY4" fmla="*/ 1461 h 193012"/>
                <a:gd name="connsiteX5" fmla="*/ 153610 w 154893"/>
                <a:gd name="connsiteY5" fmla="*/ 75 h 193012"/>
                <a:gd name="connsiteX6" fmla="*/ 107324 w 154893"/>
                <a:gd name="connsiteY6" fmla="*/ 6453 h 193012"/>
                <a:gd name="connsiteX7" fmla="*/ 107324 w 154893"/>
                <a:gd name="connsiteY7" fmla="*/ 11167 h 193012"/>
                <a:gd name="connsiteX8" fmla="*/ 126080 w 154893"/>
                <a:gd name="connsiteY8" fmla="*/ 18378 h 193012"/>
                <a:gd name="connsiteX9" fmla="*/ 121543 w 154893"/>
                <a:gd name="connsiteY9" fmla="*/ 37790 h 193012"/>
                <a:gd name="connsiteX10" fmla="*/ 108231 w 154893"/>
                <a:gd name="connsiteY10" fmla="*/ 83270 h 193012"/>
                <a:gd name="connsiteX11" fmla="*/ 88567 w 154893"/>
                <a:gd name="connsiteY11" fmla="*/ 67185 h 193012"/>
                <a:gd name="connsiteX12" fmla="*/ 229 w 154893"/>
                <a:gd name="connsiteY12" fmla="*/ 160918 h 193012"/>
                <a:gd name="connsiteX13" fmla="*/ 31995 w 154893"/>
                <a:gd name="connsiteY13" fmla="*/ 192532 h 193012"/>
                <a:gd name="connsiteX14" fmla="*/ 86449 w 154893"/>
                <a:gd name="connsiteY14" fmla="*/ 155926 h 193012"/>
                <a:gd name="connsiteX15" fmla="*/ 82517 w 154893"/>
                <a:gd name="connsiteY15" fmla="*/ 180608 h 193012"/>
                <a:gd name="connsiteX16" fmla="*/ 95223 w 154893"/>
                <a:gd name="connsiteY16" fmla="*/ 193087 h 193012"/>
                <a:gd name="connsiteX17" fmla="*/ 139392 w 154893"/>
                <a:gd name="connsiteY17" fmla="*/ 161473 h 193012"/>
                <a:gd name="connsiteX18" fmla="*/ 135761 w 154893"/>
                <a:gd name="connsiteY18" fmla="*/ 158700 h 193012"/>
                <a:gd name="connsiteX19" fmla="*/ 89777 w 154893"/>
                <a:gd name="connsiteY19" fmla="*/ 73564 h 193012"/>
                <a:gd name="connsiteX20" fmla="*/ 103391 w 154893"/>
                <a:gd name="connsiteY20" fmla="*/ 89371 h 193012"/>
                <a:gd name="connsiteX21" fmla="*/ 44096 w 154893"/>
                <a:gd name="connsiteY21" fmla="*/ 179221 h 193012"/>
                <a:gd name="connsiteX22" fmla="*/ 26549 w 154893"/>
                <a:gd name="connsiteY22" fmla="*/ 160918 h 193012"/>
                <a:gd name="connsiteX23" fmla="*/ 61642 w 154893"/>
                <a:gd name="connsiteY23" fmla="*/ 86320 h 193012"/>
                <a:gd name="connsiteX24" fmla="*/ 89777 w 154893"/>
                <a:gd name="connsiteY24" fmla="*/ 73564 h 19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4893" h="193012">
                  <a:moveTo>
                    <a:pt x="135761" y="158700"/>
                  </a:moveTo>
                  <a:cubicBezTo>
                    <a:pt x="119425" y="175893"/>
                    <a:pt x="116097" y="178389"/>
                    <a:pt x="110954" y="178389"/>
                  </a:cubicBezTo>
                  <a:cubicBezTo>
                    <a:pt x="107929" y="178389"/>
                    <a:pt x="105509" y="175893"/>
                    <a:pt x="105509" y="172843"/>
                  </a:cubicBezTo>
                  <a:cubicBezTo>
                    <a:pt x="105509" y="168960"/>
                    <a:pt x="115189" y="135128"/>
                    <a:pt x="125173" y="104623"/>
                  </a:cubicBezTo>
                  <a:cubicBezTo>
                    <a:pt x="133341" y="79110"/>
                    <a:pt x="139694" y="56925"/>
                    <a:pt x="155123" y="1461"/>
                  </a:cubicBezTo>
                  <a:lnTo>
                    <a:pt x="153610" y="75"/>
                  </a:lnTo>
                  <a:cubicBezTo>
                    <a:pt x="137576" y="3125"/>
                    <a:pt x="126685" y="4789"/>
                    <a:pt x="107324" y="6453"/>
                  </a:cubicBezTo>
                  <a:lnTo>
                    <a:pt x="107324" y="11167"/>
                  </a:lnTo>
                  <a:cubicBezTo>
                    <a:pt x="123963" y="11722"/>
                    <a:pt x="126080" y="12554"/>
                    <a:pt x="126080" y="18378"/>
                  </a:cubicBezTo>
                  <a:cubicBezTo>
                    <a:pt x="126080" y="21983"/>
                    <a:pt x="125778" y="23647"/>
                    <a:pt x="121543" y="37790"/>
                  </a:cubicBezTo>
                  <a:lnTo>
                    <a:pt x="108231" y="83270"/>
                  </a:lnTo>
                  <a:cubicBezTo>
                    <a:pt x="105811" y="71622"/>
                    <a:pt x="100366" y="67185"/>
                    <a:pt x="88567" y="67185"/>
                  </a:cubicBezTo>
                  <a:cubicBezTo>
                    <a:pt x="49239" y="67185"/>
                    <a:pt x="229" y="119321"/>
                    <a:pt x="229" y="160918"/>
                  </a:cubicBezTo>
                  <a:cubicBezTo>
                    <a:pt x="229" y="180608"/>
                    <a:pt x="12330" y="192532"/>
                    <a:pt x="31995" y="192532"/>
                  </a:cubicBezTo>
                  <a:cubicBezTo>
                    <a:pt x="52566" y="192532"/>
                    <a:pt x="65878" y="183658"/>
                    <a:pt x="86449" y="155926"/>
                  </a:cubicBezTo>
                  <a:cubicBezTo>
                    <a:pt x="83122" y="170070"/>
                    <a:pt x="82517" y="174229"/>
                    <a:pt x="82517" y="180608"/>
                  </a:cubicBezTo>
                  <a:cubicBezTo>
                    <a:pt x="82517" y="188095"/>
                    <a:pt x="87660" y="193087"/>
                    <a:pt x="95223" y="193087"/>
                  </a:cubicBezTo>
                  <a:cubicBezTo>
                    <a:pt x="107929" y="193087"/>
                    <a:pt x="123660" y="181717"/>
                    <a:pt x="139392" y="161473"/>
                  </a:cubicBezTo>
                  <a:lnTo>
                    <a:pt x="135761" y="158700"/>
                  </a:lnTo>
                  <a:close/>
                  <a:moveTo>
                    <a:pt x="89777" y="73564"/>
                  </a:moveTo>
                  <a:cubicBezTo>
                    <a:pt x="98853" y="74118"/>
                    <a:pt x="103391" y="79387"/>
                    <a:pt x="103391" y="89371"/>
                  </a:cubicBezTo>
                  <a:cubicBezTo>
                    <a:pt x="103391" y="131523"/>
                    <a:pt x="71928" y="179221"/>
                    <a:pt x="44096" y="179221"/>
                  </a:cubicBezTo>
                  <a:cubicBezTo>
                    <a:pt x="33810" y="179221"/>
                    <a:pt x="26549" y="171733"/>
                    <a:pt x="26549" y="160918"/>
                  </a:cubicBezTo>
                  <a:cubicBezTo>
                    <a:pt x="26549" y="137901"/>
                    <a:pt x="41675" y="105732"/>
                    <a:pt x="61642" y="86320"/>
                  </a:cubicBezTo>
                  <a:cubicBezTo>
                    <a:pt x="70113" y="78278"/>
                    <a:pt x="81306" y="73009"/>
                    <a:pt x="89777" y="73564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F9635987-44F9-075A-D3F0-F2070B0E350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7353957" y="7181823"/>
              <a:ext cx="193421" cy="189684"/>
            </a:xfrm>
            <a:custGeom>
              <a:avLst/>
              <a:gdLst>
                <a:gd name="connsiteX0" fmla="*/ 125483 w 193421"/>
                <a:gd name="connsiteY0" fmla="*/ 75 h 189684"/>
                <a:gd name="connsiteX1" fmla="*/ 48641 w 193421"/>
                <a:gd name="connsiteY1" fmla="*/ 31411 h 189684"/>
                <a:gd name="connsiteX2" fmla="*/ 237 w 193421"/>
                <a:gd name="connsiteY2" fmla="*/ 123480 h 189684"/>
                <a:gd name="connsiteX3" fmla="*/ 66188 w 193421"/>
                <a:gd name="connsiteY3" fmla="*/ 189759 h 189684"/>
                <a:gd name="connsiteX4" fmla="*/ 193551 w 193421"/>
                <a:gd name="connsiteY4" fmla="*/ 68849 h 189684"/>
                <a:gd name="connsiteX5" fmla="*/ 125483 w 193421"/>
                <a:gd name="connsiteY5" fmla="*/ 75 h 189684"/>
                <a:gd name="connsiteX6" fmla="*/ 122760 w 193421"/>
                <a:gd name="connsiteY6" fmla="*/ 9226 h 189684"/>
                <a:gd name="connsiteX7" fmla="*/ 161786 w 193421"/>
                <a:gd name="connsiteY7" fmla="*/ 51378 h 189684"/>
                <a:gd name="connsiteX8" fmla="*/ 127903 w 193421"/>
                <a:gd name="connsiteY8" fmla="*/ 147884 h 189684"/>
                <a:gd name="connsiteX9" fmla="*/ 71331 w 193421"/>
                <a:gd name="connsiteY9" fmla="*/ 180608 h 189684"/>
                <a:gd name="connsiteX10" fmla="*/ 32002 w 193421"/>
                <a:gd name="connsiteY10" fmla="*/ 133741 h 189684"/>
                <a:gd name="connsiteX11" fmla="*/ 65280 w 193421"/>
                <a:gd name="connsiteY11" fmla="*/ 42227 h 189684"/>
                <a:gd name="connsiteX12" fmla="*/ 122760 w 193421"/>
                <a:gd name="connsiteY12" fmla="*/ 9226 h 18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421" h="189684">
                  <a:moveTo>
                    <a:pt x="125483" y="75"/>
                  </a:moveTo>
                  <a:cubicBezTo>
                    <a:pt x="100071" y="75"/>
                    <a:pt x="72843" y="11167"/>
                    <a:pt x="48641" y="31411"/>
                  </a:cubicBezTo>
                  <a:cubicBezTo>
                    <a:pt x="18086" y="57202"/>
                    <a:pt x="237" y="91034"/>
                    <a:pt x="237" y="123480"/>
                  </a:cubicBezTo>
                  <a:cubicBezTo>
                    <a:pt x="237" y="162305"/>
                    <a:pt x="27767" y="189759"/>
                    <a:pt x="66188" y="189759"/>
                  </a:cubicBezTo>
                  <a:cubicBezTo>
                    <a:pt x="129113" y="189759"/>
                    <a:pt x="190224" y="131523"/>
                    <a:pt x="193551" y="68849"/>
                  </a:cubicBezTo>
                  <a:cubicBezTo>
                    <a:pt x="195669" y="29748"/>
                    <a:pt x="166021" y="75"/>
                    <a:pt x="125483" y="75"/>
                  </a:cubicBezTo>
                  <a:close/>
                  <a:moveTo>
                    <a:pt x="122760" y="9226"/>
                  </a:moveTo>
                  <a:cubicBezTo>
                    <a:pt x="146660" y="9226"/>
                    <a:pt x="161786" y="25311"/>
                    <a:pt x="161786" y="51378"/>
                  </a:cubicBezTo>
                  <a:cubicBezTo>
                    <a:pt x="161786" y="81328"/>
                    <a:pt x="147567" y="121817"/>
                    <a:pt x="127903" y="147884"/>
                  </a:cubicBezTo>
                  <a:cubicBezTo>
                    <a:pt x="111264" y="169792"/>
                    <a:pt x="92507" y="180608"/>
                    <a:pt x="71331" y="180608"/>
                  </a:cubicBezTo>
                  <a:cubicBezTo>
                    <a:pt x="45918" y="180608"/>
                    <a:pt x="32002" y="163691"/>
                    <a:pt x="32002" y="133741"/>
                  </a:cubicBezTo>
                  <a:cubicBezTo>
                    <a:pt x="32002" y="107673"/>
                    <a:pt x="47128" y="66353"/>
                    <a:pt x="65280" y="42227"/>
                  </a:cubicBezTo>
                  <a:cubicBezTo>
                    <a:pt x="82221" y="19764"/>
                    <a:pt x="100676" y="9226"/>
                    <a:pt x="122760" y="9226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F7E6AC4A-625A-7648-0A87-A2F7B187DC7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7568662" y="7244219"/>
              <a:ext cx="111027" cy="122296"/>
            </a:xfrm>
            <a:custGeom>
              <a:avLst/>
              <a:gdLst>
                <a:gd name="connsiteX0" fmla="*/ 23236 w 111027"/>
                <a:gd name="connsiteY0" fmla="*/ 122371 h 122296"/>
                <a:gd name="connsiteX1" fmla="*/ 58027 w 111027"/>
                <a:gd name="connsiteY1" fmla="*/ 42227 h 122296"/>
                <a:gd name="connsiteX2" fmla="*/ 81624 w 111027"/>
                <a:gd name="connsiteY2" fmla="*/ 18100 h 122296"/>
                <a:gd name="connsiteX3" fmla="*/ 86464 w 111027"/>
                <a:gd name="connsiteY3" fmla="*/ 21983 h 122296"/>
                <a:gd name="connsiteX4" fmla="*/ 97355 w 111027"/>
                <a:gd name="connsiteY4" fmla="*/ 28084 h 122296"/>
                <a:gd name="connsiteX5" fmla="*/ 111271 w 111027"/>
                <a:gd name="connsiteY5" fmla="*/ 14495 h 122296"/>
                <a:gd name="connsiteX6" fmla="*/ 97052 w 111027"/>
                <a:gd name="connsiteY6" fmla="*/ 75 h 122296"/>
                <a:gd name="connsiteX7" fmla="*/ 74060 w 111027"/>
                <a:gd name="connsiteY7" fmla="*/ 11722 h 122296"/>
                <a:gd name="connsiteX8" fmla="*/ 44715 w 111027"/>
                <a:gd name="connsiteY8" fmla="*/ 50824 h 122296"/>
                <a:gd name="connsiteX9" fmla="*/ 40480 w 111027"/>
                <a:gd name="connsiteY9" fmla="*/ 60807 h 122296"/>
                <a:gd name="connsiteX10" fmla="*/ 56514 w 111027"/>
                <a:gd name="connsiteY10" fmla="*/ 629 h 122296"/>
                <a:gd name="connsiteX11" fmla="*/ 55606 w 111027"/>
                <a:gd name="connsiteY11" fmla="*/ 75 h 122296"/>
                <a:gd name="connsiteX12" fmla="*/ 8715 w 111027"/>
                <a:gd name="connsiteY12" fmla="*/ 7562 h 122296"/>
                <a:gd name="connsiteX13" fmla="*/ 8715 w 111027"/>
                <a:gd name="connsiteY13" fmla="*/ 12277 h 122296"/>
                <a:gd name="connsiteX14" fmla="*/ 19001 w 111027"/>
                <a:gd name="connsiteY14" fmla="*/ 10890 h 122296"/>
                <a:gd name="connsiteX15" fmla="*/ 29589 w 111027"/>
                <a:gd name="connsiteY15" fmla="*/ 18655 h 122296"/>
                <a:gd name="connsiteX16" fmla="*/ 24749 w 111027"/>
                <a:gd name="connsiteY16" fmla="*/ 41395 h 122296"/>
                <a:gd name="connsiteX17" fmla="*/ 244 w 111027"/>
                <a:gd name="connsiteY17" fmla="*/ 122371 h 122296"/>
                <a:gd name="connsiteX18" fmla="*/ 23236 w 11102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027" h="122296">
                  <a:moveTo>
                    <a:pt x="23236" y="122371"/>
                  </a:moveTo>
                  <a:cubicBezTo>
                    <a:pt x="38967" y="75227"/>
                    <a:pt x="44110" y="63303"/>
                    <a:pt x="58027" y="42227"/>
                  </a:cubicBezTo>
                  <a:cubicBezTo>
                    <a:pt x="68010" y="26697"/>
                    <a:pt x="76481" y="18100"/>
                    <a:pt x="81624" y="18100"/>
                  </a:cubicBezTo>
                  <a:cubicBezTo>
                    <a:pt x="83439" y="18100"/>
                    <a:pt x="84951" y="19210"/>
                    <a:pt x="86464" y="21983"/>
                  </a:cubicBezTo>
                  <a:cubicBezTo>
                    <a:pt x="88884" y="26697"/>
                    <a:pt x="91304" y="28084"/>
                    <a:pt x="97355" y="28084"/>
                  </a:cubicBezTo>
                  <a:cubicBezTo>
                    <a:pt x="106128" y="28084"/>
                    <a:pt x="111271" y="23092"/>
                    <a:pt x="111271" y="14495"/>
                  </a:cubicBezTo>
                  <a:cubicBezTo>
                    <a:pt x="111271" y="5898"/>
                    <a:pt x="105523" y="75"/>
                    <a:pt x="97052" y="75"/>
                  </a:cubicBezTo>
                  <a:cubicBezTo>
                    <a:pt x="90094" y="75"/>
                    <a:pt x="81926" y="4234"/>
                    <a:pt x="74060" y="11722"/>
                  </a:cubicBezTo>
                  <a:cubicBezTo>
                    <a:pt x="61657" y="23369"/>
                    <a:pt x="49556" y="39731"/>
                    <a:pt x="44715" y="50824"/>
                  </a:cubicBezTo>
                  <a:lnTo>
                    <a:pt x="40480" y="60807"/>
                  </a:lnTo>
                  <a:lnTo>
                    <a:pt x="56514" y="629"/>
                  </a:lnTo>
                  <a:lnTo>
                    <a:pt x="55606" y="75"/>
                  </a:lnTo>
                  <a:cubicBezTo>
                    <a:pt x="33522" y="3680"/>
                    <a:pt x="30799" y="4234"/>
                    <a:pt x="8715" y="7562"/>
                  </a:cubicBezTo>
                  <a:lnTo>
                    <a:pt x="8715" y="12277"/>
                  </a:lnTo>
                  <a:cubicBezTo>
                    <a:pt x="15975" y="10890"/>
                    <a:pt x="16883" y="10890"/>
                    <a:pt x="19001" y="10890"/>
                  </a:cubicBezTo>
                  <a:cubicBezTo>
                    <a:pt x="25656" y="10890"/>
                    <a:pt x="29589" y="13663"/>
                    <a:pt x="29589" y="18655"/>
                  </a:cubicBezTo>
                  <a:cubicBezTo>
                    <a:pt x="29589" y="22537"/>
                    <a:pt x="29589" y="22537"/>
                    <a:pt x="24749" y="41395"/>
                  </a:cubicBezTo>
                  <a:lnTo>
                    <a:pt x="244" y="122371"/>
                  </a:lnTo>
                  <a:lnTo>
                    <a:pt x="23236" y="122371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D22C2A0A-9284-0689-963C-67A7A525A58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7666472" y="7177109"/>
              <a:ext cx="154893" cy="193012"/>
            </a:xfrm>
            <a:custGeom>
              <a:avLst/>
              <a:gdLst>
                <a:gd name="connsiteX0" fmla="*/ 135779 w 154893"/>
                <a:gd name="connsiteY0" fmla="*/ 158700 h 193012"/>
                <a:gd name="connsiteX1" fmla="*/ 110972 w 154893"/>
                <a:gd name="connsiteY1" fmla="*/ 178389 h 193012"/>
                <a:gd name="connsiteX2" fmla="*/ 105527 w 154893"/>
                <a:gd name="connsiteY2" fmla="*/ 172843 h 193012"/>
                <a:gd name="connsiteX3" fmla="*/ 125191 w 154893"/>
                <a:gd name="connsiteY3" fmla="*/ 104623 h 193012"/>
                <a:gd name="connsiteX4" fmla="*/ 155141 w 154893"/>
                <a:gd name="connsiteY4" fmla="*/ 1461 h 193012"/>
                <a:gd name="connsiteX5" fmla="*/ 153629 w 154893"/>
                <a:gd name="connsiteY5" fmla="*/ 75 h 193012"/>
                <a:gd name="connsiteX6" fmla="*/ 107342 w 154893"/>
                <a:gd name="connsiteY6" fmla="*/ 6453 h 193012"/>
                <a:gd name="connsiteX7" fmla="*/ 107342 w 154893"/>
                <a:gd name="connsiteY7" fmla="*/ 11167 h 193012"/>
                <a:gd name="connsiteX8" fmla="*/ 126099 w 154893"/>
                <a:gd name="connsiteY8" fmla="*/ 18378 h 193012"/>
                <a:gd name="connsiteX9" fmla="*/ 121561 w 154893"/>
                <a:gd name="connsiteY9" fmla="*/ 37790 h 193012"/>
                <a:gd name="connsiteX10" fmla="*/ 108249 w 154893"/>
                <a:gd name="connsiteY10" fmla="*/ 83270 h 193012"/>
                <a:gd name="connsiteX11" fmla="*/ 88585 w 154893"/>
                <a:gd name="connsiteY11" fmla="*/ 67185 h 193012"/>
                <a:gd name="connsiteX12" fmla="*/ 247 w 154893"/>
                <a:gd name="connsiteY12" fmla="*/ 160918 h 193012"/>
                <a:gd name="connsiteX13" fmla="*/ 32013 w 154893"/>
                <a:gd name="connsiteY13" fmla="*/ 192532 h 193012"/>
                <a:gd name="connsiteX14" fmla="*/ 86468 w 154893"/>
                <a:gd name="connsiteY14" fmla="*/ 155926 h 193012"/>
                <a:gd name="connsiteX15" fmla="*/ 82535 w 154893"/>
                <a:gd name="connsiteY15" fmla="*/ 180608 h 193012"/>
                <a:gd name="connsiteX16" fmla="*/ 95241 w 154893"/>
                <a:gd name="connsiteY16" fmla="*/ 193087 h 193012"/>
                <a:gd name="connsiteX17" fmla="*/ 139410 w 154893"/>
                <a:gd name="connsiteY17" fmla="*/ 161473 h 193012"/>
                <a:gd name="connsiteX18" fmla="*/ 135779 w 154893"/>
                <a:gd name="connsiteY18" fmla="*/ 158700 h 193012"/>
                <a:gd name="connsiteX19" fmla="*/ 89795 w 154893"/>
                <a:gd name="connsiteY19" fmla="*/ 73564 h 193012"/>
                <a:gd name="connsiteX20" fmla="*/ 103409 w 154893"/>
                <a:gd name="connsiteY20" fmla="*/ 89371 h 193012"/>
                <a:gd name="connsiteX21" fmla="*/ 44114 w 154893"/>
                <a:gd name="connsiteY21" fmla="*/ 179221 h 193012"/>
                <a:gd name="connsiteX22" fmla="*/ 26567 w 154893"/>
                <a:gd name="connsiteY22" fmla="*/ 160918 h 193012"/>
                <a:gd name="connsiteX23" fmla="*/ 61660 w 154893"/>
                <a:gd name="connsiteY23" fmla="*/ 86320 h 193012"/>
                <a:gd name="connsiteX24" fmla="*/ 89795 w 154893"/>
                <a:gd name="connsiteY24" fmla="*/ 73564 h 19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4893" h="193012">
                  <a:moveTo>
                    <a:pt x="135779" y="158700"/>
                  </a:moveTo>
                  <a:cubicBezTo>
                    <a:pt x="119443" y="175893"/>
                    <a:pt x="116115" y="178389"/>
                    <a:pt x="110972" y="178389"/>
                  </a:cubicBezTo>
                  <a:cubicBezTo>
                    <a:pt x="107947" y="178389"/>
                    <a:pt x="105527" y="175893"/>
                    <a:pt x="105527" y="172843"/>
                  </a:cubicBezTo>
                  <a:cubicBezTo>
                    <a:pt x="105527" y="168960"/>
                    <a:pt x="115208" y="135128"/>
                    <a:pt x="125191" y="104623"/>
                  </a:cubicBezTo>
                  <a:cubicBezTo>
                    <a:pt x="133359" y="79110"/>
                    <a:pt x="139712" y="56925"/>
                    <a:pt x="155141" y="1461"/>
                  </a:cubicBezTo>
                  <a:lnTo>
                    <a:pt x="153629" y="75"/>
                  </a:lnTo>
                  <a:cubicBezTo>
                    <a:pt x="137595" y="3125"/>
                    <a:pt x="126704" y="4789"/>
                    <a:pt x="107342" y="6453"/>
                  </a:cubicBezTo>
                  <a:lnTo>
                    <a:pt x="107342" y="11167"/>
                  </a:lnTo>
                  <a:cubicBezTo>
                    <a:pt x="123981" y="11722"/>
                    <a:pt x="126099" y="12554"/>
                    <a:pt x="126099" y="18378"/>
                  </a:cubicBezTo>
                  <a:cubicBezTo>
                    <a:pt x="126099" y="21983"/>
                    <a:pt x="125796" y="23647"/>
                    <a:pt x="121561" y="37790"/>
                  </a:cubicBezTo>
                  <a:lnTo>
                    <a:pt x="108249" y="83270"/>
                  </a:lnTo>
                  <a:cubicBezTo>
                    <a:pt x="105829" y="71622"/>
                    <a:pt x="100384" y="67185"/>
                    <a:pt x="88585" y="67185"/>
                  </a:cubicBezTo>
                  <a:cubicBezTo>
                    <a:pt x="49257" y="67185"/>
                    <a:pt x="247" y="119321"/>
                    <a:pt x="247" y="160918"/>
                  </a:cubicBezTo>
                  <a:cubicBezTo>
                    <a:pt x="247" y="180608"/>
                    <a:pt x="12348" y="192532"/>
                    <a:pt x="32013" y="192532"/>
                  </a:cubicBezTo>
                  <a:cubicBezTo>
                    <a:pt x="52585" y="192532"/>
                    <a:pt x="65896" y="183658"/>
                    <a:pt x="86468" y="155926"/>
                  </a:cubicBezTo>
                  <a:cubicBezTo>
                    <a:pt x="83140" y="170070"/>
                    <a:pt x="82535" y="174229"/>
                    <a:pt x="82535" y="180608"/>
                  </a:cubicBezTo>
                  <a:cubicBezTo>
                    <a:pt x="82535" y="188095"/>
                    <a:pt x="87678" y="193087"/>
                    <a:pt x="95241" y="193087"/>
                  </a:cubicBezTo>
                  <a:cubicBezTo>
                    <a:pt x="107947" y="193087"/>
                    <a:pt x="123678" y="181717"/>
                    <a:pt x="139410" y="161473"/>
                  </a:cubicBezTo>
                  <a:lnTo>
                    <a:pt x="135779" y="158700"/>
                  </a:lnTo>
                  <a:close/>
                  <a:moveTo>
                    <a:pt x="89795" y="73564"/>
                  </a:moveTo>
                  <a:cubicBezTo>
                    <a:pt x="98871" y="74118"/>
                    <a:pt x="103409" y="79387"/>
                    <a:pt x="103409" y="89371"/>
                  </a:cubicBezTo>
                  <a:cubicBezTo>
                    <a:pt x="103409" y="131523"/>
                    <a:pt x="71946" y="179221"/>
                    <a:pt x="44114" y="179221"/>
                  </a:cubicBezTo>
                  <a:cubicBezTo>
                    <a:pt x="33828" y="179221"/>
                    <a:pt x="26567" y="171733"/>
                    <a:pt x="26567" y="160918"/>
                  </a:cubicBezTo>
                  <a:cubicBezTo>
                    <a:pt x="26567" y="137901"/>
                    <a:pt x="41694" y="105732"/>
                    <a:pt x="61660" y="86320"/>
                  </a:cubicBezTo>
                  <a:cubicBezTo>
                    <a:pt x="70131" y="78278"/>
                    <a:pt x="81325" y="73009"/>
                    <a:pt x="89795" y="73564"/>
                  </a:cubicBez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FB522A3E-E82F-2ACB-420E-DD62FCF7C50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7823143" y="7244219"/>
              <a:ext cx="115262" cy="125346"/>
            </a:xfrm>
            <a:custGeom>
              <a:avLst/>
              <a:gdLst>
                <a:gd name="connsiteX0" fmla="*/ 99179 w 115262"/>
                <a:gd name="connsiteY0" fmla="*/ 92144 h 125346"/>
                <a:gd name="connsiteX1" fmla="*/ 55010 w 115262"/>
                <a:gd name="connsiteY1" fmla="*/ 112942 h 125346"/>
                <a:gd name="connsiteX2" fmla="*/ 26572 w 115262"/>
                <a:gd name="connsiteY2" fmla="*/ 87984 h 125346"/>
                <a:gd name="connsiteX3" fmla="*/ 29598 w 115262"/>
                <a:gd name="connsiteY3" fmla="*/ 70790 h 125346"/>
                <a:gd name="connsiteX4" fmla="*/ 38068 w 115262"/>
                <a:gd name="connsiteY4" fmla="*/ 69681 h 125346"/>
                <a:gd name="connsiteX5" fmla="*/ 115515 w 115262"/>
                <a:gd name="connsiteY5" fmla="*/ 18932 h 125346"/>
                <a:gd name="connsiteX6" fmla="*/ 91313 w 115262"/>
                <a:gd name="connsiteY6" fmla="*/ 75 h 125346"/>
                <a:gd name="connsiteX7" fmla="*/ 252 w 115262"/>
                <a:gd name="connsiteY7" fmla="*/ 87429 h 125346"/>
                <a:gd name="connsiteX8" fmla="*/ 40186 w 115262"/>
                <a:gd name="connsiteY8" fmla="*/ 125422 h 125346"/>
                <a:gd name="connsiteX9" fmla="*/ 102809 w 115262"/>
                <a:gd name="connsiteY9" fmla="*/ 95471 h 125346"/>
                <a:gd name="connsiteX10" fmla="*/ 99179 w 115262"/>
                <a:gd name="connsiteY10" fmla="*/ 92144 h 125346"/>
                <a:gd name="connsiteX11" fmla="*/ 36858 w 115262"/>
                <a:gd name="connsiteY11" fmla="*/ 52487 h 125346"/>
                <a:gd name="connsiteX12" fmla="*/ 84960 w 115262"/>
                <a:gd name="connsiteY12" fmla="*/ 6453 h 125346"/>
                <a:gd name="connsiteX13" fmla="*/ 95548 w 115262"/>
                <a:gd name="connsiteY13" fmla="*/ 17268 h 125346"/>
                <a:gd name="connsiteX14" fmla="*/ 80422 w 115262"/>
                <a:gd name="connsiteY14" fmla="*/ 44168 h 125346"/>
                <a:gd name="connsiteX15" fmla="*/ 31715 w 115262"/>
                <a:gd name="connsiteY15" fmla="*/ 64689 h 125346"/>
                <a:gd name="connsiteX16" fmla="*/ 36858 w 115262"/>
                <a:gd name="connsiteY16" fmla="*/ 5248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262" h="125346">
                  <a:moveTo>
                    <a:pt x="99179" y="92144"/>
                  </a:moveTo>
                  <a:cubicBezTo>
                    <a:pt x="77397" y="108505"/>
                    <a:pt x="68018" y="112942"/>
                    <a:pt x="55010" y="112942"/>
                  </a:cubicBezTo>
                  <a:cubicBezTo>
                    <a:pt x="37766" y="112942"/>
                    <a:pt x="26572" y="102959"/>
                    <a:pt x="26572" y="87984"/>
                  </a:cubicBezTo>
                  <a:cubicBezTo>
                    <a:pt x="26572" y="83824"/>
                    <a:pt x="27177" y="79664"/>
                    <a:pt x="29598" y="70790"/>
                  </a:cubicBezTo>
                  <a:lnTo>
                    <a:pt x="38068" y="69681"/>
                  </a:lnTo>
                  <a:cubicBezTo>
                    <a:pt x="83447" y="63857"/>
                    <a:pt x="115515" y="42781"/>
                    <a:pt x="115515" y="18932"/>
                  </a:cubicBezTo>
                  <a:cubicBezTo>
                    <a:pt x="115515" y="7285"/>
                    <a:pt x="106439" y="75"/>
                    <a:pt x="91313" y="75"/>
                  </a:cubicBezTo>
                  <a:cubicBezTo>
                    <a:pt x="47749" y="75"/>
                    <a:pt x="252" y="45832"/>
                    <a:pt x="252" y="87429"/>
                  </a:cubicBezTo>
                  <a:cubicBezTo>
                    <a:pt x="252" y="109892"/>
                    <a:pt x="16589" y="125422"/>
                    <a:pt x="40186" y="125422"/>
                  </a:cubicBezTo>
                  <a:cubicBezTo>
                    <a:pt x="61665" y="125422"/>
                    <a:pt x="84960" y="114052"/>
                    <a:pt x="102809" y="95471"/>
                  </a:cubicBezTo>
                  <a:lnTo>
                    <a:pt x="99179" y="92144"/>
                  </a:lnTo>
                  <a:close/>
                  <a:moveTo>
                    <a:pt x="36858" y="52487"/>
                  </a:moveTo>
                  <a:cubicBezTo>
                    <a:pt x="47144" y="27806"/>
                    <a:pt x="69531" y="6453"/>
                    <a:pt x="84960" y="6453"/>
                  </a:cubicBezTo>
                  <a:cubicBezTo>
                    <a:pt x="91313" y="6453"/>
                    <a:pt x="95548" y="10890"/>
                    <a:pt x="95548" y="17268"/>
                  </a:cubicBezTo>
                  <a:cubicBezTo>
                    <a:pt x="95548" y="25865"/>
                    <a:pt x="89800" y="35849"/>
                    <a:pt x="80422" y="44168"/>
                  </a:cubicBezTo>
                  <a:cubicBezTo>
                    <a:pt x="69229" y="53874"/>
                    <a:pt x="57732" y="58866"/>
                    <a:pt x="31715" y="64689"/>
                  </a:cubicBezTo>
                  <a:lnTo>
                    <a:pt x="36858" y="52487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23A92552-B397-933F-62BB-511708B46BE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7962202" y="7244219"/>
              <a:ext cx="111027" cy="122296"/>
            </a:xfrm>
            <a:custGeom>
              <a:avLst/>
              <a:gdLst>
                <a:gd name="connsiteX0" fmla="*/ 23249 w 111027"/>
                <a:gd name="connsiteY0" fmla="*/ 122371 h 122296"/>
                <a:gd name="connsiteX1" fmla="*/ 58039 w 111027"/>
                <a:gd name="connsiteY1" fmla="*/ 42227 h 122296"/>
                <a:gd name="connsiteX2" fmla="*/ 81637 w 111027"/>
                <a:gd name="connsiteY2" fmla="*/ 18100 h 122296"/>
                <a:gd name="connsiteX3" fmla="*/ 86477 w 111027"/>
                <a:gd name="connsiteY3" fmla="*/ 21983 h 122296"/>
                <a:gd name="connsiteX4" fmla="*/ 97368 w 111027"/>
                <a:gd name="connsiteY4" fmla="*/ 28084 h 122296"/>
                <a:gd name="connsiteX5" fmla="*/ 111284 w 111027"/>
                <a:gd name="connsiteY5" fmla="*/ 14495 h 122296"/>
                <a:gd name="connsiteX6" fmla="*/ 97065 w 111027"/>
                <a:gd name="connsiteY6" fmla="*/ 75 h 122296"/>
                <a:gd name="connsiteX7" fmla="*/ 74073 w 111027"/>
                <a:gd name="connsiteY7" fmla="*/ 11722 h 122296"/>
                <a:gd name="connsiteX8" fmla="*/ 44728 w 111027"/>
                <a:gd name="connsiteY8" fmla="*/ 50824 h 122296"/>
                <a:gd name="connsiteX9" fmla="*/ 40493 w 111027"/>
                <a:gd name="connsiteY9" fmla="*/ 60807 h 122296"/>
                <a:gd name="connsiteX10" fmla="*/ 56527 w 111027"/>
                <a:gd name="connsiteY10" fmla="*/ 629 h 122296"/>
                <a:gd name="connsiteX11" fmla="*/ 55619 w 111027"/>
                <a:gd name="connsiteY11" fmla="*/ 75 h 122296"/>
                <a:gd name="connsiteX12" fmla="*/ 8728 w 111027"/>
                <a:gd name="connsiteY12" fmla="*/ 7562 h 122296"/>
                <a:gd name="connsiteX13" fmla="*/ 8728 w 111027"/>
                <a:gd name="connsiteY13" fmla="*/ 12277 h 122296"/>
                <a:gd name="connsiteX14" fmla="*/ 19013 w 111027"/>
                <a:gd name="connsiteY14" fmla="*/ 10890 h 122296"/>
                <a:gd name="connsiteX15" fmla="*/ 29602 w 111027"/>
                <a:gd name="connsiteY15" fmla="*/ 18655 h 122296"/>
                <a:gd name="connsiteX16" fmla="*/ 24761 w 111027"/>
                <a:gd name="connsiteY16" fmla="*/ 41395 h 122296"/>
                <a:gd name="connsiteX17" fmla="*/ 257 w 111027"/>
                <a:gd name="connsiteY17" fmla="*/ 122371 h 122296"/>
                <a:gd name="connsiteX18" fmla="*/ 23249 w 11102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027" h="122296">
                  <a:moveTo>
                    <a:pt x="23249" y="122371"/>
                  </a:moveTo>
                  <a:cubicBezTo>
                    <a:pt x="38980" y="75227"/>
                    <a:pt x="44123" y="63303"/>
                    <a:pt x="58039" y="42227"/>
                  </a:cubicBezTo>
                  <a:cubicBezTo>
                    <a:pt x="68023" y="26697"/>
                    <a:pt x="76494" y="18100"/>
                    <a:pt x="81637" y="18100"/>
                  </a:cubicBezTo>
                  <a:cubicBezTo>
                    <a:pt x="83452" y="18100"/>
                    <a:pt x="84964" y="19210"/>
                    <a:pt x="86477" y="21983"/>
                  </a:cubicBezTo>
                  <a:cubicBezTo>
                    <a:pt x="88897" y="26697"/>
                    <a:pt x="91317" y="28084"/>
                    <a:pt x="97368" y="28084"/>
                  </a:cubicBezTo>
                  <a:cubicBezTo>
                    <a:pt x="106141" y="28084"/>
                    <a:pt x="111284" y="23092"/>
                    <a:pt x="111284" y="14495"/>
                  </a:cubicBezTo>
                  <a:cubicBezTo>
                    <a:pt x="111284" y="5898"/>
                    <a:pt x="105536" y="75"/>
                    <a:pt x="97065" y="75"/>
                  </a:cubicBezTo>
                  <a:cubicBezTo>
                    <a:pt x="90107" y="75"/>
                    <a:pt x="81939" y="4234"/>
                    <a:pt x="74073" y="11722"/>
                  </a:cubicBezTo>
                  <a:cubicBezTo>
                    <a:pt x="61670" y="23369"/>
                    <a:pt x="49569" y="39731"/>
                    <a:pt x="44728" y="50824"/>
                  </a:cubicBezTo>
                  <a:lnTo>
                    <a:pt x="40493" y="60807"/>
                  </a:lnTo>
                  <a:lnTo>
                    <a:pt x="56527" y="629"/>
                  </a:lnTo>
                  <a:lnTo>
                    <a:pt x="55619" y="75"/>
                  </a:lnTo>
                  <a:cubicBezTo>
                    <a:pt x="33535" y="3680"/>
                    <a:pt x="30812" y="4234"/>
                    <a:pt x="8728" y="7562"/>
                  </a:cubicBezTo>
                  <a:lnTo>
                    <a:pt x="8728" y="12277"/>
                  </a:lnTo>
                  <a:cubicBezTo>
                    <a:pt x="15988" y="10890"/>
                    <a:pt x="16896" y="10890"/>
                    <a:pt x="19013" y="10890"/>
                  </a:cubicBezTo>
                  <a:cubicBezTo>
                    <a:pt x="25669" y="10890"/>
                    <a:pt x="29602" y="13663"/>
                    <a:pt x="29602" y="18655"/>
                  </a:cubicBezTo>
                  <a:cubicBezTo>
                    <a:pt x="29602" y="22537"/>
                    <a:pt x="29602" y="22537"/>
                    <a:pt x="24761" y="41395"/>
                  </a:cubicBezTo>
                  <a:lnTo>
                    <a:pt x="257" y="122371"/>
                  </a:lnTo>
                  <a:lnTo>
                    <a:pt x="23249" y="122371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531E1E54-3082-0192-916D-584BA6349DD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8147465" y="7180991"/>
              <a:ext cx="82589" cy="235441"/>
            </a:xfrm>
            <a:custGeom>
              <a:avLst/>
              <a:gdLst>
                <a:gd name="connsiteX0" fmla="*/ 4196 w 82589"/>
                <a:gd name="connsiteY0" fmla="*/ 235516 h 235441"/>
                <a:gd name="connsiteX1" fmla="*/ 70752 w 82589"/>
                <a:gd name="connsiteY1" fmla="*/ 157590 h 235441"/>
                <a:gd name="connsiteX2" fmla="*/ 82853 w 82589"/>
                <a:gd name="connsiteY2" fmla="*/ 101295 h 235441"/>
                <a:gd name="connsiteX3" fmla="*/ 76197 w 82589"/>
                <a:gd name="connsiteY3" fmla="*/ 51101 h 235441"/>
                <a:gd name="connsiteX4" fmla="*/ 52903 w 82589"/>
                <a:gd name="connsiteY4" fmla="*/ 75 h 235441"/>
                <a:gd name="connsiteX5" fmla="*/ 47155 w 82589"/>
                <a:gd name="connsiteY5" fmla="*/ 1461 h 235441"/>
                <a:gd name="connsiteX6" fmla="*/ 61979 w 82589"/>
                <a:gd name="connsiteY6" fmla="*/ 74118 h 235441"/>
                <a:gd name="connsiteX7" fmla="*/ 36566 w 82589"/>
                <a:gd name="connsiteY7" fmla="*/ 183935 h 235441"/>
                <a:gd name="connsiteX8" fmla="*/ 263 w 82589"/>
                <a:gd name="connsiteY8" fmla="*/ 231356 h 235441"/>
                <a:gd name="connsiteX9" fmla="*/ 4196 w 82589"/>
                <a:gd name="connsiteY9" fmla="*/ 235516 h 23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589" h="235441">
                  <a:moveTo>
                    <a:pt x="4196" y="235516"/>
                  </a:moveTo>
                  <a:cubicBezTo>
                    <a:pt x="41709" y="205566"/>
                    <a:pt x="57138" y="187818"/>
                    <a:pt x="70752" y="157590"/>
                  </a:cubicBezTo>
                  <a:cubicBezTo>
                    <a:pt x="79223" y="139287"/>
                    <a:pt x="82853" y="121817"/>
                    <a:pt x="82853" y="101295"/>
                  </a:cubicBezTo>
                  <a:cubicBezTo>
                    <a:pt x="82853" y="85488"/>
                    <a:pt x="80433" y="67740"/>
                    <a:pt x="76197" y="51101"/>
                  </a:cubicBezTo>
                  <a:cubicBezTo>
                    <a:pt x="71054" y="32243"/>
                    <a:pt x="66517" y="22260"/>
                    <a:pt x="52903" y="75"/>
                  </a:cubicBezTo>
                  <a:lnTo>
                    <a:pt x="47155" y="1461"/>
                  </a:lnTo>
                  <a:cubicBezTo>
                    <a:pt x="57441" y="23924"/>
                    <a:pt x="61979" y="46387"/>
                    <a:pt x="61979" y="74118"/>
                  </a:cubicBezTo>
                  <a:cubicBezTo>
                    <a:pt x="61979" y="109337"/>
                    <a:pt x="51693" y="154263"/>
                    <a:pt x="36566" y="183935"/>
                  </a:cubicBezTo>
                  <a:cubicBezTo>
                    <a:pt x="27793" y="201961"/>
                    <a:pt x="18717" y="213608"/>
                    <a:pt x="263" y="231356"/>
                  </a:cubicBezTo>
                  <a:lnTo>
                    <a:pt x="4196" y="235516"/>
                  </a:lnTo>
                  <a:close/>
                </a:path>
              </a:pathLst>
            </a:custGeom>
            <a:grpFill/>
            <a:ln w="3041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310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/>
              <p:nvPr/>
            </p:nvSpPr>
            <p:spPr>
              <a:xfrm>
                <a:off x="1798820" y="224852"/>
                <a:ext cx="100995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00B0F0"/>
                    </a:solidFill>
                  </a:rPr>
                  <a:t>Ex: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</a:rPr>
                  <a:t>Use a </a:t>
                </a:r>
                <a:r>
                  <a:rPr lang="en-US" sz="2400" b="0" i="1" u="none" strike="noStrike" baseline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Lagrange interpolating polynomial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</a:rPr>
                  <a:t>of the second order to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u="none" strike="noStrike" baseline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b="0" i="1" u="none" strike="noStrike" baseline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⁡2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</a:rPr>
                  <a:t> on the basis of the data given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820" y="224852"/>
                <a:ext cx="10099531" cy="830997"/>
              </a:xfrm>
              <a:prstGeom prst="rect">
                <a:avLst/>
              </a:prstGeom>
              <a:blipFill>
                <a:blip r:embed="rId281"/>
                <a:stretch>
                  <a:fillRect l="-905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Group 206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&amp; x_0 = 1 \quad \quad \quad \quad f(x_0) = 0\\&#10;&amp; x_1 = 4 \quad \quad \quad \quad f(x_1) = 1.386294\\&#10;&amp; x_2 = 6 \quad \quad \quad \quad f(x_2) = 1.791760&#10;\end{aligned}&#10;$$&#10;}&#10;\end{document}" title="IguanaTex Shape Display">
            <a:extLst>
              <a:ext uri="{FF2B5EF4-FFF2-40B4-BE49-F238E27FC236}">
                <a16:creationId xmlns:a16="http://schemas.microsoft.com/office/drawing/2014/main" id="{0FC487C3-E78F-6C55-3C8E-D06B2917A76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683000" y="1193800"/>
            <a:ext cx="4897480" cy="1406912"/>
            <a:chOff x="9552696" y="3480901"/>
            <a:chExt cx="4897480" cy="1406912"/>
          </a:xfrm>
        </p:grpSpPr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D20B883-5A72-2DED-1B31-5690CD1D8362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9552696" y="3589280"/>
              <a:ext cx="167602" cy="158535"/>
            </a:xfrm>
            <a:custGeom>
              <a:avLst/>
              <a:gdLst>
                <a:gd name="connsiteX0" fmla="*/ 151856 w 167602"/>
                <a:gd name="connsiteY0" fmla="*/ 115817 h 158535"/>
                <a:gd name="connsiteX1" fmla="*/ 144077 w 167602"/>
                <a:gd name="connsiteY1" fmla="*/ 125287 h 158535"/>
                <a:gd name="connsiteX2" fmla="*/ 127812 w 167602"/>
                <a:gd name="connsiteY2" fmla="*/ 139317 h 158535"/>
                <a:gd name="connsiteX3" fmla="*/ 116850 w 167602"/>
                <a:gd name="connsiteY3" fmla="*/ 124936 h 158535"/>
                <a:gd name="connsiteX4" fmla="*/ 115436 w 167602"/>
                <a:gd name="connsiteY4" fmla="*/ 118974 h 158535"/>
                <a:gd name="connsiteX5" fmla="*/ 102707 w 167602"/>
                <a:gd name="connsiteY5" fmla="*/ 62153 h 158535"/>
                <a:gd name="connsiteX6" fmla="*/ 137359 w 167602"/>
                <a:gd name="connsiteY6" fmla="*/ 19714 h 158535"/>
                <a:gd name="connsiteX7" fmla="*/ 145845 w 167602"/>
                <a:gd name="connsiteY7" fmla="*/ 22520 h 158535"/>
                <a:gd name="connsiteX8" fmla="*/ 155392 w 167602"/>
                <a:gd name="connsiteY8" fmla="*/ 25676 h 158535"/>
                <a:gd name="connsiteX9" fmla="*/ 167768 w 167602"/>
                <a:gd name="connsiteY9" fmla="*/ 13050 h 158535"/>
                <a:gd name="connsiteX10" fmla="*/ 153270 w 167602"/>
                <a:gd name="connsiteY10" fmla="*/ 72 h 158535"/>
                <a:gd name="connsiteX11" fmla="*/ 99878 w 167602"/>
                <a:gd name="connsiteY11" fmla="*/ 50228 h 158535"/>
                <a:gd name="connsiteX12" fmla="*/ 95988 w 167602"/>
                <a:gd name="connsiteY12" fmla="*/ 30937 h 158535"/>
                <a:gd name="connsiteX13" fmla="*/ 77602 w 167602"/>
                <a:gd name="connsiteY13" fmla="*/ 72 h 158535"/>
                <a:gd name="connsiteX14" fmla="*/ 36231 w 167602"/>
                <a:gd name="connsiteY14" fmla="*/ 10244 h 158535"/>
                <a:gd name="connsiteX15" fmla="*/ 32342 w 167602"/>
                <a:gd name="connsiteY15" fmla="*/ 11647 h 158535"/>
                <a:gd name="connsiteX16" fmla="*/ 33756 w 167602"/>
                <a:gd name="connsiteY16" fmla="*/ 16908 h 158535"/>
                <a:gd name="connsiteX17" fmla="*/ 53557 w 167602"/>
                <a:gd name="connsiteY17" fmla="*/ 13050 h 158535"/>
                <a:gd name="connsiteX18" fmla="*/ 69469 w 167602"/>
                <a:gd name="connsiteY18" fmla="*/ 37251 h 158535"/>
                <a:gd name="connsiteX19" fmla="*/ 79723 w 167602"/>
                <a:gd name="connsiteY19" fmla="*/ 80392 h 158535"/>
                <a:gd name="connsiteX20" fmla="*/ 50729 w 167602"/>
                <a:gd name="connsiteY20" fmla="*/ 121429 h 158535"/>
                <a:gd name="connsiteX21" fmla="*/ 32695 w 167602"/>
                <a:gd name="connsiteY21" fmla="*/ 138264 h 158535"/>
                <a:gd name="connsiteX22" fmla="*/ 23502 w 167602"/>
                <a:gd name="connsiteY22" fmla="*/ 135108 h 158535"/>
                <a:gd name="connsiteX23" fmla="*/ 12187 w 167602"/>
                <a:gd name="connsiteY23" fmla="*/ 131600 h 158535"/>
                <a:gd name="connsiteX24" fmla="*/ 165 w 167602"/>
                <a:gd name="connsiteY24" fmla="*/ 143876 h 158535"/>
                <a:gd name="connsiteX25" fmla="*/ 17844 w 167602"/>
                <a:gd name="connsiteY25" fmla="*/ 158608 h 158535"/>
                <a:gd name="connsiteX26" fmla="*/ 50729 w 167602"/>
                <a:gd name="connsiteY26" fmla="*/ 134056 h 158535"/>
                <a:gd name="connsiteX27" fmla="*/ 82552 w 167602"/>
                <a:gd name="connsiteY27" fmla="*/ 93019 h 158535"/>
                <a:gd name="connsiteX28" fmla="*/ 93160 w 167602"/>
                <a:gd name="connsiteY28" fmla="*/ 135108 h 158535"/>
                <a:gd name="connsiteX29" fmla="*/ 113668 w 167602"/>
                <a:gd name="connsiteY29" fmla="*/ 158608 h 158535"/>
                <a:gd name="connsiteX30" fmla="*/ 156806 w 167602"/>
                <a:gd name="connsiteY30" fmla="*/ 118623 h 158535"/>
                <a:gd name="connsiteX31" fmla="*/ 151856 w 167602"/>
                <a:gd name="connsiteY31" fmla="*/ 115817 h 15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602" h="158535">
                  <a:moveTo>
                    <a:pt x="151856" y="115817"/>
                  </a:moveTo>
                  <a:cubicBezTo>
                    <a:pt x="149027" y="118974"/>
                    <a:pt x="147259" y="121078"/>
                    <a:pt x="144077" y="125287"/>
                  </a:cubicBezTo>
                  <a:cubicBezTo>
                    <a:pt x="135944" y="135809"/>
                    <a:pt x="131701" y="139317"/>
                    <a:pt x="127812" y="139317"/>
                  </a:cubicBezTo>
                  <a:cubicBezTo>
                    <a:pt x="122508" y="139317"/>
                    <a:pt x="119325" y="134757"/>
                    <a:pt x="116850" y="124936"/>
                  </a:cubicBezTo>
                  <a:cubicBezTo>
                    <a:pt x="116143" y="122130"/>
                    <a:pt x="115789" y="120026"/>
                    <a:pt x="115436" y="118974"/>
                  </a:cubicBezTo>
                  <a:cubicBezTo>
                    <a:pt x="106596" y="83549"/>
                    <a:pt x="102707" y="67415"/>
                    <a:pt x="102707" y="62153"/>
                  </a:cubicBezTo>
                  <a:cubicBezTo>
                    <a:pt x="118265" y="35146"/>
                    <a:pt x="130994" y="19714"/>
                    <a:pt x="137359" y="19714"/>
                  </a:cubicBezTo>
                  <a:cubicBezTo>
                    <a:pt x="139480" y="19714"/>
                    <a:pt x="142309" y="20766"/>
                    <a:pt x="145845" y="22520"/>
                  </a:cubicBezTo>
                  <a:cubicBezTo>
                    <a:pt x="150088" y="24975"/>
                    <a:pt x="152563" y="25676"/>
                    <a:pt x="155392" y="25676"/>
                  </a:cubicBezTo>
                  <a:cubicBezTo>
                    <a:pt x="162817" y="25676"/>
                    <a:pt x="167768" y="20415"/>
                    <a:pt x="167768" y="13050"/>
                  </a:cubicBezTo>
                  <a:cubicBezTo>
                    <a:pt x="167768" y="5684"/>
                    <a:pt x="161756" y="72"/>
                    <a:pt x="153270" y="72"/>
                  </a:cubicBezTo>
                  <a:cubicBezTo>
                    <a:pt x="137712" y="72"/>
                    <a:pt x="124276" y="12699"/>
                    <a:pt x="99878" y="50228"/>
                  </a:cubicBezTo>
                  <a:lnTo>
                    <a:pt x="95988" y="30937"/>
                  </a:lnTo>
                  <a:cubicBezTo>
                    <a:pt x="91038" y="7087"/>
                    <a:pt x="87149" y="72"/>
                    <a:pt x="77602" y="72"/>
                  </a:cubicBezTo>
                  <a:cubicBezTo>
                    <a:pt x="69823" y="72"/>
                    <a:pt x="57800" y="3229"/>
                    <a:pt x="36231" y="10244"/>
                  </a:cubicBezTo>
                  <a:lnTo>
                    <a:pt x="32342" y="11647"/>
                  </a:lnTo>
                  <a:lnTo>
                    <a:pt x="33756" y="16908"/>
                  </a:lnTo>
                  <a:cubicBezTo>
                    <a:pt x="47193" y="13751"/>
                    <a:pt x="50375" y="13050"/>
                    <a:pt x="53557" y="13050"/>
                  </a:cubicBezTo>
                  <a:cubicBezTo>
                    <a:pt x="62397" y="13050"/>
                    <a:pt x="64519" y="16206"/>
                    <a:pt x="69469" y="37251"/>
                  </a:cubicBezTo>
                  <a:lnTo>
                    <a:pt x="79723" y="80392"/>
                  </a:lnTo>
                  <a:lnTo>
                    <a:pt x="50729" y="121429"/>
                  </a:lnTo>
                  <a:cubicBezTo>
                    <a:pt x="43657" y="131951"/>
                    <a:pt x="36585" y="138264"/>
                    <a:pt x="32695" y="138264"/>
                  </a:cubicBezTo>
                  <a:cubicBezTo>
                    <a:pt x="30574" y="138264"/>
                    <a:pt x="27038" y="137212"/>
                    <a:pt x="23502" y="135108"/>
                  </a:cubicBezTo>
                  <a:cubicBezTo>
                    <a:pt x="18905" y="132653"/>
                    <a:pt x="15016" y="131600"/>
                    <a:pt x="12187" y="131600"/>
                  </a:cubicBezTo>
                  <a:cubicBezTo>
                    <a:pt x="5469" y="131600"/>
                    <a:pt x="165" y="136862"/>
                    <a:pt x="165" y="143876"/>
                  </a:cubicBezTo>
                  <a:cubicBezTo>
                    <a:pt x="165" y="152996"/>
                    <a:pt x="7237" y="158608"/>
                    <a:pt x="17844" y="158608"/>
                  </a:cubicBezTo>
                  <a:cubicBezTo>
                    <a:pt x="28806" y="158608"/>
                    <a:pt x="33049" y="155451"/>
                    <a:pt x="50729" y="134056"/>
                  </a:cubicBezTo>
                  <a:cubicBezTo>
                    <a:pt x="60276" y="122832"/>
                    <a:pt x="67701" y="113362"/>
                    <a:pt x="82552" y="93019"/>
                  </a:cubicBezTo>
                  <a:lnTo>
                    <a:pt x="93160" y="135108"/>
                  </a:lnTo>
                  <a:cubicBezTo>
                    <a:pt x="97756" y="152996"/>
                    <a:pt x="102353" y="158608"/>
                    <a:pt x="113668" y="158608"/>
                  </a:cubicBezTo>
                  <a:cubicBezTo>
                    <a:pt x="127104" y="158608"/>
                    <a:pt x="136298" y="150190"/>
                    <a:pt x="156806" y="118623"/>
                  </a:cubicBezTo>
                  <a:lnTo>
                    <a:pt x="151856" y="115817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25AFB9D-A958-BE9E-DEA3-0CC4844A681E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9726104" y="3621684"/>
              <a:ext cx="118269" cy="179088"/>
            </a:xfrm>
            <a:custGeom>
              <a:avLst/>
              <a:gdLst>
                <a:gd name="connsiteX0" fmla="*/ 60351 w 118269"/>
                <a:gd name="connsiteY0" fmla="*/ 74 h 179088"/>
                <a:gd name="connsiteX1" fmla="*/ 25289 w 118269"/>
                <a:gd name="connsiteY1" fmla="*/ 13570 h 179088"/>
                <a:gd name="connsiteX2" fmla="*/ 169 w 118269"/>
                <a:gd name="connsiteY2" fmla="*/ 88320 h 179088"/>
                <a:gd name="connsiteX3" fmla="*/ 21102 w 118269"/>
                <a:gd name="connsiteY3" fmla="*/ 161513 h 179088"/>
                <a:gd name="connsiteX4" fmla="*/ 59304 w 118269"/>
                <a:gd name="connsiteY4" fmla="*/ 179162 h 179088"/>
                <a:gd name="connsiteX5" fmla="*/ 93320 w 118269"/>
                <a:gd name="connsiteY5" fmla="*/ 165666 h 179088"/>
                <a:gd name="connsiteX6" fmla="*/ 118439 w 118269"/>
                <a:gd name="connsiteY6" fmla="*/ 89878 h 179088"/>
                <a:gd name="connsiteX7" fmla="*/ 60351 w 118269"/>
                <a:gd name="connsiteY7" fmla="*/ 74 h 179088"/>
                <a:gd name="connsiteX8" fmla="*/ 59566 w 118269"/>
                <a:gd name="connsiteY8" fmla="*/ 6822 h 179088"/>
                <a:gd name="connsiteX9" fmla="*/ 93320 w 118269"/>
                <a:gd name="connsiteY9" fmla="*/ 90397 h 179088"/>
                <a:gd name="connsiteX10" fmla="*/ 59304 w 118269"/>
                <a:gd name="connsiteY10" fmla="*/ 172414 h 179088"/>
                <a:gd name="connsiteX11" fmla="*/ 25289 w 118269"/>
                <a:gd name="connsiteY11" fmla="*/ 90656 h 179088"/>
                <a:gd name="connsiteX12" fmla="*/ 59566 w 118269"/>
                <a:gd name="connsiteY12" fmla="*/ 6822 h 17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269" h="179088">
                  <a:moveTo>
                    <a:pt x="60351" y="74"/>
                  </a:moveTo>
                  <a:cubicBezTo>
                    <a:pt x="45959" y="74"/>
                    <a:pt x="34970" y="4486"/>
                    <a:pt x="25289" y="13570"/>
                  </a:cubicBezTo>
                  <a:cubicBezTo>
                    <a:pt x="10112" y="28105"/>
                    <a:pt x="169" y="57953"/>
                    <a:pt x="169" y="88320"/>
                  </a:cubicBezTo>
                  <a:cubicBezTo>
                    <a:pt x="169" y="116611"/>
                    <a:pt x="8804" y="146978"/>
                    <a:pt x="21102" y="161513"/>
                  </a:cubicBezTo>
                  <a:cubicBezTo>
                    <a:pt x="30783" y="172933"/>
                    <a:pt x="44128" y="179162"/>
                    <a:pt x="59304" y="179162"/>
                  </a:cubicBezTo>
                  <a:cubicBezTo>
                    <a:pt x="72649" y="179162"/>
                    <a:pt x="83900" y="174750"/>
                    <a:pt x="93320" y="165666"/>
                  </a:cubicBezTo>
                  <a:cubicBezTo>
                    <a:pt x="108496" y="151391"/>
                    <a:pt x="118439" y="121283"/>
                    <a:pt x="118439" y="89878"/>
                  </a:cubicBezTo>
                  <a:cubicBezTo>
                    <a:pt x="118439" y="36670"/>
                    <a:pt x="94628" y="74"/>
                    <a:pt x="60351" y="74"/>
                  </a:cubicBezTo>
                  <a:close/>
                  <a:moveTo>
                    <a:pt x="59566" y="6822"/>
                  </a:moveTo>
                  <a:cubicBezTo>
                    <a:pt x="81545" y="6822"/>
                    <a:pt x="93320" y="36151"/>
                    <a:pt x="93320" y="90397"/>
                  </a:cubicBezTo>
                  <a:cubicBezTo>
                    <a:pt x="93320" y="144642"/>
                    <a:pt x="81807" y="172414"/>
                    <a:pt x="59304" y="172414"/>
                  </a:cubicBezTo>
                  <a:cubicBezTo>
                    <a:pt x="36801" y="172414"/>
                    <a:pt x="25289" y="144642"/>
                    <a:pt x="25289" y="90656"/>
                  </a:cubicBezTo>
                  <a:cubicBezTo>
                    <a:pt x="25289" y="35632"/>
                    <a:pt x="37063" y="6822"/>
                    <a:pt x="59566" y="6822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73914C3A-8C51-2453-F2B4-5E8B6DB372A8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9967560" y="3615235"/>
              <a:ext cx="235138" cy="82073"/>
            </a:xfrm>
            <a:custGeom>
              <a:avLst/>
              <a:gdLst>
                <a:gd name="connsiteX0" fmla="*/ 223293 w 235138"/>
                <a:gd name="connsiteY0" fmla="*/ 14101 h 82073"/>
                <a:gd name="connsiteX1" fmla="*/ 235315 w 235138"/>
                <a:gd name="connsiteY1" fmla="*/ 7086 h 82073"/>
                <a:gd name="connsiteX2" fmla="*/ 223647 w 235138"/>
                <a:gd name="connsiteY2" fmla="*/ 71 h 82073"/>
                <a:gd name="connsiteX3" fmla="*/ 11845 w 235138"/>
                <a:gd name="connsiteY3" fmla="*/ 71 h 82073"/>
                <a:gd name="connsiteX4" fmla="*/ 177 w 235138"/>
                <a:gd name="connsiteY4" fmla="*/ 7086 h 82073"/>
                <a:gd name="connsiteX5" fmla="*/ 12199 w 235138"/>
                <a:gd name="connsiteY5" fmla="*/ 14101 h 82073"/>
                <a:gd name="connsiteX6" fmla="*/ 223293 w 235138"/>
                <a:gd name="connsiteY6" fmla="*/ 14101 h 82073"/>
                <a:gd name="connsiteX7" fmla="*/ 223647 w 235138"/>
                <a:gd name="connsiteY7" fmla="*/ 82145 h 82073"/>
                <a:gd name="connsiteX8" fmla="*/ 235315 w 235138"/>
                <a:gd name="connsiteY8" fmla="*/ 75130 h 82073"/>
                <a:gd name="connsiteX9" fmla="*/ 223293 w 235138"/>
                <a:gd name="connsiteY9" fmla="*/ 68115 h 82073"/>
                <a:gd name="connsiteX10" fmla="*/ 12199 w 235138"/>
                <a:gd name="connsiteY10" fmla="*/ 68115 h 82073"/>
                <a:gd name="connsiteX11" fmla="*/ 177 w 235138"/>
                <a:gd name="connsiteY11" fmla="*/ 75130 h 82073"/>
                <a:gd name="connsiteX12" fmla="*/ 11845 w 235138"/>
                <a:gd name="connsiteY12" fmla="*/ 82145 h 82073"/>
                <a:gd name="connsiteX13" fmla="*/ 223647 w 235138"/>
                <a:gd name="connsiteY13" fmla="*/ 82145 h 8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38" h="82073">
                  <a:moveTo>
                    <a:pt x="223293" y="14101"/>
                  </a:moveTo>
                  <a:cubicBezTo>
                    <a:pt x="228597" y="14101"/>
                    <a:pt x="235315" y="14101"/>
                    <a:pt x="235315" y="7086"/>
                  </a:cubicBezTo>
                  <a:cubicBezTo>
                    <a:pt x="235315" y="71"/>
                    <a:pt x="228597" y="71"/>
                    <a:pt x="223647" y="71"/>
                  </a:cubicBezTo>
                  <a:lnTo>
                    <a:pt x="11845" y="71"/>
                  </a:lnTo>
                  <a:cubicBezTo>
                    <a:pt x="6895" y="71"/>
                    <a:pt x="177" y="71"/>
                    <a:pt x="177" y="7086"/>
                  </a:cubicBezTo>
                  <a:cubicBezTo>
                    <a:pt x="177" y="14101"/>
                    <a:pt x="6895" y="14101"/>
                    <a:pt x="12199" y="14101"/>
                  </a:cubicBezTo>
                  <a:lnTo>
                    <a:pt x="223293" y="14101"/>
                  </a:lnTo>
                  <a:close/>
                  <a:moveTo>
                    <a:pt x="223647" y="82145"/>
                  </a:moveTo>
                  <a:cubicBezTo>
                    <a:pt x="228597" y="82145"/>
                    <a:pt x="235315" y="82145"/>
                    <a:pt x="235315" y="75130"/>
                  </a:cubicBezTo>
                  <a:cubicBezTo>
                    <a:pt x="235315" y="68115"/>
                    <a:pt x="228597" y="68115"/>
                    <a:pt x="223293" y="68115"/>
                  </a:cubicBezTo>
                  <a:lnTo>
                    <a:pt x="12199" y="68115"/>
                  </a:lnTo>
                  <a:cubicBezTo>
                    <a:pt x="6895" y="68115"/>
                    <a:pt x="177" y="68115"/>
                    <a:pt x="177" y="75130"/>
                  </a:cubicBezTo>
                  <a:cubicBezTo>
                    <a:pt x="177" y="82145"/>
                    <a:pt x="6895" y="82145"/>
                    <a:pt x="11845" y="82145"/>
                  </a:cubicBezTo>
                  <a:lnTo>
                    <a:pt x="223647" y="82145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A77CF06-0605-E81C-7EB4-C24B108997AF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10341644" y="3506855"/>
              <a:ext cx="100066" cy="237101"/>
            </a:xfrm>
            <a:custGeom>
              <a:avLst/>
              <a:gdLst>
                <a:gd name="connsiteX0" fmla="*/ 63833 w 100066"/>
                <a:gd name="connsiteY0" fmla="*/ 71 h 237101"/>
                <a:gd name="connsiteX1" fmla="*/ 186 w 100066"/>
                <a:gd name="connsiteY1" fmla="*/ 31989 h 237101"/>
                <a:gd name="connsiteX2" fmla="*/ 186 w 100066"/>
                <a:gd name="connsiteY2" fmla="*/ 36899 h 237101"/>
                <a:gd name="connsiteX3" fmla="*/ 9733 w 100066"/>
                <a:gd name="connsiteY3" fmla="*/ 33041 h 237101"/>
                <a:gd name="connsiteX4" fmla="*/ 25645 w 100066"/>
                <a:gd name="connsiteY4" fmla="*/ 29183 h 237101"/>
                <a:gd name="connsiteX5" fmla="*/ 36253 w 100066"/>
                <a:gd name="connsiteY5" fmla="*/ 45668 h 237101"/>
                <a:gd name="connsiteX6" fmla="*/ 36253 w 100066"/>
                <a:gd name="connsiteY6" fmla="*/ 204554 h 237101"/>
                <a:gd name="connsiteX7" fmla="*/ 27767 w 100066"/>
                <a:gd name="connsiteY7" fmla="*/ 227352 h 237101"/>
                <a:gd name="connsiteX8" fmla="*/ 2661 w 100066"/>
                <a:gd name="connsiteY8" fmla="*/ 231912 h 237101"/>
                <a:gd name="connsiteX9" fmla="*/ 2661 w 100066"/>
                <a:gd name="connsiteY9" fmla="*/ 237173 h 237101"/>
                <a:gd name="connsiteX10" fmla="*/ 100253 w 100066"/>
                <a:gd name="connsiteY10" fmla="*/ 237173 h 237101"/>
                <a:gd name="connsiteX11" fmla="*/ 100253 w 100066"/>
                <a:gd name="connsiteY11" fmla="*/ 231912 h 237101"/>
                <a:gd name="connsiteX12" fmla="*/ 66662 w 100066"/>
                <a:gd name="connsiteY12" fmla="*/ 211218 h 237101"/>
                <a:gd name="connsiteX13" fmla="*/ 66662 w 100066"/>
                <a:gd name="connsiteY13" fmla="*/ 773 h 237101"/>
                <a:gd name="connsiteX14" fmla="*/ 63833 w 100066"/>
                <a:gd name="connsiteY14" fmla="*/ 71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066" h="237101">
                  <a:moveTo>
                    <a:pt x="63833" y="71"/>
                  </a:moveTo>
                  <a:lnTo>
                    <a:pt x="186" y="31989"/>
                  </a:lnTo>
                  <a:lnTo>
                    <a:pt x="186" y="36899"/>
                  </a:lnTo>
                  <a:cubicBezTo>
                    <a:pt x="4429" y="35145"/>
                    <a:pt x="8319" y="33742"/>
                    <a:pt x="9733" y="33041"/>
                  </a:cubicBezTo>
                  <a:cubicBezTo>
                    <a:pt x="16098" y="30586"/>
                    <a:pt x="22109" y="29183"/>
                    <a:pt x="25645" y="29183"/>
                  </a:cubicBezTo>
                  <a:cubicBezTo>
                    <a:pt x="33070" y="29183"/>
                    <a:pt x="36253" y="34444"/>
                    <a:pt x="36253" y="45668"/>
                  </a:cubicBezTo>
                  <a:lnTo>
                    <a:pt x="36253" y="204554"/>
                  </a:lnTo>
                  <a:cubicBezTo>
                    <a:pt x="36253" y="216128"/>
                    <a:pt x="33424" y="224195"/>
                    <a:pt x="27767" y="227352"/>
                  </a:cubicBezTo>
                  <a:cubicBezTo>
                    <a:pt x="22463" y="230509"/>
                    <a:pt x="17512" y="231561"/>
                    <a:pt x="2661" y="231912"/>
                  </a:cubicBezTo>
                  <a:lnTo>
                    <a:pt x="2661" y="237173"/>
                  </a:lnTo>
                  <a:lnTo>
                    <a:pt x="100253" y="237173"/>
                  </a:lnTo>
                  <a:lnTo>
                    <a:pt x="100253" y="231912"/>
                  </a:lnTo>
                  <a:cubicBezTo>
                    <a:pt x="72319" y="231561"/>
                    <a:pt x="66662" y="228053"/>
                    <a:pt x="66662" y="211218"/>
                  </a:cubicBezTo>
                  <a:lnTo>
                    <a:pt x="66662" y="773"/>
                  </a:lnTo>
                  <a:lnTo>
                    <a:pt x="63833" y="7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C50D94D-DEBD-E8C1-527B-B5DC17A2B625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11900786" y="3506154"/>
              <a:ext cx="201901" cy="310406"/>
            </a:xfrm>
            <a:custGeom>
              <a:avLst/>
              <a:gdLst>
                <a:gd name="connsiteX0" fmla="*/ 64586 w 201901"/>
                <a:gd name="connsiteY0" fmla="*/ 98981 h 310406"/>
                <a:gd name="connsiteX1" fmla="*/ 96409 w 201901"/>
                <a:gd name="connsiteY1" fmla="*/ 98981 h 310406"/>
                <a:gd name="connsiteX2" fmla="*/ 65293 w 201901"/>
                <a:gd name="connsiteY2" fmla="*/ 246293 h 310406"/>
                <a:gd name="connsiteX3" fmla="*/ 30995 w 201901"/>
                <a:gd name="connsiteY3" fmla="*/ 303113 h 310406"/>
                <a:gd name="connsiteX4" fmla="*/ 23923 w 201901"/>
                <a:gd name="connsiteY4" fmla="*/ 297501 h 310406"/>
                <a:gd name="connsiteX5" fmla="*/ 25337 w 201901"/>
                <a:gd name="connsiteY5" fmla="*/ 293643 h 310406"/>
                <a:gd name="connsiteX6" fmla="*/ 27105 w 201901"/>
                <a:gd name="connsiteY6" fmla="*/ 288031 h 310406"/>
                <a:gd name="connsiteX7" fmla="*/ 13315 w 201901"/>
                <a:gd name="connsiteY7" fmla="*/ 274703 h 310406"/>
                <a:gd name="connsiteX8" fmla="*/ 232 w 201901"/>
                <a:gd name="connsiteY8" fmla="*/ 289084 h 310406"/>
                <a:gd name="connsiteX9" fmla="*/ 28166 w 201901"/>
                <a:gd name="connsiteY9" fmla="*/ 310479 h 310406"/>
                <a:gd name="connsiteX10" fmla="*/ 98884 w 201901"/>
                <a:gd name="connsiteY10" fmla="*/ 211219 h 310406"/>
                <a:gd name="connsiteX11" fmla="*/ 124343 w 201901"/>
                <a:gd name="connsiteY11" fmla="*/ 98981 h 310406"/>
                <a:gd name="connsiteX12" fmla="*/ 162884 w 201901"/>
                <a:gd name="connsiteY12" fmla="*/ 98981 h 310406"/>
                <a:gd name="connsiteX13" fmla="*/ 165006 w 201901"/>
                <a:gd name="connsiteY13" fmla="*/ 87758 h 310406"/>
                <a:gd name="connsiteX14" fmla="*/ 126818 w 201901"/>
                <a:gd name="connsiteY14" fmla="*/ 87758 h 310406"/>
                <a:gd name="connsiteX15" fmla="*/ 169956 w 201901"/>
                <a:gd name="connsiteY15" fmla="*/ 7788 h 310406"/>
                <a:gd name="connsiteX16" fmla="*/ 177735 w 201901"/>
                <a:gd name="connsiteY16" fmla="*/ 11997 h 310406"/>
                <a:gd name="connsiteX17" fmla="*/ 176321 w 201901"/>
                <a:gd name="connsiteY17" fmla="*/ 15505 h 310406"/>
                <a:gd name="connsiteX18" fmla="*/ 174199 w 201901"/>
                <a:gd name="connsiteY18" fmla="*/ 22870 h 310406"/>
                <a:gd name="connsiteX19" fmla="*/ 187282 w 201901"/>
                <a:gd name="connsiteY19" fmla="*/ 36900 h 310406"/>
                <a:gd name="connsiteX20" fmla="*/ 202133 w 201901"/>
                <a:gd name="connsiteY20" fmla="*/ 22870 h 310406"/>
                <a:gd name="connsiteX21" fmla="*/ 171724 w 201901"/>
                <a:gd name="connsiteY21" fmla="*/ 72 h 310406"/>
                <a:gd name="connsiteX22" fmla="*/ 127879 w 201901"/>
                <a:gd name="connsiteY22" fmla="*/ 24273 h 310406"/>
                <a:gd name="connsiteX23" fmla="*/ 99591 w 201901"/>
                <a:gd name="connsiteY23" fmla="*/ 87758 h 310406"/>
                <a:gd name="connsiteX24" fmla="*/ 67061 w 201901"/>
                <a:gd name="connsiteY24" fmla="*/ 87758 h 310406"/>
                <a:gd name="connsiteX25" fmla="*/ 64586 w 201901"/>
                <a:gd name="connsiteY25" fmla="*/ 98981 h 31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901" h="310406">
                  <a:moveTo>
                    <a:pt x="64586" y="98981"/>
                  </a:moveTo>
                  <a:lnTo>
                    <a:pt x="96409" y="98981"/>
                  </a:lnTo>
                  <a:lnTo>
                    <a:pt x="65293" y="246293"/>
                  </a:lnTo>
                  <a:cubicBezTo>
                    <a:pt x="57514" y="283822"/>
                    <a:pt x="45845" y="303113"/>
                    <a:pt x="30995" y="303113"/>
                  </a:cubicBezTo>
                  <a:cubicBezTo>
                    <a:pt x="26751" y="303113"/>
                    <a:pt x="23923" y="300658"/>
                    <a:pt x="23923" y="297501"/>
                  </a:cubicBezTo>
                  <a:cubicBezTo>
                    <a:pt x="23923" y="296449"/>
                    <a:pt x="24276" y="295397"/>
                    <a:pt x="25337" y="293643"/>
                  </a:cubicBezTo>
                  <a:cubicBezTo>
                    <a:pt x="26751" y="291539"/>
                    <a:pt x="27105" y="290136"/>
                    <a:pt x="27105" y="288031"/>
                  </a:cubicBezTo>
                  <a:cubicBezTo>
                    <a:pt x="27105" y="280666"/>
                    <a:pt x="20740" y="274703"/>
                    <a:pt x="13315" y="274703"/>
                  </a:cubicBezTo>
                  <a:cubicBezTo>
                    <a:pt x="5889" y="274703"/>
                    <a:pt x="232" y="281017"/>
                    <a:pt x="232" y="289084"/>
                  </a:cubicBezTo>
                  <a:cubicBezTo>
                    <a:pt x="232" y="301009"/>
                    <a:pt x="12608" y="310479"/>
                    <a:pt x="28166" y="310479"/>
                  </a:cubicBezTo>
                  <a:cubicBezTo>
                    <a:pt x="59635" y="310479"/>
                    <a:pt x="84387" y="275755"/>
                    <a:pt x="98884" y="211219"/>
                  </a:cubicBezTo>
                  <a:lnTo>
                    <a:pt x="124343" y="98981"/>
                  </a:lnTo>
                  <a:lnTo>
                    <a:pt x="162884" y="98981"/>
                  </a:lnTo>
                  <a:lnTo>
                    <a:pt x="165006" y="87758"/>
                  </a:lnTo>
                  <a:lnTo>
                    <a:pt x="126818" y="87758"/>
                  </a:lnTo>
                  <a:cubicBezTo>
                    <a:pt x="137072" y="32691"/>
                    <a:pt x="150155" y="7788"/>
                    <a:pt x="169956" y="7788"/>
                  </a:cubicBezTo>
                  <a:cubicBezTo>
                    <a:pt x="174553" y="7788"/>
                    <a:pt x="177735" y="9542"/>
                    <a:pt x="177735" y="11997"/>
                  </a:cubicBezTo>
                  <a:cubicBezTo>
                    <a:pt x="177735" y="13050"/>
                    <a:pt x="177382" y="13751"/>
                    <a:pt x="176321" y="15505"/>
                  </a:cubicBezTo>
                  <a:cubicBezTo>
                    <a:pt x="174906" y="18661"/>
                    <a:pt x="174199" y="20415"/>
                    <a:pt x="174199" y="22870"/>
                  </a:cubicBezTo>
                  <a:cubicBezTo>
                    <a:pt x="174199" y="31288"/>
                    <a:pt x="179503" y="36900"/>
                    <a:pt x="187282" y="36900"/>
                  </a:cubicBezTo>
                  <a:cubicBezTo>
                    <a:pt x="195415" y="36900"/>
                    <a:pt x="202133" y="30587"/>
                    <a:pt x="202133" y="22870"/>
                  </a:cubicBezTo>
                  <a:cubicBezTo>
                    <a:pt x="202133" y="9893"/>
                    <a:pt x="189050" y="72"/>
                    <a:pt x="171724" y="72"/>
                  </a:cubicBezTo>
                  <a:cubicBezTo>
                    <a:pt x="154398" y="72"/>
                    <a:pt x="140608" y="7788"/>
                    <a:pt x="127879" y="24273"/>
                  </a:cubicBezTo>
                  <a:cubicBezTo>
                    <a:pt x="117271" y="37952"/>
                    <a:pt x="110199" y="54086"/>
                    <a:pt x="99591" y="87758"/>
                  </a:cubicBezTo>
                  <a:lnTo>
                    <a:pt x="67061" y="87758"/>
                  </a:lnTo>
                  <a:lnTo>
                    <a:pt x="64586" y="9898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1536B78-FD7B-449B-A7B0-5F04FBAD35A5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12138250" y="3480901"/>
              <a:ext cx="82033" cy="350741"/>
            </a:xfrm>
            <a:custGeom>
              <a:avLst/>
              <a:gdLst>
                <a:gd name="connsiteX0" fmla="*/ 82270 w 82033"/>
                <a:gd name="connsiteY0" fmla="*/ 347306 h 350741"/>
                <a:gd name="connsiteX1" fmla="*/ 76259 w 82033"/>
                <a:gd name="connsiteY1" fmla="*/ 339590 h 350741"/>
                <a:gd name="connsiteX2" fmla="*/ 20745 w 82033"/>
                <a:gd name="connsiteY2" fmla="*/ 175442 h 350741"/>
                <a:gd name="connsiteX3" fmla="*/ 77673 w 82033"/>
                <a:gd name="connsiteY3" fmla="*/ 9541 h 350741"/>
                <a:gd name="connsiteX4" fmla="*/ 82270 w 82033"/>
                <a:gd name="connsiteY4" fmla="*/ 3579 h 350741"/>
                <a:gd name="connsiteX5" fmla="*/ 78734 w 82033"/>
                <a:gd name="connsiteY5" fmla="*/ 71 h 350741"/>
                <a:gd name="connsiteX6" fmla="*/ 22513 w 82033"/>
                <a:gd name="connsiteY6" fmla="*/ 68466 h 350741"/>
                <a:gd name="connsiteX7" fmla="*/ 237 w 82033"/>
                <a:gd name="connsiteY7" fmla="*/ 175442 h 350741"/>
                <a:gd name="connsiteX8" fmla="*/ 23574 w 82033"/>
                <a:gd name="connsiteY8" fmla="*/ 284874 h 350741"/>
                <a:gd name="connsiteX9" fmla="*/ 78734 w 82033"/>
                <a:gd name="connsiteY9" fmla="*/ 350813 h 350741"/>
                <a:gd name="connsiteX10" fmla="*/ 82270 w 82033"/>
                <a:gd name="connsiteY10" fmla="*/ 347306 h 35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33" h="350741">
                  <a:moveTo>
                    <a:pt x="82270" y="347306"/>
                  </a:moveTo>
                  <a:cubicBezTo>
                    <a:pt x="82270" y="346254"/>
                    <a:pt x="82270" y="345552"/>
                    <a:pt x="76259" y="339590"/>
                  </a:cubicBezTo>
                  <a:cubicBezTo>
                    <a:pt x="32060" y="295396"/>
                    <a:pt x="20745" y="229106"/>
                    <a:pt x="20745" y="175442"/>
                  </a:cubicBezTo>
                  <a:cubicBezTo>
                    <a:pt x="20745" y="114413"/>
                    <a:pt x="34182" y="53384"/>
                    <a:pt x="77673" y="9541"/>
                  </a:cubicBezTo>
                  <a:cubicBezTo>
                    <a:pt x="82270" y="5333"/>
                    <a:pt x="82270" y="4631"/>
                    <a:pt x="82270" y="3579"/>
                  </a:cubicBezTo>
                  <a:cubicBezTo>
                    <a:pt x="82270" y="1124"/>
                    <a:pt x="80856" y="71"/>
                    <a:pt x="78734" y="71"/>
                  </a:cubicBezTo>
                  <a:cubicBezTo>
                    <a:pt x="75198" y="71"/>
                    <a:pt x="43375" y="23922"/>
                    <a:pt x="22513" y="68466"/>
                  </a:cubicBezTo>
                  <a:cubicBezTo>
                    <a:pt x="4480" y="107048"/>
                    <a:pt x="237" y="145980"/>
                    <a:pt x="237" y="175442"/>
                  </a:cubicBezTo>
                  <a:cubicBezTo>
                    <a:pt x="237" y="202800"/>
                    <a:pt x="4126" y="245240"/>
                    <a:pt x="23574" y="284874"/>
                  </a:cubicBezTo>
                  <a:cubicBezTo>
                    <a:pt x="44789" y="328015"/>
                    <a:pt x="75198" y="350813"/>
                    <a:pt x="78734" y="350813"/>
                  </a:cubicBezTo>
                  <a:cubicBezTo>
                    <a:pt x="80856" y="350813"/>
                    <a:pt x="82270" y="349761"/>
                    <a:pt x="82270" y="347306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F7F92FD-DF8C-B88D-8BC7-E20C59AC1357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12231401" y="3589280"/>
              <a:ext cx="167602" cy="158535"/>
            </a:xfrm>
            <a:custGeom>
              <a:avLst/>
              <a:gdLst>
                <a:gd name="connsiteX0" fmla="*/ 151931 w 167602"/>
                <a:gd name="connsiteY0" fmla="*/ 115817 h 158535"/>
                <a:gd name="connsiteX1" fmla="*/ 144152 w 167602"/>
                <a:gd name="connsiteY1" fmla="*/ 125287 h 158535"/>
                <a:gd name="connsiteX2" fmla="*/ 127887 w 167602"/>
                <a:gd name="connsiteY2" fmla="*/ 139317 h 158535"/>
                <a:gd name="connsiteX3" fmla="*/ 116925 w 167602"/>
                <a:gd name="connsiteY3" fmla="*/ 124936 h 158535"/>
                <a:gd name="connsiteX4" fmla="*/ 115511 w 167602"/>
                <a:gd name="connsiteY4" fmla="*/ 118974 h 158535"/>
                <a:gd name="connsiteX5" fmla="*/ 102782 w 167602"/>
                <a:gd name="connsiteY5" fmla="*/ 62153 h 158535"/>
                <a:gd name="connsiteX6" fmla="*/ 137434 w 167602"/>
                <a:gd name="connsiteY6" fmla="*/ 19714 h 158535"/>
                <a:gd name="connsiteX7" fmla="*/ 145920 w 167602"/>
                <a:gd name="connsiteY7" fmla="*/ 22520 h 158535"/>
                <a:gd name="connsiteX8" fmla="*/ 155467 w 167602"/>
                <a:gd name="connsiteY8" fmla="*/ 25676 h 158535"/>
                <a:gd name="connsiteX9" fmla="*/ 167843 w 167602"/>
                <a:gd name="connsiteY9" fmla="*/ 13050 h 158535"/>
                <a:gd name="connsiteX10" fmla="*/ 153345 w 167602"/>
                <a:gd name="connsiteY10" fmla="*/ 72 h 158535"/>
                <a:gd name="connsiteX11" fmla="*/ 99953 w 167602"/>
                <a:gd name="connsiteY11" fmla="*/ 50228 h 158535"/>
                <a:gd name="connsiteX12" fmla="*/ 96064 w 167602"/>
                <a:gd name="connsiteY12" fmla="*/ 30937 h 158535"/>
                <a:gd name="connsiteX13" fmla="*/ 77677 w 167602"/>
                <a:gd name="connsiteY13" fmla="*/ 72 h 158535"/>
                <a:gd name="connsiteX14" fmla="*/ 36306 w 167602"/>
                <a:gd name="connsiteY14" fmla="*/ 10244 h 158535"/>
                <a:gd name="connsiteX15" fmla="*/ 32417 w 167602"/>
                <a:gd name="connsiteY15" fmla="*/ 11647 h 158535"/>
                <a:gd name="connsiteX16" fmla="*/ 33831 w 167602"/>
                <a:gd name="connsiteY16" fmla="*/ 16908 h 158535"/>
                <a:gd name="connsiteX17" fmla="*/ 53632 w 167602"/>
                <a:gd name="connsiteY17" fmla="*/ 13050 h 158535"/>
                <a:gd name="connsiteX18" fmla="*/ 69544 w 167602"/>
                <a:gd name="connsiteY18" fmla="*/ 37251 h 158535"/>
                <a:gd name="connsiteX19" fmla="*/ 79798 w 167602"/>
                <a:gd name="connsiteY19" fmla="*/ 80392 h 158535"/>
                <a:gd name="connsiteX20" fmla="*/ 50804 w 167602"/>
                <a:gd name="connsiteY20" fmla="*/ 121429 h 158535"/>
                <a:gd name="connsiteX21" fmla="*/ 32771 w 167602"/>
                <a:gd name="connsiteY21" fmla="*/ 138264 h 158535"/>
                <a:gd name="connsiteX22" fmla="*/ 23577 w 167602"/>
                <a:gd name="connsiteY22" fmla="*/ 135108 h 158535"/>
                <a:gd name="connsiteX23" fmla="*/ 12262 w 167602"/>
                <a:gd name="connsiteY23" fmla="*/ 131600 h 158535"/>
                <a:gd name="connsiteX24" fmla="*/ 240 w 167602"/>
                <a:gd name="connsiteY24" fmla="*/ 143876 h 158535"/>
                <a:gd name="connsiteX25" fmla="*/ 17920 w 167602"/>
                <a:gd name="connsiteY25" fmla="*/ 158608 h 158535"/>
                <a:gd name="connsiteX26" fmla="*/ 50804 w 167602"/>
                <a:gd name="connsiteY26" fmla="*/ 134056 h 158535"/>
                <a:gd name="connsiteX27" fmla="*/ 82627 w 167602"/>
                <a:gd name="connsiteY27" fmla="*/ 93019 h 158535"/>
                <a:gd name="connsiteX28" fmla="*/ 93235 w 167602"/>
                <a:gd name="connsiteY28" fmla="*/ 135108 h 158535"/>
                <a:gd name="connsiteX29" fmla="*/ 113743 w 167602"/>
                <a:gd name="connsiteY29" fmla="*/ 158608 h 158535"/>
                <a:gd name="connsiteX30" fmla="*/ 156881 w 167602"/>
                <a:gd name="connsiteY30" fmla="*/ 118623 h 158535"/>
                <a:gd name="connsiteX31" fmla="*/ 151931 w 167602"/>
                <a:gd name="connsiteY31" fmla="*/ 115817 h 15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602" h="158535">
                  <a:moveTo>
                    <a:pt x="151931" y="115817"/>
                  </a:moveTo>
                  <a:cubicBezTo>
                    <a:pt x="149102" y="118974"/>
                    <a:pt x="147334" y="121078"/>
                    <a:pt x="144152" y="125287"/>
                  </a:cubicBezTo>
                  <a:cubicBezTo>
                    <a:pt x="136019" y="135809"/>
                    <a:pt x="131776" y="139317"/>
                    <a:pt x="127887" y="139317"/>
                  </a:cubicBezTo>
                  <a:cubicBezTo>
                    <a:pt x="122583" y="139317"/>
                    <a:pt x="119401" y="134757"/>
                    <a:pt x="116925" y="124936"/>
                  </a:cubicBezTo>
                  <a:cubicBezTo>
                    <a:pt x="116218" y="122130"/>
                    <a:pt x="115865" y="120026"/>
                    <a:pt x="115511" y="118974"/>
                  </a:cubicBezTo>
                  <a:cubicBezTo>
                    <a:pt x="106671" y="83549"/>
                    <a:pt x="102782" y="67415"/>
                    <a:pt x="102782" y="62153"/>
                  </a:cubicBezTo>
                  <a:cubicBezTo>
                    <a:pt x="118340" y="35146"/>
                    <a:pt x="131069" y="19714"/>
                    <a:pt x="137434" y="19714"/>
                  </a:cubicBezTo>
                  <a:cubicBezTo>
                    <a:pt x="139555" y="19714"/>
                    <a:pt x="142384" y="20766"/>
                    <a:pt x="145920" y="22520"/>
                  </a:cubicBezTo>
                  <a:cubicBezTo>
                    <a:pt x="150163" y="24975"/>
                    <a:pt x="152638" y="25676"/>
                    <a:pt x="155467" y="25676"/>
                  </a:cubicBezTo>
                  <a:cubicBezTo>
                    <a:pt x="162892" y="25676"/>
                    <a:pt x="167843" y="20415"/>
                    <a:pt x="167843" y="13050"/>
                  </a:cubicBezTo>
                  <a:cubicBezTo>
                    <a:pt x="167843" y="5684"/>
                    <a:pt x="161832" y="72"/>
                    <a:pt x="153345" y="72"/>
                  </a:cubicBezTo>
                  <a:cubicBezTo>
                    <a:pt x="137787" y="72"/>
                    <a:pt x="124351" y="12699"/>
                    <a:pt x="99953" y="50228"/>
                  </a:cubicBezTo>
                  <a:lnTo>
                    <a:pt x="96064" y="30937"/>
                  </a:lnTo>
                  <a:cubicBezTo>
                    <a:pt x="91113" y="7087"/>
                    <a:pt x="87224" y="72"/>
                    <a:pt x="77677" y="72"/>
                  </a:cubicBezTo>
                  <a:cubicBezTo>
                    <a:pt x="69898" y="72"/>
                    <a:pt x="57876" y="3229"/>
                    <a:pt x="36306" y="10244"/>
                  </a:cubicBezTo>
                  <a:lnTo>
                    <a:pt x="32417" y="11647"/>
                  </a:lnTo>
                  <a:lnTo>
                    <a:pt x="33831" y="16908"/>
                  </a:lnTo>
                  <a:cubicBezTo>
                    <a:pt x="47268" y="13751"/>
                    <a:pt x="50450" y="13050"/>
                    <a:pt x="53632" y="13050"/>
                  </a:cubicBezTo>
                  <a:cubicBezTo>
                    <a:pt x="62472" y="13050"/>
                    <a:pt x="64594" y="16206"/>
                    <a:pt x="69544" y="37251"/>
                  </a:cubicBezTo>
                  <a:lnTo>
                    <a:pt x="79798" y="80392"/>
                  </a:lnTo>
                  <a:lnTo>
                    <a:pt x="50804" y="121429"/>
                  </a:lnTo>
                  <a:cubicBezTo>
                    <a:pt x="43732" y="131951"/>
                    <a:pt x="36660" y="138264"/>
                    <a:pt x="32771" y="138264"/>
                  </a:cubicBezTo>
                  <a:cubicBezTo>
                    <a:pt x="30649" y="138264"/>
                    <a:pt x="27113" y="137212"/>
                    <a:pt x="23577" y="135108"/>
                  </a:cubicBezTo>
                  <a:cubicBezTo>
                    <a:pt x="18980" y="132653"/>
                    <a:pt x="15091" y="131600"/>
                    <a:pt x="12262" y="131600"/>
                  </a:cubicBezTo>
                  <a:cubicBezTo>
                    <a:pt x="5544" y="131600"/>
                    <a:pt x="240" y="136862"/>
                    <a:pt x="240" y="143876"/>
                  </a:cubicBezTo>
                  <a:cubicBezTo>
                    <a:pt x="240" y="152996"/>
                    <a:pt x="7312" y="158608"/>
                    <a:pt x="17920" y="158608"/>
                  </a:cubicBezTo>
                  <a:cubicBezTo>
                    <a:pt x="28881" y="158608"/>
                    <a:pt x="33124" y="155451"/>
                    <a:pt x="50804" y="134056"/>
                  </a:cubicBezTo>
                  <a:cubicBezTo>
                    <a:pt x="60351" y="122832"/>
                    <a:pt x="67776" y="113362"/>
                    <a:pt x="82627" y="93019"/>
                  </a:cubicBezTo>
                  <a:lnTo>
                    <a:pt x="93235" y="135108"/>
                  </a:lnTo>
                  <a:cubicBezTo>
                    <a:pt x="97832" y="152996"/>
                    <a:pt x="102428" y="158608"/>
                    <a:pt x="113743" y="158608"/>
                  </a:cubicBezTo>
                  <a:cubicBezTo>
                    <a:pt x="127180" y="158608"/>
                    <a:pt x="136373" y="150190"/>
                    <a:pt x="156881" y="118623"/>
                  </a:cubicBezTo>
                  <a:lnTo>
                    <a:pt x="151931" y="115817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729097F-64AD-CED9-D408-06DF49FF984F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12404810" y="3621684"/>
              <a:ext cx="118269" cy="179088"/>
            </a:xfrm>
            <a:custGeom>
              <a:avLst/>
              <a:gdLst>
                <a:gd name="connsiteX0" fmla="*/ 60426 w 118269"/>
                <a:gd name="connsiteY0" fmla="*/ 74 h 179088"/>
                <a:gd name="connsiteX1" fmla="*/ 25364 w 118269"/>
                <a:gd name="connsiteY1" fmla="*/ 13570 h 179088"/>
                <a:gd name="connsiteX2" fmla="*/ 245 w 118269"/>
                <a:gd name="connsiteY2" fmla="*/ 88320 h 179088"/>
                <a:gd name="connsiteX3" fmla="*/ 21177 w 118269"/>
                <a:gd name="connsiteY3" fmla="*/ 161513 h 179088"/>
                <a:gd name="connsiteX4" fmla="*/ 59379 w 118269"/>
                <a:gd name="connsiteY4" fmla="*/ 179162 h 179088"/>
                <a:gd name="connsiteX5" fmla="*/ 93395 w 118269"/>
                <a:gd name="connsiteY5" fmla="*/ 165666 h 179088"/>
                <a:gd name="connsiteX6" fmla="*/ 118514 w 118269"/>
                <a:gd name="connsiteY6" fmla="*/ 89878 h 179088"/>
                <a:gd name="connsiteX7" fmla="*/ 60426 w 118269"/>
                <a:gd name="connsiteY7" fmla="*/ 74 h 179088"/>
                <a:gd name="connsiteX8" fmla="*/ 59641 w 118269"/>
                <a:gd name="connsiteY8" fmla="*/ 6822 h 179088"/>
                <a:gd name="connsiteX9" fmla="*/ 93395 w 118269"/>
                <a:gd name="connsiteY9" fmla="*/ 90397 h 179088"/>
                <a:gd name="connsiteX10" fmla="*/ 59379 w 118269"/>
                <a:gd name="connsiteY10" fmla="*/ 172414 h 179088"/>
                <a:gd name="connsiteX11" fmla="*/ 25364 w 118269"/>
                <a:gd name="connsiteY11" fmla="*/ 90656 h 179088"/>
                <a:gd name="connsiteX12" fmla="*/ 59641 w 118269"/>
                <a:gd name="connsiteY12" fmla="*/ 6822 h 17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269" h="179088">
                  <a:moveTo>
                    <a:pt x="60426" y="74"/>
                  </a:moveTo>
                  <a:cubicBezTo>
                    <a:pt x="46035" y="74"/>
                    <a:pt x="35045" y="4486"/>
                    <a:pt x="25364" y="13570"/>
                  </a:cubicBezTo>
                  <a:cubicBezTo>
                    <a:pt x="10188" y="28105"/>
                    <a:pt x="245" y="57953"/>
                    <a:pt x="245" y="88320"/>
                  </a:cubicBezTo>
                  <a:cubicBezTo>
                    <a:pt x="245" y="116611"/>
                    <a:pt x="8879" y="146978"/>
                    <a:pt x="21177" y="161513"/>
                  </a:cubicBezTo>
                  <a:cubicBezTo>
                    <a:pt x="30858" y="172933"/>
                    <a:pt x="44203" y="179162"/>
                    <a:pt x="59379" y="179162"/>
                  </a:cubicBezTo>
                  <a:cubicBezTo>
                    <a:pt x="72724" y="179162"/>
                    <a:pt x="83975" y="174750"/>
                    <a:pt x="93395" y="165666"/>
                  </a:cubicBezTo>
                  <a:cubicBezTo>
                    <a:pt x="108571" y="151391"/>
                    <a:pt x="118514" y="121283"/>
                    <a:pt x="118514" y="89878"/>
                  </a:cubicBezTo>
                  <a:cubicBezTo>
                    <a:pt x="118514" y="36670"/>
                    <a:pt x="94703" y="74"/>
                    <a:pt x="60426" y="74"/>
                  </a:cubicBezTo>
                  <a:close/>
                  <a:moveTo>
                    <a:pt x="59641" y="6822"/>
                  </a:moveTo>
                  <a:cubicBezTo>
                    <a:pt x="81620" y="6822"/>
                    <a:pt x="93395" y="36151"/>
                    <a:pt x="93395" y="90397"/>
                  </a:cubicBezTo>
                  <a:cubicBezTo>
                    <a:pt x="93395" y="144642"/>
                    <a:pt x="81882" y="172414"/>
                    <a:pt x="59379" y="172414"/>
                  </a:cubicBezTo>
                  <a:cubicBezTo>
                    <a:pt x="36877" y="172414"/>
                    <a:pt x="25364" y="144642"/>
                    <a:pt x="25364" y="90656"/>
                  </a:cubicBezTo>
                  <a:cubicBezTo>
                    <a:pt x="25364" y="35632"/>
                    <a:pt x="37138" y="6822"/>
                    <a:pt x="59641" y="6822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338AA2F-5014-2C54-28C7-D092D43423E3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12567750" y="3480901"/>
              <a:ext cx="82033" cy="350741"/>
            </a:xfrm>
            <a:custGeom>
              <a:avLst/>
              <a:gdLst>
                <a:gd name="connsiteX0" fmla="*/ 82282 w 82033"/>
                <a:gd name="connsiteY0" fmla="*/ 175442 h 350741"/>
                <a:gd name="connsiteX1" fmla="*/ 58945 w 82033"/>
                <a:gd name="connsiteY1" fmla="*/ 66011 h 350741"/>
                <a:gd name="connsiteX2" fmla="*/ 3785 w 82033"/>
                <a:gd name="connsiteY2" fmla="*/ 71 h 350741"/>
                <a:gd name="connsiteX3" fmla="*/ 249 w 82033"/>
                <a:gd name="connsiteY3" fmla="*/ 3579 h 350741"/>
                <a:gd name="connsiteX4" fmla="*/ 6967 w 82033"/>
                <a:gd name="connsiteY4" fmla="*/ 11646 h 350741"/>
                <a:gd name="connsiteX5" fmla="*/ 61774 w 82033"/>
                <a:gd name="connsiteY5" fmla="*/ 175442 h 350741"/>
                <a:gd name="connsiteX6" fmla="*/ 4846 w 82033"/>
                <a:gd name="connsiteY6" fmla="*/ 341343 h 350741"/>
                <a:gd name="connsiteX7" fmla="*/ 249 w 82033"/>
                <a:gd name="connsiteY7" fmla="*/ 347306 h 350741"/>
                <a:gd name="connsiteX8" fmla="*/ 3785 w 82033"/>
                <a:gd name="connsiteY8" fmla="*/ 350813 h 350741"/>
                <a:gd name="connsiteX9" fmla="*/ 60006 w 82033"/>
                <a:gd name="connsiteY9" fmla="*/ 282419 h 350741"/>
                <a:gd name="connsiteX10" fmla="*/ 82282 w 82033"/>
                <a:gd name="connsiteY10" fmla="*/ 175442 h 35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33" h="350741">
                  <a:moveTo>
                    <a:pt x="82282" y="175442"/>
                  </a:moveTo>
                  <a:cubicBezTo>
                    <a:pt x="82282" y="148085"/>
                    <a:pt x="78393" y="105645"/>
                    <a:pt x="58945" y="66011"/>
                  </a:cubicBezTo>
                  <a:cubicBezTo>
                    <a:pt x="37730" y="22870"/>
                    <a:pt x="7321" y="71"/>
                    <a:pt x="3785" y="71"/>
                  </a:cubicBezTo>
                  <a:cubicBezTo>
                    <a:pt x="1663" y="71"/>
                    <a:pt x="249" y="1474"/>
                    <a:pt x="249" y="3579"/>
                  </a:cubicBezTo>
                  <a:cubicBezTo>
                    <a:pt x="249" y="4631"/>
                    <a:pt x="249" y="5333"/>
                    <a:pt x="6967" y="11646"/>
                  </a:cubicBezTo>
                  <a:cubicBezTo>
                    <a:pt x="41619" y="46369"/>
                    <a:pt x="61774" y="102137"/>
                    <a:pt x="61774" y="175442"/>
                  </a:cubicBezTo>
                  <a:cubicBezTo>
                    <a:pt x="61774" y="235419"/>
                    <a:pt x="48691" y="297150"/>
                    <a:pt x="4846" y="341343"/>
                  </a:cubicBezTo>
                  <a:cubicBezTo>
                    <a:pt x="249" y="345552"/>
                    <a:pt x="249" y="346254"/>
                    <a:pt x="249" y="347306"/>
                  </a:cubicBezTo>
                  <a:cubicBezTo>
                    <a:pt x="249" y="349410"/>
                    <a:pt x="1663" y="350813"/>
                    <a:pt x="3785" y="350813"/>
                  </a:cubicBezTo>
                  <a:cubicBezTo>
                    <a:pt x="7321" y="350813"/>
                    <a:pt x="39144" y="326963"/>
                    <a:pt x="60006" y="282419"/>
                  </a:cubicBezTo>
                  <a:cubicBezTo>
                    <a:pt x="78039" y="243837"/>
                    <a:pt x="82282" y="204905"/>
                    <a:pt x="82282" y="175442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E1B8515-F9B1-D646-AB87-E3ED5926B8BD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12783969" y="3615235"/>
              <a:ext cx="235138" cy="82073"/>
            </a:xfrm>
            <a:custGeom>
              <a:avLst/>
              <a:gdLst>
                <a:gd name="connsiteX0" fmla="*/ 223372 w 235138"/>
                <a:gd name="connsiteY0" fmla="*/ 14101 h 82073"/>
                <a:gd name="connsiteX1" fmla="*/ 235394 w 235138"/>
                <a:gd name="connsiteY1" fmla="*/ 7086 h 82073"/>
                <a:gd name="connsiteX2" fmla="*/ 223726 w 235138"/>
                <a:gd name="connsiteY2" fmla="*/ 71 h 82073"/>
                <a:gd name="connsiteX3" fmla="*/ 11924 w 235138"/>
                <a:gd name="connsiteY3" fmla="*/ 71 h 82073"/>
                <a:gd name="connsiteX4" fmla="*/ 256 w 235138"/>
                <a:gd name="connsiteY4" fmla="*/ 7086 h 82073"/>
                <a:gd name="connsiteX5" fmla="*/ 12278 w 235138"/>
                <a:gd name="connsiteY5" fmla="*/ 14101 h 82073"/>
                <a:gd name="connsiteX6" fmla="*/ 223372 w 235138"/>
                <a:gd name="connsiteY6" fmla="*/ 14101 h 82073"/>
                <a:gd name="connsiteX7" fmla="*/ 223726 w 235138"/>
                <a:gd name="connsiteY7" fmla="*/ 82145 h 82073"/>
                <a:gd name="connsiteX8" fmla="*/ 235394 w 235138"/>
                <a:gd name="connsiteY8" fmla="*/ 75130 h 82073"/>
                <a:gd name="connsiteX9" fmla="*/ 223372 w 235138"/>
                <a:gd name="connsiteY9" fmla="*/ 68115 h 82073"/>
                <a:gd name="connsiteX10" fmla="*/ 12278 w 235138"/>
                <a:gd name="connsiteY10" fmla="*/ 68115 h 82073"/>
                <a:gd name="connsiteX11" fmla="*/ 256 w 235138"/>
                <a:gd name="connsiteY11" fmla="*/ 75130 h 82073"/>
                <a:gd name="connsiteX12" fmla="*/ 11924 w 235138"/>
                <a:gd name="connsiteY12" fmla="*/ 82145 h 82073"/>
                <a:gd name="connsiteX13" fmla="*/ 223726 w 235138"/>
                <a:gd name="connsiteY13" fmla="*/ 82145 h 8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38" h="82073">
                  <a:moveTo>
                    <a:pt x="223372" y="14101"/>
                  </a:moveTo>
                  <a:cubicBezTo>
                    <a:pt x="228676" y="14101"/>
                    <a:pt x="235394" y="14101"/>
                    <a:pt x="235394" y="7086"/>
                  </a:cubicBezTo>
                  <a:cubicBezTo>
                    <a:pt x="235394" y="71"/>
                    <a:pt x="228676" y="71"/>
                    <a:pt x="223726" y="71"/>
                  </a:cubicBezTo>
                  <a:lnTo>
                    <a:pt x="11924" y="71"/>
                  </a:lnTo>
                  <a:cubicBezTo>
                    <a:pt x="6974" y="71"/>
                    <a:pt x="256" y="71"/>
                    <a:pt x="256" y="7086"/>
                  </a:cubicBezTo>
                  <a:cubicBezTo>
                    <a:pt x="256" y="14101"/>
                    <a:pt x="6974" y="14101"/>
                    <a:pt x="12278" y="14101"/>
                  </a:cubicBezTo>
                  <a:lnTo>
                    <a:pt x="223372" y="14101"/>
                  </a:lnTo>
                  <a:close/>
                  <a:moveTo>
                    <a:pt x="223726" y="82145"/>
                  </a:moveTo>
                  <a:cubicBezTo>
                    <a:pt x="228676" y="82145"/>
                    <a:pt x="235394" y="82145"/>
                    <a:pt x="235394" y="75130"/>
                  </a:cubicBezTo>
                  <a:cubicBezTo>
                    <a:pt x="235394" y="68115"/>
                    <a:pt x="228676" y="68115"/>
                    <a:pt x="223372" y="68115"/>
                  </a:cubicBezTo>
                  <a:lnTo>
                    <a:pt x="12278" y="68115"/>
                  </a:lnTo>
                  <a:cubicBezTo>
                    <a:pt x="6974" y="68115"/>
                    <a:pt x="256" y="68115"/>
                    <a:pt x="256" y="75130"/>
                  </a:cubicBezTo>
                  <a:cubicBezTo>
                    <a:pt x="256" y="82145"/>
                    <a:pt x="6974" y="82145"/>
                    <a:pt x="11924" y="82145"/>
                  </a:cubicBezTo>
                  <a:lnTo>
                    <a:pt x="223726" y="82145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A094CF1-DD6F-B48A-DC1F-40CA56729309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13127291" y="3506855"/>
              <a:ext cx="159823" cy="242011"/>
            </a:xfrm>
            <a:custGeom>
              <a:avLst/>
              <a:gdLst>
                <a:gd name="connsiteX0" fmla="*/ 81592 w 159823"/>
                <a:gd name="connsiteY0" fmla="*/ 71 h 242011"/>
                <a:gd name="connsiteX1" fmla="*/ 34210 w 159823"/>
                <a:gd name="connsiteY1" fmla="*/ 18310 h 242011"/>
                <a:gd name="connsiteX2" fmla="*/ 265 w 159823"/>
                <a:gd name="connsiteY2" fmla="*/ 119324 h 242011"/>
                <a:gd name="connsiteX3" fmla="*/ 28553 w 159823"/>
                <a:gd name="connsiteY3" fmla="*/ 218233 h 242011"/>
                <a:gd name="connsiteX4" fmla="*/ 80177 w 159823"/>
                <a:gd name="connsiteY4" fmla="*/ 242083 h 242011"/>
                <a:gd name="connsiteX5" fmla="*/ 126144 w 159823"/>
                <a:gd name="connsiteY5" fmla="*/ 223845 h 242011"/>
                <a:gd name="connsiteX6" fmla="*/ 160089 w 159823"/>
                <a:gd name="connsiteY6" fmla="*/ 121428 h 242011"/>
                <a:gd name="connsiteX7" fmla="*/ 81592 w 159823"/>
                <a:gd name="connsiteY7" fmla="*/ 71 h 242011"/>
                <a:gd name="connsiteX8" fmla="*/ 80531 w 159823"/>
                <a:gd name="connsiteY8" fmla="*/ 9191 h 242011"/>
                <a:gd name="connsiteX9" fmla="*/ 126144 w 159823"/>
                <a:gd name="connsiteY9" fmla="*/ 122129 h 242011"/>
                <a:gd name="connsiteX10" fmla="*/ 80177 w 159823"/>
                <a:gd name="connsiteY10" fmla="*/ 232964 h 242011"/>
                <a:gd name="connsiteX11" fmla="*/ 34210 w 159823"/>
                <a:gd name="connsiteY11" fmla="*/ 122480 h 242011"/>
                <a:gd name="connsiteX12" fmla="*/ 80531 w 159823"/>
                <a:gd name="connsiteY12" fmla="*/ 9191 h 24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823" h="242011">
                  <a:moveTo>
                    <a:pt x="81592" y="71"/>
                  </a:moveTo>
                  <a:cubicBezTo>
                    <a:pt x="62144" y="71"/>
                    <a:pt x="47293" y="6034"/>
                    <a:pt x="34210" y="18310"/>
                  </a:cubicBezTo>
                  <a:cubicBezTo>
                    <a:pt x="13702" y="37951"/>
                    <a:pt x="265" y="78287"/>
                    <a:pt x="265" y="119324"/>
                  </a:cubicBezTo>
                  <a:cubicBezTo>
                    <a:pt x="265" y="157554"/>
                    <a:pt x="11934" y="198591"/>
                    <a:pt x="28553" y="218233"/>
                  </a:cubicBezTo>
                  <a:cubicBezTo>
                    <a:pt x="41636" y="233665"/>
                    <a:pt x="59669" y="242083"/>
                    <a:pt x="80177" y="242083"/>
                  </a:cubicBezTo>
                  <a:cubicBezTo>
                    <a:pt x="98210" y="242083"/>
                    <a:pt x="113415" y="236121"/>
                    <a:pt x="126144" y="223845"/>
                  </a:cubicBezTo>
                  <a:cubicBezTo>
                    <a:pt x="146652" y="204554"/>
                    <a:pt x="160089" y="163868"/>
                    <a:pt x="160089" y="121428"/>
                  </a:cubicBezTo>
                  <a:cubicBezTo>
                    <a:pt x="160089" y="49526"/>
                    <a:pt x="127912" y="71"/>
                    <a:pt x="81592" y="71"/>
                  </a:cubicBezTo>
                  <a:close/>
                  <a:moveTo>
                    <a:pt x="80531" y="9191"/>
                  </a:moveTo>
                  <a:cubicBezTo>
                    <a:pt x="110233" y="9191"/>
                    <a:pt x="126144" y="48824"/>
                    <a:pt x="126144" y="122129"/>
                  </a:cubicBezTo>
                  <a:cubicBezTo>
                    <a:pt x="126144" y="195434"/>
                    <a:pt x="110586" y="232964"/>
                    <a:pt x="80177" y="232964"/>
                  </a:cubicBezTo>
                  <a:cubicBezTo>
                    <a:pt x="49768" y="232964"/>
                    <a:pt x="34210" y="195434"/>
                    <a:pt x="34210" y="122480"/>
                  </a:cubicBezTo>
                  <a:cubicBezTo>
                    <a:pt x="34210" y="48123"/>
                    <a:pt x="50122" y="9191"/>
                    <a:pt x="80531" y="9191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8A69A2B-9D7F-6153-16B7-56390D6FA5FB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9552696" y="4117366"/>
              <a:ext cx="167602" cy="158535"/>
            </a:xfrm>
            <a:custGeom>
              <a:avLst/>
              <a:gdLst>
                <a:gd name="connsiteX0" fmla="*/ 151856 w 167602"/>
                <a:gd name="connsiteY0" fmla="*/ 115832 h 158535"/>
                <a:gd name="connsiteX1" fmla="*/ 144077 w 167602"/>
                <a:gd name="connsiteY1" fmla="*/ 125302 h 158535"/>
                <a:gd name="connsiteX2" fmla="*/ 127812 w 167602"/>
                <a:gd name="connsiteY2" fmla="*/ 139332 h 158535"/>
                <a:gd name="connsiteX3" fmla="*/ 116850 w 167602"/>
                <a:gd name="connsiteY3" fmla="*/ 124951 h 158535"/>
                <a:gd name="connsiteX4" fmla="*/ 115436 w 167602"/>
                <a:gd name="connsiteY4" fmla="*/ 118989 h 158535"/>
                <a:gd name="connsiteX5" fmla="*/ 102707 w 167602"/>
                <a:gd name="connsiteY5" fmla="*/ 62168 h 158535"/>
                <a:gd name="connsiteX6" fmla="*/ 137359 w 167602"/>
                <a:gd name="connsiteY6" fmla="*/ 19729 h 158535"/>
                <a:gd name="connsiteX7" fmla="*/ 145845 w 167602"/>
                <a:gd name="connsiteY7" fmla="*/ 22535 h 158535"/>
                <a:gd name="connsiteX8" fmla="*/ 155392 w 167602"/>
                <a:gd name="connsiteY8" fmla="*/ 25691 h 158535"/>
                <a:gd name="connsiteX9" fmla="*/ 167768 w 167602"/>
                <a:gd name="connsiteY9" fmla="*/ 13065 h 158535"/>
                <a:gd name="connsiteX10" fmla="*/ 153270 w 167602"/>
                <a:gd name="connsiteY10" fmla="*/ 87 h 158535"/>
                <a:gd name="connsiteX11" fmla="*/ 99878 w 167602"/>
                <a:gd name="connsiteY11" fmla="*/ 50243 h 158535"/>
                <a:gd name="connsiteX12" fmla="*/ 95988 w 167602"/>
                <a:gd name="connsiteY12" fmla="*/ 30952 h 158535"/>
                <a:gd name="connsiteX13" fmla="*/ 77602 w 167602"/>
                <a:gd name="connsiteY13" fmla="*/ 87 h 158535"/>
                <a:gd name="connsiteX14" fmla="*/ 36231 w 167602"/>
                <a:gd name="connsiteY14" fmla="*/ 10259 h 158535"/>
                <a:gd name="connsiteX15" fmla="*/ 32342 w 167602"/>
                <a:gd name="connsiteY15" fmla="*/ 11662 h 158535"/>
                <a:gd name="connsiteX16" fmla="*/ 33756 w 167602"/>
                <a:gd name="connsiteY16" fmla="*/ 16923 h 158535"/>
                <a:gd name="connsiteX17" fmla="*/ 53557 w 167602"/>
                <a:gd name="connsiteY17" fmla="*/ 13065 h 158535"/>
                <a:gd name="connsiteX18" fmla="*/ 69469 w 167602"/>
                <a:gd name="connsiteY18" fmla="*/ 37266 h 158535"/>
                <a:gd name="connsiteX19" fmla="*/ 79723 w 167602"/>
                <a:gd name="connsiteY19" fmla="*/ 80407 h 158535"/>
                <a:gd name="connsiteX20" fmla="*/ 50729 w 167602"/>
                <a:gd name="connsiteY20" fmla="*/ 121444 h 158535"/>
                <a:gd name="connsiteX21" fmla="*/ 32695 w 167602"/>
                <a:gd name="connsiteY21" fmla="*/ 138279 h 158535"/>
                <a:gd name="connsiteX22" fmla="*/ 23502 w 167602"/>
                <a:gd name="connsiteY22" fmla="*/ 135123 h 158535"/>
                <a:gd name="connsiteX23" fmla="*/ 12187 w 167602"/>
                <a:gd name="connsiteY23" fmla="*/ 131615 h 158535"/>
                <a:gd name="connsiteX24" fmla="*/ 165 w 167602"/>
                <a:gd name="connsiteY24" fmla="*/ 143891 h 158535"/>
                <a:gd name="connsiteX25" fmla="*/ 17844 w 167602"/>
                <a:gd name="connsiteY25" fmla="*/ 158622 h 158535"/>
                <a:gd name="connsiteX26" fmla="*/ 50729 w 167602"/>
                <a:gd name="connsiteY26" fmla="*/ 134071 h 158535"/>
                <a:gd name="connsiteX27" fmla="*/ 82552 w 167602"/>
                <a:gd name="connsiteY27" fmla="*/ 93034 h 158535"/>
                <a:gd name="connsiteX28" fmla="*/ 93160 w 167602"/>
                <a:gd name="connsiteY28" fmla="*/ 135123 h 158535"/>
                <a:gd name="connsiteX29" fmla="*/ 113668 w 167602"/>
                <a:gd name="connsiteY29" fmla="*/ 158622 h 158535"/>
                <a:gd name="connsiteX30" fmla="*/ 156806 w 167602"/>
                <a:gd name="connsiteY30" fmla="*/ 118638 h 158535"/>
                <a:gd name="connsiteX31" fmla="*/ 151856 w 167602"/>
                <a:gd name="connsiteY31" fmla="*/ 115832 h 15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602" h="158535">
                  <a:moveTo>
                    <a:pt x="151856" y="115832"/>
                  </a:moveTo>
                  <a:cubicBezTo>
                    <a:pt x="149027" y="118989"/>
                    <a:pt x="147259" y="121093"/>
                    <a:pt x="144077" y="125302"/>
                  </a:cubicBezTo>
                  <a:cubicBezTo>
                    <a:pt x="135944" y="135824"/>
                    <a:pt x="131701" y="139332"/>
                    <a:pt x="127812" y="139332"/>
                  </a:cubicBezTo>
                  <a:cubicBezTo>
                    <a:pt x="122508" y="139332"/>
                    <a:pt x="119325" y="134772"/>
                    <a:pt x="116850" y="124951"/>
                  </a:cubicBezTo>
                  <a:cubicBezTo>
                    <a:pt x="116143" y="122145"/>
                    <a:pt x="115789" y="120041"/>
                    <a:pt x="115436" y="118989"/>
                  </a:cubicBezTo>
                  <a:cubicBezTo>
                    <a:pt x="106596" y="83564"/>
                    <a:pt x="102707" y="67430"/>
                    <a:pt x="102707" y="62168"/>
                  </a:cubicBezTo>
                  <a:cubicBezTo>
                    <a:pt x="118265" y="35161"/>
                    <a:pt x="130994" y="19729"/>
                    <a:pt x="137359" y="19729"/>
                  </a:cubicBezTo>
                  <a:cubicBezTo>
                    <a:pt x="139480" y="19729"/>
                    <a:pt x="142309" y="20781"/>
                    <a:pt x="145845" y="22535"/>
                  </a:cubicBezTo>
                  <a:cubicBezTo>
                    <a:pt x="150088" y="24990"/>
                    <a:pt x="152563" y="25691"/>
                    <a:pt x="155392" y="25691"/>
                  </a:cubicBezTo>
                  <a:cubicBezTo>
                    <a:pt x="162817" y="25691"/>
                    <a:pt x="167768" y="20430"/>
                    <a:pt x="167768" y="13065"/>
                  </a:cubicBezTo>
                  <a:cubicBezTo>
                    <a:pt x="167768" y="5699"/>
                    <a:pt x="161756" y="87"/>
                    <a:pt x="153270" y="87"/>
                  </a:cubicBezTo>
                  <a:cubicBezTo>
                    <a:pt x="137712" y="87"/>
                    <a:pt x="124276" y="12714"/>
                    <a:pt x="99878" y="50243"/>
                  </a:cubicBezTo>
                  <a:lnTo>
                    <a:pt x="95988" y="30952"/>
                  </a:lnTo>
                  <a:cubicBezTo>
                    <a:pt x="91038" y="7102"/>
                    <a:pt x="87149" y="87"/>
                    <a:pt x="77602" y="87"/>
                  </a:cubicBezTo>
                  <a:cubicBezTo>
                    <a:pt x="69823" y="87"/>
                    <a:pt x="57800" y="3244"/>
                    <a:pt x="36231" y="10259"/>
                  </a:cubicBezTo>
                  <a:lnTo>
                    <a:pt x="32342" y="11662"/>
                  </a:lnTo>
                  <a:lnTo>
                    <a:pt x="33756" y="16923"/>
                  </a:lnTo>
                  <a:cubicBezTo>
                    <a:pt x="47193" y="13766"/>
                    <a:pt x="50375" y="13065"/>
                    <a:pt x="53557" y="13065"/>
                  </a:cubicBezTo>
                  <a:cubicBezTo>
                    <a:pt x="62397" y="13065"/>
                    <a:pt x="64519" y="16221"/>
                    <a:pt x="69469" y="37266"/>
                  </a:cubicBezTo>
                  <a:lnTo>
                    <a:pt x="79723" y="80407"/>
                  </a:lnTo>
                  <a:lnTo>
                    <a:pt x="50729" y="121444"/>
                  </a:lnTo>
                  <a:cubicBezTo>
                    <a:pt x="43657" y="131966"/>
                    <a:pt x="36585" y="138279"/>
                    <a:pt x="32695" y="138279"/>
                  </a:cubicBezTo>
                  <a:cubicBezTo>
                    <a:pt x="30574" y="138279"/>
                    <a:pt x="27038" y="137227"/>
                    <a:pt x="23502" y="135123"/>
                  </a:cubicBezTo>
                  <a:cubicBezTo>
                    <a:pt x="18905" y="132668"/>
                    <a:pt x="15016" y="131615"/>
                    <a:pt x="12187" y="131615"/>
                  </a:cubicBezTo>
                  <a:cubicBezTo>
                    <a:pt x="5469" y="131615"/>
                    <a:pt x="165" y="136876"/>
                    <a:pt x="165" y="143891"/>
                  </a:cubicBezTo>
                  <a:cubicBezTo>
                    <a:pt x="165" y="153011"/>
                    <a:pt x="7237" y="158622"/>
                    <a:pt x="17844" y="158622"/>
                  </a:cubicBezTo>
                  <a:cubicBezTo>
                    <a:pt x="28806" y="158622"/>
                    <a:pt x="33049" y="155466"/>
                    <a:pt x="50729" y="134071"/>
                  </a:cubicBezTo>
                  <a:cubicBezTo>
                    <a:pt x="60276" y="122847"/>
                    <a:pt x="67701" y="113377"/>
                    <a:pt x="82552" y="93034"/>
                  </a:cubicBezTo>
                  <a:lnTo>
                    <a:pt x="93160" y="135123"/>
                  </a:lnTo>
                  <a:cubicBezTo>
                    <a:pt x="97756" y="153011"/>
                    <a:pt x="102353" y="158622"/>
                    <a:pt x="113668" y="158622"/>
                  </a:cubicBezTo>
                  <a:cubicBezTo>
                    <a:pt x="127104" y="158622"/>
                    <a:pt x="136298" y="150205"/>
                    <a:pt x="156806" y="118638"/>
                  </a:cubicBezTo>
                  <a:lnTo>
                    <a:pt x="151856" y="115832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821C15E-CA56-F9D0-D6A4-32552762BB99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9748868" y="4149770"/>
              <a:ext cx="74049" cy="175455"/>
            </a:xfrm>
            <a:custGeom>
              <a:avLst/>
              <a:gdLst>
                <a:gd name="connsiteX0" fmla="*/ 47268 w 74049"/>
                <a:gd name="connsiteY0" fmla="*/ 89 h 175455"/>
                <a:gd name="connsiteX1" fmla="*/ 169 w 74049"/>
                <a:gd name="connsiteY1" fmla="*/ 23708 h 175455"/>
                <a:gd name="connsiteX2" fmla="*/ 169 w 74049"/>
                <a:gd name="connsiteY2" fmla="*/ 27341 h 175455"/>
                <a:gd name="connsiteX3" fmla="*/ 7234 w 74049"/>
                <a:gd name="connsiteY3" fmla="*/ 24486 h 175455"/>
                <a:gd name="connsiteX4" fmla="*/ 19009 w 74049"/>
                <a:gd name="connsiteY4" fmla="*/ 21631 h 175455"/>
                <a:gd name="connsiteX5" fmla="*/ 26858 w 74049"/>
                <a:gd name="connsiteY5" fmla="*/ 33830 h 175455"/>
                <a:gd name="connsiteX6" fmla="*/ 26858 w 74049"/>
                <a:gd name="connsiteY6" fmla="*/ 151406 h 175455"/>
                <a:gd name="connsiteX7" fmla="*/ 20579 w 74049"/>
                <a:gd name="connsiteY7" fmla="*/ 168276 h 175455"/>
                <a:gd name="connsiteX8" fmla="*/ 2001 w 74049"/>
                <a:gd name="connsiteY8" fmla="*/ 171650 h 175455"/>
                <a:gd name="connsiteX9" fmla="*/ 2001 w 74049"/>
                <a:gd name="connsiteY9" fmla="*/ 175544 h 175455"/>
                <a:gd name="connsiteX10" fmla="*/ 74219 w 74049"/>
                <a:gd name="connsiteY10" fmla="*/ 175544 h 175455"/>
                <a:gd name="connsiteX11" fmla="*/ 74219 w 74049"/>
                <a:gd name="connsiteY11" fmla="*/ 171650 h 175455"/>
                <a:gd name="connsiteX12" fmla="*/ 49361 w 74049"/>
                <a:gd name="connsiteY12" fmla="*/ 156337 h 175455"/>
                <a:gd name="connsiteX13" fmla="*/ 49361 w 74049"/>
                <a:gd name="connsiteY13" fmla="*/ 608 h 175455"/>
                <a:gd name="connsiteX14" fmla="*/ 47268 w 74049"/>
                <a:gd name="connsiteY14" fmla="*/ 89 h 175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049" h="175455">
                  <a:moveTo>
                    <a:pt x="47268" y="89"/>
                  </a:moveTo>
                  <a:lnTo>
                    <a:pt x="169" y="23708"/>
                  </a:lnTo>
                  <a:lnTo>
                    <a:pt x="169" y="27341"/>
                  </a:lnTo>
                  <a:cubicBezTo>
                    <a:pt x="3309" y="26043"/>
                    <a:pt x="6187" y="25005"/>
                    <a:pt x="7234" y="24486"/>
                  </a:cubicBezTo>
                  <a:cubicBezTo>
                    <a:pt x="11944" y="22669"/>
                    <a:pt x="16392" y="21631"/>
                    <a:pt x="19009" y="21631"/>
                  </a:cubicBezTo>
                  <a:cubicBezTo>
                    <a:pt x="24504" y="21631"/>
                    <a:pt x="26858" y="25524"/>
                    <a:pt x="26858" y="33830"/>
                  </a:cubicBezTo>
                  <a:lnTo>
                    <a:pt x="26858" y="151406"/>
                  </a:lnTo>
                  <a:cubicBezTo>
                    <a:pt x="26858" y="159971"/>
                    <a:pt x="24765" y="165940"/>
                    <a:pt x="20579" y="168276"/>
                  </a:cubicBezTo>
                  <a:cubicBezTo>
                    <a:pt x="16654" y="170612"/>
                    <a:pt x="12991" y="171391"/>
                    <a:pt x="2001" y="171650"/>
                  </a:cubicBezTo>
                  <a:lnTo>
                    <a:pt x="2001" y="175544"/>
                  </a:lnTo>
                  <a:lnTo>
                    <a:pt x="74219" y="175544"/>
                  </a:lnTo>
                  <a:lnTo>
                    <a:pt x="74219" y="171650"/>
                  </a:lnTo>
                  <a:cubicBezTo>
                    <a:pt x="53548" y="171391"/>
                    <a:pt x="49361" y="168795"/>
                    <a:pt x="49361" y="156337"/>
                  </a:cubicBezTo>
                  <a:lnTo>
                    <a:pt x="49361" y="608"/>
                  </a:lnTo>
                  <a:lnTo>
                    <a:pt x="47268" y="89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4A4D7351-8629-405A-D784-86FC7C71F7B0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9967560" y="4143321"/>
              <a:ext cx="235138" cy="82073"/>
            </a:xfrm>
            <a:custGeom>
              <a:avLst/>
              <a:gdLst>
                <a:gd name="connsiteX0" fmla="*/ 223293 w 235138"/>
                <a:gd name="connsiteY0" fmla="*/ 14116 h 82073"/>
                <a:gd name="connsiteX1" fmla="*/ 235315 w 235138"/>
                <a:gd name="connsiteY1" fmla="*/ 7101 h 82073"/>
                <a:gd name="connsiteX2" fmla="*/ 223647 w 235138"/>
                <a:gd name="connsiteY2" fmla="*/ 86 h 82073"/>
                <a:gd name="connsiteX3" fmla="*/ 11845 w 235138"/>
                <a:gd name="connsiteY3" fmla="*/ 86 h 82073"/>
                <a:gd name="connsiteX4" fmla="*/ 177 w 235138"/>
                <a:gd name="connsiteY4" fmla="*/ 7101 h 82073"/>
                <a:gd name="connsiteX5" fmla="*/ 12199 w 235138"/>
                <a:gd name="connsiteY5" fmla="*/ 14116 h 82073"/>
                <a:gd name="connsiteX6" fmla="*/ 223293 w 235138"/>
                <a:gd name="connsiteY6" fmla="*/ 14116 h 82073"/>
                <a:gd name="connsiteX7" fmla="*/ 223647 w 235138"/>
                <a:gd name="connsiteY7" fmla="*/ 82160 h 82073"/>
                <a:gd name="connsiteX8" fmla="*/ 235315 w 235138"/>
                <a:gd name="connsiteY8" fmla="*/ 75145 h 82073"/>
                <a:gd name="connsiteX9" fmla="*/ 223293 w 235138"/>
                <a:gd name="connsiteY9" fmla="*/ 68130 h 82073"/>
                <a:gd name="connsiteX10" fmla="*/ 12199 w 235138"/>
                <a:gd name="connsiteY10" fmla="*/ 68130 h 82073"/>
                <a:gd name="connsiteX11" fmla="*/ 177 w 235138"/>
                <a:gd name="connsiteY11" fmla="*/ 75145 h 82073"/>
                <a:gd name="connsiteX12" fmla="*/ 11845 w 235138"/>
                <a:gd name="connsiteY12" fmla="*/ 82160 h 82073"/>
                <a:gd name="connsiteX13" fmla="*/ 223647 w 235138"/>
                <a:gd name="connsiteY13" fmla="*/ 82160 h 8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38" h="82073">
                  <a:moveTo>
                    <a:pt x="223293" y="14116"/>
                  </a:moveTo>
                  <a:cubicBezTo>
                    <a:pt x="228597" y="14116"/>
                    <a:pt x="235315" y="14116"/>
                    <a:pt x="235315" y="7101"/>
                  </a:cubicBezTo>
                  <a:cubicBezTo>
                    <a:pt x="235315" y="86"/>
                    <a:pt x="228597" y="86"/>
                    <a:pt x="223647" y="86"/>
                  </a:cubicBezTo>
                  <a:lnTo>
                    <a:pt x="11845" y="86"/>
                  </a:lnTo>
                  <a:cubicBezTo>
                    <a:pt x="6895" y="86"/>
                    <a:pt x="177" y="86"/>
                    <a:pt x="177" y="7101"/>
                  </a:cubicBezTo>
                  <a:cubicBezTo>
                    <a:pt x="177" y="14116"/>
                    <a:pt x="6895" y="14116"/>
                    <a:pt x="12199" y="14116"/>
                  </a:cubicBezTo>
                  <a:lnTo>
                    <a:pt x="223293" y="14116"/>
                  </a:lnTo>
                  <a:close/>
                  <a:moveTo>
                    <a:pt x="223647" y="82160"/>
                  </a:moveTo>
                  <a:cubicBezTo>
                    <a:pt x="228597" y="82160"/>
                    <a:pt x="235315" y="82160"/>
                    <a:pt x="235315" y="75145"/>
                  </a:cubicBezTo>
                  <a:cubicBezTo>
                    <a:pt x="235315" y="68130"/>
                    <a:pt x="228597" y="68130"/>
                    <a:pt x="223293" y="68130"/>
                  </a:cubicBezTo>
                  <a:lnTo>
                    <a:pt x="12199" y="68130"/>
                  </a:lnTo>
                  <a:cubicBezTo>
                    <a:pt x="6895" y="68130"/>
                    <a:pt x="177" y="68130"/>
                    <a:pt x="177" y="75145"/>
                  </a:cubicBezTo>
                  <a:cubicBezTo>
                    <a:pt x="177" y="82160"/>
                    <a:pt x="6895" y="82160"/>
                    <a:pt x="11845" y="82160"/>
                  </a:cubicBezTo>
                  <a:lnTo>
                    <a:pt x="223647" y="82160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2CAD0B7F-DD7A-B0F9-C04F-C0BEB8EECEF2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10306638" y="4034941"/>
              <a:ext cx="162652" cy="237101"/>
            </a:xfrm>
            <a:custGeom>
              <a:avLst/>
              <a:gdLst>
                <a:gd name="connsiteX0" fmla="*/ 162839 w 162652"/>
                <a:gd name="connsiteY0" fmla="*/ 156166 h 237101"/>
                <a:gd name="connsiteX1" fmla="*/ 126772 w 162652"/>
                <a:gd name="connsiteY1" fmla="*/ 156166 h 237101"/>
                <a:gd name="connsiteX2" fmla="*/ 126772 w 162652"/>
                <a:gd name="connsiteY2" fmla="*/ 86 h 237101"/>
                <a:gd name="connsiteX3" fmla="*/ 111214 w 162652"/>
                <a:gd name="connsiteY3" fmla="*/ 86 h 237101"/>
                <a:gd name="connsiteX4" fmla="*/ 186 w 162652"/>
                <a:gd name="connsiteY4" fmla="*/ 156166 h 237101"/>
                <a:gd name="connsiteX5" fmla="*/ 186 w 162652"/>
                <a:gd name="connsiteY5" fmla="*/ 178614 h 237101"/>
                <a:gd name="connsiteX6" fmla="*/ 99546 w 162652"/>
                <a:gd name="connsiteY6" fmla="*/ 178614 h 237101"/>
                <a:gd name="connsiteX7" fmla="*/ 99546 w 162652"/>
                <a:gd name="connsiteY7" fmla="*/ 237188 h 237101"/>
                <a:gd name="connsiteX8" fmla="*/ 126772 w 162652"/>
                <a:gd name="connsiteY8" fmla="*/ 237188 h 237101"/>
                <a:gd name="connsiteX9" fmla="*/ 126772 w 162652"/>
                <a:gd name="connsiteY9" fmla="*/ 178614 h 237101"/>
                <a:gd name="connsiteX10" fmla="*/ 162839 w 162652"/>
                <a:gd name="connsiteY10" fmla="*/ 178614 h 237101"/>
                <a:gd name="connsiteX11" fmla="*/ 162839 w 162652"/>
                <a:gd name="connsiteY11" fmla="*/ 156166 h 237101"/>
                <a:gd name="connsiteX12" fmla="*/ 99192 w 162652"/>
                <a:gd name="connsiteY12" fmla="*/ 156166 h 237101"/>
                <a:gd name="connsiteX13" fmla="*/ 14330 w 162652"/>
                <a:gd name="connsiteY13" fmla="*/ 156166 h 237101"/>
                <a:gd name="connsiteX14" fmla="*/ 99192 w 162652"/>
                <a:gd name="connsiteY14" fmla="*/ 35862 h 237101"/>
                <a:gd name="connsiteX15" fmla="*/ 99192 w 162652"/>
                <a:gd name="connsiteY15" fmla="*/ 156166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652" h="237101">
                  <a:moveTo>
                    <a:pt x="162839" y="156166"/>
                  </a:moveTo>
                  <a:lnTo>
                    <a:pt x="126772" y="156166"/>
                  </a:lnTo>
                  <a:lnTo>
                    <a:pt x="126772" y="86"/>
                  </a:lnTo>
                  <a:lnTo>
                    <a:pt x="111214" y="86"/>
                  </a:lnTo>
                  <a:lnTo>
                    <a:pt x="186" y="156166"/>
                  </a:lnTo>
                  <a:lnTo>
                    <a:pt x="186" y="178614"/>
                  </a:lnTo>
                  <a:lnTo>
                    <a:pt x="99546" y="178614"/>
                  </a:lnTo>
                  <a:lnTo>
                    <a:pt x="99546" y="237188"/>
                  </a:lnTo>
                  <a:lnTo>
                    <a:pt x="126772" y="237188"/>
                  </a:lnTo>
                  <a:lnTo>
                    <a:pt x="126772" y="178614"/>
                  </a:lnTo>
                  <a:lnTo>
                    <a:pt x="162839" y="178614"/>
                  </a:lnTo>
                  <a:lnTo>
                    <a:pt x="162839" y="156166"/>
                  </a:lnTo>
                  <a:close/>
                  <a:moveTo>
                    <a:pt x="99192" y="156166"/>
                  </a:moveTo>
                  <a:lnTo>
                    <a:pt x="14330" y="156166"/>
                  </a:lnTo>
                  <a:lnTo>
                    <a:pt x="99192" y="35862"/>
                  </a:lnTo>
                  <a:lnTo>
                    <a:pt x="99192" y="156166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061E253-B110-717B-837B-90F287C54C10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11900786" y="4034240"/>
              <a:ext cx="201901" cy="310406"/>
            </a:xfrm>
            <a:custGeom>
              <a:avLst/>
              <a:gdLst>
                <a:gd name="connsiteX0" fmla="*/ 64586 w 201901"/>
                <a:gd name="connsiteY0" fmla="*/ 98996 h 310406"/>
                <a:gd name="connsiteX1" fmla="*/ 96409 w 201901"/>
                <a:gd name="connsiteY1" fmla="*/ 98996 h 310406"/>
                <a:gd name="connsiteX2" fmla="*/ 65293 w 201901"/>
                <a:gd name="connsiteY2" fmla="*/ 246308 h 310406"/>
                <a:gd name="connsiteX3" fmla="*/ 30995 w 201901"/>
                <a:gd name="connsiteY3" fmla="*/ 303128 h 310406"/>
                <a:gd name="connsiteX4" fmla="*/ 23923 w 201901"/>
                <a:gd name="connsiteY4" fmla="*/ 297516 h 310406"/>
                <a:gd name="connsiteX5" fmla="*/ 25337 w 201901"/>
                <a:gd name="connsiteY5" fmla="*/ 293658 h 310406"/>
                <a:gd name="connsiteX6" fmla="*/ 27105 w 201901"/>
                <a:gd name="connsiteY6" fmla="*/ 288046 h 310406"/>
                <a:gd name="connsiteX7" fmla="*/ 13315 w 201901"/>
                <a:gd name="connsiteY7" fmla="*/ 274718 h 310406"/>
                <a:gd name="connsiteX8" fmla="*/ 232 w 201901"/>
                <a:gd name="connsiteY8" fmla="*/ 289099 h 310406"/>
                <a:gd name="connsiteX9" fmla="*/ 28166 w 201901"/>
                <a:gd name="connsiteY9" fmla="*/ 310494 h 310406"/>
                <a:gd name="connsiteX10" fmla="*/ 98884 w 201901"/>
                <a:gd name="connsiteY10" fmla="*/ 211234 h 310406"/>
                <a:gd name="connsiteX11" fmla="*/ 124343 w 201901"/>
                <a:gd name="connsiteY11" fmla="*/ 98996 h 310406"/>
                <a:gd name="connsiteX12" fmla="*/ 162884 w 201901"/>
                <a:gd name="connsiteY12" fmla="*/ 98996 h 310406"/>
                <a:gd name="connsiteX13" fmla="*/ 165006 w 201901"/>
                <a:gd name="connsiteY13" fmla="*/ 87773 h 310406"/>
                <a:gd name="connsiteX14" fmla="*/ 126818 w 201901"/>
                <a:gd name="connsiteY14" fmla="*/ 87773 h 310406"/>
                <a:gd name="connsiteX15" fmla="*/ 169956 w 201901"/>
                <a:gd name="connsiteY15" fmla="*/ 7803 h 310406"/>
                <a:gd name="connsiteX16" fmla="*/ 177735 w 201901"/>
                <a:gd name="connsiteY16" fmla="*/ 12012 h 310406"/>
                <a:gd name="connsiteX17" fmla="*/ 176321 w 201901"/>
                <a:gd name="connsiteY17" fmla="*/ 15520 h 310406"/>
                <a:gd name="connsiteX18" fmla="*/ 174199 w 201901"/>
                <a:gd name="connsiteY18" fmla="*/ 22885 h 310406"/>
                <a:gd name="connsiteX19" fmla="*/ 187282 w 201901"/>
                <a:gd name="connsiteY19" fmla="*/ 36915 h 310406"/>
                <a:gd name="connsiteX20" fmla="*/ 202133 w 201901"/>
                <a:gd name="connsiteY20" fmla="*/ 22885 h 310406"/>
                <a:gd name="connsiteX21" fmla="*/ 171724 w 201901"/>
                <a:gd name="connsiteY21" fmla="*/ 87 h 310406"/>
                <a:gd name="connsiteX22" fmla="*/ 127879 w 201901"/>
                <a:gd name="connsiteY22" fmla="*/ 24288 h 310406"/>
                <a:gd name="connsiteX23" fmla="*/ 99591 w 201901"/>
                <a:gd name="connsiteY23" fmla="*/ 87773 h 310406"/>
                <a:gd name="connsiteX24" fmla="*/ 67061 w 201901"/>
                <a:gd name="connsiteY24" fmla="*/ 87773 h 310406"/>
                <a:gd name="connsiteX25" fmla="*/ 64586 w 201901"/>
                <a:gd name="connsiteY25" fmla="*/ 98996 h 31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901" h="310406">
                  <a:moveTo>
                    <a:pt x="64586" y="98996"/>
                  </a:moveTo>
                  <a:lnTo>
                    <a:pt x="96409" y="98996"/>
                  </a:lnTo>
                  <a:lnTo>
                    <a:pt x="65293" y="246308"/>
                  </a:lnTo>
                  <a:cubicBezTo>
                    <a:pt x="57514" y="283837"/>
                    <a:pt x="45845" y="303128"/>
                    <a:pt x="30995" y="303128"/>
                  </a:cubicBezTo>
                  <a:cubicBezTo>
                    <a:pt x="26751" y="303128"/>
                    <a:pt x="23923" y="300673"/>
                    <a:pt x="23923" y="297516"/>
                  </a:cubicBezTo>
                  <a:cubicBezTo>
                    <a:pt x="23923" y="296464"/>
                    <a:pt x="24276" y="295412"/>
                    <a:pt x="25337" y="293658"/>
                  </a:cubicBezTo>
                  <a:cubicBezTo>
                    <a:pt x="26751" y="291554"/>
                    <a:pt x="27105" y="290151"/>
                    <a:pt x="27105" y="288046"/>
                  </a:cubicBezTo>
                  <a:cubicBezTo>
                    <a:pt x="27105" y="280681"/>
                    <a:pt x="20740" y="274718"/>
                    <a:pt x="13315" y="274718"/>
                  </a:cubicBezTo>
                  <a:cubicBezTo>
                    <a:pt x="5889" y="274718"/>
                    <a:pt x="232" y="281031"/>
                    <a:pt x="232" y="289099"/>
                  </a:cubicBezTo>
                  <a:cubicBezTo>
                    <a:pt x="232" y="301024"/>
                    <a:pt x="12608" y="310494"/>
                    <a:pt x="28166" y="310494"/>
                  </a:cubicBezTo>
                  <a:cubicBezTo>
                    <a:pt x="59635" y="310494"/>
                    <a:pt x="84387" y="275770"/>
                    <a:pt x="98884" y="211234"/>
                  </a:cubicBezTo>
                  <a:lnTo>
                    <a:pt x="124343" y="98996"/>
                  </a:lnTo>
                  <a:lnTo>
                    <a:pt x="162884" y="98996"/>
                  </a:lnTo>
                  <a:lnTo>
                    <a:pt x="165006" y="87773"/>
                  </a:lnTo>
                  <a:lnTo>
                    <a:pt x="126818" y="87773"/>
                  </a:lnTo>
                  <a:cubicBezTo>
                    <a:pt x="137072" y="32706"/>
                    <a:pt x="150155" y="7803"/>
                    <a:pt x="169956" y="7803"/>
                  </a:cubicBezTo>
                  <a:cubicBezTo>
                    <a:pt x="174553" y="7803"/>
                    <a:pt x="177735" y="9557"/>
                    <a:pt x="177735" y="12012"/>
                  </a:cubicBezTo>
                  <a:cubicBezTo>
                    <a:pt x="177735" y="13065"/>
                    <a:pt x="177382" y="13766"/>
                    <a:pt x="176321" y="15520"/>
                  </a:cubicBezTo>
                  <a:cubicBezTo>
                    <a:pt x="174906" y="18676"/>
                    <a:pt x="174199" y="20430"/>
                    <a:pt x="174199" y="22885"/>
                  </a:cubicBezTo>
                  <a:cubicBezTo>
                    <a:pt x="174199" y="31303"/>
                    <a:pt x="179503" y="36915"/>
                    <a:pt x="187282" y="36915"/>
                  </a:cubicBezTo>
                  <a:cubicBezTo>
                    <a:pt x="195415" y="36915"/>
                    <a:pt x="202133" y="30602"/>
                    <a:pt x="202133" y="22885"/>
                  </a:cubicBezTo>
                  <a:cubicBezTo>
                    <a:pt x="202133" y="9908"/>
                    <a:pt x="189050" y="87"/>
                    <a:pt x="171724" y="87"/>
                  </a:cubicBezTo>
                  <a:cubicBezTo>
                    <a:pt x="154398" y="87"/>
                    <a:pt x="140608" y="7803"/>
                    <a:pt x="127879" y="24288"/>
                  </a:cubicBezTo>
                  <a:cubicBezTo>
                    <a:pt x="117271" y="37967"/>
                    <a:pt x="110199" y="54101"/>
                    <a:pt x="99591" y="87773"/>
                  </a:cubicBezTo>
                  <a:lnTo>
                    <a:pt x="67061" y="87773"/>
                  </a:lnTo>
                  <a:lnTo>
                    <a:pt x="64586" y="98996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F674BFA-5479-F569-AC96-C8CCB6AE9179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12138250" y="4008986"/>
              <a:ext cx="82033" cy="350741"/>
            </a:xfrm>
            <a:custGeom>
              <a:avLst/>
              <a:gdLst>
                <a:gd name="connsiteX0" fmla="*/ 82270 w 82033"/>
                <a:gd name="connsiteY0" fmla="*/ 347321 h 350741"/>
                <a:gd name="connsiteX1" fmla="*/ 76259 w 82033"/>
                <a:gd name="connsiteY1" fmla="*/ 339605 h 350741"/>
                <a:gd name="connsiteX2" fmla="*/ 20745 w 82033"/>
                <a:gd name="connsiteY2" fmla="*/ 175457 h 350741"/>
                <a:gd name="connsiteX3" fmla="*/ 77673 w 82033"/>
                <a:gd name="connsiteY3" fmla="*/ 9556 h 350741"/>
                <a:gd name="connsiteX4" fmla="*/ 82270 w 82033"/>
                <a:gd name="connsiteY4" fmla="*/ 3594 h 350741"/>
                <a:gd name="connsiteX5" fmla="*/ 78734 w 82033"/>
                <a:gd name="connsiteY5" fmla="*/ 86 h 350741"/>
                <a:gd name="connsiteX6" fmla="*/ 22513 w 82033"/>
                <a:gd name="connsiteY6" fmla="*/ 68481 h 350741"/>
                <a:gd name="connsiteX7" fmla="*/ 237 w 82033"/>
                <a:gd name="connsiteY7" fmla="*/ 175457 h 350741"/>
                <a:gd name="connsiteX8" fmla="*/ 23574 w 82033"/>
                <a:gd name="connsiteY8" fmla="*/ 284889 h 350741"/>
                <a:gd name="connsiteX9" fmla="*/ 78734 w 82033"/>
                <a:gd name="connsiteY9" fmla="*/ 350828 h 350741"/>
                <a:gd name="connsiteX10" fmla="*/ 82270 w 82033"/>
                <a:gd name="connsiteY10" fmla="*/ 347321 h 35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33" h="350741">
                  <a:moveTo>
                    <a:pt x="82270" y="347321"/>
                  </a:moveTo>
                  <a:cubicBezTo>
                    <a:pt x="82270" y="346269"/>
                    <a:pt x="82270" y="345567"/>
                    <a:pt x="76259" y="339605"/>
                  </a:cubicBezTo>
                  <a:cubicBezTo>
                    <a:pt x="32060" y="295411"/>
                    <a:pt x="20745" y="229121"/>
                    <a:pt x="20745" y="175457"/>
                  </a:cubicBezTo>
                  <a:cubicBezTo>
                    <a:pt x="20745" y="114428"/>
                    <a:pt x="34182" y="53399"/>
                    <a:pt x="77673" y="9556"/>
                  </a:cubicBezTo>
                  <a:cubicBezTo>
                    <a:pt x="82270" y="5348"/>
                    <a:pt x="82270" y="4646"/>
                    <a:pt x="82270" y="3594"/>
                  </a:cubicBezTo>
                  <a:cubicBezTo>
                    <a:pt x="82270" y="1139"/>
                    <a:pt x="80856" y="86"/>
                    <a:pt x="78734" y="86"/>
                  </a:cubicBezTo>
                  <a:cubicBezTo>
                    <a:pt x="75198" y="86"/>
                    <a:pt x="43375" y="23937"/>
                    <a:pt x="22513" y="68481"/>
                  </a:cubicBezTo>
                  <a:cubicBezTo>
                    <a:pt x="4480" y="107063"/>
                    <a:pt x="237" y="145995"/>
                    <a:pt x="237" y="175457"/>
                  </a:cubicBezTo>
                  <a:cubicBezTo>
                    <a:pt x="237" y="202815"/>
                    <a:pt x="4126" y="245255"/>
                    <a:pt x="23574" y="284889"/>
                  </a:cubicBezTo>
                  <a:cubicBezTo>
                    <a:pt x="44789" y="328030"/>
                    <a:pt x="75198" y="350828"/>
                    <a:pt x="78734" y="350828"/>
                  </a:cubicBezTo>
                  <a:cubicBezTo>
                    <a:pt x="80856" y="350828"/>
                    <a:pt x="82270" y="349776"/>
                    <a:pt x="82270" y="347321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03D625B-C52C-817B-C45A-17EBAA4991E0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12231401" y="4117366"/>
              <a:ext cx="167602" cy="158535"/>
            </a:xfrm>
            <a:custGeom>
              <a:avLst/>
              <a:gdLst>
                <a:gd name="connsiteX0" fmla="*/ 151931 w 167602"/>
                <a:gd name="connsiteY0" fmla="*/ 115832 h 158535"/>
                <a:gd name="connsiteX1" fmla="*/ 144152 w 167602"/>
                <a:gd name="connsiteY1" fmla="*/ 125302 h 158535"/>
                <a:gd name="connsiteX2" fmla="*/ 127887 w 167602"/>
                <a:gd name="connsiteY2" fmla="*/ 139332 h 158535"/>
                <a:gd name="connsiteX3" fmla="*/ 116925 w 167602"/>
                <a:gd name="connsiteY3" fmla="*/ 124951 h 158535"/>
                <a:gd name="connsiteX4" fmla="*/ 115511 w 167602"/>
                <a:gd name="connsiteY4" fmla="*/ 118989 h 158535"/>
                <a:gd name="connsiteX5" fmla="*/ 102782 w 167602"/>
                <a:gd name="connsiteY5" fmla="*/ 62168 h 158535"/>
                <a:gd name="connsiteX6" fmla="*/ 137434 w 167602"/>
                <a:gd name="connsiteY6" fmla="*/ 19729 h 158535"/>
                <a:gd name="connsiteX7" fmla="*/ 145920 w 167602"/>
                <a:gd name="connsiteY7" fmla="*/ 22535 h 158535"/>
                <a:gd name="connsiteX8" fmla="*/ 155467 w 167602"/>
                <a:gd name="connsiteY8" fmla="*/ 25691 h 158535"/>
                <a:gd name="connsiteX9" fmla="*/ 167843 w 167602"/>
                <a:gd name="connsiteY9" fmla="*/ 13065 h 158535"/>
                <a:gd name="connsiteX10" fmla="*/ 153345 w 167602"/>
                <a:gd name="connsiteY10" fmla="*/ 87 h 158535"/>
                <a:gd name="connsiteX11" fmla="*/ 99953 w 167602"/>
                <a:gd name="connsiteY11" fmla="*/ 50243 h 158535"/>
                <a:gd name="connsiteX12" fmla="*/ 96064 w 167602"/>
                <a:gd name="connsiteY12" fmla="*/ 30952 h 158535"/>
                <a:gd name="connsiteX13" fmla="*/ 77677 w 167602"/>
                <a:gd name="connsiteY13" fmla="*/ 87 h 158535"/>
                <a:gd name="connsiteX14" fmla="*/ 36306 w 167602"/>
                <a:gd name="connsiteY14" fmla="*/ 10259 h 158535"/>
                <a:gd name="connsiteX15" fmla="*/ 32417 w 167602"/>
                <a:gd name="connsiteY15" fmla="*/ 11662 h 158535"/>
                <a:gd name="connsiteX16" fmla="*/ 33831 w 167602"/>
                <a:gd name="connsiteY16" fmla="*/ 16923 h 158535"/>
                <a:gd name="connsiteX17" fmla="*/ 53632 w 167602"/>
                <a:gd name="connsiteY17" fmla="*/ 13065 h 158535"/>
                <a:gd name="connsiteX18" fmla="*/ 69544 w 167602"/>
                <a:gd name="connsiteY18" fmla="*/ 37266 h 158535"/>
                <a:gd name="connsiteX19" fmla="*/ 79798 w 167602"/>
                <a:gd name="connsiteY19" fmla="*/ 80407 h 158535"/>
                <a:gd name="connsiteX20" fmla="*/ 50804 w 167602"/>
                <a:gd name="connsiteY20" fmla="*/ 121444 h 158535"/>
                <a:gd name="connsiteX21" fmla="*/ 32771 w 167602"/>
                <a:gd name="connsiteY21" fmla="*/ 138279 h 158535"/>
                <a:gd name="connsiteX22" fmla="*/ 23577 w 167602"/>
                <a:gd name="connsiteY22" fmla="*/ 135123 h 158535"/>
                <a:gd name="connsiteX23" fmla="*/ 12262 w 167602"/>
                <a:gd name="connsiteY23" fmla="*/ 131615 h 158535"/>
                <a:gd name="connsiteX24" fmla="*/ 240 w 167602"/>
                <a:gd name="connsiteY24" fmla="*/ 143891 h 158535"/>
                <a:gd name="connsiteX25" fmla="*/ 17920 w 167602"/>
                <a:gd name="connsiteY25" fmla="*/ 158622 h 158535"/>
                <a:gd name="connsiteX26" fmla="*/ 50804 w 167602"/>
                <a:gd name="connsiteY26" fmla="*/ 134071 h 158535"/>
                <a:gd name="connsiteX27" fmla="*/ 82627 w 167602"/>
                <a:gd name="connsiteY27" fmla="*/ 93034 h 158535"/>
                <a:gd name="connsiteX28" fmla="*/ 93235 w 167602"/>
                <a:gd name="connsiteY28" fmla="*/ 135123 h 158535"/>
                <a:gd name="connsiteX29" fmla="*/ 113743 w 167602"/>
                <a:gd name="connsiteY29" fmla="*/ 158622 h 158535"/>
                <a:gd name="connsiteX30" fmla="*/ 156881 w 167602"/>
                <a:gd name="connsiteY30" fmla="*/ 118638 h 158535"/>
                <a:gd name="connsiteX31" fmla="*/ 151931 w 167602"/>
                <a:gd name="connsiteY31" fmla="*/ 115832 h 15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602" h="158535">
                  <a:moveTo>
                    <a:pt x="151931" y="115832"/>
                  </a:moveTo>
                  <a:cubicBezTo>
                    <a:pt x="149102" y="118989"/>
                    <a:pt x="147334" y="121093"/>
                    <a:pt x="144152" y="125302"/>
                  </a:cubicBezTo>
                  <a:cubicBezTo>
                    <a:pt x="136019" y="135824"/>
                    <a:pt x="131776" y="139332"/>
                    <a:pt x="127887" y="139332"/>
                  </a:cubicBezTo>
                  <a:cubicBezTo>
                    <a:pt x="122583" y="139332"/>
                    <a:pt x="119401" y="134772"/>
                    <a:pt x="116925" y="124951"/>
                  </a:cubicBezTo>
                  <a:cubicBezTo>
                    <a:pt x="116218" y="122145"/>
                    <a:pt x="115865" y="120041"/>
                    <a:pt x="115511" y="118989"/>
                  </a:cubicBezTo>
                  <a:cubicBezTo>
                    <a:pt x="106671" y="83564"/>
                    <a:pt x="102782" y="67430"/>
                    <a:pt x="102782" y="62168"/>
                  </a:cubicBezTo>
                  <a:cubicBezTo>
                    <a:pt x="118340" y="35161"/>
                    <a:pt x="131069" y="19729"/>
                    <a:pt x="137434" y="19729"/>
                  </a:cubicBezTo>
                  <a:cubicBezTo>
                    <a:pt x="139555" y="19729"/>
                    <a:pt x="142384" y="20781"/>
                    <a:pt x="145920" y="22535"/>
                  </a:cubicBezTo>
                  <a:cubicBezTo>
                    <a:pt x="150163" y="24990"/>
                    <a:pt x="152638" y="25691"/>
                    <a:pt x="155467" y="25691"/>
                  </a:cubicBezTo>
                  <a:cubicBezTo>
                    <a:pt x="162892" y="25691"/>
                    <a:pt x="167843" y="20430"/>
                    <a:pt x="167843" y="13065"/>
                  </a:cubicBezTo>
                  <a:cubicBezTo>
                    <a:pt x="167843" y="5699"/>
                    <a:pt x="161832" y="87"/>
                    <a:pt x="153345" y="87"/>
                  </a:cubicBezTo>
                  <a:cubicBezTo>
                    <a:pt x="137787" y="87"/>
                    <a:pt x="124351" y="12714"/>
                    <a:pt x="99953" y="50243"/>
                  </a:cubicBezTo>
                  <a:lnTo>
                    <a:pt x="96064" y="30952"/>
                  </a:lnTo>
                  <a:cubicBezTo>
                    <a:pt x="91113" y="7102"/>
                    <a:pt x="87224" y="87"/>
                    <a:pt x="77677" y="87"/>
                  </a:cubicBezTo>
                  <a:cubicBezTo>
                    <a:pt x="69898" y="87"/>
                    <a:pt x="57876" y="3244"/>
                    <a:pt x="36306" y="10259"/>
                  </a:cubicBezTo>
                  <a:lnTo>
                    <a:pt x="32417" y="11662"/>
                  </a:lnTo>
                  <a:lnTo>
                    <a:pt x="33831" y="16923"/>
                  </a:lnTo>
                  <a:cubicBezTo>
                    <a:pt x="47268" y="13766"/>
                    <a:pt x="50450" y="13065"/>
                    <a:pt x="53632" y="13065"/>
                  </a:cubicBezTo>
                  <a:cubicBezTo>
                    <a:pt x="62472" y="13065"/>
                    <a:pt x="64594" y="16221"/>
                    <a:pt x="69544" y="37266"/>
                  </a:cubicBezTo>
                  <a:lnTo>
                    <a:pt x="79798" y="80407"/>
                  </a:lnTo>
                  <a:lnTo>
                    <a:pt x="50804" y="121444"/>
                  </a:lnTo>
                  <a:cubicBezTo>
                    <a:pt x="43732" y="131966"/>
                    <a:pt x="36660" y="138279"/>
                    <a:pt x="32771" y="138279"/>
                  </a:cubicBezTo>
                  <a:cubicBezTo>
                    <a:pt x="30649" y="138279"/>
                    <a:pt x="27113" y="137227"/>
                    <a:pt x="23577" y="135123"/>
                  </a:cubicBezTo>
                  <a:cubicBezTo>
                    <a:pt x="18980" y="132668"/>
                    <a:pt x="15091" y="131615"/>
                    <a:pt x="12262" y="131615"/>
                  </a:cubicBezTo>
                  <a:cubicBezTo>
                    <a:pt x="5544" y="131615"/>
                    <a:pt x="240" y="136876"/>
                    <a:pt x="240" y="143891"/>
                  </a:cubicBezTo>
                  <a:cubicBezTo>
                    <a:pt x="240" y="153011"/>
                    <a:pt x="7312" y="158622"/>
                    <a:pt x="17920" y="158622"/>
                  </a:cubicBezTo>
                  <a:cubicBezTo>
                    <a:pt x="28881" y="158622"/>
                    <a:pt x="33124" y="155466"/>
                    <a:pt x="50804" y="134071"/>
                  </a:cubicBezTo>
                  <a:cubicBezTo>
                    <a:pt x="60351" y="122847"/>
                    <a:pt x="67776" y="113377"/>
                    <a:pt x="82627" y="93034"/>
                  </a:cubicBezTo>
                  <a:lnTo>
                    <a:pt x="93235" y="135123"/>
                  </a:lnTo>
                  <a:cubicBezTo>
                    <a:pt x="97832" y="153011"/>
                    <a:pt x="102428" y="158622"/>
                    <a:pt x="113743" y="158622"/>
                  </a:cubicBezTo>
                  <a:cubicBezTo>
                    <a:pt x="127180" y="158622"/>
                    <a:pt x="136373" y="150205"/>
                    <a:pt x="156881" y="118638"/>
                  </a:cubicBezTo>
                  <a:lnTo>
                    <a:pt x="151931" y="115832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0334A54-24C6-C887-80DF-A1091F1CC3FE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12427574" y="4149770"/>
              <a:ext cx="74049" cy="175455"/>
            </a:xfrm>
            <a:custGeom>
              <a:avLst/>
              <a:gdLst>
                <a:gd name="connsiteX0" fmla="*/ 47343 w 74049"/>
                <a:gd name="connsiteY0" fmla="*/ 89 h 175455"/>
                <a:gd name="connsiteX1" fmla="*/ 245 w 74049"/>
                <a:gd name="connsiteY1" fmla="*/ 23708 h 175455"/>
                <a:gd name="connsiteX2" fmla="*/ 245 w 74049"/>
                <a:gd name="connsiteY2" fmla="*/ 27341 h 175455"/>
                <a:gd name="connsiteX3" fmla="*/ 7309 w 74049"/>
                <a:gd name="connsiteY3" fmla="*/ 24486 h 175455"/>
                <a:gd name="connsiteX4" fmla="*/ 19084 w 74049"/>
                <a:gd name="connsiteY4" fmla="*/ 21631 h 175455"/>
                <a:gd name="connsiteX5" fmla="*/ 26934 w 74049"/>
                <a:gd name="connsiteY5" fmla="*/ 33830 h 175455"/>
                <a:gd name="connsiteX6" fmla="*/ 26934 w 74049"/>
                <a:gd name="connsiteY6" fmla="*/ 151406 h 175455"/>
                <a:gd name="connsiteX7" fmla="*/ 20654 w 74049"/>
                <a:gd name="connsiteY7" fmla="*/ 168276 h 175455"/>
                <a:gd name="connsiteX8" fmla="*/ 2076 w 74049"/>
                <a:gd name="connsiteY8" fmla="*/ 171650 h 175455"/>
                <a:gd name="connsiteX9" fmla="*/ 2076 w 74049"/>
                <a:gd name="connsiteY9" fmla="*/ 175544 h 175455"/>
                <a:gd name="connsiteX10" fmla="*/ 74294 w 74049"/>
                <a:gd name="connsiteY10" fmla="*/ 175544 h 175455"/>
                <a:gd name="connsiteX11" fmla="*/ 74294 w 74049"/>
                <a:gd name="connsiteY11" fmla="*/ 171650 h 175455"/>
                <a:gd name="connsiteX12" fmla="*/ 49436 w 74049"/>
                <a:gd name="connsiteY12" fmla="*/ 156337 h 175455"/>
                <a:gd name="connsiteX13" fmla="*/ 49436 w 74049"/>
                <a:gd name="connsiteY13" fmla="*/ 608 h 175455"/>
                <a:gd name="connsiteX14" fmla="*/ 47343 w 74049"/>
                <a:gd name="connsiteY14" fmla="*/ 89 h 175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049" h="175455">
                  <a:moveTo>
                    <a:pt x="47343" y="89"/>
                  </a:moveTo>
                  <a:lnTo>
                    <a:pt x="245" y="23708"/>
                  </a:lnTo>
                  <a:lnTo>
                    <a:pt x="245" y="27341"/>
                  </a:lnTo>
                  <a:cubicBezTo>
                    <a:pt x="3384" y="26043"/>
                    <a:pt x="6263" y="25005"/>
                    <a:pt x="7309" y="24486"/>
                  </a:cubicBezTo>
                  <a:cubicBezTo>
                    <a:pt x="12019" y="22669"/>
                    <a:pt x="16467" y="21631"/>
                    <a:pt x="19084" y="21631"/>
                  </a:cubicBezTo>
                  <a:cubicBezTo>
                    <a:pt x="24579" y="21631"/>
                    <a:pt x="26934" y="25524"/>
                    <a:pt x="26934" y="33830"/>
                  </a:cubicBezTo>
                  <a:lnTo>
                    <a:pt x="26934" y="151406"/>
                  </a:lnTo>
                  <a:cubicBezTo>
                    <a:pt x="26934" y="159971"/>
                    <a:pt x="24840" y="165940"/>
                    <a:pt x="20654" y="168276"/>
                  </a:cubicBezTo>
                  <a:cubicBezTo>
                    <a:pt x="16729" y="170612"/>
                    <a:pt x="13066" y="171391"/>
                    <a:pt x="2076" y="171650"/>
                  </a:cubicBezTo>
                  <a:lnTo>
                    <a:pt x="2076" y="175544"/>
                  </a:lnTo>
                  <a:lnTo>
                    <a:pt x="74294" y="175544"/>
                  </a:lnTo>
                  <a:lnTo>
                    <a:pt x="74294" y="171650"/>
                  </a:lnTo>
                  <a:cubicBezTo>
                    <a:pt x="53623" y="171391"/>
                    <a:pt x="49436" y="168795"/>
                    <a:pt x="49436" y="156337"/>
                  </a:cubicBezTo>
                  <a:lnTo>
                    <a:pt x="49436" y="608"/>
                  </a:lnTo>
                  <a:lnTo>
                    <a:pt x="47343" y="89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5B356F1-0E09-9CAC-0D7C-E560F0F8BFEE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12567750" y="4008986"/>
              <a:ext cx="82033" cy="350741"/>
            </a:xfrm>
            <a:custGeom>
              <a:avLst/>
              <a:gdLst>
                <a:gd name="connsiteX0" fmla="*/ 82282 w 82033"/>
                <a:gd name="connsiteY0" fmla="*/ 175457 h 350741"/>
                <a:gd name="connsiteX1" fmla="*/ 58945 w 82033"/>
                <a:gd name="connsiteY1" fmla="*/ 66026 h 350741"/>
                <a:gd name="connsiteX2" fmla="*/ 3785 w 82033"/>
                <a:gd name="connsiteY2" fmla="*/ 86 h 350741"/>
                <a:gd name="connsiteX3" fmla="*/ 249 w 82033"/>
                <a:gd name="connsiteY3" fmla="*/ 3594 h 350741"/>
                <a:gd name="connsiteX4" fmla="*/ 6967 w 82033"/>
                <a:gd name="connsiteY4" fmla="*/ 11661 h 350741"/>
                <a:gd name="connsiteX5" fmla="*/ 61774 w 82033"/>
                <a:gd name="connsiteY5" fmla="*/ 175457 h 350741"/>
                <a:gd name="connsiteX6" fmla="*/ 4846 w 82033"/>
                <a:gd name="connsiteY6" fmla="*/ 341358 h 350741"/>
                <a:gd name="connsiteX7" fmla="*/ 249 w 82033"/>
                <a:gd name="connsiteY7" fmla="*/ 347321 h 350741"/>
                <a:gd name="connsiteX8" fmla="*/ 3785 w 82033"/>
                <a:gd name="connsiteY8" fmla="*/ 350828 h 350741"/>
                <a:gd name="connsiteX9" fmla="*/ 60006 w 82033"/>
                <a:gd name="connsiteY9" fmla="*/ 282434 h 350741"/>
                <a:gd name="connsiteX10" fmla="*/ 82282 w 82033"/>
                <a:gd name="connsiteY10" fmla="*/ 175457 h 35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33" h="350741">
                  <a:moveTo>
                    <a:pt x="82282" y="175457"/>
                  </a:moveTo>
                  <a:cubicBezTo>
                    <a:pt x="82282" y="148099"/>
                    <a:pt x="78393" y="105660"/>
                    <a:pt x="58945" y="66026"/>
                  </a:cubicBezTo>
                  <a:cubicBezTo>
                    <a:pt x="37730" y="22885"/>
                    <a:pt x="7321" y="86"/>
                    <a:pt x="3785" y="86"/>
                  </a:cubicBezTo>
                  <a:cubicBezTo>
                    <a:pt x="1663" y="86"/>
                    <a:pt x="249" y="1489"/>
                    <a:pt x="249" y="3594"/>
                  </a:cubicBezTo>
                  <a:cubicBezTo>
                    <a:pt x="249" y="4646"/>
                    <a:pt x="249" y="5348"/>
                    <a:pt x="6967" y="11661"/>
                  </a:cubicBezTo>
                  <a:cubicBezTo>
                    <a:pt x="41619" y="46384"/>
                    <a:pt x="61774" y="102152"/>
                    <a:pt x="61774" y="175457"/>
                  </a:cubicBezTo>
                  <a:cubicBezTo>
                    <a:pt x="61774" y="235434"/>
                    <a:pt x="48691" y="297165"/>
                    <a:pt x="4846" y="341358"/>
                  </a:cubicBezTo>
                  <a:cubicBezTo>
                    <a:pt x="249" y="345567"/>
                    <a:pt x="249" y="346269"/>
                    <a:pt x="249" y="347321"/>
                  </a:cubicBezTo>
                  <a:cubicBezTo>
                    <a:pt x="249" y="349425"/>
                    <a:pt x="1663" y="350828"/>
                    <a:pt x="3785" y="350828"/>
                  </a:cubicBezTo>
                  <a:cubicBezTo>
                    <a:pt x="7321" y="350828"/>
                    <a:pt x="39144" y="326978"/>
                    <a:pt x="60006" y="282434"/>
                  </a:cubicBezTo>
                  <a:cubicBezTo>
                    <a:pt x="78039" y="243852"/>
                    <a:pt x="82282" y="204920"/>
                    <a:pt x="82282" y="175457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D684F71-EC38-F98F-43FD-E5442979247B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12783969" y="4143321"/>
              <a:ext cx="235138" cy="82073"/>
            </a:xfrm>
            <a:custGeom>
              <a:avLst/>
              <a:gdLst>
                <a:gd name="connsiteX0" fmla="*/ 223372 w 235138"/>
                <a:gd name="connsiteY0" fmla="*/ 14116 h 82073"/>
                <a:gd name="connsiteX1" fmla="*/ 235394 w 235138"/>
                <a:gd name="connsiteY1" fmla="*/ 7101 h 82073"/>
                <a:gd name="connsiteX2" fmla="*/ 223726 w 235138"/>
                <a:gd name="connsiteY2" fmla="*/ 86 h 82073"/>
                <a:gd name="connsiteX3" fmla="*/ 11924 w 235138"/>
                <a:gd name="connsiteY3" fmla="*/ 86 h 82073"/>
                <a:gd name="connsiteX4" fmla="*/ 256 w 235138"/>
                <a:gd name="connsiteY4" fmla="*/ 7101 h 82073"/>
                <a:gd name="connsiteX5" fmla="*/ 12278 w 235138"/>
                <a:gd name="connsiteY5" fmla="*/ 14116 h 82073"/>
                <a:gd name="connsiteX6" fmla="*/ 223372 w 235138"/>
                <a:gd name="connsiteY6" fmla="*/ 14116 h 82073"/>
                <a:gd name="connsiteX7" fmla="*/ 223726 w 235138"/>
                <a:gd name="connsiteY7" fmla="*/ 82160 h 82073"/>
                <a:gd name="connsiteX8" fmla="*/ 235394 w 235138"/>
                <a:gd name="connsiteY8" fmla="*/ 75145 h 82073"/>
                <a:gd name="connsiteX9" fmla="*/ 223372 w 235138"/>
                <a:gd name="connsiteY9" fmla="*/ 68130 h 82073"/>
                <a:gd name="connsiteX10" fmla="*/ 12278 w 235138"/>
                <a:gd name="connsiteY10" fmla="*/ 68130 h 82073"/>
                <a:gd name="connsiteX11" fmla="*/ 256 w 235138"/>
                <a:gd name="connsiteY11" fmla="*/ 75145 h 82073"/>
                <a:gd name="connsiteX12" fmla="*/ 11924 w 235138"/>
                <a:gd name="connsiteY12" fmla="*/ 82160 h 82073"/>
                <a:gd name="connsiteX13" fmla="*/ 223726 w 235138"/>
                <a:gd name="connsiteY13" fmla="*/ 82160 h 8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38" h="82073">
                  <a:moveTo>
                    <a:pt x="223372" y="14116"/>
                  </a:moveTo>
                  <a:cubicBezTo>
                    <a:pt x="228676" y="14116"/>
                    <a:pt x="235394" y="14116"/>
                    <a:pt x="235394" y="7101"/>
                  </a:cubicBezTo>
                  <a:cubicBezTo>
                    <a:pt x="235394" y="86"/>
                    <a:pt x="228676" y="86"/>
                    <a:pt x="223726" y="86"/>
                  </a:cubicBezTo>
                  <a:lnTo>
                    <a:pt x="11924" y="86"/>
                  </a:lnTo>
                  <a:cubicBezTo>
                    <a:pt x="6974" y="86"/>
                    <a:pt x="256" y="86"/>
                    <a:pt x="256" y="7101"/>
                  </a:cubicBezTo>
                  <a:cubicBezTo>
                    <a:pt x="256" y="14116"/>
                    <a:pt x="6974" y="14116"/>
                    <a:pt x="12278" y="14116"/>
                  </a:cubicBezTo>
                  <a:lnTo>
                    <a:pt x="223372" y="14116"/>
                  </a:lnTo>
                  <a:close/>
                  <a:moveTo>
                    <a:pt x="223726" y="82160"/>
                  </a:moveTo>
                  <a:cubicBezTo>
                    <a:pt x="228676" y="82160"/>
                    <a:pt x="235394" y="82160"/>
                    <a:pt x="235394" y="75145"/>
                  </a:cubicBezTo>
                  <a:cubicBezTo>
                    <a:pt x="235394" y="68130"/>
                    <a:pt x="228676" y="68130"/>
                    <a:pt x="223372" y="68130"/>
                  </a:cubicBezTo>
                  <a:lnTo>
                    <a:pt x="12278" y="68130"/>
                  </a:lnTo>
                  <a:cubicBezTo>
                    <a:pt x="6974" y="68130"/>
                    <a:pt x="256" y="68130"/>
                    <a:pt x="256" y="75145"/>
                  </a:cubicBezTo>
                  <a:cubicBezTo>
                    <a:pt x="256" y="82160"/>
                    <a:pt x="6974" y="82160"/>
                    <a:pt x="11924" y="82160"/>
                  </a:cubicBezTo>
                  <a:lnTo>
                    <a:pt x="223726" y="82160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A8CAAE4-C5F8-0E27-D18B-4F5B6FC8D8C8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3158053" y="4034941"/>
              <a:ext cx="100066" cy="237101"/>
            </a:xfrm>
            <a:custGeom>
              <a:avLst/>
              <a:gdLst>
                <a:gd name="connsiteX0" fmla="*/ 63912 w 100066"/>
                <a:gd name="connsiteY0" fmla="*/ 86 h 237101"/>
                <a:gd name="connsiteX1" fmla="*/ 265 w 100066"/>
                <a:gd name="connsiteY1" fmla="*/ 32004 h 237101"/>
                <a:gd name="connsiteX2" fmla="*/ 265 w 100066"/>
                <a:gd name="connsiteY2" fmla="*/ 36914 h 237101"/>
                <a:gd name="connsiteX3" fmla="*/ 9812 w 100066"/>
                <a:gd name="connsiteY3" fmla="*/ 33056 h 237101"/>
                <a:gd name="connsiteX4" fmla="*/ 25724 w 100066"/>
                <a:gd name="connsiteY4" fmla="*/ 29198 h 237101"/>
                <a:gd name="connsiteX5" fmla="*/ 36332 w 100066"/>
                <a:gd name="connsiteY5" fmla="*/ 45683 h 237101"/>
                <a:gd name="connsiteX6" fmla="*/ 36332 w 100066"/>
                <a:gd name="connsiteY6" fmla="*/ 204569 h 237101"/>
                <a:gd name="connsiteX7" fmla="*/ 27846 w 100066"/>
                <a:gd name="connsiteY7" fmla="*/ 227367 h 237101"/>
                <a:gd name="connsiteX8" fmla="*/ 2741 w 100066"/>
                <a:gd name="connsiteY8" fmla="*/ 231927 h 237101"/>
                <a:gd name="connsiteX9" fmla="*/ 2741 w 100066"/>
                <a:gd name="connsiteY9" fmla="*/ 237188 h 237101"/>
                <a:gd name="connsiteX10" fmla="*/ 100332 w 100066"/>
                <a:gd name="connsiteY10" fmla="*/ 237188 h 237101"/>
                <a:gd name="connsiteX11" fmla="*/ 100332 w 100066"/>
                <a:gd name="connsiteY11" fmla="*/ 231927 h 237101"/>
                <a:gd name="connsiteX12" fmla="*/ 66741 w 100066"/>
                <a:gd name="connsiteY12" fmla="*/ 211233 h 237101"/>
                <a:gd name="connsiteX13" fmla="*/ 66741 w 100066"/>
                <a:gd name="connsiteY13" fmla="*/ 788 h 237101"/>
                <a:gd name="connsiteX14" fmla="*/ 63912 w 100066"/>
                <a:gd name="connsiteY14" fmla="*/ 86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066" h="237101">
                  <a:moveTo>
                    <a:pt x="63912" y="86"/>
                  </a:moveTo>
                  <a:lnTo>
                    <a:pt x="265" y="32004"/>
                  </a:lnTo>
                  <a:lnTo>
                    <a:pt x="265" y="36914"/>
                  </a:lnTo>
                  <a:cubicBezTo>
                    <a:pt x="4508" y="35160"/>
                    <a:pt x="8398" y="33757"/>
                    <a:pt x="9812" y="33056"/>
                  </a:cubicBezTo>
                  <a:cubicBezTo>
                    <a:pt x="16177" y="30601"/>
                    <a:pt x="22188" y="29198"/>
                    <a:pt x="25724" y="29198"/>
                  </a:cubicBezTo>
                  <a:cubicBezTo>
                    <a:pt x="33149" y="29198"/>
                    <a:pt x="36332" y="34459"/>
                    <a:pt x="36332" y="45683"/>
                  </a:cubicBezTo>
                  <a:lnTo>
                    <a:pt x="36332" y="204569"/>
                  </a:lnTo>
                  <a:cubicBezTo>
                    <a:pt x="36332" y="216143"/>
                    <a:pt x="33503" y="224210"/>
                    <a:pt x="27846" y="227367"/>
                  </a:cubicBezTo>
                  <a:cubicBezTo>
                    <a:pt x="22542" y="230524"/>
                    <a:pt x="17591" y="231576"/>
                    <a:pt x="2741" y="231927"/>
                  </a:cubicBezTo>
                  <a:lnTo>
                    <a:pt x="2741" y="237188"/>
                  </a:lnTo>
                  <a:lnTo>
                    <a:pt x="100332" y="237188"/>
                  </a:lnTo>
                  <a:lnTo>
                    <a:pt x="100332" y="231927"/>
                  </a:lnTo>
                  <a:cubicBezTo>
                    <a:pt x="72398" y="231576"/>
                    <a:pt x="66741" y="228068"/>
                    <a:pt x="66741" y="211233"/>
                  </a:cubicBezTo>
                  <a:lnTo>
                    <a:pt x="66741" y="788"/>
                  </a:lnTo>
                  <a:lnTo>
                    <a:pt x="63912" y="86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F5FF23A-5945-DC3D-3BE3-57FCF2CCC9B3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3326672" y="4234864"/>
              <a:ext cx="37480" cy="37178"/>
            </a:xfrm>
            <a:custGeom>
              <a:avLst/>
              <a:gdLst>
                <a:gd name="connsiteX0" fmla="*/ 37750 w 37480"/>
                <a:gd name="connsiteY0" fmla="*/ 18676 h 37178"/>
                <a:gd name="connsiteX1" fmla="*/ 19010 w 37480"/>
                <a:gd name="connsiteY1" fmla="*/ 87 h 37178"/>
                <a:gd name="connsiteX2" fmla="*/ 270 w 37480"/>
                <a:gd name="connsiteY2" fmla="*/ 18676 h 37178"/>
                <a:gd name="connsiteX3" fmla="*/ 19010 w 37480"/>
                <a:gd name="connsiteY3" fmla="*/ 37266 h 37178"/>
                <a:gd name="connsiteX4" fmla="*/ 37750 w 37480"/>
                <a:gd name="connsiteY4" fmla="*/ 18676 h 3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80" h="37178">
                  <a:moveTo>
                    <a:pt x="37750" y="18676"/>
                  </a:moveTo>
                  <a:cubicBezTo>
                    <a:pt x="37750" y="8505"/>
                    <a:pt x="29264" y="87"/>
                    <a:pt x="19010" y="87"/>
                  </a:cubicBezTo>
                  <a:cubicBezTo>
                    <a:pt x="8756" y="87"/>
                    <a:pt x="270" y="8505"/>
                    <a:pt x="270" y="18676"/>
                  </a:cubicBezTo>
                  <a:cubicBezTo>
                    <a:pt x="270" y="28848"/>
                    <a:pt x="8756" y="37266"/>
                    <a:pt x="19010" y="37266"/>
                  </a:cubicBezTo>
                  <a:cubicBezTo>
                    <a:pt x="29264" y="37266"/>
                    <a:pt x="37750" y="28848"/>
                    <a:pt x="37750" y="18676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3A289C9-4611-34D4-02A0-21D7FDE8D31A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13409777" y="4034941"/>
              <a:ext cx="137547" cy="242011"/>
            </a:xfrm>
            <a:custGeom>
              <a:avLst/>
              <a:gdLst>
                <a:gd name="connsiteX0" fmla="*/ 39168 w 137547"/>
                <a:gd name="connsiteY0" fmla="*/ 121443 h 242011"/>
                <a:gd name="connsiteX1" fmla="*/ 76649 w 137547"/>
                <a:gd name="connsiteY1" fmla="*/ 125301 h 242011"/>
                <a:gd name="connsiteX2" fmla="*/ 112362 w 137547"/>
                <a:gd name="connsiteY2" fmla="*/ 177211 h 242011"/>
                <a:gd name="connsiteX3" fmla="*/ 66041 w 137547"/>
                <a:gd name="connsiteY3" fmla="*/ 229471 h 242011"/>
                <a:gd name="connsiteX4" fmla="*/ 36339 w 137547"/>
                <a:gd name="connsiteY4" fmla="*/ 218598 h 242011"/>
                <a:gd name="connsiteX5" fmla="*/ 13710 w 137547"/>
                <a:gd name="connsiteY5" fmla="*/ 209830 h 242011"/>
                <a:gd name="connsiteX6" fmla="*/ 273 w 137547"/>
                <a:gd name="connsiteY6" fmla="*/ 222106 h 242011"/>
                <a:gd name="connsiteX7" fmla="*/ 40229 w 137547"/>
                <a:gd name="connsiteY7" fmla="*/ 242098 h 242011"/>
                <a:gd name="connsiteX8" fmla="*/ 112008 w 137547"/>
                <a:gd name="connsiteY8" fmla="*/ 218598 h 242011"/>
                <a:gd name="connsiteX9" fmla="*/ 137820 w 137547"/>
                <a:gd name="connsiteY9" fmla="*/ 160375 h 242011"/>
                <a:gd name="connsiteX10" fmla="*/ 121909 w 137547"/>
                <a:gd name="connsiteY10" fmla="*/ 115130 h 242011"/>
                <a:gd name="connsiteX11" fmla="*/ 92561 w 137547"/>
                <a:gd name="connsiteY11" fmla="*/ 96540 h 242011"/>
                <a:gd name="connsiteX12" fmla="*/ 125798 w 137547"/>
                <a:gd name="connsiteY12" fmla="*/ 48138 h 242011"/>
                <a:gd name="connsiteX13" fmla="*/ 70638 w 137547"/>
                <a:gd name="connsiteY13" fmla="*/ 86 h 242011"/>
                <a:gd name="connsiteX14" fmla="*/ 24671 w 137547"/>
                <a:gd name="connsiteY14" fmla="*/ 17273 h 242011"/>
                <a:gd name="connsiteX15" fmla="*/ 980 w 137547"/>
                <a:gd name="connsiteY15" fmla="*/ 56906 h 242011"/>
                <a:gd name="connsiteX16" fmla="*/ 6284 w 137547"/>
                <a:gd name="connsiteY16" fmla="*/ 58309 h 242011"/>
                <a:gd name="connsiteX17" fmla="*/ 58969 w 137547"/>
                <a:gd name="connsiteY17" fmla="*/ 21131 h 242011"/>
                <a:gd name="connsiteX18" fmla="*/ 97864 w 137547"/>
                <a:gd name="connsiteY18" fmla="*/ 58660 h 242011"/>
                <a:gd name="connsiteX19" fmla="*/ 83721 w 137547"/>
                <a:gd name="connsiteY19" fmla="*/ 92682 h 242011"/>
                <a:gd name="connsiteX20" fmla="*/ 39168 w 137547"/>
                <a:gd name="connsiteY20" fmla="*/ 116883 h 242011"/>
                <a:gd name="connsiteX21" fmla="*/ 39168 w 137547"/>
                <a:gd name="connsiteY21" fmla="*/ 121443 h 24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547" h="242011">
                  <a:moveTo>
                    <a:pt x="39168" y="121443"/>
                  </a:moveTo>
                  <a:cubicBezTo>
                    <a:pt x="60030" y="121443"/>
                    <a:pt x="68163" y="122144"/>
                    <a:pt x="76649" y="125301"/>
                  </a:cubicBezTo>
                  <a:cubicBezTo>
                    <a:pt x="98572" y="133017"/>
                    <a:pt x="112362" y="153010"/>
                    <a:pt x="112362" y="177211"/>
                  </a:cubicBezTo>
                  <a:cubicBezTo>
                    <a:pt x="112362" y="206673"/>
                    <a:pt x="92207" y="229471"/>
                    <a:pt x="66041" y="229471"/>
                  </a:cubicBezTo>
                  <a:cubicBezTo>
                    <a:pt x="56494" y="229471"/>
                    <a:pt x="49422" y="227016"/>
                    <a:pt x="36339" y="218598"/>
                  </a:cubicBezTo>
                  <a:cubicBezTo>
                    <a:pt x="25732" y="212285"/>
                    <a:pt x="19721" y="209830"/>
                    <a:pt x="13710" y="209830"/>
                  </a:cubicBezTo>
                  <a:cubicBezTo>
                    <a:pt x="5577" y="209830"/>
                    <a:pt x="273" y="214740"/>
                    <a:pt x="273" y="222106"/>
                  </a:cubicBezTo>
                  <a:cubicBezTo>
                    <a:pt x="273" y="234382"/>
                    <a:pt x="15478" y="242098"/>
                    <a:pt x="40229" y="242098"/>
                  </a:cubicBezTo>
                  <a:cubicBezTo>
                    <a:pt x="67456" y="242098"/>
                    <a:pt x="95389" y="232979"/>
                    <a:pt x="112008" y="218598"/>
                  </a:cubicBezTo>
                  <a:cubicBezTo>
                    <a:pt x="128627" y="204218"/>
                    <a:pt x="137820" y="183875"/>
                    <a:pt x="137820" y="160375"/>
                  </a:cubicBezTo>
                  <a:cubicBezTo>
                    <a:pt x="137820" y="142487"/>
                    <a:pt x="132163" y="126003"/>
                    <a:pt x="121909" y="115130"/>
                  </a:cubicBezTo>
                  <a:cubicBezTo>
                    <a:pt x="114837" y="107413"/>
                    <a:pt x="108119" y="103204"/>
                    <a:pt x="92561" y="96540"/>
                  </a:cubicBezTo>
                  <a:cubicBezTo>
                    <a:pt x="116958" y="80055"/>
                    <a:pt x="125798" y="67078"/>
                    <a:pt x="125798" y="48138"/>
                  </a:cubicBezTo>
                  <a:cubicBezTo>
                    <a:pt x="125798" y="19728"/>
                    <a:pt x="103168" y="86"/>
                    <a:pt x="70638" y="86"/>
                  </a:cubicBezTo>
                  <a:cubicBezTo>
                    <a:pt x="52958" y="86"/>
                    <a:pt x="37400" y="6049"/>
                    <a:pt x="24671" y="17273"/>
                  </a:cubicBezTo>
                  <a:cubicBezTo>
                    <a:pt x="14063" y="26743"/>
                    <a:pt x="8759" y="35862"/>
                    <a:pt x="980" y="56906"/>
                  </a:cubicBezTo>
                  <a:lnTo>
                    <a:pt x="6284" y="58309"/>
                  </a:lnTo>
                  <a:cubicBezTo>
                    <a:pt x="20781" y="32705"/>
                    <a:pt x="36693" y="21131"/>
                    <a:pt x="58969" y="21131"/>
                  </a:cubicBezTo>
                  <a:cubicBezTo>
                    <a:pt x="81953" y="21131"/>
                    <a:pt x="97864" y="36563"/>
                    <a:pt x="97864" y="58660"/>
                  </a:cubicBezTo>
                  <a:cubicBezTo>
                    <a:pt x="97864" y="71287"/>
                    <a:pt x="92561" y="83914"/>
                    <a:pt x="83721" y="92682"/>
                  </a:cubicBezTo>
                  <a:cubicBezTo>
                    <a:pt x="73113" y="103204"/>
                    <a:pt x="63212" y="108465"/>
                    <a:pt x="39168" y="116883"/>
                  </a:cubicBezTo>
                  <a:lnTo>
                    <a:pt x="39168" y="121443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88298E0-0B97-D568-7B41-30AA5737FEC3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3591832" y="4034941"/>
              <a:ext cx="137547" cy="242011"/>
            </a:xfrm>
            <a:custGeom>
              <a:avLst/>
              <a:gdLst>
                <a:gd name="connsiteX0" fmla="*/ 83019 w 137547"/>
                <a:gd name="connsiteY0" fmla="*/ 107063 h 242011"/>
                <a:gd name="connsiteX1" fmla="*/ 130400 w 137547"/>
                <a:gd name="connsiteY1" fmla="*/ 49892 h 242011"/>
                <a:gd name="connsiteX2" fmla="*/ 69582 w 137547"/>
                <a:gd name="connsiteY2" fmla="*/ 86 h 242011"/>
                <a:gd name="connsiteX3" fmla="*/ 2400 w 137547"/>
                <a:gd name="connsiteY3" fmla="*/ 55503 h 242011"/>
                <a:gd name="connsiteX4" fmla="*/ 46245 w 137547"/>
                <a:gd name="connsiteY4" fmla="*/ 120741 h 242011"/>
                <a:gd name="connsiteX5" fmla="*/ 278 w 137547"/>
                <a:gd name="connsiteY5" fmla="*/ 184226 h 242011"/>
                <a:gd name="connsiteX6" fmla="*/ 68168 w 137547"/>
                <a:gd name="connsiteY6" fmla="*/ 242098 h 242011"/>
                <a:gd name="connsiteX7" fmla="*/ 137825 w 137547"/>
                <a:gd name="connsiteY7" fmla="*/ 182823 h 242011"/>
                <a:gd name="connsiteX8" fmla="*/ 83019 w 137547"/>
                <a:gd name="connsiteY8" fmla="*/ 107063 h 242011"/>
                <a:gd name="connsiteX9" fmla="*/ 76654 w 137547"/>
                <a:gd name="connsiteY9" fmla="*/ 143189 h 242011"/>
                <a:gd name="connsiteX10" fmla="*/ 110952 w 137547"/>
                <a:gd name="connsiteY10" fmla="*/ 193696 h 242011"/>
                <a:gd name="connsiteX11" fmla="*/ 72057 w 137547"/>
                <a:gd name="connsiteY11" fmla="*/ 232277 h 242011"/>
                <a:gd name="connsiteX12" fmla="*/ 27151 w 137547"/>
                <a:gd name="connsiteY12" fmla="*/ 181420 h 242011"/>
                <a:gd name="connsiteX13" fmla="*/ 55438 w 137547"/>
                <a:gd name="connsiteY13" fmla="*/ 127756 h 242011"/>
                <a:gd name="connsiteX14" fmla="*/ 76654 w 137547"/>
                <a:gd name="connsiteY14" fmla="*/ 143189 h 242011"/>
                <a:gd name="connsiteX15" fmla="*/ 72764 w 137547"/>
                <a:gd name="connsiteY15" fmla="*/ 100749 h 242011"/>
                <a:gd name="connsiteX16" fmla="*/ 28565 w 137547"/>
                <a:gd name="connsiteY16" fmla="*/ 44630 h 242011"/>
                <a:gd name="connsiteX17" fmla="*/ 66753 w 137547"/>
                <a:gd name="connsiteY17" fmla="*/ 9907 h 242011"/>
                <a:gd name="connsiteX18" fmla="*/ 106002 w 137547"/>
                <a:gd name="connsiteY18" fmla="*/ 49541 h 242011"/>
                <a:gd name="connsiteX19" fmla="*/ 75947 w 137547"/>
                <a:gd name="connsiteY19" fmla="*/ 98645 h 242011"/>
                <a:gd name="connsiteX20" fmla="*/ 72764 w 137547"/>
                <a:gd name="connsiteY20" fmla="*/ 100749 h 24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7547" h="242011">
                  <a:moveTo>
                    <a:pt x="83019" y="107063"/>
                  </a:moveTo>
                  <a:cubicBezTo>
                    <a:pt x="118024" y="88473"/>
                    <a:pt x="130400" y="73742"/>
                    <a:pt x="130400" y="49892"/>
                  </a:cubicBezTo>
                  <a:cubicBezTo>
                    <a:pt x="130400" y="21131"/>
                    <a:pt x="104941" y="86"/>
                    <a:pt x="69582" y="86"/>
                  </a:cubicBezTo>
                  <a:cubicBezTo>
                    <a:pt x="31041" y="86"/>
                    <a:pt x="2400" y="23586"/>
                    <a:pt x="2400" y="55503"/>
                  </a:cubicBezTo>
                  <a:cubicBezTo>
                    <a:pt x="2400" y="78302"/>
                    <a:pt x="9118" y="88473"/>
                    <a:pt x="46245" y="120741"/>
                  </a:cubicBezTo>
                  <a:cubicBezTo>
                    <a:pt x="8057" y="149502"/>
                    <a:pt x="278" y="160375"/>
                    <a:pt x="278" y="184226"/>
                  </a:cubicBezTo>
                  <a:cubicBezTo>
                    <a:pt x="278" y="218248"/>
                    <a:pt x="28212" y="242098"/>
                    <a:pt x="68168" y="242098"/>
                  </a:cubicBezTo>
                  <a:cubicBezTo>
                    <a:pt x="110599" y="242098"/>
                    <a:pt x="137825" y="218949"/>
                    <a:pt x="137825" y="182823"/>
                  </a:cubicBezTo>
                  <a:cubicBezTo>
                    <a:pt x="137825" y="155816"/>
                    <a:pt x="125803" y="138629"/>
                    <a:pt x="83019" y="107063"/>
                  </a:cubicBezTo>
                  <a:close/>
                  <a:moveTo>
                    <a:pt x="76654" y="143189"/>
                  </a:moveTo>
                  <a:cubicBezTo>
                    <a:pt x="102466" y="161427"/>
                    <a:pt x="110952" y="174054"/>
                    <a:pt x="110952" y="193696"/>
                  </a:cubicBezTo>
                  <a:cubicBezTo>
                    <a:pt x="110952" y="216494"/>
                    <a:pt x="95041" y="232277"/>
                    <a:pt x="72057" y="232277"/>
                  </a:cubicBezTo>
                  <a:cubicBezTo>
                    <a:pt x="45184" y="232277"/>
                    <a:pt x="27151" y="211934"/>
                    <a:pt x="27151" y="181420"/>
                  </a:cubicBezTo>
                  <a:cubicBezTo>
                    <a:pt x="27151" y="158972"/>
                    <a:pt x="34930" y="144241"/>
                    <a:pt x="55438" y="127756"/>
                  </a:cubicBezTo>
                  <a:lnTo>
                    <a:pt x="76654" y="143189"/>
                  </a:lnTo>
                  <a:close/>
                  <a:moveTo>
                    <a:pt x="72764" y="100749"/>
                  </a:moveTo>
                  <a:cubicBezTo>
                    <a:pt x="41295" y="80406"/>
                    <a:pt x="28565" y="64272"/>
                    <a:pt x="28565" y="44630"/>
                  </a:cubicBezTo>
                  <a:cubicBezTo>
                    <a:pt x="28565" y="24287"/>
                    <a:pt x="44477" y="9907"/>
                    <a:pt x="66753" y="9907"/>
                  </a:cubicBezTo>
                  <a:cubicBezTo>
                    <a:pt x="90798" y="9907"/>
                    <a:pt x="106002" y="25340"/>
                    <a:pt x="106002" y="49541"/>
                  </a:cubicBezTo>
                  <a:cubicBezTo>
                    <a:pt x="106002" y="69533"/>
                    <a:pt x="96102" y="85317"/>
                    <a:pt x="75947" y="98645"/>
                  </a:cubicBezTo>
                  <a:cubicBezTo>
                    <a:pt x="74179" y="99697"/>
                    <a:pt x="74179" y="99697"/>
                    <a:pt x="72764" y="100749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C0C60E4-9F63-0488-5C7F-D6D0137E67B8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3761512" y="4032135"/>
              <a:ext cx="153458" cy="244817"/>
            </a:xfrm>
            <a:custGeom>
              <a:avLst/>
              <a:gdLst>
                <a:gd name="connsiteX0" fmla="*/ 145963 w 153458"/>
                <a:gd name="connsiteY0" fmla="*/ 86 h 244817"/>
                <a:gd name="connsiteX1" fmla="*/ 59333 w 153458"/>
                <a:gd name="connsiteY1" fmla="*/ 28146 h 244817"/>
                <a:gd name="connsiteX2" fmla="*/ 283 w 153458"/>
                <a:gd name="connsiteY2" fmla="*/ 142137 h 244817"/>
                <a:gd name="connsiteX3" fmla="*/ 25035 w 153458"/>
                <a:gd name="connsiteY3" fmla="*/ 221054 h 244817"/>
                <a:gd name="connsiteX4" fmla="*/ 79488 w 153458"/>
                <a:gd name="connsiteY4" fmla="*/ 244904 h 244817"/>
                <a:gd name="connsiteX5" fmla="*/ 153742 w 153458"/>
                <a:gd name="connsiteY5" fmla="*/ 163181 h 244817"/>
                <a:gd name="connsiteX6" fmla="*/ 87267 w 153458"/>
                <a:gd name="connsiteY6" fmla="*/ 89876 h 244817"/>
                <a:gd name="connsiteX7" fmla="*/ 42007 w 153458"/>
                <a:gd name="connsiteY7" fmla="*/ 105660 h 244817"/>
                <a:gd name="connsiteX8" fmla="*/ 146670 w 153458"/>
                <a:gd name="connsiteY8" fmla="*/ 5698 h 244817"/>
                <a:gd name="connsiteX9" fmla="*/ 145963 w 153458"/>
                <a:gd name="connsiteY9" fmla="*/ 86 h 244817"/>
                <a:gd name="connsiteX10" fmla="*/ 73830 w 153458"/>
                <a:gd name="connsiteY10" fmla="*/ 106010 h 244817"/>
                <a:gd name="connsiteX11" fmla="*/ 121919 w 153458"/>
                <a:gd name="connsiteY11" fmla="*/ 175106 h 244817"/>
                <a:gd name="connsiteX12" fmla="*/ 83377 w 153458"/>
                <a:gd name="connsiteY12" fmla="*/ 235083 h 244817"/>
                <a:gd name="connsiteX13" fmla="*/ 33167 w 153458"/>
                <a:gd name="connsiteY13" fmla="*/ 147749 h 244817"/>
                <a:gd name="connsiteX14" fmla="*/ 43068 w 153458"/>
                <a:gd name="connsiteY14" fmla="*/ 114779 h 244817"/>
                <a:gd name="connsiteX15" fmla="*/ 73830 w 153458"/>
                <a:gd name="connsiteY15" fmla="*/ 106010 h 24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3458" h="244817">
                  <a:moveTo>
                    <a:pt x="145963" y="86"/>
                  </a:moveTo>
                  <a:cubicBezTo>
                    <a:pt x="105653" y="3594"/>
                    <a:pt x="85145" y="10258"/>
                    <a:pt x="59333" y="28146"/>
                  </a:cubicBezTo>
                  <a:cubicBezTo>
                    <a:pt x="21145" y="55153"/>
                    <a:pt x="283" y="95137"/>
                    <a:pt x="283" y="142137"/>
                  </a:cubicBezTo>
                  <a:cubicBezTo>
                    <a:pt x="283" y="172651"/>
                    <a:pt x="9830" y="203516"/>
                    <a:pt x="25035" y="221054"/>
                  </a:cubicBezTo>
                  <a:cubicBezTo>
                    <a:pt x="38471" y="236486"/>
                    <a:pt x="57565" y="244904"/>
                    <a:pt x="79488" y="244904"/>
                  </a:cubicBezTo>
                  <a:cubicBezTo>
                    <a:pt x="123333" y="244904"/>
                    <a:pt x="153742" y="211584"/>
                    <a:pt x="153742" y="163181"/>
                  </a:cubicBezTo>
                  <a:cubicBezTo>
                    <a:pt x="153742" y="118286"/>
                    <a:pt x="127930" y="89876"/>
                    <a:pt x="87267" y="89876"/>
                  </a:cubicBezTo>
                  <a:cubicBezTo>
                    <a:pt x="71709" y="89876"/>
                    <a:pt x="64283" y="92331"/>
                    <a:pt x="42007" y="105660"/>
                  </a:cubicBezTo>
                  <a:cubicBezTo>
                    <a:pt x="51554" y="52697"/>
                    <a:pt x="91156" y="14817"/>
                    <a:pt x="146670" y="5698"/>
                  </a:cubicBezTo>
                  <a:lnTo>
                    <a:pt x="145963" y="86"/>
                  </a:lnTo>
                  <a:close/>
                  <a:moveTo>
                    <a:pt x="73830" y="106010"/>
                  </a:moveTo>
                  <a:cubicBezTo>
                    <a:pt x="104239" y="106010"/>
                    <a:pt x="121919" y="131264"/>
                    <a:pt x="121919" y="175106"/>
                  </a:cubicBezTo>
                  <a:cubicBezTo>
                    <a:pt x="121919" y="213688"/>
                    <a:pt x="108129" y="235083"/>
                    <a:pt x="83377" y="235083"/>
                  </a:cubicBezTo>
                  <a:cubicBezTo>
                    <a:pt x="52261" y="235083"/>
                    <a:pt x="33167" y="202114"/>
                    <a:pt x="33167" y="147749"/>
                  </a:cubicBezTo>
                  <a:cubicBezTo>
                    <a:pt x="33167" y="129861"/>
                    <a:pt x="35996" y="120040"/>
                    <a:pt x="43068" y="114779"/>
                  </a:cubicBezTo>
                  <a:cubicBezTo>
                    <a:pt x="50493" y="109167"/>
                    <a:pt x="61455" y="106010"/>
                    <a:pt x="73830" y="106010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3B99A43-96B8-A904-EC93-ED9F22E14D9D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3937557" y="4034941"/>
              <a:ext cx="157348" cy="237101"/>
            </a:xfrm>
            <a:custGeom>
              <a:avLst/>
              <a:gdLst>
                <a:gd name="connsiteX0" fmla="*/ 157636 w 157348"/>
                <a:gd name="connsiteY0" fmla="*/ 189136 h 237101"/>
                <a:gd name="connsiteX1" fmla="*/ 153040 w 157348"/>
                <a:gd name="connsiteY1" fmla="*/ 187382 h 237101"/>
                <a:gd name="connsiteX2" fmla="*/ 119449 w 157348"/>
                <a:gd name="connsiteY2" fmla="*/ 210531 h 237101"/>
                <a:gd name="connsiteX3" fmla="*/ 34940 w 157348"/>
                <a:gd name="connsiteY3" fmla="*/ 210531 h 237101"/>
                <a:gd name="connsiteX4" fmla="*/ 94344 w 157348"/>
                <a:gd name="connsiteY4" fmla="*/ 148801 h 237101"/>
                <a:gd name="connsiteX5" fmla="*/ 139603 w 157348"/>
                <a:gd name="connsiteY5" fmla="*/ 62168 h 237101"/>
                <a:gd name="connsiteX6" fmla="*/ 74189 w 157348"/>
                <a:gd name="connsiteY6" fmla="*/ 86 h 237101"/>
                <a:gd name="connsiteX7" fmla="*/ 23272 w 157348"/>
                <a:gd name="connsiteY7" fmla="*/ 21832 h 237101"/>
                <a:gd name="connsiteX8" fmla="*/ 642 w 157348"/>
                <a:gd name="connsiteY8" fmla="*/ 69884 h 237101"/>
                <a:gd name="connsiteX9" fmla="*/ 8067 w 157348"/>
                <a:gd name="connsiteY9" fmla="*/ 71638 h 237101"/>
                <a:gd name="connsiteX10" fmla="*/ 59338 w 157348"/>
                <a:gd name="connsiteY10" fmla="*/ 26041 h 237101"/>
                <a:gd name="connsiteX11" fmla="*/ 109194 w 157348"/>
                <a:gd name="connsiteY11" fmla="*/ 75496 h 237101"/>
                <a:gd name="connsiteX12" fmla="*/ 63227 w 157348"/>
                <a:gd name="connsiteY12" fmla="*/ 166689 h 237101"/>
                <a:gd name="connsiteX13" fmla="*/ 288 w 157348"/>
                <a:gd name="connsiteY13" fmla="*/ 232979 h 237101"/>
                <a:gd name="connsiteX14" fmla="*/ 288 w 157348"/>
                <a:gd name="connsiteY14" fmla="*/ 237188 h 237101"/>
                <a:gd name="connsiteX15" fmla="*/ 138189 w 157348"/>
                <a:gd name="connsiteY15" fmla="*/ 237188 h 237101"/>
                <a:gd name="connsiteX16" fmla="*/ 157636 w 157348"/>
                <a:gd name="connsiteY16" fmla="*/ 189136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7348" h="237101">
                  <a:moveTo>
                    <a:pt x="157636" y="189136"/>
                  </a:moveTo>
                  <a:lnTo>
                    <a:pt x="153040" y="187382"/>
                  </a:lnTo>
                  <a:cubicBezTo>
                    <a:pt x="139957" y="207375"/>
                    <a:pt x="135360" y="210531"/>
                    <a:pt x="119449" y="210531"/>
                  </a:cubicBezTo>
                  <a:lnTo>
                    <a:pt x="34940" y="210531"/>
                  </a:lnTo>
                  <a:lnTo>
                    <a:pt x="94344" y="148801"/>
                  </a:lnTo>
                  <a:cubicBezTo>
                    <a:pt x="125813" y="116182"/>
                    <a:pt x="139603" y="89525"/>
                    <a:pt x="139603" y="62168"/>
                  </a:cubicBezTo>
                  <a:cubicBezTo>
                    <a:pt x="139603" y="27093"/>
                    <a:pt x="110962" y="86"/>
                    <a:pt x="74189" y="86"/>
                  </a:cubicBezTo>
                  <a:cubicBezTo>
                    <a:pt x="54741" y="86"/>
                    <a:pt x="36354" y="7803"/>
                    <a:pt x="23272" y="21832"/>
                  </a:cubicBezTo>
                  <a:cubicBezTo>
                    <a:pt x="11957" y="33757"/>
                    <a:pt x="6653" y="44981"/>
                    <a:pt x="642" y="69884"/>
                  </a:cubicBezTo>
                  <a:lnTo>
                    <a:pt x="8067" y="71638"/>
                  </a:lnTo>
                  <a:cubicBezTo>
                    <a:pt x="22211" y="37265"/>
                    <a:pt x="34940" y="26041"/>
                    <a:pt x="59338" y="26041"/>
                  </a:cubicBezTo>
                  <a:cubicBezTo>
                    <a:pt x="89040" y="26041"/>
                    <a:pt x="109194" y="46033"/>
                    <a:pt x="109194" y="75496"/>
                  </a:cubicBezTo>
                  <a:cubicBezTo>
                    <a:pt x="109194" y="102854"/>
                    <a:pt x="92929" y="135473"/>
                    <a:pt x="63227" y="166689"/>
                  </a:cubicBezTo>
                  <a:lnTo>
                    <a:pt x="288" y="232979"/>
                  </a:lnTo>
                  <a:lnTo>
                    <a:pt x="288" y="237188"/>
                  </a:lnTo>
                  <a:lnTo>
                    <a:pt x="138189" y="237188"/>
                  </a:lnTo>
                  <a:lnTo>
                    <a:pt x="157636" y="189136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1DE5CEF1-3FF4-973F-35E7-B8B1DD91C53B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4115016" y="4034941"/>
              <a:ext cx="151690" cy="244817"/>
            </a:xfrm>
            <a:custGeom>
              <a:avLst/>
              <a:gdLst>
                <a:gd name="connsiteX0" fmla="*/ 10547 w 151690"/>
                <a:gd name="connsiteY0" fmla="*/ 244904 h 244817"/>
                <a:gd name="connsiteX1" fmla="*/ 93641 w 151690"/>
                <a:gd name="connsiteY1" fmla="*/ 216494 h 244817"/>
                <a:gd name="connsiteX2" fmla="*/ 151984 w 151690"/>
                <a:gd name="connsiteY2" fmla="*/ 98995 h 244817"/>
                <a:gd name="connsiteX3" fmla="*/ 73840 w 151690"/>
                <a:gd name="connsiteY3" fmla="*/ 86 h 244817"/>
                <a:gd name="connsiteX4" fmla="*/ 293 w 151690"/>
                <a:gd name="connsiteY4" fmla="*/ 82861 h 244817"/>
                <a:gd name="connsiteX5" fmla="*/ 63940 w 151690"/>
                <a:gd name="connsiteY5" fmla="*/ 154062 h 244817"/>
                <a:gd name="connsiteX6" fmla="*/ 116978 w 151690"/>
                <a:gd name="connsiteY6" fmla="*/ 134070 h 244817"/>
                <a:gd name="connsiteX7" fmla="*/ 9486 w 151690"/>
                <a:gd name="connsiteY7" fmla="*/ 237889 h 244817"/>
                <a:gd name="connsiteX8" fmla="*/ 10547 w 151690"/>
                <a:gd name="connsiteY8" fmla="*/ 244904 h 244817"/>
                <a:gd name="connsiteX9" fmla="*/ 117686 w 151690"/>
                <a:gd name="connsiteY9" fmla="*/ 112674 h 244817"/>
                <a:gd name="connsiteX10" fmla="*/ 112382 w 151690"/>
                <a:gd name="connsiteY10" fmla="*/ 126003 h 244817"/>
                <a:gd name="connsiteX11" fmla="*/ 76669 w 151690"/>
                <a:gd name="connsiteY11" fmla="*/ 138980 h 244817"/>
                <a:gd name="connsiteX12" fmla="*/ 32823 w 151690"/>
                <a:gd name="connsiteY12" fmla="*/ 70936 h 244817"/>
                <a:gd name="connsiteX13" fmla="*/ 45906 w 151690"/>
                <a:gd name="connsiteY13" fmla="*/ 20780 h 244817"/>
                <a:gd name="connsiteX14" fmla="*/ 71011 w 151690"/>
                <a:gd name="connsiteY14" fmla="*/ 9907 h 244817"/>
                <a:gd name="connsiteX15" fmla="*/ 117686 w 151690"/>
                <a:gd name="connsiteY15" fmla="*/ 98995 h 244817"/>
                <a:gd name="connsiteX16" fmla="*/ 117686 w 151690"/>
                <a:gd name="connsiteY16" fmla="*/ 112674 h 24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690" h="244817">
                  <a:moveTo>
                    <a:pt x="10547" y="244904"/>
                  </a:moveTo>
                  <a:cubicBezTo>
                    <a:pt x="50150" y="240344"/>
                    <a:pt x="69597" y="233680"/>
                    <a:pt x="93641" y="216494"/>
                  </a:cubicBezTo>
                  <a:cubicBezTo>
                    <a:pt x="130415" y="189838"/>
                    <a:pt x="151984" y="146346"/>
                    <a:pt x="151984" y="98995"/>
                  </a:cubicBezTo>
                  <a:cubicBezTo>
                    <a:pt x="151984" y="41123"/>
                    <a:pt x="119454" y="86"/>
                    <a:pt x="73840" y="86"/>
                  </a:cubicBezTo>
                  <a:cubicBezTo>
                    <a:pt x="31763" y="86"/>
                    <a:pt x="293" y="35511"/>
                    <a:pt x="293" y="82861"/>
                  </a:cubicBezTo>
                  <a:cubicBezTo>
                    <a:pt x="293" y="125652"/>
                    <a:pt x="25752" y="154062"/>
                    <a:pt x="63940" y="154062"/>
                  </a:cubicBezTo>
                  <a:cubicBezTo>
                    <a:pt x="83387" y="154062"/>
                    <a:pt x="98238" y="148450"/>
                    <a:pt x="116978" y="134070"/>
                  </a:cubicBezTo>
                  <a:cubicBezTo>
                    <a:pt x="102481" y="191241"/>
                    <a:pt x="63232" y="228770"/>
                    <a:pt x="9486" y="237889"/>
                  </a:cubicBezTo>
                  <a:lnTo>
                    <a:pt x="10547" y="244904"/>
                  </a:lnTo>
                  <a:close/>
                  <a:moveTo>
                    <a:pt x="117686" y="112674"/>
                  </a:moveTo>
                  <a:cubicBezTo>
                    <a:pt x="117686" y="119689"/>
                    <a:pt x="116271" y="122846"/>
                    <a:pt x="112382" y="126003"/>
                  </a:cubicBezTo>
                  <a:cubicBezTo>
                    <a:pt x="102481" y="134420"/>
                    <a:pt x="89398" y="138980"/>
                    <a:pt x="76669" y="138980"/>
                  </a:cubicBezTo>
                  <a:cubicBezTo>
                    <a:pt x="49796" y="138980"/>
                    <a:pt x="32823" y="112674"/>
                    <a:pt x="32823" y="70936"/>
                  </a:cubicBezTo>
                  <a:cubicBezTo>
                    <a:pt x="32823" y="50944"/>
                    <a:pt x="38481" y="29899"/>
                    <a:pt x="45906" y="20780"/>
                  </a:cubicBezTo>
                  <a:cubicBezTo>
                    <a:pt x="51917" y="13765"/>
                    <a:pt x="60757" y="9907"/>
                    <a:pt x="71011" y="9907"/>
                  </a:cubicBezTo>
                  <a:cubicBezTo>
                    <a:pt x="101774" y="9907"/>
                    <a:pt x="117686" y="40071"/>
                    <a:pt x="117686" y="98995"/>
                  </a:cubicBezTo>
                  <a:lnTo>
                    <a:pt x="117686" y="112674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8649B65-8FD4-4DDE-D09E-4F05DEA3C09B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4286110" y="4034941"/>
              <a:ext cx="162652" cy="237101"/>
            </a:xfrm>
            <a:custGeom>
              <a:avLst/>
              <a:gdLst>
                <a:gd name="connsiteX0" fmla="*/ 162950 w 162652"/>
                <a:gd name="connsiteY0" fmla="*/ 156166 h 237101"/>
                <a:gd name="connsiteX1" fmla="*/ 126884 w 162652"/>
                <a:gd name="connsiteY1" fmla="*/ 156166 h 237101"/>
                <a:gd name="connsiteX2" fmla="*/ 126884 w 162652"/>
                <a:gd name="connsiteY2" fmla="*/ 86 h 237101"/>
                <a:gd name="connsiteX3" fmla="*/ 111326 w 162652"/>
                <a:gd name="connsiteY3" fmla="*/ 86 h 237101"/>
                <a:gd name="connsiteX4" fmla="*/ 298 w 162652"/>
                <a:gd name="connsiteY4" fmla="*/ 156166 h 237101"/>
                <a:gd name="connsiteX5" fmla="*/ 298 w 162652"/>
                <a:gd name="connsiteY5" fmla="*/ 178614 h 237101"/>
                <a:gd name="connsiteX6" fmla="*/ 99657 w 162652"/>
                <a:gd name="connsiteY6" fmla="*/ 178614 h 237101"/>
                <a:gd name="connsiteX7" fmla="*/ 99657 w 162652"/>
                <a:gd name="connsiteY7" fmla="*/ 237188 h 237101"/>
                <a:gd name="connsiteX8" fmla="*/ 126884 w 162652"/>
                <a:gd name="connsiteY8" fmla="*/ 237188 h 237101"/>
                <a:gd name="connsiteX9" fmla="*/ 126884 w 162652"/>
                <a:gd name="connsiteY9" fmla="*/ 178614 h 237101"/>
                <a:gd name="connsiteX10" fmla="*/ 162950 w 162652"/>
                <a:gd name="connsiteY10" fmla="*/ 178614 h 237101"/>
                <a:gd name="connsiteX11" fmla="*/ 162950 w 162652"/>
                <a:gd name="connsiteY11" fmla="*/ 156166 h 237101"/>
                <a:gd name="connsiteX12" fmla="*/ 99304 w 162652"/>
                <a:gd name="connsiteY12" fmla="*/ 156166 h 237101"/>
                <a:gd name="connsiteX13" fmla="*/ 14442 w 162652"/>
                <a:gd name="connsiteY13" fmla="*/ 156166 h 237101"/>
                <a:gd name="connsiteX14" fmla="*/ 99304 w 162652"/>
                <a:gd name="connsiteY14" fmla="*/ 35862 h 237101"/>
                <a:gd name="connsiteX15" fmla="*/ 99304 w 162652"/>
                <a:gd name="connsiteY15" fmla="*/ 156166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652" h="237101">
                  <a:moveTo>
                    <a:pt x="162950" y="156166"/>
                  </a:moveTo>
                  <a:lnTo>
                    <a:pt x="126884" y="156166"/>
                  </a:lnTo>
                  <a:lnTo>
                    <a:pt x="126884" y="86"/>
                  </a:lnTo>
                  <a:lnTo>
                    <a:pt x="111326" y="86"/>
                  </a:lnTo>
                  <a:lnTo>
                    <a:pt x="298" y="156166"/>
                  </a:lnTo>
                  <a:lnTo>
                    <a:pt x="298" y="178614"/>
                  </a:lnTo>
                  <a:lnTo>
                    <a:pt x="99657" y="178614"/>
                  </a:lnTo>
                  <a:lnTo>
                    <a:pt x="99657" y="237188"/>
                  </a:lnTo>
                  <a:lnTo>
                    <a:pt x="126884" y="237188"/>
                  </a:lnTo>
                  <a:lnTo>
                    <a:pt x="126884" y="178614"/>
                  </a:lnTo>
                  <a:lnTo>
                    <a:pt x="162950" y="178614"/>
                  </a:lnTo>
                  <a:lnTo>
                    <a:pt x="162950" y="156166"/>
                  </a:lnTo>
                  <a:close/>
                  <a:moveTo>
                    <a:pt x="99304" y="156166"/>
                  </a:moveTo>
                  <a:lnTo>
                    <a:pt x="14442" y="156166"/>
                  </a:lnTo>
                  <a:lnTo>
                    <a:pt x="99304" y="35862"/>
                  </a:lnTo>
                  <a:lnTo>
                    <a:pt x="99304" y="156166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448CACE-4573-0005-6563-7C14264F497C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9552696" y="4645452"/>
              <a:ext cx="167602" cy="158535"/>
            </a:xfrm>
            <a:custGeom>
              <a:avLst/>
              <a:gdLst>
                <a:gd name="connsiteX0" fmla="*/ 151856 w 167602"/>
                <a:gd name="connsiteY0" fmla="*/ 115847 h 158535"/>
                <a:gd name="connsiteX1" fmla="*/ 144077 w 167602"/>
                <a:gd name="connsiteY1" fmla="*/ 125317 h 158535"/>
                <a:gd name="connsiteX2" fmla="*/ 127812 w 167602"/>
                <a:gd name="connsiteY2" fmla="*/ 139347 h 158535"/>
                <a:gd name="connsiteX3" fmla="*/ 116850 w 167602"/>
                <a:gd name="connsiteY3" fmla="*/ 124966 h 158535"/>
                <a:gd name="connsiteX4" fmla="*/ 115436 w 167602"/>
                <a:gd name="connsiteY4" fmla="*/ 119004 h 158535"/>
                <a:gd name="connsiteX5" fmla="*/ 102707 w 167602"/>
                <a:gd name="connsiteY5" fmla="*/ 62183 h 158535"/>
                <a:gd name="connsiteX6" fmla="*/ 137359 w 167602"/>
                <a:gd name="connsiteY6" fmla="*/ 19744 h 158535"/>
                <a:gd name="connsiteX7" fmla="*/ 145845 w 167602"/>
                <a:gd name="connsiteY7" fmla="*/ 22550 h 158535"/>
                <a:gd name="connsiteX8" fmla="*/ 155392 w 167602"/>
                <a:gd name="connsiteY8" fmla="*/ 25706 h 158535"/>
                <a:gd name="connsiteX9" fmla="*/ 167768 w 167602"/>
                <a:gd name="connsiteY9" fmla="*/ 13079 h 158535"/>
                <a:gd name="connsiteX10" fmla="*/ 153270 w 167602"/>
                <a:gd name="connsiteY10" fmla="*/ 102 h 158535"/>
                <a:gd name="connsiteX11" fmla="*/ 99878 w 167602"/>
                <a:gd name="connsiteY11" fmla="*/ 50258 h 158535"/>
                <a:gd name="connsiteX12" fmla="*/ 95988 w 167602"/>
                <a:gd name="connsiteY12" fmla="*/ 30967 h 158535"/>
                <a:gd name="connsiteX13" fmla="*/ 77602 w 167602"/>
                <a:gd name="connsiteY13" fmla="*/ 102 h 158535"/>
                <a:gd name="connsiteX14" fmla="*/ 36231 w 167602"/>
                <a:gd name="connsiteY14" fmla="*/ 10274 h 158535"/>
                <a:gd name="connsiteX15" fmla="*/ 32342 w 167602"/>
                <a:gd name="connsiteY15" fmla="*/ 11677 h 158535"/>
                <a:gd name="connsiteX16" fmla="*/ 33756 w 167602"/>
                <a:gd name="connsiteY16" fmla="*/ 16938 h 158535"/>
                <a:gd name="connsiteX17" fmla="*/ 53557 w 167602"/>
                <a:gd name="connsiteY17" fmla="*/ 13079 h 158535"/>
                <a:gd name="connsiteX18" fmla="*/ 69469 w 167602"/>
                <a:gd name="connsiteY18" fmla="*/ 37281 h 158535"/>
                <a:gd name="connsiteX19" fmla="*/ 79723 w 167602"/>
                <a:gd name="connsiteY19" fmla="*/ 80422 h 158535"/>
                <a:gd name="connsiteX20" fmla="*/ 50729 w 167602"/>
                <a:gd name="connsiteY20" fmla="*/ 121459 h 158535"/>
                <a:gd name="connsiteX21" fmla="*/ 32695 w 167602"/>
                <a:gd name="connsiteY21" fmla="*/ 138294 h 158535"/>
                <a:gd name="connsiteX22" fmla="*/ 23502 w 167602"/>
                <a:gd name="connsiteY22" fmla="*/ 135138 h 158535"/>
                <a:gd name="connsiteX23" fmla="*/ 12187 w 167602"/>
                <a:gd name="connsiteY23" fmla="*/ 131630 h 158535"/>
                <a:gd name="connsiteX24" fmla="*/ 165 w 167602"/>
                <a:gd name="connsiteY24" fmla="*/ 143906 h 158535"/>
                <a:gd name="connsiteX25" fmla="*/ 17844 w 167602"/>
                <a:gd name="connsiteY25" fmla="*/ 158637 h 158535"/>
                <a:gd name="connsiteX26" fmla="*/ 50729 w 167602"/>
                <a:gd name="connsiteY26" fmla="*/ 134085 h 158535"/>
                <a:gd name="connsiteX27" fmla="*/ 82552 w 167602"/>
                <a:gd name="connsiteY27" fmla="*/ 93049 h 158535"/>
                <a:gd name="connsiteX28" fmla="*/ 93160 w 167602"/>
                <a:gd name="connsiteY28" fmla="*/ 135138 h 158535"/>
                <a:gd name="connsiteX29" fmla="*/ 113668 w 167602"/>
                <a:gd name="connsiteY29" fmla="*/ 158637 h 158535"/>
                <a:gd name="connsiteX30" fmla="*/ 156806 w 167602"/>
                <a:gd name="connsiteY30" fmla="*/ 118653 h 158535"/>
                <a:gd name="connsiteX31" fmla="*/ 151856 w 167602"/>
                <a:gd name="connsiteY31" fmla="*/ 115847 h 15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602" h="158535">
                  <a:moveTo>
                    <a:pt x="151856" y="115847"/>
                  </a:moveTo>
                  <a:cubicBezTo>
                    <a:pt x="149027" y="119004"/>
                    <a:pt x="147259" y="121108"/>
                    <a:pt x="144077" y="125317"/>
                  </a:cubicBezTo>
                  <a:cubicBezTo>
                    <a:pt x="135944" y="135839"/>
                    <a:pt x="131701" y="139347"/>
                    <a:pt x="127812" y="139347"/>
                  </a:cubicBezTo>
                  <a:cubicBezTo>
                    <a:pt x="122508" y="139347"/>
                    <a:pt x="119325" y="134787"/>
                    <a:pt x="116850" y="124966"/>
                  </a:cubicBezTo>
                  <a:cubicBezTo>
                    <a:pt x="116143" y="122160"/>
                    <a:pt x="115789" y="120056"/>
                    <a:pt x="115436" y="119004"/>
                  </a:cubicBezTo>
                  <a:cubicBezTo>
                    <a:pt x="106596" y="83579"/>
                    <a:pt x="102707" y="67444"/>
                    <a:pt x="102707" y="62183"/>
                  </a:cubicBezTo>
                  <a:cubicBezTo>
                    <a:pt x="118265" y="35176"/>
                    <a:pt x="130994" y="19744"/>
                    <a:pt x="137359" y="19744"/>
                  </a:cubicBezTo>
                  <a:cubicBezTo>
                    <a:pt x="139480" y="19744"/>
                    <a:pt x="142309" y="20796"/>
                    <a:pt x="145845" y="22550"/>
                  </a:cubicBezTo>
                  <a:cubicBezTo>
                    <a:pt x="150088" y="25005"/>
                    <a:pt x="152563" y="25706"/>
                    <a:pt x="155392" y="25706"/>
                  </a:cubicBezTo>
                  <a:cubicBezTo>
                    <a:pt x="162817" y="25706"/>
                    <a:pt x="167768" y="20445"/>
                    <a:pt x="167768" y="13079"/>
                  </a:cubicBezTo>
                  <a:cubicBezTo>
                    <a:pt x="167768" y="5714"/>
                    <a:pt x="161756" y="102"/>
                    <a:pt x="153270" y="102"/>
                  </a:cubicBezTo>
                  <a:cubicBezTo>
                    <a:pt x="137712" y="102"/>
                    <a:pt x="124276" y="12729"/>
                    <a:pt x="99878" y="50258"/>
                  </a:cubicBezTo>
                  <a:lnTo>
                    <a:pt x="95988" y="30967"/>
                  </a:lnTo>
                  <a:cubicBezTo>
                    <a:pt x="91038" y="7117"/>
                    <a:pt x="87149" y="102"/>
                    <a:pt x="77602" y="102"/>
                  </a:cubicBezTo>
                  <a:cubicBezTo>
                    <a:pt x="69823" y="102"/>
                    <a:pt x="57800" y="3259"/>
                    <a:pt x="36231" y="10274"/>
                  </a:cubicBezTo>
                  <a:lnTo>
                    <a:pt x="32342" y="11677"/>
                  </a:lnTo>
                  <a:lnTo>
                    <a:pt x="33756" y="16938"/>
                  </a:lnTo>
                  <a:cubicBezTo>
                    <a:pt x="47193" y="13781"/>
                    <a:pt x="50375" y="13079"/>
                    <a:pt x="53557" y="13079"/>
                  </a:cubicBezTo>
                  <a:cubicBezTo>
                    <a:pt x="62397" y="13079"/>
                    <a:pt x="64519" y="16236"/>
                    <a:pt x="69469" y="37281"/>
                  </a:cubicBezTo>
                  <a:lnTo>
                    <a:pt x="79723" y="80422"/>
                  </a:lnTo>
                  <a:lnTo>
                    <a:pt x="50729" y="121459"/>
                  </a:lnTo>
                  <a:cubicBezTo>
                    <a:pt x="43657" y="131981"/>
                    <a:pt x="36585" y="138294"/>
                    <a:pt x="32695" y="138294"/>
                  </a:cubicBezTo>
                  <a:cubicBezTo>
                    <a:pt x="30574" y="138294"/>
                    <a:pt x="27038" y="137242"/>
                    <a:pt x="23502" y="135138"/>
                  </a:cubicBezTo>
                  <a:cubicBezTo>
                    <a:pt x="18905" y="132683"/>
                    <a:pt x="15016" y="131630"/>
                    <a:pt x="12187" y="131630"/>
                  </a:cubicBezTo>
                  <a:cubicBezTo>
                    <a:pt x="5469" y="131630"/>
                    <a:pt x="165" y="136891"/>
                    <a:pt x="165" y="143906"/>
                  </a:cubicBezTo>
                  <a:cubicBezTo>
                    <a:pt x="165" y="153026"/>
                    <a:pt x="7237" y="158637"/>
                    <a:pt x="17844" y="158637"/>
                  </a:cubicBezTo>
                  <a:cubicBezTo>
                    <a:pt x="28806" y="158637"/>
                    <a:pt x="33049" y="155481"/>
                    <a:pt x="50729" y="134085"/>
                  </a:cubicBezTo>
                  <a:cubicBezTo>
                    <a:pt x="60276" y="122862"/>
                    <a:pt x="67701" y="113392"/>
                    <a:pt x="82552" y="93049"/>
                  </a:cubicBezTo>
                  <a:lnTo>
                    <a:pt x="93160" y="135138"/>
                  </a:lnTo>
                  <a:cubicBezTo>
                    <a:pt x="97756" y="153026"/>
                    <a:pt x="102353" y="158637"/>
                    <a:pt x="113668" y="158637"/>
                  </a:cubicBezTo>
                  <a:cubicBezTo>
                    <a:pt x="127104" y="158637"/>
                    <a:pt x="136298" y="150220"/>
                    <a:pt x="156806" y="118653"/>
                  </a:cubicBezTo>
                  <a:lnTo>
                    <a:pt x="151856" y="115847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4843229-65F0-C92E-8933-67506D088A45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9727674" y="4677856"/>
              <a:ext cx="116437" cy="175455"/>
            </a:xfrm>
            <a:custGeom>
              <a:avLst/>
              <a:gdLst>
                <a:gd name="connsiteX0" fmla="*/ 116607 w 116437"/>
                <a:gd name="connsiteY0" fmla="*/ 140000 h 175455"/>
                <a:gd name="connsiteX1" fmla="*/ 113206 w 116437"/>
                <a:gd name="connsiteY1" fmla="*/ 138703 h 175455"/>
                <a:gd name="connsiteX2" fmla="*/ 88348 w 116437"/>
                <a:gd name="connsiteY2" fmla="*/ 155833 h 175455"/>
                <a:gd name="connsiteX3" fmla="*/ 25812 w 116437"/>
                <a:gd name="connsiteY3" fmla="*/ 155833 h 175455"/>
                <a:gd name="connsiteX4" fmla="*/ 69770 w 116437"/>
                <a:gd name="connsiteY4" fmla="*/ 110152 h 175455"/>
                <a:gd name="connsiteX5" fmla="*/ 103263 w 116437"/>
                <a:gd name="connsiteY5" fmla="*/ 46044 h 175455"/>
                <a:gd name="connsiteX6" fmla="*/ 54856 w 116437"/>
                <a:gd name="connsiteY6" fmla="*/ 104 h 175455"/>
                <a:gd name="connsiteX7" fmla="*/ 17177 w 116437"/>
                <a:gd name="connsiteY7" fmla="*/ 16196 h 175455"/>
                <a:gd name="connsiteX8" fmla="*/ 431 w 116437"/>
                <a:gd name="connsiteY8" fmla="*/ 51754 h 175455"/>
                <a:gd name="connsiteX9" fmla="*/ 5926 w 116437"/>
                <a:gd name="connsiteY9" fmla="*/ 53051 h 175455"/>
                <a:gd name="connsiteX10" fmla="*/ 43866 w 116437"/>
                <a:gd name="connsiteY10" fmla="*/ 19310 h 175455"/>
                <a:gd name="connsiteX11" fmla="*/ 80760 w 116437"/>
                <a:gd name="connsiteY11" fmla="*/ 55907 h 175455"/>
                <a:gd name="connsiteX12" fmla="*/ 46744 w 116437"/>
                <a:gd name="connsiteY12" fmla="*/ 123389 h 175455"/>
                <a:gd name="connsiteX13" fmla="*/ 169 w 116437"/>
                <a:gd name="connsiteY13" fmla="*/ 172444 h 175455"/>
                <a:gd name="connsiteX14" fmla="*/ 169 w 116437"/>
                <a:gd name="connsiteY14" fmla="*/ 175559 h 175455"/>
                <a:gd name="connsiteX15" fmla="*/ 102216 w 116437"/>
                <a:gd name="connsiteY15" fmla="*/ 175559 h 175455"/>
                <a:gd name="connsiteX16" fmla="*/ 116607 w 116437"/>
                <a:gd name="connsiteY16" fmla="*/ 140000 h 175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437" h="175455">
                  <a:moveTo>
                    <a:pt x="116607" y="140000"/>
                  </a:moveTo>
                  <a:lnTo>
                    <a:pt x="113206" y="138703"/>
                  </a:lnTo>
                  <a:cubicBezTo>
                    <a:pt x="103524" y="153497"/>
                    <a:pt x="100123" y="155833"/>
                    <a:pt x="88348" y="155833"/>
                  </a:cubicBezTo>
                  <a:lnTo>
                    <a:pt x="25812" y="155833"/>
                  </a:lnTo>
                  <a:lnTo>
                    <a:pt x="69770" y="110152"/>
                  </a:lnTo>
                  <a:cubicBezTo>
                    <a:pt x="93058" y="86014"/>
                    <a:pt x="103263" y="66288"/>
                    <a:pt x="103263" y="46044"/>
                  </a:cubicBezTo>
                  <a:cubicBezTo>
                    <a:pt x="103263" y="20089"/>
                    <a:pt x="82068" y="104"/>
                    <a:pt x="54856" y="104"/>
                  </a:cubicBezTo>
                  <a:cubicBezTo>
                    <a:pt x="40465" y="104"/>
                    <a:pt x="26858" y="5814"/>
                    <a:pt x="17177" y="16196"/>
                  </a:cubicBezTo>
                  <a:cubicBezTo>
                    <a:pt x="8804" y="25020"/>
                    <a:pt x="4879" y="33326"/>
                    <a:pt x="431" y="51754"/>
                  </a:cubicBezTo>
                  <a:lnTo>
                    <a:pt x="5926" y="53051"/>
                  </a:lnTo>
                  <a:cubicBezTo>
                    <a:pt x="16392" y="27616"/>
                    <a:pt x="25812" y="19310"/>
                    <a:pt x="43866" y="19310"/>
                  </a:cubicBezTo>
                  <a:cubicBezTo>
                    <a:pt x="65845" y="19310"/>
                    <a:pt x="80760" y="34104"/>
                    <a:pt x="80760" y="55907"/>
                  </a:cubicBezTo>
                  <a:cubicBezTo>
                    <a:pt x="80760" y="76151"/>
                    <a:pt x="68724" y="100289"/>
                    <a:pt x="46744" y="123389"/>
                  </a:cubicBezTo>
                  <a:lnTo>
                    <a:pt x="169" y="172444"/>
                  </a:lnTo>
                  <a:lnTo>
                    <a:pt x="169" y="175559"/>
                  </a:lnTo>
                  <a:lnTo>
                    <a:pt x="102216" y="175559"/>
                  </a:lnTo>
                  <a:lnTo>
                    <a:pt x="116607" y="140000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A40874C-2F84-9610-0FD3-ABD1852C3C9F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9967560" y="4671407"/>
              <a:ext cx="235138" cy="82073"/>
            </a:xfrm>
            <a:custGeom>
              <a:avLst/>
              <a:gdLst>
                <a:gd name="connsiteX0" fmla="*/ 223293 w 235138"/>
                <a:gd name="connsiteY0" fmla="*/ 14131 h 82073"/>
                <a:gd name="connsiteX1" fmla="*/ 235315 w 235138"/>
                <a:gd name="connsiteY1" fmla="*/ 7116 h 82073"/>
                <a:gd name="connsiteX2" fmla="*/ 223647 w 235138"/>
                <a:gd name="connsiteY2" fmla="*/ 101 h 82073"/>
                <a:gd name="connsiteX3" fmla="*/ 11845 w 235138"/>
                <a:gd name="connsiteY3" fmla="*/ 101 h 82073"/>
                <a:gd name="connsiteX4" fmla="*/ 177 w 235138"/>
                <a:gd name="connsiteY4" fmla="*/ 7116 h 82073"/>
                <a:gd name="connsiteX5" fmla="*/ 12199 w 235138"/>
                <a:gd name="connsiteY5" fmla="*/ 14131 h 82073"/>
                <a:gd name="connsiteX6" fmla="*/ 223293 w 235138"/>
                <a:gd name="connsiteY6" fmla="*/ 14131 h 82073"/>
                <a:gd name="connsiteX7" fmla="*/ 223647 w 235138"/>
                <a:gd name="connsiteY7" fmla="*/ 82175 h 82073"/>
                <a:gd name="connsiteX8" fmla="*/ 235315 w 235138"/>
                <a:gd name="connsiteY8" fmla="*/ 75160 h 82073"/>
                <a:gd name="connsiteX9" fmla="*/ 223293 w 235138"/>
                <a:gd name="connsiteY9" fmla="*/ 68145 h 82073"/>
                <a:gd name="connsiteX10" fmla="*/ 12199 w 235138"/>
                <a:gd name="connsiteY10" fmla="*/ 68145 h 82073"/>
                <a:gd name="connsiteX11" fmla="*/ 177 w 235138"/>
                <a:gd name="connsiteY11" fmla="*/ 75160 h 82073"/>
                <a:gd name="connsiteX12" fmla="*/ 11845 w 235138"/>
                <a:gd name="connsiteY12" fmla="*/ 82175 h 82073"/>
                <a:gd name="connsiteX13" fmla="*/ 223647 w 235138"/>
                <a:gd name="connsiteY13" fmla="*/ 82175 h 8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38" h="82073">
                  <a:moveTo>
                    <a:pt x="223293" y="14131"/>
                  </a:moveTo>
                  <a:cubicBezTo>
                    <a:pt x="228597" y="14131"/>
                    <a:pt x="235315" y="14131"/>
                    <a:pt x="235315" y="7116"/>
                  </a:cubicBezTo>
                  <a:cubicBezTo>
                    <a:pt x="235315" y="101"/>
                    <a:pt x="228597" y="101"/>
                    <a:pt x="223647" y="101"/>
                  </a:cubicBezTo>
                  <a:lnTo>
                    <a:pt x="11845" y="101"/>
                  </a:lnTo>
                  <a:cubicBezTo>
                    <a:pt x="6895" y="101"/>
                    <a:pt x="177" y="101"/>
                    <a:pt x="177" y="7116"/>
                  </a:cubicBezTo>
                  <a:cubicBezTo>
                    <a:pt x="177" y="14131"/>
                    <a:pt x="6895" y="14131"/>
                    <a:pt x="12199" y="14131"/>
                  </a:cubicBezTo>
                  <a:lnTo>
                    <a:pt x="223293" y="14131"/>
                  </a:lnTo>
                  <a:close/>
                  <a:moveTo>
                    <a:pt x="223647" y="82175"/>
                  </a:moveTo>
                  <a:cubicBezTo>
                    <a:pt x="228597" y="82175"/>
                    <a:pt x="235315" y="82175"/>
                    <a:pt x="235315" y="75160"/>
                  </a:cubicBezTo>
                  <a:cubicBezTo>
                    <a:pt x="235315" y="68145"/>
                    <a:pt x="228597" y="68145"/>
                    <a:pt x="223293" y="68145"/>
                  </a:cubicBezTo>
                  <a:lnTo>
                    <a:pt x="12199" y="68145"/>
                  </a:lnTo>
                  <a:cubicBezTo>
                    <a:pt x="6895" y="68145"/>
                    <a:pt x="177" y="68145"/>
                    <a:pt x="177" y="75160"/>
                  </a:cubicBezTo>
                  <a:cubicBezTo>
                    <a:pt x="177" y="82175"/>
                    <a:pt x="6895" y="82175"/>
                    <a:pt x="11845" y="82175"/>
                  </a:cubicBezTo>
                  <a:lnTo>
                    <a:pt x="223647" y="82175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1D62C09-BCD7-28D4-14CC-636EBCE948F6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0314417" y="4560221"/>
              <a:ext cx="153458" cy="244817"/>
            </a:xfrm>
            <a:custGeom>
              <a:avLst/>
              <a:gdLst>
                <a:gd name="connsiteX0" fmla="*/ 145866 w 153458"/>
                <a:gd name="connsiteY0" fmla="*/ 101 h 244817"/>
                <a:gd name="connsiteX1" fmla="*/ 59236 w 153458"/>
                <a:gd name="connsiteY1" fmla="*/ 28160 h 244817"/>
                <a:gd name="connsiteX2" fmla="*/ 186 w 153458"/>
                <a:gd name="connsiteY2" fmla="*/ 142152 h 244817"/>
                <a:gd name="connsiteX3" fmla="*/ 24938 w 153458"/>
                <a:gd name="connsiteY3" fmla="*/ 221069 h 244817"/>
                <a:gd name="connsiteX4" fmla="*/ 79391 w 153458"/>
                <a:gd name="connsiteY4" fmla="*/ 244919 h 244817"/>
                <a:gd name="connsiteX5" fmla="*/ 153645 w 153458"/>
                <a:gd name="connsiteY5" fmla="*/ 163196 h 244817"/>
                <a:gd name="connsiteX6" fmla="*/ 87170 w 153458"/>
                <a:gd name="connsiteY6" fmla="*/ 89891 h 244817"/>
                <a:gd name="connsiteX7" fmla="*/ 41910 w 153458"/>
                <a:gd name="connsiteY7" fmla="*/ 105674 h 244817"/>
                <a:gd name="connsiteX8" fmla="*/ 146573 w 153458"/>
                <a:gd name="connsiteY8" fmla="*/ 5713 h 244817"/>
                <a:gd name="connsiteX9" fmla="*/ 145866 w 153458"/>
                <a:gd name="connsiteY9" fmla="*/ 101 h 244817"/>
                <a:gd name="connsiteX10" fmla="*/ 73733 w 153458"/>
                <a:gd name="connsiteY10" fmla="*/ 106025 h 244817"/>
                <a:gd name="connsiteX11" fmla="*/ 121822 w 153458"/>
                <a:gd name="connsiteY11" fmla="*/ 175121 h 244817"/>
                <a:gd name="connsiteX12" fmla="*/ 83280 w 153458"/>
                <a:gd name="connsiteY12" fmla="*/ 235098 h 244817"/>
                <a:gd name="connsiteX13" fmla="*/ 33070 w 153458"/>
                <a:gd name="connsiteY13" fmla="*/ 147763 h 244817"/>
                <a:gd name="connsiteX14" fmla="*/ 42971 w 153458"/>
                <a:gd name="connsiteY14" fmla="*/ 114794 h 244817"/>
                <a:gd name="connsiteX15" fmla="*/ 73733 w 153458"/>
                <a:gd name="connsiteY15" fmla="*/ 106025 h 24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3458" h="244817">
                  <a:moveTo>
                    <a:pt x="145866" y="101"/>
                  </a:moveTo>
                  <a:cubicBezTo>
                    <a:pt x="105557" y="3609"/>
                    <a:pt x="85048" y="10273"/>
                    <a:pt x="59236" y="28160"/>
                  </a:cubicBezTo>
                  <a:cubicBezTo>
                    <a:pt x="21048" y="55168"/>
                    <a:pt x="186" y="95152"/>
                    <a:pt x="186" y="142152"/>
                  </a:cubicBezTo>
                  <a:cubicBezTo>
                    <a:pt x="186" y="172666"/>
                    <a:pt x="9733" y="203531"/>
                    <a:pt x="24938" y="221069"/>
                  </a:cubicBezTo>
                  <a:cubicBezTo>
                    <a:pt x="38374" y="236501"/>
                    <a:pt x="57468" y="244919"/>
                    <a:pt x="79391" y="244919"/>
                  </a:cubicBezTo>
                  <a:cubicBezTo>
                    <a:pt x="123236" y="244919"/>
                    <a:pt x="153645" y="211599"/>
                    <a:pt x="153645" y="163196"/>
                  </a:cubicBezTo>
                  <a:cubicBezTo>
                    <a:pt x="153645" y="118301"/>
                    <a:pt x="127833" y="89891"/>
                    <a:pt x="87170" y="89891"/>
                  </a:cubicBezTo>
                  <a:cubicBezTo>
                    <a:pt x="71612" y="89891"/>
                    <a:pt x="64186" y="92346"/>
                    <a:pt x="41910" y="105674"/>
                  </a:cubicBezTo>
                  <a:cubicBezTo>
                    <a:pt x="51457" y="52712"/>
                    <a:pt x="91059" y="14832"/>
                    <a:pt x="146573" y="5713"/>
                  </a:cubicBezTo>
                  <a:lnTo>
                    <a:pt x="145866" y="101"/>
                  </a:lnTo>
                  <a:close/>
                  <a:moveTo>
                    <a:pt x="73733" y="106025"/>
                  </a:moveTo>
                  <a:cubicBezTo>
                    <a:pt x="104142" y="106025"/>
                    <a:pt x="121822" y="131279"/>
                    <a:pt x="121822" y="175121"/>
                  </a:cubicBezTo>
                  <a:cubicBezTo>
                    <a:pt x="121822" y="213703"/>
                    <a:pt x="108032" y="235098"/>
                    <a:pt x="83280" y="235098"/>
                  </a:cubicBezTo>
                  <a:cubicBezTo>
                    <a:pt x="52164" y="235098"/>
                    <a:pt x="33070" y="202128"/>
                    <a:pt x="33070" y="147763"/>
                  </a:cubicBezTo>
                  <a:cubicBezTo>
                    <a:pt x="33070" y="129876"/>
                    <a:pt x="35899" y="120055"/>
                    <a:pt x="42971" y="114794"/>
                  </a:cubicBezTo>
                  <a:cubicBezTo>
                    <a:pt x="50396" y="109182"/>
                    <a:pt x="61358" y="106025"/>
                    <a:pt x="73733" y="106025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ABC857C-EAAC-5873-5BB4-7A4B206B647A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1900786" y="4562326"/>
              <a:ext cx="201901" cy="310406"/>
            </a:xfrm>
            <a:custGeom>
              <a:avLst/>
              <a:gdLst>
                <a:gd name="connsiteX0" fmla="*/ 64586 w 201901"/>
                <a:gd name="connsiteY0" fmla="*/ 99011 h 310406"/>
                <a:gd name="connsiteX1" fmla="*/ 96409 w 201901"/>
                <a:gd name="connsiteY1" fmla="*/ 99011 h 310406"/>
                <a:gd name="connsiteX2" fmla="*/ 65293 w 201901"/>
                <a:gd name="connsiteY2" fmla="*/ 246323 h 310406"/>
                <a:gd name="connsiteX3" fmla="*/ 30995 w 201901"/>
                <a:gd name="connsiteY3" fmla="*/ 303143 h 310406"/>
                <a:gd name="connsiteX4" fmla="*/ 23923 w 201901"/>
                <a:gd name="connsiteY4" fmla="*/ 297531 h 310406"/>
                <a:gd name="connsiteX5" fmla="*/ 25337 w 201901"/>
                <a:gd name="connsiteY5" fmla="*/ 293673 h 310406"/>
                <a:gd name="connsiteX6" fmla="*/ 27105 w 201901"/>
                <a:gd name="connsiteY6" fmla="*/ 288061 h 310406"/>
                <a:gd name="connsiteX7" fmla="*/ 13315 w 201901"/>
                <a:gd name="connsiteY7" fmla="*/ 274733 h 310406"/>
                <a:gd name="connsiteX8" fmla="*/ 232 w 201901"/>
                <a:gd name="connsiteY8" fmla="*/ 289113 h 310406"/>
                <a:gd name="connsiteX9" fmla="*/ 28166 w 201901"/>
                <a:gd name="connsiteY9" fmla="*/ 310509 h 310406"/>
                <a:gd name="connsiteX10" fmla="*/ 98884 w 201901"/>
                <a:gd name="connsiteY10" fmla="*/ 211249 h 310406"/>
                <a:gd name="connsiteX11" fmla="*/ 124343 w 201901"/>
                <a:gd name="connsiteY11" fmla="*/ 99011 h 310406"/>
                <a:gd name="connsiteX12" fmla="*/ 162884 w 201901"/>
                <a:gd name="connsiteY12" fmla="*/ 99011 h 310406"/>
                <a:gd name="connsiteX13" fmla="*/ 165006 w 201901"/>
                <a:gd name="connsiteY13" fmla="*/ 87788 h 310406"/>
                <a:gd name="connsiteX14" fmla="*/ 126818 w 201901"/>
                <a:gd name="connsiteY14" fmla="*/ 87788 h 310406"/>
                <a:gd name="connsiteX15" fmla="*/ 169956 w 201901"/>
                <a:gd name="connsiteY15" fmla="*/ 7818 h 310406"/>
                <a:gd name="connsiteX16" fmla="*/ 177735 w 201901"/>
                <a:gd name="connsiteY16" fmla="*/ 12027 h 310406"/>
                <a:gd name="connsiteX17" fmla="*/ 176321 w 201901"/>
                <a:gd name="connsiteY17" fmla="*/ 15535 h 310406"/>
                <a:gd name="connsiteX18" fmla="*/ 174199 w 201901"/>
                <a:gd name="connsiteY18" fmla="*/ 22900 h 310406"/>
                <a:gd name="connsiteX19" fmla="*/ 187282 w 201901"/>
                <a:gd name="connsiteY19" fmla="*/ 36930 h 310406"/>
                <a:gd name="connsiteX20" fmla="*/ 202133 w 201901"/>
                <a:gd name="connsiteY20" fmla="*/ 22900 h 310406"/>
                <a:gd name="connsiteX21" fmla="*/ 171724 w 201901"/>
                <a:gd name="connsiteY21" fmla="*/ 102 h 310406"/>
                <a:gd name="connsiteX22" fmla="*/ 127879 w 201901"/>
                <a:gd name="connsiteY22" fmla="*/ 24303 h 310406"/>
                <a:gd name="connsiteX23" fmla="*/ 99591 w 201901"/>
                <a:gd name="connsiteY23" fmla="*/ 87788 h 310406"/>
                <a:gd name="connsiteX24" fmla="*/ 67061 w 201901"/>
                <a:gd name="connsiteY24" fmla="*/ 87788 h 310406"/>
                <a:gd name="connsiteX25" fmla="*/ 64586 w 201901"/>
                <a:gd name="connsiteY25" fmla="*/ 99011 h 31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901" h="310406">
                  <a:moveTo>
                    <a:pt x="64586" y="99011"/>
                  </a:moveTo>
                  <a:lnTo>
                    <a:pt x="96409" y="99011"/>
                  </a:lnTo>
                  <a:lnTo>
                    <a:pt x="65293" y="246323"/>
                  </a:lnTo>
                  <a:cubicBezTo>
                    <a:pt x="57514" y="283852"/>
                    <a:pt x="45845" y="303143"/>
                    <a:pt x="30995" y="303143"/>
                  </a:cubicBezTo>
                  <a:cubicBezTo>
                    <a:pt x="26751" y="303143"/>
                    <a:pt x="23923" y="300688"/>
                    <a:pt x="23923" y="297531"/>
                  </a:cubicBezTo>
                  <a:cubicBezTo>
                    <a:pt x="23923" y="296479"/>
                    <a:pt x="24276" y="295427"/>
                    <a:pt x="25337" y="293673"/>
                  </a:cubicBezTo>
                  <a:cubicBezTo>
                    <a:pt x="26751" y="291569"/>
                    <a:pt x="27105" y="290166"/>
                    <a:pt x="27105" y="288061"/>
                  </a:cubicBezTo>
                  <a:cubicBezTo>
                    <a:pt x="27105" y="280696"/>
                    <a:pt x="20740" y="274733"/>
                    <a:pt x="13315" y="274733"/>
                  </a:cubicBezTo>
                  <a:cubicBezTo>
                    <a:pt x="5889" y="274733"/>
                    <a:pt x="232" y="281046"/>
                    <a:pt x="232" y="289113"/>
                  </a:cubicBezTo>
                  <a:cubicBezTo>
                    <a:pt x="232" y="301039"/>
                    <a:pt x="12608" y="310509"/>
                    <a:pt x="28166" y="310509"/>
                  </a:cubicBezTo>
                  <a:cubicBezTo>
                    <a:pt x="59635" y="310509"/>
                    <a:pt x="84387" y="275785"/>
                    <a:pt x="98884" y="211249"/>
                  </a:cubicBezTo>
                  <a:lnTo>
                    <a:pt x="124343" y="99011"/>
                  </a:lnTo>
                  <a:lnTo>
                    <a:pt x="162884" y="99011"/>
                  </a:lnTo>
                  <a:lnTo>
                    <a:pt x="165006" y="87788"/>
                  </a:lnTo>
                  <a:lnTo>
                    <a:pt x="126818" y="87788"/>
                  </a:lnTo>
                  <a:cubicBezTo>
                    <a:pt x="137072" y="32721"/>
                    <a:pt x="150155" y="7818"/>
                    <a:pt x="169956" y="7818"/>
                  </a:cubicBezTo>
                  <a:cubicBezTo>
                    <a:pt x="174553" y="7818"/>
                    <a:pt x="177735" y="9572"/>
                    <a:pt x="177735" y="12027"/>
                  </a:cubicBezTo>
                  <a:cubicBezTo>
                    <a:pt x="177735" y="13079"/>
                    <a:pt x="177382" y="13781"/>
                    <a:pt x="176321" y="15535"/>
                  </a:cubicBezTo>
                  <a:cubicBezTo>
                    <a:pt x="174906" y="18691"/>
                    <a:pt x="174199" y="20445"/>
                    <a:pt x="174199" y="22900"/>
                  </a:cubicBezTo>
                  <a:cubicBezTo>
                    <a:pt x="174199" y="31318"/>
                    <a:pt x="179503" y="36930"/>
                    <a:pt x="187282" y="36930"/>
                  </a:cubicBezTo>
                  <a:cubicBezTo>
                    <a:pt x="195415" y="36930"/>
                    <a:pt x="202133" y="30617"/>
                    <a:pt x="202133" y="22900"/>
                  </a:cubicBezTo>
                  <a:cubicBezTo>
                    <a:pt x="202133" y="9923"/>
                    <a:pt x="189050" y="102"/>
                    <a:pt x="171724" y="102"/>
                  </a:cubicBezTo>
                  <a:cubicBezTo>
                    <a:pt x="154398" y="102"/>
                    <a:pt x="140608" y="7818"/>
                    <a:pt x="127879" y="24303"/>
                  </a:cubicBezTo>
                  <a:cubicBezTo>
                    <a:pt x="117271" y="37982"/>
                    <a:pt x="110199" y="54116"/>
                    <a:pt x="99591" y="87788"/>
                  </a:cubicBezTo>
                  <a:lnTo>
                    <a:pt x="67061" y="87788"/>
                  </a:lnTo>
                  <a:lnTo>
                    <a:pt x="64586" y="9901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52077BD-FFB4-E77A-42E9-F6C519744921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2138250" y="4537072"/>
              <a:ext cx="82033" cy="350741"/>
            </a:xfrm>
            <a:custGeom>
              <a:avLst/>
              <a:gdLst>
                <a:gd name="connsiteX0" fmla="*/ 82270 w 82033"/>
                <a:gd name="connsiteY0" fmla="*/ 347336 h 350741"/>
                <a:gd name="connsiteX1" fmla="*/ 76259 w 82033"/>
                <a:gd name="connsiteY1" fmla="*/ 339619 h 350741"/>
                <a:gd name="connsiteX2" fmla="*/ 20745 w 82033"/>
                <a:gd name="connsiteY2" fmla="*/ 175472 h 350741"/>
                <a:gd name="connsiteX3" fmla="*/ 77673 w 82033"/>
                <a:gd name="connsiteY3" fmla="*/ 9571 h 350741"/>
                <a:gd name="connsiteX4" fmla="*/ 82270 w 82033"/>
                <a:gd name="connsiteY4" fmla="*/ 3609 h 350741"/>
                <a:gd name="connsiteX5" fmla="*/ 78734 w 82033"/>
                <a:gd name="connsiteY5" fmla="*/ 101 h 350741"/>
                <a:gd name="connsiteX6" fmla="*/ 22513 w 82033"/>
                <a:gd name="connsiteY6" fmla="*/ 68496 h 350741"/>
                <a:gd name="connsiteX7" fmla="*/ 237 w 82033"/>
                <a:gd name="connsiteY7" fmla="*/ 175472 h 350741"/>
                <a:gd name="connsiteX8" fmla="*/ 23574 w 82033"/>
                <a:gd name="connsiteY8" fmla="*/ 284904 h 350741"/>
                <a:gd name="connsiteX9" fmla="*/ 78734 w 82033"/>
                <a:gd name="connsiteY9" fmla="*/ 350843 h 350741"/>
                <a:gd name="connsiteX10" fmla="*/ 82270 w 82033"/>
                <a:gd name="connsiteY10" fmla="*/ 347336 h 35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33" h="350741">
                  <a:moveTo>
                    <a:pt x="82270" y="347336"/>
                  </a:moveTo>
                  <a:cubicBezTo>
                    <a:pt x="82270" y="346284"/>
                    <a:pt x="82270" y="345582"/>
                    <a:pt x="76259" y="339619"/>
                  </a:cubicBezTo>
                  <a:cubicBezTo>
                    <a:pt x="32060" y="295426"/>
                    <a:pt x="20745" y="229136"/>
                    <a:pt x="20745" y="175472"/>
                  </a:cubicBezTo>
                  <a:cubicBezTo>
                    <a:pt x="20745" y="114443"/>
                    <a:pt x="34182" y="53414"/>
                    <a:pt x="77673" y="9571"/>
                  </a:cubicBezTo>
                  <a:cubicBezTo>
                    <a:pt x="82270" y="5363"/>
                    <a:pt x="82270" y="4661"/>
                    <a:pt x="82270" y="3609"/>
                  </a:cubicBezTo>
                  <a:cubicBezTo>
                    <a:pt x="82270" y="1154"/>
                    <a:pt x="80856" y="101"/>
                    <a:pt x="78734" y="101"/>
                  </a:cubicBezTo>
                  <a:cubicBezTo>
                    <a:pt x="75198" y="101"/>
                    <a:pt x="43375" y="23952"/>
                    <a:pt x="22513" y="68496"/>
                  </a:cubicBezTo>
                  <a:cubicBezTo>
                    <a:pt x="4480" y="107078"/>
                    <a:pt x="237" y="146010"/>
                    <a:pt x="237" y="175472"/>
                  </a:cubicBezTo>
                  <a:cubicBezTo>
                    <a:pt x="237" y="202830"/>
                    <a:pt x="4126" y="245270"/>
                    <a:pt x="23574" y="284904"/>
                  </a:cubicBezTo>
                  <a:cubicBezTo>
                    <a:pt x="44789" y="328045"/>
                    <a:pt x="75198" y="350843"/>
                    <a:pt x="78734" y="350843"/>
                  </a:cubicBezTo>
                  <a:cubicBezTo>
                    <a:pt x="80856" y="350843"/>
                    <a:pt x="82270" y="349791"/>
                    <a:pt x="82270" y="347336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695A1BA-4413-3AEA-8C0B-00EF253A7BAD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2231401" y="4645452"/>
              <a:ext cx="167602" cy="158535"/>
            </a:xfrm>
            <a:custGeom>
              <a:avLst/>
              <a:gdLst>
                <a:gd name="connsiteX0" fmla="*/ 151931 w 167602"/>
                <a:gd name="connsiteY0" fmla="*/ 115847 h 158535"/>
                <a:gd name="connsiteX1" fmla="*/ 144152 w 167602"/>
                <a:gd name="connsiteY1" fmla="*/ 125317 h 158535"/>
                <a:gd name="connsiteX2" fmla="*/ 127887 w 167602"/>
                <a:gd name="connsiteY2" fmla="*/ 139347 h 158535"/>
                <a:gd name="connsiteX3" fmla="*/ 116925 w 167602"/>
                <a:gd name="connsiteY3" fmla="*/ 124966 h 158535"/>
                <a:gd name="connsiteX4" fmla="*/ 115511 w 167602"/>
                <a:gd name="connsiteY4" fmla="*/ 119004 h 158535"/>
                <a:gd name="connsiteX5" fmla="*/ 102782 w 167602"/>
                <a:gd name="connsiteY5" fmla="*/ 62183 h 158535"/>
                <a:gd name="connsiteX6" fmla="*/ 137434 w 167602"/>
                <a:gd name="connsiteY6" fmla="*/ 19744 h 158535"/>
                <a:gd name="connsiteX7" fmla="*/ 145920 w 167602"/>
                <a:gd name="connsiteY7" fmla="*/ 22550 h 158535"/>
                <a:gd name="connsiteX8" fmla="*/ 155467 w 167602"/>
                <a:gd name="connsiteY8" fmla="*/ 25706 h 158535"/>
                <a:gd name="connsiteX9" fmla="*/ 167843 w 167602"/>
                <a:gd name="connsiteY9" fmla="*/ 13079 h 158535"/>
                <a:gd name="connsiteX10" fmla="*/ 153345 w 167602"/>
                <a:gd name="connsiteY10" fmla="*/ 102 h 158535"/>
                <a:gd name="connsiteX11" fmla="*/ 99953 w 167602"/>
                <a:gd name="connsiteY11" fmla="*/ 50258 h 158535"/>
                <a:gd name="connsiteX12" fmla="*/ 96064 w 167602"/>
                <a:gd name="connsiteY12" fmla="*/ 30967 h 158535"/>
                <a:gd name="connsiteX13" fmla="*/ 77677 w 167602"/>
                <a:gd name="connsiteY13" fmla="*/ 102 h 158535"/>
                <a:gd name="connsiteX14" fmla="*/ 36306 w 167602"/>
                <a:gd name="connsiteY14" fmla="*/ 10274 h 158535"/>
                <a:gd name="connsiteX15" fmla="*/ 32417 w 167602"/>
                <a:gd name="connsiteY15" fmla="*/ 11677 h 158535"/>
                <a:gd name="connsiteX16" fmla="*/ 33831 w 167602"/>
                <a:gd name="connsiteY16" fmla="*/ 16938 h 158535"/>
                <a:gd name="connsiteX17" fmla="*/ 53632 w 167602"/>
                <a:gd name="connsiteY17" fmla="*/ 13079 h 158535"/>
                <a:gd name="connsiteX18" fmla="*/ 69544 w 167602"/>
                <a:gd name="connsiteY18" fmla="*/ 37281 h 158535"/>
                <a:gd name="connsiteX19" fmla="*/ 79798 w 167602"/>
                <a:gd name="connsiteY19" fmla="*/ 80422 h 158535"/>
                <a:gd name="connsiteX20" fmla="*/ 50804 w 167602"/>
                <a:gd name="connsiteY20" fmla="*/ 121459 h 158535"/>
                <a:gd name="connsiteX21" fmla="*/ 32771 w 167602"/>
                <a:gd name="connsiteY21" fmla="*/ 138294 h 158535"/>
                <a:gd name="connsiteX22" fmla="*/ 23577 w 167602"/>
                <a:gd name="connsiteY22" fmla="*/ 135138 h 158535"/>
                <a:gd name="connsiteX23" fmla="*/ 12262 w 167602"/>
                <a:gd name="connsiteY23" fmla="*/ 131630 h 158535"/>
                <a:gd name="connsiteX24" fmla="*/ 240 w 167602"/>
                <a:gd name="connsiteY24" fmla="*/ 143906 h 158535"/>
                <a:gd name="connsiteX25" fmla="*/ 17920 w 167602"/>
                <a:gd name="connsiteY25" fmla="*/ 158637 h 158535"/>
                <a:gd name="connsiteX26" fmla="*/ 50804 w 167602"/>
                <a:gd name="connsiteY26" fmla="*/ 134085 h 158535"/>
                <a:gd name="connsiteX27" fmla="*/ 82627 w 167602"/>
                <a:gd name="connsiteY27" fmla="*/ 93049 h 158535"/>
                <a:gd name="connsiteX28" fmla="*/ 93235 w 167602"/>
                <a:gd name="connsiteY28" fmla="*/ 135138 h 158535"/>
                <a:gd name="connsiteX29" fmla="*/ 113743 w 167602"/>
                <a:gd name="connsiteY29" fmla="*/ 158637 h 158535"/>
                <a:gd name="connsiteX30" fmla="*/ 156881 w 167602"/>
                <a:gd name="connsiteY30" fmla="*/ 118653 h 158535"/>
                <a:gd name="connsiteX31" fmla="*/ 151931 w 167602"/>
                <a:gd name="connsiteY31" fmla="*/ 115847 h 15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602" h="158535">
                  <a:moveTo>
                    <a:pt x="151931" y="115847"/>
                  </a:moveTo>
                  <a:cubicBezTo>
                    <a:pt x="149102" y="119004"/>
                    <a:pt x="147334" y="121108"/>
                    <a:pt x="144152" y="125317"/>
                  </a:cubicBezTo>
                  <a:cubicBezTo>
                    <a:pt x="136019" y="135839"/>
                    <a:pt x="131776" y="139347"/>
                    <a:pt x="127887" y="139347"/>
                  </a:cubicBezTo>
                  <a:cubicBezTo>
                    <a:pt x="122583" y="139347"/>
                    <a:pt x="119401" y="134787"/>
                    <a:pt x="116925" y="124966"/>
                  </a:cubicBezTo>
                  <a:cubicBezTo>
                    <a:pt x="116218" y="122160"/>
                    <a:pt x="115865" y="120056"/>
                    <a:pt x="115511" y="119004"/>
                  </a:cubicBezTo>
                  <a:cubicBezTo>
                    <a:pt x="106671" y="83579"/>
                    <a:pt x="102782" y="67444"/>
                    <a:pt x="102782" y="62183"/>
                  </a:cubicBezTo>
                  <a:cubicBezTo>
                    <a:pt x="118340" y="35176"/>
                    <a:pt x="131069" y="19744"/>
                    <a:pt x="137434" y="19744"/>
                  </a:cubicBezTo>
                  <a:cubicBezTo>
                    <a:pt x="139555" y="19744"/>
                    <a:pt x="142384" y="20796"/>
                    <a:pt x="145920" y="22550"/>
                  </a:cubicBezTo>
                  <a:cubicBezTo>
                    <a:pt x="150163" y="25005"/>
                    <a:pt x="152638" y="25706"/>
                    <a:pt x="155467" y="25706"/>
                  </a:cubicBezTo>
                  <a:cubicBezTo>
                    <a:pt x="162892" y="25706"/>
                    <a:pt x="167843" y="20445"/>
                    <a:pt x="167843" y="13079"/>
                  </a:cubicBezTo>
                  <a:cubicBezTo>
                    <a:pt x="167843" y="5714"/>
                    <a:pt x="161832" y="102"/>
                    <a:pt x="153345" y="102"/>
                  </a:cubicBezTo>
                  <a:cubicBezTo>
                    <a:pt x="137787" y="102"/>
                    <a:pt x="124351" y="12729"/>
                    <a:pt x="99953" y="50258"/>
                  </a:cubicBezTo>
                  <a:lnTo>
                    <a:pt x="96064" y="30967"/>
                  </a:lnTo>
                  <a:cubicBezTo>
                    <a:pt x="91113" y="7117"/>
                    <a:pt x="87224" y="102"/>
                    <a:pt x="77677" y="102"/>
                  </a:cubicBezTo>
                  <a:cubicBezTo>
                    <a:pt x="69898" y="102"/>
                    <a:pt x="57876" y="3259"/>
                    <a:pt x="36306" y="10274"/>
                  </a:cubicBezTo>
                  <a:lnTo>
                    <a:pt x="32417" y="11677"/>
                  </a:lnTo>
                  <a:lnTo>
                    <a:pt x="33831" y="16938"/>
                  </a:lnTo>
                  <a:cubicBezTo>
                    <a:pt x="47268" y="13781"/>
                    <a:pt x="50450" y="13079"/>
                    <a:pt x="53632" y="13079"/>
                  </a:cubicBezTo>
                  <a:cubicBezTo>
                    <a:pt x="62472" y="13079"/>
                    <a:pt x="64594" y="16236"/>
                    <a:pt x="69544" y="37281"/>
                  </a:cubicBezTo>
                  <a:lnTo>
                    <a:pt x="79798" y="80422"/>
                  </a:lnTo>
                  <a:lnTo>
                    <a:pt x="50804" y="121459"/>
                  </a:lnTo>
                  <a:cubicBezTo>
                    <a:pt x="43732" y="131981"/>
                    <a:pt x="36660" y="138294"/>
                    <a:pt x="32771" y="138294"/>
                  </a:cubicBezTo>
                  <a:cubicBezTo>
                    <a:pt x="30649" y="138294"/>
                    <a:pt x="27113" y="137242"/>
                    <a:pt x="23577" y="135138"/>
                  </a:cubicBezTo>
                  <a:cubicBezTo>
                    <a:pt x="18980" y="132683"/>
                    <a:pt x="15091" y="131630"/>
                    <a:pt x="12262" y="131630"/>
                  </a:cubicBezTo>
                  <a:cubicBezTo>
                    <a:pt x="5544" y="131630"/>
                    <a:pt x="240" y="136891"/>
                    <a:pt x="240" y="143906"/>
                  </a:cubicBezTo>
                  <a:cubicBezTo>
                    <a:pt x="240" y="153026"/>
                    <a:pt x="7312" y="158637"/>
                    <a:pt x="17920" y="158637"/>
                  </a:cubicBezTo>
                  <a:cubicBezTo>
                    <a:pt x="28881" y="158637"/>
                    <a:pt x="33124" y="155481"/>
                    <a:pt x="50804" y="134085"/>
                  </a:cubicBezTo>
                  <a:cubicBezTo>
                    <a:pt x="60351" y="122862"/>
                    <a:pt x="67776" y="113392"/>
                    <a:pt x="82627" y="93049"/>
                  </a:cubicBezTo>
                  <a:lnTo>
                    <a:pt x="93235" y="135138"/>
                  </a:lnTo>
                  <a:cubicBezTo>
                    <a:pt x="97832" y="153026"/>
                    <a:pt x="102428" y="158637"/>
                    <a:pt x="113743" y="158637"/>
                  </a:cubicBezTo>
                  <a:cubicBezTo>
                    <a:pt x="127180" y="158637"/>
                    <a:pt x="136373" y="150220"/>
                    <a:pt x="156881" y="118653"/>
                  </a:cubicBezTo>
                  <a:lnTo>
                    <a:pt x="151931" y="115847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0E4D4EF9-F0FB-C524-ED90-5BA938868699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2406379" y="4677856"/>
              <a:ext cx="116437" cy="175455"/>
            </a:xfrm>
            <a:custGeom>
              <a:avLst/>
              <a:gdLst>
                <a:gd name="connsiteX0" fmla="*/ 116682 w 116437"/>
                <a:gd name="connsiteY0" fmla="*/ 140000 h 175455"/>
                <a:gd name="connsiteX1" fmla="*/ 113281 w 116437"/>
                <a:gd name="connsiteY1" fmla="*/ 138703 h 175455"/>
                <a:gd name="connsiteX2" fmla="*/ 88423 w 116437"/>
                <a:gd name="connsiteY2" fmla="*/ 155833 h 175455"/>
                <a:gd name="connsiteX3" fmla="*/ 25887 w 116437"/>
                <a:gd name="connsiteY3" fmla="*/ 155833 h 175455"/>
                <a:gd name="connsiteX4" fmla="*/ 69846 w 116437"/>
                <a:gd name="connsiteY4" fmla="*/ 110152 h 175455"/>
                <a:gd name="connsiteX5" fmla="*/ 103338 w 116437"/>
                <a:gd name="connsiteY5" fmla="*/ 46044 h 175455"/>
                <a:gd name="connsiteX6" fmla="*/ 54931 w 116437"/>
                <a:gd name="connsiteY6" fmla="*/ 104 h 175455"/>
                <a:gd name="connsiteX7" fmla="*/ 17252 w 116437"/>
                <a:gd name="connsiteY7" fmla="*/ 16196 h 175455"/>
                <a:gd name="connsiteX8" fmla="*/ 506 w 116437"/>
                <a:gd name="connsiteY8" fmla="*/ 51754 h 175455"/>
                <a:gd name="connsiteX9" fmla="*/ 6001 w 116437"/>
                <a:gd name="connsiteY9" fmla="*/ 53051 h 175455"/>
                <a:gd name="connsiteX10" fmla="*/ 43941 w 116437"/>
                <a:gd name="connsiteY10" fmla="*/ 19310 h 175455"/>
                <a:gd name="connsiteX11" fmla="*/ 80835 w 116437"/>
                <a:gd name="connsiteY11" fmla="*/ 55907 h 175455"/>
                <a:gd name="connsiteX12" fmla="*/ 46820 w 116437"/>
                <a:gd name="connsiteY12" fmla="*/ 123389 h 175455"/>
                <a:gd name="connsiteX13" fmla="*/ 245 w 116437"/>
                <a:gd name="connsiteY13" fmla="*/ 172444 h 175455"/>
                <a:gd name="connsiteX14" fmla="*/ 245 w 116437"/>
                <a:gd name="connsiteY14" fmla="*/ 175559 h 175455"/>
                <a:gd name="connsiteX15" fmla="*/ 102291 w 116437"/>
                <a:gd name="connsiteY15" fmla="*/ 175559 h 175455"/>
                <a:gd name="connsiteX16" fmla="*/ 116682 w 116437"/>
                <a:gd name="connsiteY16" fmla="*/ 140000 h 175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437" h="175455">
                  <a:moveTo>
                    <a:pt x="116682" y="140000"/>
                  </a:moveTo>
                  <a:lnTo>
                    <a:pt x="113281" y="138703"/>
                  </a:lnTo>
                  <a:cubicBezTo>
                    <a:pt x="103599" y="153497"/>
                    <a:pt x="100198" y="155833"/>
                    <a:pt x="88423" y="155833"/>
                  </a:cubicBezTo>
                  <a:lnTo>
                    <a:pt x="25887" y="155833"/>
                  </a:lnTo>
                  <a:lnTo>
                    <a:pt x="69846" y="110152"/>
                  </a:lnTo>
                  <a:cubicBezTo>
                    <a:pt x="93133" y="86014"/>
                    <a:pt x="103338" y="66288"/>
                    <a:pt x="103338" y="46044"/>
                  </a:cubicBezTo>
                  <a:cubicBezTo>
                    <a:pt x="103338" y="20089"/>
                    <a:pt x="82143" y="104"/>
                    <a:pt x="54931" y="104"/>
                  </a:cubicBezTo>
                  <a:cubicBezTo>
                    <a:pt x="40540" y="104"/>
                    <a:pt x="26934" y="5814"/>
                    <a:pt x="17252" y="16196"/>
                  </a:cubicBezTo>
                  <a:cubicBezTo>
                    <a:pt x="8879" y="25020"/>
                    <a:pt x="4954" y="33326"/>
                    <a:pt x="506" y="51754"/>
                  </a:cubicBezTo>
                  <a:lnTo>
                    <a:pt x="6001" y="53051"/>
                  </a:lnTo>
                  <a:cubicBezTo>
                    <a:pt x="16467" y="27616"/>
                    <a:pt x="25887" y="19310"/>
                    <a:pt x="43941" y="19310"/>
                  </a:cubicBezTo>
                  <a:cubicBezTo>
                    <a:pt x="65921" y="19310"/>
                    <a:pt x="80835" y="34104"/>
                    <a:pt x="80835" y="55907"/>
                  </a:cubicBezTo>
                  <a:cubicBezTo>
                    <a:pt x="80835" y="76151"/>
                    <a:pt x="68799" y="100289"/>
                    <a:pt x="46820" y="123389"/>
                  </a:cubicBezTo>
                  <a:lnTo>
                    <a:pt x="245" y="172444"/>
                  </a:lnTo>
                  <a:lnTo>
                    <a:pt x="245" y="175559"/>
                  </a:lnTo>
                  <a:lnTo>
                    <a:pt x="102291" y="175559"/>
                  </a:lnTo>
                  <a:lnTo>
                    <a:pt x="116682" y="140000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1239C269-81C8-2086-00BB-22BEEAD250F6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12567750" y="4537072"/>
              <a:ext cx="82033" cy="350741"/>
            </a:xfrm>
            <a:custGeom>
              <a:avLst/>
              <a:gdLst>
                <a:gd name="connsiteX0" fmla="*/ 82282 w 82033"/>
                <a:gd name="connsiteY0" fmla="*/ 175472 h 350741"/>
                <a:gd name="connsiteX1" fmla="*/ 58945 w 82033"/>
                <a:gd name="connsiteY1" fmla="*/ 66041 h 350741"/>
                <a:gd name="connsiteX2" fmla="*/ 3785 w 82033"/>
                <a:gd name="connsiteY2" fmla="*/ 101 h 350741"/>
                <a:gd name="connsiteX3" fmla="*/ 249 w 82033"/>
                <a:gd name="connsiteY3" fmla="*/ 3609 h 350741"/>
                <a:gd name="connsiteX4" fmla="*/ 6967 w 82033"/>
                <a:gd name="connsiteY4" fmla="*/ 11676 h 350741"/>
                <a:gd name="connsiteX5" fmla="*/ 61774 w 82033"/>
                <a:gd name="connsiteY5" fmla="*/ 175472 h 350741"/>
                <a:gd name="connsiteX6" fmla="*/ 4846 w 82033"/>
                <a:gd name="connsiteY6" fmla="*/ 341373 h 350741"/>
                <a:gd name="connsiteX7" fmla="*/ 249 w 82033"/>
                <a:gd name="connsiteY7" fmla="*/ 347336 h 350741"/>
                <a:gd name="connsiteX8" fmla="*/ 3785 w 82033"/>
                <a:gd name="connsiteY8" fmla="*/ 350843 h 350741"/>
                <a:gd name="connsiteX9" fmla="*/ 60006 w 82033"/>
                <a:gd name="connsiteY9" fmla="*/ 282449 h 350741"/>
                <a:gd name="connsiteX10" fmla="*/ 82282 w 82033"/>
                <a:gd name="connsiteY10" fmla="*/ 175472 h 35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33" h="350741">
                  <a:moveTo>
                    <a:pt x="82282" y="175472"/>
                  </a:moveTo>
                  <a:cubicBezTo>
                    <a:pt x="82282" y="148114"/>
                    <a:pt x="78393" y="105675"/>
                    <a:pt x="58945" y="66041"/>
                  </a:cubicBezTo>
                  <a:cubicBezTo>
                    <a:pt x="37730" y="22900"/>
                    <a:pt x="7321" y="101"/>
                    <a:pt x="3785" y="101"/>
                  </a:cubicBezTo>
                  <a:cubicBezTo>
                    <a:pt x="1663" y="101"/>
                    <a:pt x="249" y="1504"/>
                    <a:pt x="249" y="3609"/>
                  </a:cubicBezTo>
                  <a:cubicBezTo>
                    <a:pt x="249" y="4661"/>
                    <a:pt x="249" y="5363"/>
                    <a:pt x="6967" y="11676"/>
                  </a:cubicBezTo>
                  <a:cubicBezTo>
                    <a:pt x="41619" y="46399"/>
                    <a:pt x="61774" y="102167"/>
                    <a:pt x="61774" y="175472"/>
                  </a:cubicBezTo>
                  <a:cubicBezTo>
                    <a:pt x="61774" y="235449"/>
                    <a:pt x="48691" y="297180"/>
                    <a:pt x="4846" y="341373"/>
                  </a:cubicBezTo>
                  <a:cubicBezTo>
                    <a:pt x="249" y="345582"/>
                    <a:pt x="249" y="346284"/>
                    <a:pt x="249" y="347336"/>
                  </a:cubicBezTo>
                  <a:cubicBezTo>
                    <a:pt x="249" y="349440"/>
                    <a:pt x="1663" y="350843"/>
                    <a:pt x="3785" y="350843"/>
                  </a:cubicBezTo>
                  <a:cubicBezTo>
                    <a:pt x="7321" y="350843"/>
                    <a:pt x="39144" y="326993"/>
                    <a:pt x="60006" y="282449"/>
                  </a:cubicBezTo>
                  <a:cubicBezTo>
                    <a:pt x="78039" y="243867"/>
                    <a:pt x="82282" y="204935"/>
                    <a:pt x="82282" y="175472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C66EA90-E049-6AD6-EF07-24244687B0F7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12783969" y="4671407"/>
              <a:ext cx="235138" cy="82073"/>
            </a:xfrm>
            <a:custGeom>
              <a:avLst/>
              <a:gdLst>
                <a:gd name="connsiteX0" fmla="*/ 223372 w 235138"/>
                <a:gd name="connsiteY0" fmla="*/ 14131 h 82073"/>
                <a:gd name="connsiteX1" fmla="*/ 235394 w 235138"/>
                <a:gd name="connsiteY1" fmla="*/ 7116 h 82073"/>
                <a:gd name="connsiteX2" fmla="*/ 223726 w 235138"/>
                <a:gd name="connsiteY2" fmla="*/ 101 h 82073"/>
                <a:gd name="connsiteX3" fmla="*/ 11924 w 235138"/>
                <a:gd name="connsiteY3" fmla="*/ 101 h 82073"/>
                <a:gd name="connsiteX4" fmla="*/ 256 w 235138"/>
                <a:gd name="connsiteY4" fmla="*/ 7116 h 82073"/>
                <a:gd name="connsiteX5" fmla="*/ 12278 w 235138"/>
                <a:gd name="connsiteY5" fmla="*/ 14131 h 82073"/>
                <a:gd name="connsiteX6" fmla="*/ 223372 w 235138"/>
                <a:gd name="connsiteY6" fmla="*/ 14131 h 82073"/>
                <a:gd name="connsiteX7" fmla="*/ 223726 w 235138"/>
                <a:gd name="connsiteY7" fmla="*/ 82175 h 82073"/>
                <a:gd name="connsiteX8" fmla="*/ 235394 w 235138"/>
                <a:gd name="connsiteY8" fmla="*/ 75160 h 82073"/>
                <a:gd name="connsiteX9" fmla="*/ 223372 w 235138"/>
                <a:gd name="connsiteY9" fmla="*/ 68145 h 82073"/>
                <a:gd name="connsiteX10" fmla="*/ 12278 w 235138"/>
                <a:gd name="connsiteY10" fmla="*/ 68145 h 82073"/>
                <a:gd name="connsiteX11" fmla="*/ 256 w 235138"/>
                <a:gd name="connsiteY11" fmla="*/ 75160 h 82073"/>
                <a:gd name="connsiteX12" fmla="*/ 11924 w 235138"/>
                <a:gd name="connsiteY12" fmla="*/ 82175 h 82073"/>
                <a:gd name="connsiteX13" fmla="*/ 223726 w 235138"/>
                <a:gd name="connsiteY13" fmla="*/ 82175 h 8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38" h="82073">
                  <a:moveTo>
                    <a:pt x="223372" y="14131"/>
                  </a:moveTo>
                  <a:cubicBezTo>
                    <a:pt x="228676" y="14131"/>
                    <a:pt x="235394" y="14131"/>
                    <a:pt x="235394" y="7116"/>
                  </a:cubicBezTo>
                  <a:cubicBezTo>
                    <a:pt x="235394" y="101"/>
                    <a:pt x="228676" y="101"/>
                    <a:pt x="223726" y="101"/>
                  </a:cubicBezTo>
                  <a:lnTo>
                    <a:pt x="11924" y="101"/>
                  </a:lnTo>
                  <a:cubicBezTo>
                    <a:pt x="6974" y="101"/>
                    <a:pt x="256" y="101"/>
                    <a:pt x="256" y="7116"/>
                  </a:cubicBezTo>
                  <a:cubicBezTo>
                    <a:pt x="256" y="14131"/>
                    <a:pt x="6974" y="14131"/>
                    <a:pt x="12278" y="14131"/>
                  </a:cubicBezTo>
                  <a:lnTo>
                    <a:pt x="223372" y="14131"/>
                  </a:lnTo>
                  <a:close/>
                  <a:moveTo>
                    <a:pt x="223726" y="82175"/>
                  </a:moveTo>
                  <a:cubicBezTo>
                    <a:pt x="228676" y="82175"/>
                    <a:pt x="235394" y="82175"/>
                    <a:pt x="235394" y="75160"/>
                  </a:cubicBezTo>
                  <a:cubicBezTo>
                    <a:pt x="235394" y="68145"/>
                    <a:pt x="228676" y="68145"/>
                    <a:pt x="223372" y="68145"/>
                  </a:cubicBezTo>
                  <a:lnTo>
                    <a:pt x="12278" y="68145"/>
                  </a:lnTo>
                  <a:cubicBezTo>
                    <a:pt x="6974" y="68145"/>
                    <a:pt x="256" y="68145"/>
                    <a:pt x="256" y="75160"/>
                  </a:cubicBezTo>
                  <a:cubicBezTo>
                    <a:pt x="256" y="82175"/>
                    <a:pt x="6974" y="82175"/>
                    <a:pt x="11924" y="82175"/>
                  </a:cubicBezTo>
                  <a:lnTo>
                    <a:pt x="223726" y="82175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F510DB8A-C83F-D77D-61AC-EEA509803329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13158053" y="4563027"/>
              <a:ext cx="100066" cy="237101"/>
            </a:xfrm>
            <a:custGeom>
              <a:avLst/>
              <a:gdLst>
                <a:gd name="connsiteX0" fmla="*/ 63912 w 100066"/>
                <a:gd name="connsiteY0" fmla="*/ 101 h 237101"/>
                <a:gd name="connsiteX1" fmla="*/ 265 w 100066"/>
                <a:gd name="connsiteY1" fmla="*/ 32019 h 237101"/>
                <a:gd name="connsiteX2" fmla="*/ 265 w 100066"/>
                <a:gd name="connsiteY2" fmla="*/ 36929 h 237101"/>
                <a:gd name="connsiteX3" fmla="*/ 9812 w 100066"/>
                <a:gd name="connsiteY3" fmla="*/ 33071 h 237101"/>
                <a:gd name="connsiteX4" fmla="*/ 25724 w 100066"/>
                <a:gd name="connsiteY4" fmla="*/ 29213 h 237101"/>
                <a:gd name="connsiteX5" fmla="*/ 36332 w 100066"/>
                <a:gd name="connsiteY5" fmla="*/ 45698 h 237101"/>
                <a:gd name="connsiteX6" fmla="*/ 36332 w 100066"/>
                <a:gd name="connsiteY6" fmla="*/ 204584 h 237101"/>
                <a:gd name="connsiteX7" fmla="*/ 27846 w 100066"/>
                <a:gd name="connsiteY7" fmla="*/ 227382 h 237101"/>
                <a:gd name="connsiteX8" fmla="*/ 2741 w 100066"/>
                <a:gd name="connsiteY8" fmla="*/ 231942 h 237101"/>
                <a:gd name="connsiteX9" fmla="*/ 2741 w 100066"/>
                <a:gd name="connsiteY9" fmla="*/ 237203 h 237101"/>
                <a:gd name="connsiteX10" fmla="*/ 100332 w 100066"/>
                <a:gd name="connsiteY10" fmla="*/ 237203 h 237101"/>
                <a:gd name="connsiteX11" fmla="*/ 100332 w 100066"/>
                <a:gd name="connsiteY11" fmla="*/ 231942 h 237101"/>
                <a:gd name="connsiteX12" fmla="*/ 66741 w 100066"/>
                <a:gd name="connsiteY12" fmla="*/ 211248 h 237101"/>
                <a:gd name="connsiteX13" fmla="*/ 66741 w 100066"/>
                <a:gd name="connsiteY13" fmla="*/ 803 h 237101"/>
                <a:gd name="connsiteX14" fmla="*/ 63912 w 100066"/>
                <a:gd name="connsiteY14" fmla="*/ 101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066" h="237101">
                  <a:moveTo>
                    <a:pt x="63912" y="101"/>
                  </a:moveTo>
                  <a:lnTo>
                    <a:pt x="265" y="32019"/>
                  </a:lnTo>
                  <a:lnTo>
                    <a:pt x="265" y="36929"/>
                  </a:lnTo>
                  <a:cubicBezTo>
                    <a:pt x="4508" y="35175"/>
                    <a:pt x="8398" y="33772"/>
                    <a:pt x="9812" y="33071"/>
                  </a:cubicBezTo>
                  <a:cubicBezTo>
                    <a:pt x="16177" y="30616"/>
                    <a:pt x="22188" y="29213"/>
                    <a:pt x="25724" y="29213"/>
                  </a:cubicBezTo>
                  <a:cubicBezTo>
                    <a:pt x="33149" y="29213"/>
                    <a:pt x="36332" y="34474"/>
                    <a:pt x="36332" y="45698"/>
                  </a:cubicBezTo>
                  <a:lnTo>
                    <a:pt x="36332" y="204584"/>
                  </a:lnTo>
                  <a:cubicBezTo>
                    <a:pt x="36332" y="216158"/>
                    <a:pt x="33503" y="224225"/>
                    <a:pt x="27846" y="227382"/>
                  </a:cubicBezTo>
                  <a:cubicBezTo>
                    <a:pt x="22542" y="230539"/>
                    <a:pt x="17591" y="231591"/>
                    <a:pt x="2741" y="231942"/>
                  </a:cubicBezTo>
                  <a:lnTo>
                    <a:pt x="2741" y="237203"/>
                  </a:lnTo>
                  <a:lnTo>
                    <a:pt x="100332" y="237203"/>
                  </a:lnTo>
                  <a:lnTo>
                    <a:pt x="100332" y="231942"/>
                  </a:lnTo>
                  <a:cubicBezTo>
                    <a:pt x="72398" y="231591"/>
                    <a:pt x="66741" y="228083"/>
                    <a:pt x="66741" y="211248"/>
                  </a:cubicBezTo>
                  <a:lnTo>
                    <a:pt x="66741" y="803"/>
                  </a:lnTo>
                  <a:lnTo>
                    <a:pt x="63912" y="10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6E1B3F57-22BC-1ADE-6F86-931AF24DFE42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3326672" y="4762950"/>
              <a:ext cx="37480" cy="37178"/>
            </a:xfrm>
            <a:custGeom>
              <a:avLst/>
              <a:gdLst>
                <a:gd name="connsiteX0" fmla="*/ 37750 w 37480"/>
                <a:gd name="connsiteY0" fmla="*/ 18691 h 37178"/>
                <a:gd name="connsiteX1" fmla="*/ 19010 w 37480"/>
                <a:gd name="connsiteY1" fmla="*/ 102 h 37178"/>
                <a:gd name="connsiteX2" fmla="*/ 270 w 37480"/>
                <a:gd name="connsiteY2" fmla="*/ 18691 h 37178"/>
                <a:gd name="connsiteX3" fmla="*/ 19010 w 37480"/>
                <a:gd name="connsiteY3" fmla="*/ 37281 h 37178"/>
                <a:gd name="connsiteX4" fmla="*/ 37750 w 37480"/>
                <a:gd name="connsiteY4" fmla="*/ 18691 h 3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80" h="37178">
                  <a:moveTo>
                    <a:pt x="37750" y="18691"/>
                  </a:moveTo>
                  <a:cubicBezTo>
                    <a:pt x="37750" y="8520"/>
                    <a:pt x="29264" y="102"/>
                    <a:pt x="19010" y="102"/>
                  </a:cubicBezTo>
                  <a:cubicBezTo>
                    <a:pt x="8756" y="102"/>
                    <a:pt x="270" y="8520"/>
                    <a:pt x="270" y="18691"/>
                  </a:cubicBezTo>
                  <a:cubicBezTo>
                    <a:pt x="270" y="28863"/>
                    <a:pt x="8756" y="37281"/>
                    <a:pt x="19010" y="37281"/>
                  </a:cubicBezTo>
                  <a:cubicBezTo>
                    <a:pt x="29264" y="37281"/>
                    <a:pt x="37750" y="28863"/>
                    <a:pt x="37750" y="18691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F1A52BA2-7646-C109-85D8-6A2409275752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3401644" y="4567938"/>
              <a:ext cx="151690" cy="234997"/>
            </a:xfrm>
            <a:custGeom>
              <a:avLst/>
              <a:gdLst>
                <a:gd name="connsiteX0" fmla="*/ 151964 w 151690"/>
                <a:gd name="connsiteY0" fmla="*/ 101 h 234997"/>
                <a:gd name="connsiteX1" fmla="*/ 21135 w 151690"/>
                <a:gd name="connsiteY1" fmla="*/ 101 h 234997"/>
                <a:gd name="connsiteX2" fmla="*/ 273 w 151690"/>
                <a:gd name="connsiteY2" fmla="*/ 51660 h 234997"/>
                <a:gd name="connsiteX3" fmla="*/ 6284 w 151690"/>
                <a:gd name="connsiteY3" fmla="*/ 54466 h 234997"/>
                <a:gd name="connsiteX4" fmla="*/ 47301 w 151690"/>
                <a:gd name="connsiteY4" fmla="*/ 26056 h 234997"/>
                <a:gd name="connsiteX5" fmla="*/ 124030 w 151690"/>
                <a:gd name="connsiteY5" fmla="*/ 26056 h 234997"/>
                <a:gd name="connsiteX6" fmla="*/ 54019 w 151690"/>
                <a:gd name="connsiteY6" fmla="*/ 235098 h 234997"/>
                <a:gd name="connsiteX7" fmla="*/ 77003 w 151690"/>
                <a:gd name="connsiteY7" fmla="*/ 235098 h 234997"/>
                <a:gd name="connsiteX8" fmla="*/ 151964 w 151690"/>
                <a:gd name="connsiteY8" fmla="*/ 5713 h 234997"/>
                <a:gd name="connsiteX9" fmla="*/ 151964 w 151690"/>
                <a:gd name="connsiteY9" fmla="*/ 101 h 23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690" h="234997">
                  <a:moveTo>
                    <a:pt x="151964" y="101"/>
                  </a:moveTo>
                  <a:lnTo>
                    <a:pt x="21135" y="101"/>
                  </a:lnTo>
                  <a:lnTo>
                    <a:pt x="273" y="51660"/>
                  </a:lnTo>
                  <a:lnTo>
                    <a:pt x="6284" y="54466"/>
                  </a:lnTo>
                  <a:cubicBezTo>
                    <a:pt x="21489" y="30616"/>
                    <a:pt x="27853" y="26056"/>
                    <a:pt x="47301" y="26056"/>
                  </a:cubicBezTo>
                  <a:lnTo>
                    <a:pt x="124030" y="26056"/>
                  </a:lnTo>
                  <a:lnTo>
                    <a:pt x="54019" y="235098"/>
                  </a:lnTo>
                  <a:lnTo>
                    <a:pt x="77003" y="235098"/>
                  </a:lnTo>
                  <a:lnTo>
                    <a:pt x="151964" y="5713"/>
                  </a:lnTo>
                  <a:lnTo>
                    <a:pt x="151964" y="10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F57F3AA6-F87E-F3F2-5B01-57E11A3A9A17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3582639" y="4563027"/>
              <a:ext cx="151690" cy="244817"/>
            </a:xfrm>
            <a:custGeom>
              <a:avLst/>
              <a:gdLst>
                <a:gd name="connsiteX0" fmla="*/ 10532 w 151690"/>
                <a:gd name="connsiteY0" fmla="*/ 244919 h 244817"/>
                <a:gd name="connsiteX1" fmla="*/ 93626 w 151690"/>
                <a:gd name="connsiteY1" fmla="*/ 216509 h 244817"/>
                <a:gd name="connsiteX2" fmla="*/ 151969 w 151690"/>
                <a:gd name="connsiteY2" fmla="*/ 99010 h 244817"/>
                <a:gd name="connsiteX3" fmla="*/ 73825 w 151690"/>
                <a:gd name="connsiteY3" fmla="*/ 101 h 244817"/>
                <a:gd name="connsiteX4" fmla="*/ 278 w 151690"/>
                <a:gd name="connsiteY4" fmla="*/ 82876 h 244817"/>
                <a:gd name="connsiteX5" fmla="*/ 63925 w 151690"/>
                <a:gd name="connsiteY5" fmla="*/ 154077 h 244817"/>
                <a:gd name="connsiteX6" fmla="*/ 116963 w 151690"/>
                <a:gd name="connsiteY6" fmla="*/ 134085 h 244817"/>
                <a:gd name="connsiteX7" fmla="*/ 9471 w 151690"/>
                <a:gd name="connsiteY7" fmla="*/ 237904 h 244817"/>
                <a:gd name="connsiteX8" fmla="*/ 10532 w 151690"/>
                <a:gd name="connsiteY8" fmla="*/ 244919 h 244817"/>
                <a:gd name="connsiteX9" fmla="*/ 117671 w 151690"/>
                <a:gd name="connsiteY9" fmla="*/ 112689 h 244817"/>
                <a:gd name="connsiteX10" fmla="*/ 112367 w 151690"/>
                <a:gd name="connsiteY10" fmla="*/ 126018 h 244817"/>
                <a:gd name="connsiteX11" fmla="*/ 76654 w 151690"/>
                <a:gd name="connsiteY11" fmla="*/ 138995 h 244817"/>
                <a:gd name="connsiteX12" fmla="*/ 32809 w 151690"/>
                <a:gd name="connsiteY12" fmla="*/ 70951 h 244817"/>
                <a:gd name="connsiteX13" fmla="*/ 45891 w 151690"/>
                <a:gd name="connsiteY13" fmla="*/ 20795 h 244817"/>
                <a:gd name="connsiteX14" fmla="*/ 70996 w 151690"/>
                <a:gd name="connsiteY14" fmla="*/ 9922 h 244817"/>
                <a:gd name="connsiteX15" fmla="*/ 117671 w 151690"/>
                <a:gd name="connsiteY15" fmla="*/ 99010 h 244817"/>
                <a:gd name="connsiteX16" fmla="*/ 117671 w 151690"/>
                <a:gd name="connsiteY16" fmla="*/ 112689 h 24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690" h="244817">
                  <a:moveTo>
                    <a:pt x="10532" y="244919"/>
                  </a:moveTo>
                  <a:cubicBezTo>
                    <a:pt x="50135" y="240359"/>
                    <a:pt x="69582" y="233695"/>
                    <a:pt x="93626" y="216509"/>
                  </a:cubicBezTo>
                  <a:cubicBezTo>
                    <a:pt x="130400" y="189853"/>
                    <a:pt x="151969" y="146361"/>
                    <a:pt x="151969" y="99010"/>
                  </a:cubicBezTo>
                  <a:cubicBezTo>
                    <a:pt x="151969" y="41138"/>
                    <a:pt x="119439" y="101"/>
                    <a:pt x="73825" y="101"/>
                  </a:cubicBezTo>
                  <a:cubicBezTo>
                    <a:pt x="31748" y="101"/>
                    <a:pt x="278" y="35526"/>
                    <a:pt x="278" y="82876"/>
                  </a:cubicBezTo>
                  <a:cubicBezTo>
                    <a:pt x="278" y="125667"/>
                    <a:pt x="25737" y="154077"/>
                    <a:pt x="63925" y="154077"/>
                  </a:cubicBezTo>
                  <a:cubicBezTo>
                    <a:pt x="83372" y="154077"/>
                    <a:pt x="98223" y="148465"/>
                    <a:pt x="116963" y="134085"/>
                  </a:cubicBezTo>
                  <a:cubicBezTo>
                    <a:pt x="102466" y="191256"/>
                    <a:pt x="63217" y="228785"/>
                    <a:pt x="9471" y="237904"/>
                  </a:cubicBezTo>
                  <a:lnTo>
                    <a:pt x="10532" y="244919"/>
                  </a:lnTo>
                  <a:close/>
                  <a:moveTo>
                    <a:pt x="117671" y="112689"/>
                  </a:moveTo>
                  <a:cubicBezTo>
                    <a:pt x="117671" y="119704"/>
                    <a:pt x="116256" y="122861"/>
                    <a:pt x="112367" y="126018"/>
                  </a:cubicBezTo>
                  <a:cubicBezTo>
                    <a:pt x="102466" y="134435"/>
                    <a:pt x="89383" y="138995"/>
                    <a:pt x="76654" y="138995"/>
                  </a:cubicBezTo>
                  <a:cubicBezTo>
                    <a:pt x="49781" y="138995"/>
                    <a:pt x="32809" y="112689"/>
                    <a:pt x="32809" y="70951"/>
                  </a:cubicBezTo>
                  <a:cubicBezTo>
                    <a:pt x="32809" y="50959"/>
                    <a:pt x="38466" y="29914"/>
                    <a:pt x="45891" y="20795"/>
                  </a:cubicBezTo>
                  <a:cubicBezTo>
                    <a:pt x="51903" y="13780"/>
                    <a:pt x="60742" y="9922"/>
                    <a:pt x="70996" y="9922"/>
                  </a:cubicBezTo>
                  <a:cubicBezTo>
                    <a:pt x="101759" y="9922"/>
                    <a:pt x="117671" y="40086"/>
                    <a:pt x="117671" y="99010"/>
                  </a:cubicBezTo>
                  <a:lnTo>
                    <a:pt x="117671" y="112689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DE29C2D-1637-CB06-5047-6D360171C6CA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3788739" y="4563027"/>
              <a:ext cx="100066" cy="237101"/>
            </a:xfrm>
            <a:custGeom>
              <a:avLst/>
              <a:gdLst>
                <a:gd name="connsiteX0" fmla="*/ 63930 w 100066"/>
                <a:gd name="connsiteY0" fmla="*/ 101 h 237101"/>
                <a:gd name="connsiteX1" fmla="*/ 283 w 100066"/>
                <a:gd name="connsiteY1" fmla="*/ 32019 h 237101"/>
                <a:gd name="connsiteX2" fmla="*/ 283 w 100066"/>
                <a:gd name="connsiteY2" fmla="*/ 36929 h 237101"/>
                <a:gd name="connsiteX3" fmla="*/ 9830 w 100066"/>
                <a:gd name="connsiteY3" fmla="*/ 33071 h 237101"/>
                <a:gd name="connsiteX4" fmla="*/ 25742 w 100066"/>
                <a:gd name="connsiteY4" fmla="*/ 29213 h 237101"/>
                <a:gd name="connsiteX5" fmla="*/ 36349 w 100066"/>
                <a:gd name="connsiteY5" fmla="*/ 45698 h 237101"/>
                <a:gd name="connsiteX6" fmla="*/ 36349 w 100066"/>
                <a:gd name="connsiteY6" fmla="*/ 204584 h 237101"/>
                <a:gd name="connsiteX7" fmla="*/ 27863 w 100066"/>
                <a:gd name="connsiteY7" fmla="*/ 227382 h 237101"/>
                <a:gd name="connsiteX8" fmla="*/ 2758 w 100066"/>
                <a:gd name="connsiteY8" fmla="*/ 231942 h 237101"/>
                <a:gd name="connsiteX9" fmla="*/ 2758 w 100066"/>
                <a:gd name="connsiteY9" fmla="*/ 237203 h 237101"/>
                <a:gd name="connsiteX10" fmla="*/ 100350 w 100066"/>
                <a:gd name="connsiteY10" fmla="*/ 237203 h 237101"/>
                <a:gd name="connsiteX11" fmla="*/ 100350 w 100066"/>
                <a:gd name="connsiteY11" fmla="*/ 231942 h 237101"/>
                <a:gd name="connsiteX12" fmla="*/ 66758 w 100066"/>
                <a:gd name="connsiteY12" fmla="*/ 211248 h 237101"/>
                <a:gd name="connsiteX13" fmla="*/ 66758 w 100066"/>
                <a:gd name="connsiteY13" fmla="*/ 803 h 237101"/>
                <a:gd name="connsiteX14" fmla="*/ 63930 w 100066"/>
                <a:gd name="connsiteY14" fmla="*/ 101 h 2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066" h="237101">
                  <a:moveTo>
                    <a:pt x="63930" y="101"/>
                  </a:moveTo>
                  <a:lnTo>
                    <a:pt x="283" y="32019"/>
                  </a:lnTo>
                  <a:lnTo>
                    <a:pt x="283" y="36929"/>
                  </a:lnTo>
                  <a:cubicBezTo>
                    <a:pt x="4526" y="35175"/>
                    <a:pt x="8416" y="33772"/>
                    <a:pt x="9830" y="33071"/>
                  </a:cubicBezTo>
                  <a:cubicBezTo>
                    <a:pt x="16195" y="30616"/>
                    <a:pt x="22206" y="29213"/>
                    <a:pt x="25742" y="29213"/>
                  </a:cubicBezTo>
                  <a:cubicBezTo>
                    <a:pt x="33167" y="29213"/>
                    <a:pt x="36349" y="34474"/>
                    <a:pt x="36349" y="45698"/>
                  </a:cubicBezTo>
                  <a:lnTo>
                    <a:pt x="36349" y="204584"/>
                  </a:lnTo>
                  <a:cubicBezTo>
                    <a:pt x="36349" y="216158"/>
                    <a:pt x="33521" y="224225"/>
                    <a:pt x="27863" y="227382"/>
                  </a:cubicBezTo>
                  <a:cubicBezTo>
                    <a:pt x="22559" y="230539"/>
                    <a:pt x="17609" y="231591"/>
                    <a:pt x="2758" y="231942"/>
                  </a:cubicBezTo>
                  <a:lnTo>
                    <a:pt x="2758" y="237203"/>
                  </a:lnTo>
                  <a:lnTo>
                    <a:pt x="100350" y="237203"/>
                  </a:lnTo>
                  <a:lnTo>
                    <a:pt x="100350" y="231942"/>
                  </a:lnTo>
                  <a:cubicBezTo>
                    <a:pt x="72416" y="231591"/>
                    <a:pt x="66758" y="228083"/>
                    <a:pt x="66758" y="211248"/>
                  </a:cubicBezTo>
                  <a:lnTo>
                    <a:pt x="66758" y="803"/>
                  </a:lnTo>
                  <a:lnTo>
                    <a:pt x="63930" y="10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2F288BD5-998B-4F7F-2115-471FB5212F38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3934021" y="4567938"/>
              <a:ext cx="151690" cy="234997"/>
            </a:xfrm>
            <a:custGeom>
              <a:avLst/>
              <a:gdLst>
                <a:gd name="connsiteX0" fmla="*/ 151979 w 151690"/>
                <a:gd name="connsiteY0" fmla="*/ 101 h 234997"/>
                <a:gd name="connsiteX1" fmla="*/ 21150 w 151690"/>
                <a:gd name="connsiteY1" fmla="*/ 101 h 234997"/>
                <a:gd name="connsiteX2" fmla="*/ 288 w 151690"/>
                <a:gd name="connsiteY2" fmla="*/ 51660 h 234997"/>
                <a:gd name="connsiteX3" fmla="*/ 6299 w 151690"/>
                <a:gd name="connsiteY3" fmla="*/ 54466 h 234997"/>
                <a:gd name="connsiteX4" fmla="*/ 47316 w 151690"/>
                <a:gd name="connsiteY4" fmla="*/ 26056 h 234997"/>
                <a:gd name="connsiteX5" fmla="*/ 124045 w 151690"/>
                <a:gd name="connsiteY5" fmla="*/ 26056 h 234997"/>
                <a:gd name="connsiteX6" fmla="*/ 54034 w 151690"/>
                <a:gd name="connsiteY6" fmla="*/ 235098 h 234997"/>
                <a:gd name="connsiteX7" fmla="*/ 77017 w 151690"/>
                <a:gd name="connsiteY7" fmla="*/ 235098 h 234997"/>
                <a:gd name="connsiteX8" fmla="*/ 151979 w 151690"/>
                <a:gd name="connsiteY8" fmla="*/ 5713 h 234997"/>
                <a:gd name="connsiteX9" fmla="*/ 151979 w 151690"/>
                <a:gd name="connsiteY9" fmla="*/ 101 h 23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690" h="234997">
                  <a:moveTo>
                    <a:pt x="151979" y="101"/>
                  </a:moveTo>
                  <a:lnTo>
                    <a:pt x="21150" y="101"/>
                  </a:lnTo>
                  <a:lnTo>
                    <a:pt x="288" y="51660"/>
                  </a:lnTo>
                  <a:lnTo>
                    <a:pt x="6299" y="54466"/>
                  </a:lnTo>
                  <a:cubicBezTo>
                    <a:pt x="21504" y="30616"/>
                    <a:pt x="27868" y="26056"/>
                    <a:pt x="47316" y="26056"/>
                  </a:cubicBezTo>
                  <a:lnTo>
                    <a:pt x="124045" y="26056"/>
                  </a:lnTo>
                  <a:lnTo>
                    <a:pt x="54034" y="235098"/>
                  </a:lnTo>
                  <a:lnTo>
                    <a:pt x="77017" y="235098"/>
                  </a:lnTo>
                  <a:lnTo>
                    <a:pt x="151979" y="5713"/>
                  </a:lnTo>
                  <a:lnTo>
                    <a:pt x="151979" y="101"/>
                  </a:ln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47D2CE37-F508-2E32-2F7E-B361CEDC5CE6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14116430" y="4560221"/>
              <a:ext cx="153458" cy="244817"/>
            </a:xfrm>
            <a:custGeom>
              <a:avLst/>
              <a:gdLst>
                <a:gd name="connsiteX0" fmla="*/ 145973 w 153458"/>
                <a:gd name="connsiteY0" fmla="*/ 101 h 244817"/>
                <a:gd name="connsiteX1" fmla="*/ 59343 w 153458"/>
                <a:gd name="connsiteY1" fmla="*/ 28160 h 244817"/>
                <a:gd name="connsiteX2" fmla="*/ 293 w 153458"/>
                <a:gd name="connsiteY2" fmla="*/ 142152 h 244817"/>
                <a:gd name="connsiteX3" fmla="*/ 25045 w 153458"/>
                <a:gd name="connsiteY3" fmla="*/ 221069 h 244817"/>
                <a:gd name="connsiteX4" fmla="*/ 79498 w 153458"/>
                <a:gd name="connsiteY4" fmla="*/ 244919 h 244817"/>
                <a:gd name="connsiteX5" fmla="*/ 153752 w 153458"/>
                <a:gd name="connsiteY5" fmla="*/ 163196 h 244817"/>
                <a:gd name="connsiteX6" fmla="*/ 87277 w 153458"/>
                <a:gd name="connsiteY6" fmla="*/ 89891 h 244817"/>
                <a:gd name="connsiteX7" fmla="*/ 42017 w 153458"/>
                <a:gd name="connsiteY7" fmla="*/ 105674 h 244817"/>
                <a:gd name="connsiteX8" fmla="*/ 146680 w 153458"/>
                <a:gd name="connsiteY8" fmla="*/ 5713 h 244817"/>
                <a:gd name="connsiteX9" fmla="*/ 145973 w 153458"/>
                <a:gd name="connsiteY9" fmla="*/ 101 h 244817"/>
                <a:gd name="connsiteX10" fmla="*/ 73840 w 153458"/>
                <a:gd name="connsiteY10" fmla="*/ 106025 h 244817"/>
                <a:gd name="connsiteX11" fmla="*/ 121929 w 153458"/>
                <a:gd name="connsiteY11" fmla="*/ 175121 h 244817"/>
                <a:gd name="connsiteX12" fmla="*/ 83387 w 153458"/>
                <a:gd name="connsiteY12" fmla="*/ 235098 h 244817"/>
                <a:gd name="connsiteX13" fmla="*/ 33177 w 153458"/>
                <a:gd name="connsiteY13" fmla="*/ 147763 h 244817"/>
                <a:gd name="connsiteX14" fmla="*/ 43078 w 153458"/>
                <a:gd name="connsiteY14" fmla="*/ 114794 h 244817"/>
                <a:gd name="connsiteX15" fmla="*/ 73840 w 153458"/>
                <a:gd name="connsiteY15" fmla="*/ 106025 h 24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3458" h="244817">
                  <a:moveTo>
                    <a:pt x="145973" y="101"/>
                  </a:moveTo>
                  <a:cubicBezTo>
                    <a:pt x="105663" y="3609"/>
                    <a:pt x="85155" y="10273"/>
                    <a:pt x="59343" y="28160"/>
                  </a:cubicBezTo>
                  <a:cubicBezTo>
                    <a:pt x="21155" y="55168"/>
                    <a:pt x="293" y="95152"/>
                    <a:pt x="293" y="142152"/>
                  </a:cubicBezTo>
                  <a:cubicBezTo>
                    <a:pt x="293" y="172666"/>
                    <a:pt x="9840" y="203531"/>
                    <a:pt x="25045" y="221069"/>
                  </a:cubicBezTo>
                  <a:cubicBezTo>
                    <a:pt x="38481" y="236501"/>
                    <a:pt x="57575" y="244919"/>
                    <a:pt x="79498" y="244919"/>
                  </a:cubicBezTo>
                  <a:cubicBezTo>
                    <a:pt x="123343" y="244919"/>
                    <a:pt x="153752" y="211599"/>
                    <a:pt x="153752" y="163196"/>
                  </a:cubicBezTo>
                  <a:cubicBezTo>
                    <a:pt x="153752" y="118301"/>
                    <a:pt x="127940" y="89891"/>
                    <a:pt x="87277" y="89891"/>
                  </a:cubicBezTo>
                  <a:cubicBezTo>
                    <a:pt x="71719" y="89891"/>
                    <a:pt x="64293" y="92346"/>
                    <a:pt x="42017" y="105674"/>
                  </a:cubicBezTo>
                  <a:cubicBezTo>
                    <a:pt x="51564" y="52712"/>
                    <a:pt x="91166" y="14832"/>
                    <a:pt x="146680" y="5713"/>
                  </a:cubicBezTo>
                  <a:lnTo>
                    <a:pt x="145973" y="101"/>
                  </a:lnTo>
                  <a:close/>
                  <a:moveTo>
                    <a:pt x="73840" y="106025"/>
                  </a:moveTo>
                  <a:cubicBezTo>
                    <a:pt x="104249" y="106025"/>
                    <a:pt x="121929" y="131279"/>
                    <a:pt x="121929" y="175121"/>
                  </a:cubicBezTo>
                  <a:cubicBezTo>
                    <a:pt x="121929" y="213703"/>
                    <a:pt x="108139" y="235098"/>
                    <a:pt x="83387" y="235098"/>
                  </a:cubicBezTo>
                  <a:cubicBezTo>
                    <a:pt x="52271" y="235098"/>
                    <a:pt x="33177" y="202128"/>
                    <a:pt x="33177" y="147763"/>
                  </a:cubicBezTo>
                  <a:cubicBezTo>
                    <a:pt x="33177" y="129876"/>
                    <a:pt x="36006" y="120055"/>
                    <a:pt x="43078" y="114794"/>
                  </a:cubicBezTo>
                  <a:cubicBezTo>
                    <a:pt x="50503" y="109182"/>
                    <a:pt x="61464" y="106025"/>
                    <a:pt x="73840" y="106025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7985E29-4965-8FC7-85E9-B996EA30CB0F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14290353" y="4563027"/>
              <a:ext cx="159823" cy="242011"/>
            </a:xfrm>
            <a:custGeom>
              <a:avLst/>
              <a:gdLst>
                <a:gd name="connsiteX0" fmla="*/ 81624 w 159823"/>
                <a:gd name="connsiteY0" fmla="*/ 101 h 242011"/>
                <a:gd name="connsiteX1" fmla="*/ 34243 w 159823"/>
                <a:gd name="connsiteY1" fmla="*/ 18340 h 242011"/>
                <a:gd name="connsiteX2" fmla="*/ 298 w 159823"/>
                <a:gd name="connsiteY2" fmla="*/ 119353 h 242011"/>
                <a:gd name="connsiteX3" fmla="*/ 28585 w 159823"/>
                <a:gd name="connsiteY3" fmla="*/ 218263 h 242011"/>
                <a:gd name="connsiteX4" fmla="*/ 80210 w 159823"/>
                <a:gd name="connsiteY4" fmla="*/ 242113 h 242011"/>
                <a:gd name="connsiteX5" fmla="*/ 126177 w 159823"/>
                <a:gd name="connsiteY5" fmla="*/ 223874 h 242011"/>
                <a:gd name="connsiteX6" fmla="*/ 160122 w 159823"/>
                <a:gd name="connsiteY6" fmla="*/ 121458 h 242011"/>
                <a:gd name="connsiteX7" fmla="*/ 81624 w 159823"/>
                <a:gd name="connsiteY7" fmla="*/ 101 h 242011"/>
                <a:gd name="connsiteX8" fmla="*/ 80563 w 159823"/>
                <a:gd name="connsiteY8" fmla="*/ 9220 h 242011"/>
                <a:gd name="connsiteX9" fmla="*/ 126177 w 159823"/>
                <a:gd name="connsiteY9" fmla="*/ 122159 h 242011"/>
                <a:gd name="connsiteX10" fmla="*/ 80210 w 159823"/>
                <a:gd name="connsiteY10" fmla="*/ 232994 h 242011"/>
                <a:gd name="connsiteX11" fmla="*/ 34243 w 159823"/>
                <a:gd name="connsiteY11" fmla="*/ 122510 h 242011"/>
                <a:gd name="connsiteX12" fmla="*/ 80563 w 159823"/>
                <a:gd name="connsiteY12" fmla="*/ 9220 h 24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823" h="242011">
                  <a:moveTo>
                    <a:pt x="81624" y="101"/>
                  </a:moveTo>
                  <a:cubicBezTo>
                    <a:pt x="62177" y="101"/>
                    <a:pt x="47326" y="6064"/>
                    <a:pt x="34243" y="18340"/>
                  </a:cubicBezTo>
                  <a:cubicBezTo>
                    <a:pt x="13735" y="37981"/>
                    <a:pt x="298" y="78317"/>
                    <a:pt x="298" y="119353"/>
                  </a:cubicBezTo>
                  <a:cubicBezTo>
                    <a:pt x="298" y="157584"/>
                    <a:pt x="11967" y="198621"/>
                    <a:pt x="28585" y="218263"/>
                  </a:cubicBezTo>
                  <a:cubicBezTo>
                    <a:pt x="41668" y="233695"/>
                    <a:pt x="59701" y="242113"/>
                    <a:pt x="80210" y="242113"/>
                  </a:cubicBezTo>
                  <a:cubicBezTo>
                    <a:pt x="98243" y="242113"/>
                    <a:pt x="113447" y="236150"/>
                    <a:pt x="126177" y="223874"/>
                  </a:cubicBezTo>
                  <a:cubicBezTo>
                    <a:pt x="146685" y="204584"/>
                    <a:pt x="160122" y="163898"/>
                    <a:pt x="160122" y="121458"/>
                  </a:cubicBezTo>
                  <a:cubicBezTo>
                    <a:pt x="160122" y="49556"/>
                    <a:pt x="127945" y="101"/>
                    <a:pt x="81624" y="101"/>
                  </a:cubicBezTo>
                  <a:close/>
                  <a:moveTo>
                    <a:pt x="80563" y="9220"/>
                  </a:moveTo>
                  <a:cubicBezTo>
                    <a:pt x="110265" y="9220"/>
                    <a:pt x="126177" y="48854"/>
                    <a:pt x="126177" y="122159"/>
                  </a:cubicBezTo>
                  <a:cubicBezTo>
                    <a:pt x="126177" y="195464"/>
                    <a:pt x="110619" y="232994"/>
                    <a:pt x="80210" y="232994"/>
                  </a:cubicBezTo>
                  <a:cubicBezTo>
                    <a:pt x="49801" y="232994"/>
                    <a:pt x="34243" y="195464"/>
                    <a:pt x="34243" y="122510"/>
                  </a:cubicBezTo>
                  <a:cubicBezTo>
                    <a:pt x="34243" y="48153"/>
                    <a:pt x="50155" y="9220"/>
                    <a:pt x="80563" y="9220"/>
                  </a:cubicBezTo>
                  <a:close/>
                </a:path>
              </a:pathLst>
            </a:custGeom>
            <a:solidFill>
              <a:srgbClr val="FFFFFF"/>
            </a:solidFill>
            <a:ln w="304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67" name="Group 466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2)=\frac{(2-4)(2-6)}{(1-4)(1-6)}0+\frac{(2-1)(2-6)}{(4-1)(4-6)}1.386294\\&#10;%&#10;+\frac{(2-1)(2-4)}{(6-1)(6-4)}1.791760=0.5658444&#10;\end{aligned}&#10;$$&#10;}&#10;\end{document}" title="IguanaTex Shape Display">
            <a:extLst>
              <a:ext uri="{FF2B5EF4-FFF2-40B4-BE49-F238E27FC236}">
                <a16:creationId xmlns:a16="http://schemas.microsoft.com/office/drawing/2014/main" id="{14241A1A-8914-6919-7B28-49E4B061DFD4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282739" y="4941035"/>
            <a:ext cx="6201170" cy="1555425"/>
            <a:chOff x="5525383" y="5544068"/>
            <a:chExt cx="6201170" cy="1555425"/>
          </a:xfrm>
        </p:grpSpPr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6AE6FE5F-EC3C-1E36-9610-B159092D13F1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5525383" y="5771425"/>
              <a:ext cx="172317" cy="267736"/>
            </a:xfrm>
            <a:custGeom>
              <a:avLst/>
              <a:gdLst>
                <a:gd name="connsiteX0" fmla="*/ 55057 w 172317"/>
                <a:gd name="connsiteY0" fmla="*/ 85391 h 267736"/>
                <a:gd name="connsiteX1" fmla="*/ 82218 w 172317"/>
                <a:gd name="connsiteY1" fmla="*/ 85391 h 267736"/>
                <a:gd name="connsiteX2" fmla="*/ 55661 w 172317"/>
                <a:gd name="connsiteY2" fmla="*/ 212452 h 267736"/>
                <a:gd name="connsiteX3" fmla="*/ 26388 w 172317"/>
                <a:gd name="connsiteY3" fmla="*/ 261461 h 267736"/>
                <a:gd name="connsiteX4" fmla="*/ 20352 w 172317"/>
                <a:gd name="connsiteY4" fmla="*/ 256621 h 267736"/>
                <a:gd name="connsiteX5" fmla="*/ 21559 w 172317"/>
                <a:gd name="connsiteY5" fmla="*/ 253293 h 267736"/>
                <a:gd name="connsiteX6" fmla="*/ 23068 w 172317"/>
                <a:gd name="connsiteY6" fmla="*/ 248452 h 267736"/>
                <a:gd name="connsiteX7" fmla="*/ 11299 w 172317"/>
                <a:gd name="connsiteY7" fmla="*/ 236956 h 267736"/>
                <a:gd name="connsiteX8" fmla="*/ 133 w 172317"/>
                <a:gd name="connsiteY8" fmla="*/ 249360 h 267736"/>
                <a:gd name="connsiteX9" fmla="*/ 23974 w 172317"/>
                <a:gd name="connsiteY9" fmla="*/ 267814 h 267736"/>
                <a:gd name="connsiteX10" fmla="*/ 84330 w 172317"/>
                <a:gd name="connsiteY10" fmla="*/ 182199 h 267736"/>
                <a:gd name="connsiteX11" fmla="*/ 106058 w 172317"/>
                <a:gd name="connsiteY11" fmla="*/ 85391 h 267736"/>
                <a:gd name="connsiteX12" fmla="*/ 138953 w 172317"/>
                <a:gd name="connsiteY12" fmla="*/ 85391 h 267736"/>
                <a:gd name="connsiteX13" fmla="*/ 140763 w 172317"/>
                <a:gd name="connsiteY13" fmla="*/ 75710 h 267736"/>
                <a:gd name="connsiteX14" fmla="*/ 108171 w 172317"/>
                <a:gd name="connsiteY14" fmla="*/ 75710 h 267736"/>
                <a:gd name="connsiteX15" fmla="*/ 144988 w 172317"/>
                <a:gd name="connsiteY15" fmla="*/ 6734 h 267736"/>
                <a:gd name="connsiteX16" fmla="*/ 151627 w 172317"/>
                <a:gd name="connsiteY16" fmla="*/ 10364 h 267736"/>
                <a:gd name="connsiteX17" fmla="*/ 150420 w 172317"/>
                <a:gd name="connsiteY17" fmla="*/ 13389 h 267736"/>
                <a:gd name="connsiteX18" fmla="*/ 148610 w 172317"/>
                <a:gd name="connsiteY18" fmla="*/ 19742 h 267736"/>
                <a:gd name="connsiteX19" fmla="*/ 159775 w 172317"/>
                <a:gd name="connsiteY19" fmla="*/ 31843 h 267736"/>
                <a:gd name="connsiteX20" fmla="*/ 172450 w 172317"/>
                <a:gd name="connsiteY20" fmla="*/ 19742 h 267736"/>
                <a:gd name="connsiteX21" fmla="*/ 146497 w 172317"/>
                <a:gd name="connsiteY21" fmla="*/ 78 h 267736"/>
                <a:gd name="connsiteX22" fmla="*/ 109076 w 172317"/>
                <a:gd name="connsiteY22" fmla="*/ 20952 h 267736"/>
                <a:gd name="connsiteX23" fmla="*/ 84934 w 172317"/>
                <a:gd name="connsiteY23" fmla="*/ 75710 h 267736"/>
                <a:gd name="connsiteX24" fmla="*/ 57170 w 172317"/>
                <a:gd name="connsiteY24" fmla="*/ 75710 h 267736"/>
                <a:gd name="connsiteX25" fmla="*/ 55057 w 172317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317" h="267736">
                  <a:moveTo>
                    <a:pt x="55057" y="85391"/>
                  </a:moveTo>
                  <a:lnTo>
                    <a:pt x="82218" y="85391"/>
                  </a:lnTo>
                  <a:lnTo>
                    <a:pt x="55661" y="212452"/>
                  </a:lnTo>
                  <a:cubicBezTo>
                    <a:pt x="49022" y="244822"/>
                    <a:pt x="39063" y="261461"/>
                    <a:pt x="26388" y="261461"/>
                  </a:cubicBezTo>
                  <a:cubicBezTo>
                    <a:pt x="22767" y="261461"/>
                    <a:pt x="20352" y="259343"/>
                    <a:pt x="20352" y="256621"/>
                  </a:cubicBezTo>
                  <a:cubicBezTo>
                    <a:pt x="20352" y="255713"/>
                    <a:pt x="20654" y="254806"/>
                    <a:pt x="21559" y="253293"/>
                  </a:cubicBezTo>
                  <a:cubicBezTo>
                    <a:pt x="22767" y="251478"/>
                    <a:pt x="23068" y="250268"/>
                    <a:pt x="23068" y="248452"/>
                  </a:cubicBezTo>
                  <a:cubicBezTo>
                    <a:pt x="23068" y="242099"/>
                    <a:pt x="17636" y="236956"/>
                    <a:pt x="11299" y="236956"/>
                  </a:cubicBezTo>
                  <a:cubicBezTo>
                    <a:pt x="4961" y="236956"/>
                    <a:pt x="133" y="242402"/>
                    <a:pt x="133" y="249360"/>
                  </a:cubicBezTo>
                  <a:cubicBezTo>
                    <a:pt x="133" y="259646"/>
                    <a:pt x="10695" y="267814"/>
                    <a:pt x="23974" y="267814"/>
                  </a:cubicBezTo>
                  <a:cubicBezTo>
                    <a:pt x="50832" y="267814"/>
                    <a:pt x="71957" y="237864"/>
                    <a:pt x="84330" y="182199"/>
                  </a:cubicBezTo>
                  <a:lnTo>
                    <a:pt x="106058" y="85391"/>
                  </a:lnTo>
                  <a:lnTo>
                    <a:pt x="138953" y="85391"/>
                  </a:lnTo>
                  <a:lnTo>
                    <a:pt x="140763" y="75710"/>
                  </a:lnTo>
                  <a:lnTo>
                    <a:pt x="108171" y="75710"/>
                  </a:lnTo>
                  <a:cubicBezTo>
                    <a:pt x="116922" y="28213"/>
                    <a:pt x="128088" y="6734"/>
                    <a:pt x="144988" y="6734"/>
                  </a:cubicBezTo>
                  <a:cubicBezTo>
                    <a:pt x="148911" y="6734"/>
                    <a:pt x="151627" y="8246"/>
                    <a:pt x="151627" y="10364"/>
                  </a:cubicBezTo>
                  <a:cubicBezTo>
                    <a:pt x="151627" y="11271"/>
                    <a:pt x="151326" y="11877"/>
                    <a:pt x="150420" y="13389"/>
                  </a:cubicBezTo>
                  <a:cubicBezTo>
                    <a:pt x="149213" y="16112"/>
                    <a:pt x="148610" y="17625"/>
                    <a:pt x="148610" y="19742"/>
                  </a:cubicBezTo>
                  <a:cubicBezTo>
                    <a:pt x="148610" y="27003"/>
                    <a:pt x="153136" y="31843"/>
                    <a:pt x="159775" y="31843"/>
                  </a:cubicBezTo>
                  <a:cubicBezTo>
                    <a:pt x="166716" y="31843"/>
                    <a:pt x="172450" y="26398"/>
                    <a:pt x="172450" y="19742"/>
                  </a:cubicBezTo>
                  <a:cubicBezTo>
                    <a:pt x="172450" y="8549"/>
                    <a:pt x="161284" y="78"/>
                    <a:pt x="146497" y="78"/>
                  </a:cubicBezTo>
                  <a:cubicBezTo>
                    <a:pt x="131710" y="78"/>
                    <a:pt x="119940" y="6734"/>
                    <a:pt x="109076" y="20952"/>
                  </a:cubicBezTo>
                  <a:cubicBezTo>
                    <a:pt x="100023" y="32751"/>
                    <a:pt x="93987" y="46667"/>
                    <a:pt x="84934" y="75710"/>
                  </a:cubicBezTo>
                  <a:lnTo>
                    <a:pt x="57170" y="75710"/>
                  </a:lnTo>
                  <a:lnTo>
                    <a:pt x="55057" y="8539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2386CFAC-406D-319C-194E-2212BAD48BE9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5668224" y="5871074"/>
              <a:ext cx="99376" cy="151335"/>
            </a:xfrm>
            <a:custGeom>
              <a:avLst/>
              <a:gdLst>
                <a:gd name="connsiteX0" fmla="*/ 99512 w 99376"/>
                <a:gd name="connsiteY0" fmla="*/ 120746 h 151335"/>
                <a:gd name="connsiteX1" fmla="*/ 96609 w 99376"/>
                <a:gd name="connsiteY1" fmla="*/ 119627 h 151335"/>
                <a:gd name="connsiteX2" fmla="*/ 75394 w 99376"/>
                <a:gd name="connsiteY2" fmla="*/ 134402 h 151335"/>
                <a:gd name="connsiteX3" fmla="*/ 22021 w 99376"/>
                <a:gd name="connsiteY3" fmla="*/ 134402 h 151335"/>
                <a:gd name="connsiteX4" fmla="*/ 59538 w 99376"/>
                <a:gd name="connsiteY4" fmla="*/ 95001 h 151335"/>
                <a:gd name="connsiteX5" fmla="*/ 88123 w 99376"/>
                <a:gd name="connsiteY5" fmla="*/ 39705 h 151335"/>
                <a:gd name="connsiteX6" fmla="*/ 46809 w 99376"/>
                <a:gd name="connsiteY6" fmla="*/ 80 h 151335"/>
                <a:gd name="connsiteX7" fmla="*/ 14651 w 99376"/>
                <a:gd name="connsiteY7" fmla="*/ 13960 h 151335"/>
                <a:gd name="connsiteX8" fmla="*/ 359 w 99376"/>
                <a:gd name="connsiteY8" fmla="*/ 44630 h 151335"/>
                <a:gd name="connsiteX9" fmla="*/ 5048 w 99376"/>
                <a:gd name="connsiteY9" fmla="*/ 45750 h 151335"/>
                <a:gd name="connsiteX10" fmla="*/ 37429 w 99376"/>
                <a:gd name="connsiteY10" fmla="*/ 16647 h 151335"/>
                <a:gd name="connsiteX11" fmla="*/ 68917 w 99376"/>
                <a:gd name="connsiteY11" fmla="*/ 48212 h 151335"/>
                <a:gd name="connsiteX12" fmla="*/ 39886 w 99376"/>
                <a:gd name="connsiteY12" fmla="*/ 106418 h 151335"/>
                <a:gd name="connsiteX13" fmla="*/ 135 w 99376"/>
                <a:gd name="connsiteY13" fmla="*/ 148730 h 151335"/>
                <a:gd name="connsiteX14" fmla="*/ 135 w 99376"/>
                <a:gd name="connsiteY14" fmla="*/ 151416 h 151335"/>
                <a:gd name="connsiteX15" fmla="*/ 87229 w 99376"/>
                <a:gd name="connsiteY15" fmla="*/ 151416 h 151335"/>
                <a:gd name="connsiteX16" fmla="*/ 99512 w 99376"/>
                <a:gd name="connsiteY16" fmla="*/ 120746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376" h="151335">
                  <a:moveTo>
                    <a:pt x="99512" y="120746"/>
                  </a:moveTo>
                  <a:lnTo>
                    <a:pt x="96609" y="119627"/>
                  </a:lnTo>
                  <a:cubicBezTo>
                    <a:pt x="88346" y="132387"/>
                    <a:pt x="85443" y="134402"/>
                    <a:pt x="75394" y="134402"/>
                  </a:cubicBezTo>
                  <a:lnTo>
                    <a:pt x="22021" y="134402"/>
                  </a:lnTo>
                  <a:lnTo>
                    <a:pt x="59538" y="95001"/>
                  </a:lnTo>
                  <a:cubicBezTo>
                    <a:pt x="79413" y="74181"/>
                    <a:pt x="88123" y="57167"/>
                    <a:pt x="88123" y="39705"/>
                  </a:cubicBezTo>
                  <a:cubicBezTo>
                    <a:pt x="88123" y="17318"/>
                    <a:pt x="70034" y="80"/>
                    <a:pt x="46809" y="80"/>
                  </a:cubicBezTo>
                  <a:cubicBezTo>
                    <a:pt x="34526" y="80"/>
                    <a:pt x="22914" y="5005"/>
                    <a:pt x="14651" y="13960"/>
                  </a:cubicBezTo>
                  <a:cubicBezTo>
                    <a:pt x="7505" y="21572"/>
                    <a:pt x="4155" y="28736"/>
                    <a:pt x="359" y="44630"/>
                  </a:cubicBezTo>
                  <a:lnTo>
                    <a:pt x="5048" y="45750"/>
                  </a:lnTo>
                  <a:cubicBezTo>
                    <a:pt x="13981" y="23811"/>
                    <a:pt x="22021" y="16647"/>
                    <a:pt x="37429" y="16647"/>
                  </a:cubicBezTo>
                  <a:cubicBezTo>
                    <a:pt x="56188" y="16647"/>
                    <a:pt x="68917" y="29407"/>
                    <a:pt x="68917" y="48212"/>
                  </a:cubicBezTo>
                  <a:cubicBezTo>
                    <a:pt x="68917" y="65674"/>
                    <a:pt x="58645" y="86494"/>
                    <a:pt x="39886" y="106418"/>
                  </a:cubicBezTo>
                  <a:lnTo>
                    <a:pt x="135" y="148730"/>
                  </a:lnTo>
                  <a:lnTo>
                    <a:pt x="135" y="151416"/>
                  </a:lnTo>
                  <a:lnTo>
                    <a:pt x="87229" y="151416"/>
                  </a:lnTo>
                  <a:lnTo>
                    <a:pt x="99512" y="12074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97E5EE66-55C5-FCA5-9D56-70EB8D9CD28B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5818625" y="5749643"/>
              <a:ext cx="70013" cy="302526"/>
            </a:xfrm>
            <a:custGeom>
              <a:avLst/>
              <a:gdLst>
                <a:gd name="connsiteX0" fmla="*/ 70154 w 70013"/>
                <a:gd name="connsiteY0" fmla="*/ 299579 h 302526"/>
                <a:gd name="connsiteX1" fmla="*/ 65024 w 70013"/>
                <a:gd name="connsiteY1" fmla="*/ 292923 h 302526"/>
                <a:gd name="connsiteX2" fmla="*/ 17644 w 70013"/>
                <a:gd name="connsiteY2" fmla="*/ 151341 h 302526"/>
                <a:gd name="connsiteX3" fmla="*/ 66231 w 70013"/>
                <a:gd name="connsiteY3" fmla="*/ 8246 h 302526"/>
                <a:gd name="connsiteX4" fmla="*/ 70154 w 70013"/>
                <a:gd name="connsiteY4" fmla="*/ 3103 h 302526"/>
                <a:gd name="connsiteX5" fmla="*/ 67136 w 70013"/>
                <a:gd name="connsiteY5" fmla="*/ 77 h 302526"/>
                <a:gd name="connsiteX6" fmla="*/ 19153 w 70013"/>
                <a:gd name="connsiteY6" fmla="*/ 59070 h 302526"/>
                <a:gd name="connsiteX7" fmla="*/ 141 w 70013"/>
                <a:gd name="connsiteY7" fmla="*/ 151341 h 302526"/>
                <a:gd name="connsiteX8" fmla="*/ 20058 w 70013"/>
                <a:gd name="connsiteY8" fmla="*/ 245729 h 302526"/>
                <a:gd name="connsiteX9" fmla="*/ 67136 w 70013"/>
                <a:gd name="connsiteY9" fmla="*/ 302604 h 302526"/>
                <a:gd name="connsiteX10" fmla="*/ 70154 w 70013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154" y="299579"/>
                  </a:moveTo>
                  <a:cubicBezTo>
                    <a:pt x="70154" y="298671"/>
                    <a:pt x="70154" y="298066"/>
                    <a:pt x="65024" y="292923"/>
                  </a:cubicBezTo>
                  <a:cubicBezTo>
                    <a:pt x="27301" y="254805"/>
                    <a:pt x="17644" y="197627"/>
                    <a:pt x="17644" y="151341"/>
                  </a:cubicBezTo>
                  <a:cubicBezTo>
                    <a:pt x="17644" y="98701"/>
                    <a:pt x="29112" y="46061"/>
                    <a:pt x="66231" y="8246"/>
                  </a:cubicBezTo>
                  <a:cubicBezTo>
                    <a:pt x="70154" y="4615"/>
                    <a:pt x="70154" y="4010"/>
                    <a:pt x="70154" y="3103"/>
                  </a:cubicBezTo>
                  <a:cubicBezTo>
                    <a:pt x="70154" y="985"/>
                    <a:pt x="68947" y="77"/>
                    <a:pt x="67136" y="77"/>
                  </a:cubicBezTo>
                  <a:cubicBezTo>
                    <a:pt x="64118" y="77"/>
                    <a:pt x="36958" y="20649"/>
                    <a:pt x="19153" y="59070"/>
                  </a:cubicBezTo>
                  <a:cubicBezTo>
                    <a:pt x="3762" y="92348"/>
                    <a:pt x="141" y="125928"/>
                    <a:pt x="141" y="151341"/>
                  </a:cubicBezTo>
                  <a:cubicBezTo>
                    <a:pt x="141" y="174938"/>
                    <a:pt x="3460" y="211543"/>
                    <a:pt x="20058" y="245729"/>
                  </a:cubicBezTo>
                  <a:cubicBezTo>
                    <a:pt x="38165" y="282940"/>
                    <a:pt x="64118" y="302604"/>
                    <a:pt x="67136" y="302604"/>
                  </a:cubicBezTo>
                  <a:cubicBezTo>
                    <a:pt x="68947" y="302604"/>
                    <a:pt x="70154" y="301696"/>
                    <a:pt x="70154" y="29957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5C4F50D6-2F23-2854-B41E-908718E01BDB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5915329" y="5772030"/>
              <a:ext cx="134292" cy="204508"/>
            </a:xfrm>
            <a:custGeom>
              <a:avLst/>
              <a:gdLst>
                <a:gd name="connsiteX0" fmla="*/ 134437 w 134292"/>
                <a:gd name="connsiteY0" fmla="*/ 163140 h 204508"/>
                <a:gd name="connsiteX1" fmla="*/ 130514 w 134292"/>
                <a:gd name="connsiteY1" fmla="*/ 161627 h 204508"/>
                <a:gd name="connsiteX2" fmla="*/ 101844 w 134292"/>
                <a:gd name="connsiteY2" fmla="*/ 181594 h 204508"/>
                <a:gd name="connsiteX3" fmla="*/ 29719 w 134292"/>
                <a:gd name="connsiteY3" fmla="*/ 181594 h 204508"/>
                <a:gd name="connsiteX4" fmla="*/ 80418 w 134292"/>
                <a:gd name="connsiteY4" fmla="*/ 128349 h 204508"/>
                <a:gd name="connsiteX5" fmla="*/ 119046 w 134292"/>
                <a:gd name="connsiteY5" fmla="*/ 53625 h 204508"/>
                <a:gd name="connsiteX6" fmla="*/ 63216 w 134292"/>
                <a:gd name="connsiteY6" fmla="*/ 78 h 204508"/>
                <a:gd name="connsiteX7" fmla="*/ 19760 w 134292"/>
                <a:gd name="connsiteY7" fmla="*/ 18835 h 204508"/>
                <a:gd name="connsiteX8" fmla="*/ 446 w 134292"/>
                <a:gd name="connsiteY8" fmla="*/ 60281 h 204508"/>
                <a:gd name="connsiteX9" fmla="*/ 6783 w 134292"/>
                <a:gd name="connsiteY9" fmla="*/ 61793 h 204508"/>
                <a:gd name="connsiteX10" fmla="*/ 50542 w 134292"/>
                <a:gd name="connsiteY10" fmla="*/ 22465 h 204508"/>
                <a:gd name="connsiteX11" fmla="*/ 93093 w 134292"/>
                <a:gd name="connsiteY11" fmla="*/ 65121 h 204508"/>
                <a:gd name="connsiteX12" fmla="*/ 53861 w 134292"/>
                <a:gd name="connsiteY12" fmla="*/ 143778 h 204508"/>
                <a:gd name="connsiteX13" fmla="*/ 144 w 134292"/>
                <a:gd name="connsiteY13" fmla="*/ 200956 h 204508"/>
                <a:gd name="connsiteX14" fmla="*/ 144 w 134292"/>
                <a:gd name="connsiteY14" fmla="*/ 204586 h 204508"/>
                <a:gd name="connsiteX15" fmla="*/ 117839 w 134292"/>
                <a:gd name="connsiteY15" fmla="*/ 204586 h 204508"/>
                <a:gd name="connsiteX16" fmla="*/ 134437 w 134292"/>
                <a:gd name="connsiteY16" fmla="*/ 163140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437" y="163140"/>
                  </a:moveTo>
                  <a:lnTo>
                    <a:pt x="130514" y="161627"/>
                  </a:lnTo>
                  <a:cubicBezTo>
                    <a:pt x="119348" y="178871"/>
                    <a:pt x="115425" y="181594"/>
                    <a:pt x="101844" y="181594"/>
                  </a:cubicBezTo>
                  <a:lnTo>
                    <a:pt x="29719" y="181594"/>
                  </a:lnTo>
                  <a:lnTo>
                    <a:pt x="80418" y="128349"/>
                  </a:lnTo>
                  <a:cubicBezTo>
                    <a:pt x="107277" y="100214"/>
                    <a:pt x="119046" y="77222"/>
                    <a:pt x="119046" y="53625"/>
                  </a:cubicBezTo>
                  <a:cubicBezTo>
                    <a:pt x="119046" y="23373"/>
                    <a:pt x="94602" y="78"/>
                    <a:pt x="63216" y="78"/>
                  </a:cubicBezTo>
                  <a:cubicBezTo>
                    <a:pt x="46618" y="78"/>
                    <a:pt x="30926" y="6734"/>
                    <a:pt x="19760" y="18835"/>
                  </a:cubicBezTo>
                  <a:cubicBezTo>
                    <a:pt x="10103" y="29121"/>
                    <a:pt x="5576" y="38801"/>
                    <a:pt x="446" y="60281"/>
                  </a:cubicBezTo>
                  <a:lnTo>
                    <a:pt x="6783" y="61793"/>
                  </a:lnTo>
                  <a:cubicBezTo>
                    <a:pt x="18855" y="32146"/>
                    <a:pt x="29719" y="22465"/>
                    <a:pt x="50542" y="22465"/>
                  </a:cubicBezTo>
                  <a:cubicBezTo>
                    <a:pt x="75891" y="22465"/>
                    <a:pt x="93093" y="39709"/>
                    <a:pt x="93093" y="65121"/>
                  </a:cubicBezTo>
                  <a:cubicBezTo>
                    <a:pt x="93093" y="88718"/>
                    <a:pt x="79211" y="116853"/>
                    <a:pt x="53861" y="143778"/>
                  </a:cubicBezTo>
                  <a:lnTo>
                    <a:pt x="144" y="200956"/>
                  </a:lnTo>
                  <a:lnTo>
                    <a:pt x="144" y="204586"/>
                  </a:lnTo>
                  <a:lnTo>
                    <a:pt x="117839" y="204586"/>
                  </a:lnTo>
                  <a:lnTo>
                    <a:pt x="134437" y="16314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21583484-473E-08B5-0FAE-672AC6DAC133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6074933" y="5749643"/>
              <a:ext cx="70013" cy="302526"/>
            </a:xfrm>
            <a:custGeom>
              <a:avLst/>
              <a:gdLst>
                <a:gd name="connsiteX0" fmla="*/ 70163 w 70013"/>
                <a:gd name="connsiteY0" fmla="*/ 151341 h 302526"/>
                <a:gd name="connsiteX1" fmla="*/ 50245 w 70013"/>
                <a:gd name="connsiteY1" fmla="*/ 56952 h 302526"/>
                <a:gd name="connsiteX2" fmla="*/ 3167 w 70013"/>
                <a:gd name="connsiteY2" fmla="*/ 77 h 302526"/>
                <a:gd name="connsiteX3" fmla="*/ 149 w 70013"/>
                <a:gd name="connsiteY3" fmla="*/ 3103 h 302526"/>
                <a:gd name="connsiteX4" fmla="*/ 5883 w 70013"/>
                <a:gd name="connsiteY4" fmla="*/ 10061 h 302526"/>
                <a:gd name="connsiteX5" fmla="*/ 52659 w 70013"/>
                <a:gd name="connsiteY5" fmla="*/ 151341 h 302526"/>
                <a:gd name="connsiteX6" fmla="*/ 4073 w 70013"/>
                <a:gd name="connsiteY6" fmla="*/ 294436 h 302526"/>
                <a:gd name="connsiteX7" fmla="*/ 149 w 70013"/>
                <a:gd name="connsiteY7" fmla="*/ 299579 h 302526"/>
                <a:gd name="connsiteX8" fmla="*/ 3167 w 70013"/>
                <a:gd name="connsiteY8" fmla="*/ 302604 h 302526"/>
                <a:gd name="connsiteX9" fmla="*/ 51151 w 70013"/>
                <a:gd name="connsiteY9" fmla="*/ 243611 h 302526"/>
                <a:gd name="connsiteX10" fmla="*/ 70163 w 70013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163" y="151341"/>
                  </a:moveTo>
                  <a:cubicBezTo>
                    <a:pt x="70163" y="127744"/>
                    <a:pt x="66843" y="91138"/>
                    <a:pt x="50245" y="56952"/>
                  </a:cubicBezTo>
                  <a:cubicBezTo>
                    <a:pt x="32138" y="19742"/>
                    <a:pt x="6185" y="77"/>
                    <a:pt x="3167" y="77"/>
                  </a:cubicBezTo>
                  <a:cubicBezTo>
                    <a:pt x="1357" y="77"/>
                    <a:pt x="149" y="1287"/>
                    <a:pt x="149" y="3103"/>
                  </a:cubicBezTo>
                  <a:cubicBezTo>
                    <a:pt x="149" y="4010"/>
                    <a:pt x="149" y="4615"/>
                    <a:pt x="5883" y="10061"/>
                  </a:cubicBezTo>
                  <a:cubicBezTo>
                    <a:pt x="35458" y="40011"/>
                    <a:pt x="52659" y="88113"/>
                    <a:pt x="52659" y="151341"/>
                  </a:cubicBezTo>
                  <a:cubicBezTo>
                    <a:pt x="52659" y="203073"/>
                    <a:pt x="41494" y="256317"/>
                    <a:pt x="4073" y="294436"/>
                  </a:cubicBezTo>
                  <a:cubicBezTo>
                    <a:pt x="149" y="298066"/>
                    <a:pt x="149" y="298671"/>
                    <a:pt x="149" y="299579"/>
                  </a:cubicBezTo>
                  <a:cubicBezTo>
                    <a:pt x="149" y="301394"/>
                    <a:pt x="1357" y="302604"/>
                    <a:pt x="3167" y="302604"/>
                  </a:cubicBezTo>
                  <a:cubicBezTo>
                    <a:pt x="6185" y="302604"/>
                    <a:pt x="33345" y="282032"/>
                    <a:pt x="51151" y="243611"/>
                  </a:cubicBezTo>
                  <a:cubicBezTo>
                    <a:pt x="66541" y="210333"/>
                    <a:pt x="70163" y="176753"/>
                    <a:pt x="70163" y="15134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4DF6DA5C-1F63-09A2-F4C9-91F61A6352B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6259471" y="5865511"/>
              <a:ext cx="200684" cy="70791"/>
            </a:xfrm>
            <a:custGeom>
              <a:avLst/>
              <a:gdLst>
                <a:gd name="connsiteX0" fmla="*/ 190580 w 200684"/>
                <a:gd name="connsiteY0" fmla="*/ 12178 h 70791"/>
                <a:gd name="connsiteX1" fmla="*/ 200841 w 200684"/>
                <a:gd name="connsiteY1" fmla="*/ 6128 h 70791"/>
                <a:gd name="connsiteX2" fmla="*/ 190882 w 200684"/>
                <a:gd name="connsiteY2" fmla="*/ 77 h 70791"/>
                <a:gd name="connsiteX3" fmla="*/ 10115 w 200684"/>
                <a:gd name="connsiteY3" fmla="*/ 77 h 70791"/>
                <a:gd name="connsiteX4" fmla="*/ 156 w 200684"/>
                <a:gd name="connsiteY4" fmla="*/ 6128 h 70791"/>
                <a:gd name="connsiteX5" fmla="*/ 10417 w 200684"/>
                <a:gd name="connsiteY5" fmla="*/ 12178 h 70791"/>
                <a:gd name="connsiteX6" fmla="*/ 190580 w 200684"/>
                <a:gd name="connsiteY6" fmla="*/ 12178 h 70791"/>
                <a:gd name="connsiteX7" fmla="*/ 190882 w 200684"/>
                <a:gd name="connsiteY7" fmla="*/ 70869 h 70791"/>
                <a:gd name="connsiteX8" fmla="*/ 200841 w 200684"/>
                <a:gd name="connsiteY8" fmla="*/ 64818 h 70791"/>
                <a:gd name="connsiteX9" fmla="*/ 190580 w 200684"/>
                <a:gd name="connsiteY9" fmla="*/ 58768 h 70791"/>
                <a:gd name="connsiteX10" fmla="*/ 10417 w 200684"/>
                <a:gd name="connsiteY10" fmla="*/ 58768 h 70791"/>
                <a:gd name="connsiteX11" fmla="*/ 156 w 200684"/>
                <a:gd name="connsiteY11" fmla="*/ 64818 h 70791"/>
                <a:gd name="connsiteX12" fmla="*/ 10115 w 200684"/>
                <a:gd name="connsiteY12" fmla="*/ 70869 h 70791"/>
                <a:gd name="connsiteX13" fmla="*/ 190882 w 200684"/>
                <a:gd name="connsiteY13" fmla="*/ 7086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684" h="70791">
                  <a:moveTo>
                    <a:pt x="190580" y="12178"/>
                  </a:moveTo>
                  <a:cubicBezTo>
                    <a:pt x="195107" y="12178"/>
                    <a:pt x="200841" y="12178"/>
                    <a:pt x="200841" y="6128"/>
                  </a:cubicBezTo>
                  <a:cubicBezTo>
                    <a:pt x="200841" y="77"/>
                    <a:pt x="195107" y="77"/>
                    <a:pt x="190882" y="77"/>
                  </a:cubicBezTo>
                  <a:lnTo>
                    <a:pt x="10115" y="77"/>
                  </a:lnTo>
                  <a:cubicBezTo>
                    <a:pt x="5890" y="77"/>
                    <a:pt x="156" y="77"/>
                    <a:pt x="156" y="6128"/>
                  </a:cubicBezTo>
                  <a:cubicBezTo>
                    <a:pt x="156" y="12178"/>
                    <a:pt x="5890" y="12178"/>
                    <a:pt x="10417" y="12178"/>
                  </a:cubicBezTo>
                  <a:lnTo>
                    <a:pt x="190580" y="12178"/>
                  </a:lnTo>
                  <a:close/>
                  <a:moveTo>
                    <a:pt x="190882" y="70869"/>
                  </a:moveTo>
                  <a:cubicBezTo>
                    <a:pt x="195107" y="70869"/>
                    <a:pt x="200841" y="70869"/>
                    <a:pt x="200841" y="64818"/>
                  </a:cubicBezTo>
                  <a:cubicBezTo>
                    <a:pt x="200841" y="58768"/>
                    <a:pt x="195107" y="58768"/>
                    <a:pt x="190580" y="58768"/>
                  </a:cubicBezTo>
                  <a:lnTo>
                    <a:pt x="10417" y="58768"/>
                  </a:lnTo>
                  <a:cubicBezTo>
                    <a:pt x="5890" y="58768"/>
                    <a:pt x="156" y="58768"/>
                    <a:pt x="156" y="64818"/>
                  </a:cubicBezTo>
                  <a:cubicBezTo>
                    <a:pt x="156" y="70869"/>
                    <a:pt x="5890" y="70869"/>
                    <a:pt x="10115" y="70869"/>
                  </a:cubicBezTo>
                  <a:lnTo>
                    <a:pt x="190882" y="7086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8B061FE-4D9E-F990-A7D1-781C7291D6D6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6611470" y="5544068"/>
              <a:ext cx="70013" cy="302526"/>
            </a:xfrm>
            <a:custGeom>
              <a:avLst/>
              <a:gdLst>
                <a:gd name="connsiteX0" fmla="*/ 70180 w 70013"/>
                <a:gd name="connsiteY0" fmla="*/ 299572 h 302526"/>
                <a:gd name="connsiteX1" fmla="*/ 65050 w 70013"/>
                <a:gd name="connsiteY1" fmla="*/ 292916 h 302526"/>
                <a:gd name="connsiteX2" fmla="*/ 17670 w 70013"/>
                <a:gd name="connsiteY2" fmla="*/ 151334 h 302526"/>
                <a:gd name="connsiteX3" fmla="*/ 66257 w 70013"/>
                <a:gd name="connsiteY3" fmla="*/ 8239 h 302526"/>
                <a:gd name="connsiteX4" fmla="*/ 70180 w 70013"/>
                <a:gd name="connsiteY4" fmla="*/ 3096 h 302526"/>
                <a:gd name="connsiteX5" fmla="*/ 67162 w 70013"/>
                <a:gd name="connsiteY5" fmla="*/ 71 h 302526"/>
                <a:gd name="connsiteX6" fmla="*/ 19179 w 70013"/>
                <a:gd name="connsiteY6" fmla="*/ 59063 h 302526"/>
                <a:gd name="connsiteX7" fmla="*/ 167 w 70013"/>
                <a:gd name="connsiteY7" fmla="*/ 151334 h 302526"/>
                <a:gd name="connsiteX8" fmla="*/ 20084 w 70013"/>
                <a:gd name="connsiteY8" fmla="*/ 245722 h 302526"/>
                <a:gd name="connsiteX9" fmla="*/ 67162 w 70013"/>
                <a:gd name="connsiteY9" fmla="*/ 302597 h 302526"/>
                <a:gd name="connsiteX10" fmla="*/ 70180 w 70013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180" y="299572"/>
                  </a:moveTo>
                  <a:cubicBezTo>
                    <a:pt x="70180" y="298664"/>
                    <a:pt x="70180" y="298059"/>
                    <a:pt x="65050" y="292916"/>
                  </a:cubicBezTo>
                  <a:cubicBezTo>
                    <a:pt x="27327" y="254798"/>
                    <a:pt x="17670" y="197621"/>
                    <a:pt x="17670" y="151334"/>
                  </a:cubicBezTo>
                  <a:cubicBezTo>
                    <a:pt x="17670" y="98694"/>
                    <a:pt x="29138" y="46055"/>
                    <a:pt x="66257" y="8239"/>
                  </a:cubicBezTo>
                  <a:cubicBezTo>
                    <a:pt x="70180" y="4608"/>
                    <a:pt x="70180" y="4003"/>
                    <a:pt x="70180" y="3096"/>
                  </a:cubicBezTo>
                  <a:cubicBezTo>
                    <a:pt x="70180" y="978"/>
                    <a:pt x="68973" y="71"/>
                    <a:pt x="67162" y="71"/>
                  </a:cubicBezTo>
                  <a:cubicBezTo>
                    <a:pt x="64144" y="71"/>
                    <a:pt x="36984" y="20642"/>
                    <a:pt x="19179" y="59063"/>
                  </a:cubicBezTo>
                  <a:cubicBezTo>
                    <a:pt x="3788" y="92341"/>
                    <a:pt x="167" y="125922"/>
                    <a:pt x="167" y="151334"/>
                  </a:cubicBezTo>
                  <a:cubicBezTo>
                    <a:pt x="167" y="174931"/>
                    <a:pt x="3486" y="211537"/>
                    <a:pt x="20084" y="245722"/>
                  </a:cubicBezTo>
                  <a:cubicBezTo>
                    <a:pt x="38191" y="282933"/>
                    <a:pt x="64144" y="302597"/>
                    <a:pt x="67162" y="302597"/>
                  </a:cubicBezTo>
                  <a:cubicBezTo>
                    <a:pt x="68973" y="302597"/>
                    <a:pt x="70180" y="301690"/>
                    <a:pt x="70180" y="29957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525BC282-A662-B124-7728-2C163A2B6CC6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6708174" y="5566454"/>
              <a:ext cx="134292" cy="204508"/>
            </a:xfrm>
            <a:custGeom>
              <a:avLst/>
              <a:gdLst>
                <a:gd name="connsiteX0" fmla="*/ 134463 w 134292"/>
                <a:gd name="connsiteY0" fmla="*/ 163133 h 204508"/>
                <a:gd name="connsiteX1" fmla="*/ 130540 w 134292"/>
                <a:gd name="connsiteY1" fmla="*/ 161621 h 204508"/>
                <a:gd name="connsiteX2" fmla="*/ 101871 w 134292"/>
                <a:gd name="connsiteY2" fmla="*/ 181587 h 204508"/>
                <a:gd name="connsiteX3" fmla="*/ 29745 w 134292"/>
                <a:gd name="connsiteY3" fmla="*/ 181587 h 204508"/>
                <a:gd name="connsiteX4" fmla="*/ 80444 w 134292"/>
                <a:gd name="connsiteY4" fmla="*/ 128343 h 204508"/>
                <a:gd name="connsiteX5" fmla="*/ 119072 w 134292"/>
                <a:gd name="connsiteY5" fmla="*/ 53619 h 204508"/>
                <a:gd name="connsiteX6" fmla="*/ 63242 w 134292"/>
                <a:gd name="connsiteY6" fmla="*/ 71 h 204508"/>
                <a:gd name="connsiteX7" fmla="*/ 19786 w 134292"/>
                <a:gd name="connsiteY7" fmla="*/ 18828 h 204508"/>
                <a:gd name="connsiteX8" fmla="*/ 472 w 134292"/>
                <a:gd name="connsiteY8" fmla="*/ 60274 h 204508"/>
                <a:gd name="connsiteX9" fmla="*/ 6809 w 134292"/>
                <a:gd name="connsiteY9" fmla="*/ 61787 h 204508"/>
                <a:gd name="connsiteX10" fmla="*/ 50568 w 134292"/>
                <a:gd name="connsiteY10" fmla="*/ 22458 h 204508"/>
                <a:gd name="connsiteX11" fmla="*/ 93119 w 134292"/>
                <a:gd name="connsiteY11" fmla="*/ 65114 h 204508"/>
                <a:gd name="connsiteX12" fmla="*/ 53887 w 134292"/>
                <a:gd name="connsiteY12" fmla="*/ 143771 h 204508"/>
                <a:gd name="connsiteX13" fmla="*/ 170 w 134292"/>
                <a:gd name="connsiteY13" fmla="*/ 200949 h 204508"/>
                <a:gd name="connsiteX14" fmla="*/ 170 w 134292"/>
                <a:gd name="connsiteY14" fmla="*/ 204579 h 204508"/>
                <a:gd name="connsiteX15" fmla="*/ 117865 w 134292"/>
                <a:gd name="connsiteY15" fmla="*/ 204579 h 204508"/>
                <a:gd name="connsiteX16" fmla="*/ 134463 w 134292"/>
                <a:gd name="connsiteY16" fmla="*/ 16313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463" y="163133"/>
                  </a:moveTo>
                  <a:lnTo>
                    <a:pt x="130540" y="161621"/>
                  </a:lnTo>
                  <a:cubicBezTo>
                    <a:pt x="119374" y="178865"/>
                    <a:pt x="115451" y="181587"/>
                    <a:pt x="101871" y="181587"/>
                  </a:cubicBezTo>
                  <a:lnTo>
                    <a:pt x="29745" y="181587"/>
                  </a:lnTo>
                  <a:lnTo>
                    <a:pt x="80444" y="128343"/>
                  </a:lnTo>
                  <a:cubicBezTo>
                    <a:pt x="107303" y="100208"/>
                    <a:pt x="119072" y="77216"/>
                    <a:pt x="119072" y="53619"/>
                  </a:cubicBezTo>
                  <a:cubicBezTo>
                    <a:pt x="119072" y="23366"/>
                    <a:pt x="94628" y="71"/>
                    <a:pt x="63242" y="71"/>
                  </a:cubicBezTo>
                  <a:cubicBezTo>
                    <a:pt x="46644" y="71"/>
                    <a:pt x="30952" y="6727"/>
                    <a:pt x="19786" y="18828"/>
                  </a:cubicBezTo>
                  <a:cubicBezTo>
                    <a:pt x="10129" y="29114"/>
                    <a:pt x="5602" y="38795"/>
                    <a:pt x="472" y="60274"/>
                  </a:cubicBezTo>
                  <a:lnTo>
                    <a:pt x="6809" y="61787"/>
                  </a:lnTo>
                  <a:cubicBezTo>
                    <a:pt x="18881" y="32139"/>
                    <a:pt x="29745" y="22458"/>
                    <a:pt x="50568" y="22458"/>
                  </a:cubicBezTo>
                  <a:cubicBezTo>
                    <a:pt x="75917" y="22458"/>
                    <a:pt x="93119" y="39702"/>
                    <a:pt x="93119" y="65114"/>
                  </a:cubicBezTo>
                  <a:cubicBezTo>
                    <a:pt x="93119" y="88712"/>
                    <a:pt x="79237" y="116847"/>
                    <a:pt x="53887" y="143771"/>
                  </a:cubicBezTo>
                  <a:lnTo>
                    <a:pt x="170" y="200949"/>
                  </a:lnTo>
                  <a:lnTo>
                    <a:pt x="170" y="204579"/>
                  </a:lnTo>
                  <a:lnTo>
                    <a:pt x="117865" y="204579"/>
                  </a:lnTo>
                  <a:lnTo>
                    <a:pt x="134463" y="1631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6A42DD53-939C-112B-B829-D48E1D22BD3C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6917695" y="5689280"/>
              <a:ext cx="184388" cy="12101"/>
            </a:xfrm>
            <a:custGeom>
              <a:avLst/>
              <a:gdLst>
                <a:gd name="connsiteX0" fmla="*/ 174003 w 184388"/>
                <a:gd name="connsiteY0" fmla="*/ 12172 h 12101"/>
                <a:gd name="connsiteX1" fmla="*/ 184565 w 184388"/>
                <a:gd name="connsiteY1" fmla="*/ 6122 h 12101"/>
                <a:gd name="connsiteX2" fmla="*/ 174003 w 184388"/>
                <a:gd name="connsiteY2" fmla="*/ 71 h 12101"/>
                <a:gd name="connsiteX3" fmla="*/ 10739 w 184388"/>
                <a:gd name="connsiteY3" fmla="*/ 71 h 12101"/>
                <a:gd name="connsiteX4" fmla="*/ 176 w 184388"/>
                <a:gd name="connsiteY4" fmla="*/ 6122 h 12101"/>
                <a:gd name="connsiteX5" fmla="*/ 10739 w 184388"/>
                <a:gd name="connsiteY5" fmla="*/ 12172 h 12101"/>
                <a:gd name="connsiteX6" fmla="*/ 174003 w 184388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03" y="12172"/>
                  </a:moveTo>
                  <a:cubicBezTo>
                    <a:pt x="179133" y="12172"/>
                    <a:pt x="184565" y="12172"/>
                    <a:pt x="184565" y="6122"/>
                  </a:cubicBezTo>
                  <a:cubicBezTo>
                    <a:pt x="184565" y="71"/>
                    <a:pt x="179133" y="71"/>
                    <a:pt x="174003" y="71"/>
                  </a:cubicBezTo>
                  <a:lnTo>
                    <a:pt x="10739" y="71"/>
                  </a:lnTo>
                  <a:cubicBezTo>
                    <a:pt x="5609" y="71"/>
                    <a:pt x="176" y="71"/>
                    <a:pt x="176" y="6122"/>
                  </a:cubicBezTo>
                  <a:cubicBezTo>
                    <a:pt x="176" y="12172"/>
                    <a:pt x="5609" y="12172"/>
                    <a:pt x="10739" y="12172"/>
                  </a:cubicBezTo>
                  <a:lnTo>
                    <a:pt x="174003" y="121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6B0C78B6-902E-C543-01DD-721FB32F694D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7173700" y="5566454"/>
              <a:ext cx="138819" cy="204508"/>
            </a:xfrm>
            <a:custGeom>
              <a:avLst/>
              <a:gdLst>
                <a:gd name="connsiteX0" fmla="*/ 139005 w 138819"/>
                <a:gd name="connsiteY0" fmla="*/ 134696 h 204508"/>
                <a:gd name="connsiteX1" fmla="*/ 108223 w 138819"/>
                <a:gd name="connsiteY1" fmla="*/ 134696 h 204508"/>
                <a:gd name="connsiteX2" fmla="*/ 108223 w 138819"/>
                <a:gd name="connsiteY2" fmla="*/ 71 h 204508"/>
                <a:gd name="connsiteX3" fmla="*/ 94945 w 138819"/>
                <a:gd name="connsiteY3" fmla="*/ 71 h 204508"/>
                <a:gd name="connsiteX4" fmla="*/ 186 w 138819"/>
                <a:gd name="connsiteY4" fmla="*/ 134696 h 204508"/>
                <a:gd name="connsiteX5" fmla="*/ 186 w 138819"/>
                <a:gd name="connsiteY5" fmla="*/ 154057 h 204508"/>
                <a:gd name="connsiteX6" fmla="*/ 84986 w 138819"/>
                <a:gd name="connsiteY6" fmla="*/ 154057 h 204508"/>
                <a:gd name="connsiteX7" fmla="*/ 84986 w 138819"/>
                <a:gd name="connsiteY7" fmla="*/ 204579 h 204508"/>
                <a:gd name="connsiteX8" fmla="*/ 108223 w 138819"/>
                <a:gd name="connsiteY8" fmla="*/ 204579 h 204508"/>
                <a:gd name="connsiteX9" fmla="*/ 108223 w 138819"/>
                <a:gd name="connsiteY9" fmla="*/ 154057 h 204508"/>
                <a:gd name="connsiteX10" fmla="*/ 139005 w 138819"/>
                <a:gd name="connsiteY10" fmla="*/ 154057 h 204508"/>
                <a:gd name="connsiteX11" fmla="*/ 139005 w 138819"/>
                <a:gd name="connsiteY11" fmla="*/ 134696 h 204508"/>
                <a:gd name="connsiteX12" fmla="*/ 84684 w 138819"/>
                <a:gd name="connsiteY12" fmla="*/ 134696 h 204508"/>
                <a:gd name="connsiteX13" fmla="*/ 12257 w 138819"/>
                <a:gd name="connsiteY13" fmla="*/ 134696 h 204508"/>
                <a:gd name="connsiteX14" fmla="*/ 84684 w 138819"/>
                <a:gd name="connsiteY14" fmla="*/ 30929 h 204508"/>
                <a:gd name="connsiteX15" fmla="*/ 84684 w 138819"/>
                <a:gd name="connsiteY15" fmla="*/ 13469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005" y="134696"/>
                  </a:moveTo>
                  <a:lnTo>
                    <a:pt x="108223" y="134696"/>
                  </a:lnTo>
                  <a:lnTo>
                    <a:pt x="108223" y="71"/>
                  </a:lnTo>
                  <a:lnTo>
                    <a:pt x="94945" y="71"/>
                  </a:lnTo>
                  <a:lnTo>
                    <a:pt x="186" y="134696"/>
                  </a:lnTo>
                  <a:lnTo>
                    <a:pt x="186" y="154057"/>
                  </a:lnTo>
                  <a:lnTo>
                    <a:pt x="84986" y="154057"/>
                  </a:lnTo>
                  <a:lnTo>
                    <a:pt x="84986" y="204579"/>
                  </a:lnTo>
                  <a:lnTo>
                    <a:pt x="108223" y="204579"/>
                  </a:lnTo>
                  <a:lnTo>
                    <a:pt x="108223" y="154057"/>
                  </a:lnTo>
                  <a:lnTo>
                    <a:pt x="139005" y="154057"/>
                  </a:lnTo>
                  <a:lnTo>
                    <a:pt x="139005" y="134696"/>
                  </a:lnTo>
                  <a:close/>
                  <a:moveTo>
                    <a:pt x="84684" y="134696"/>
                  </a:moveTo>
                  <a:lnTo>
                    <a:pt x="12257" y="134696"/>
                  </a:lnTo>
                  <a:lnTo>
                    <a:pt x="84684" y="30929"/>
                  </a:lnTo>
                  <a:lnTo>
                    <a:pt x="84684" y="1346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3F13EE35-B562-50C4-C8E4-D440B4430E82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7338736" y="5544068"/>
              <a:ext cx="70013" cy="302526"/>
            </a:xfrm>
            <a:custGeom>
              <a:avLst/>
              <a:gdLst>
                <a:gd name="connsiteX0" fmla="*/ 70204 w 70013"/>
                <a:gd name="connsiteY0" fmla="*/ 151334 h 302526"/>
                <a:gd name="connsiteX1" fmla="*/ 50287 w 70013"/>
                <a:gd name="connsiteY1" fmla="*/ 56946 h 302526"/>
                <a:gd name="connsiteX2" fmla="*/ 3209 w 70013"/>
                <a:gd name="connsiteY2" fmla="*/ 71 h 302526"/>
                <a:gd name="connsiteX3" fmla="*/ 191 w 70013"/>
                <a:gd name="connsiteY3" fmla="*/ 3096 h 302526"/>
                <a:gd name="connsiteX4" fmla="*/ 5925 w 70013"/>
                <a:gd name="connsiteY4" fmla="*/ 10054 h 302526"/>
                <a:gd name="connsiteX5" fmla="*/ 52701 w 70013"/>
                <a:gd name="connsiteY5" fmla="*/ 151334 h 302526"/>
                <a:gd name="connsiteX6" fmla="*/ 4114 w 70013"/>
                <a:gd name="connsiteY6" fmla="*/ 294429 h 302526"/>
                <a:gd name="connsiteX7" fmla="*/ 191 w 70013"/>
                <a:gd name="connsiteY7" fmla="*/ 299572 h 302526"/>
                <a:gd name="connsiteX8" fmla="*/ 3209 w 70013"/>
                <a:gd name="connsiteY8" fmla="*/ 302597 h 302526"/>
                <a:gd name="connsiteX9" fmla="*/ 51192 w 70013"/>
                <a:gd name="connsiteY9" fmla="*/ 243605 h 302526"/>
                <a:gd name="connsiteX10" fmla="*/ 70204 w 70013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04" y="151334"/>
                  </a:moveTo>
                  <a:cubicBezTo>
                    <a:pt x="70204" y="127737"/>
                    <a:pt x="66885" y="91131"/>
                    <a:pt x="50287" y="56946"/>
                  </a:cubicBezTo>
                  <a:cubicBezTo>
                    <a:pt x="32180" y="19735"/>
                    <a:pt x="6227" y="71"/>
                    <a:pt x="3209" y="71"/>
                  </a:cubicBezTo>
                  <a:cubicBezTo>
                    <a:pt x="1398" y="71"/>
                    <a:pt x="191" y="1281"/>
                    <a:pt x="191" y="3096"/>
                  </a:cubicBezTo>
                  <a:cubicBezTo>
                    <a:pt x="191" y="4003"/>
                    <a:pt x="191" y="4608"/>
                    <a:pt x="5925" y="10054"/>
                  </a:cubicBezTo>
                  <a:cubicBezTo>
                    <a:pt x="35499" y="40004"/>
                    <a:pt x="52701" y="88106"/>
                    <a:pt x="52701" y="151334"/>
                  </a:cubicBezTo>
                  <a:cubicBezTo>
                    <a:pt x="52701" y="203066"/>
                    <a:pt x="41535" y="256311"/>
                    <a:pt x="4114" y="294429"/>
                  </a:cubicBezTo>
                  <a:cubicBezTo>
                    <a:pt x="191" y="298059"/>
                    <a:pt x="191" y="298664"/>
                    <a:pt x="191" y="299572"/>
                  </a:cubicBezTo>
                  <a:cubicBezTo>
                    <a:pt x="191" y="301387"/>
                    <a:pt x="1398" y="302597"/>
                    <a:pt x="3209" y="302597"/>
                  </a:cubicBezTo>
                  <a:cubicBezTo>
                    <a:pt x="6227" y="302597"/>
                    <a:pt x="33387" y="282025"/>
                    <a:pt x="51192" y="243605"/>
                  </a:cubicBezTo>
                  <a:cubicBezTo>
                    <a:pt x="66583" y="210327"/>
                    <a:pt x="70204" y="176746"/>
                    <a:pt x="70204" y="15133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3F5EEDA4-9590-EEDF-C1DC-E244E0528BD8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7468938" y="5544068"/>
              <a:ext cx="70013" cy="302526"/>
            </a:xfrm>
            <a:custGeom>
              <a:avLst/>
              <a:gdLst>
                <a:gd name="connsiteX0" fmla="*/ 70208 w 70013"/>
                <a:gd name="connsiteY0" fmla="*/ 299572 h 302526"/>
                <a:gd name="connsiteX1" fmla="*/ 65078 w 70013"/>
                <a:gd name="connsiteY1" fmla="*/ 292916 h 302526"/>
                <a:gd name="connsiteX2" fmla="*/ 17698 w 70013"/>
                <a:gd name="connsiteY2" fmla="*/ 151334 h 302526"/>
                <a:gd name="connsiteX3" fmla="*/ 66285 w 70013"/>
                <a:gd name="connsiteY3" fmla="*/ 8239 h 302526"/>
                <a:gd name="connsiteX4" fmla="*/ 70208 w 70013"/>
                <a:gd name="connsiteY4" fmla="*/ 3096 h 302526"/>
                <a:gd name="connsiteX5" fmla="*/ 67190 w 70013"/>
                <a:gd name="connsiteY5" fmla="*/ 71 h 302526"/>
                <a:gd name="connsiteX6" fmla="*/ 19207 w 70013"/>
                <a:gd name="connsiteY6" fmla="*/ 59063 h 302526"/>
                <a:gd name="connsiteX7" fmla="*/ 195 w 70013"/>
                <a:gd name="connsiteY7" fmla="*/ 151334 h 302526"/>
                <a:gd name="connsiteX8" fmla="*/ 20113 w 70013"/>
                <a:gd name="connsiteY8" fmla="*/ 245722 h 302526"/>
                <a:gd name="connsiteX9" fmla="*/ 67190 w 70013"/>
                <a:gd name="connsiteY9" fmla="*/ 302597 h 302526"/>
                <a:gd name="connsiteX10" fmla="*/ 70208 w 70013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08" y="299572"/>
                  </a:moveTo>
                  <a:cubicBezTo>
                    <a:pt x="70208" y="298664"/>
                    <a:pt x="70208" y="298059"/>
                    <a:pt x="65078" y="292916"/>
                  </a:cubicBezTo>
                  <a:cubicBezTo>
                    <a:pt x="27355" y="254798"/>
                    <a:pt x="17698" y="197621"/>
                    <a:pt x="17698" y="151334"/>
                  </a:cubicBezTo>
                  <a:cubicBezTo>
                    <a:pt x="17698" y="98694"/>
                    <a:pt x="29166" y="46055"/>
                    <a:pt x="66285" y="8239"/>
                  </a:cubicBezTo>
                  <a:cubicBezTo>
                    <a:pt x="70208" y="4608"/>
                    <a:pt x="70208" y="4003"/>
                    <a:pt x="70208" y="3096"/>
                  </a:cubicBezTo>
                  <a:cubicBezTo>
                    <a:pt x="70208" y="978"/>
                    <a:pt x="69001" y="71"/>
                    <a:pt x="67190" y="71"/>
                  </a:cubicBezTo>
                  <a:cubicBezTo>
                    <a:pt x="64173" y="71"/>
                    <a:pt x="37012" y="20642"/>
                    <a:pt x="19207" y="59063"/>
                  </a:cubicBezTo>
                  <a:cubicBezTo>
                    <a:pt x="3816" y="92341"/>
                    <a:pt x="195" y="125922"/>
                    <a:pt x="195" y="151334"/>
                  </a:cubicBezTo>
                  <a:cubicBezTo>
                    <a:pt x="195" y="174931"/>
                    <a:pt x="3515" y="211537"/>
                    <a:pt x="20113" y="245722"/>
                  </a:cubicBezTo>
                  <a:cubicBezTo>
                    <a:pt x="38219" y="282933"/>
                    <a:pt x="64173" y="302597"/>
                    <a:pt x="67190" y="302597"/>
                  </a:cubicBezTo>
                  <a:cubicBezTo>
                    <a:pt x="69001" y="302597"/>
                    <a:pt x="70208" y="301690"/>
                    <a:pt x="70208" y="29957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7A159AA8-1B51-29FF-D14D-E60767A613B7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565642" y="5566454"/>
              <a:ext cx="134292" cy="204508"/>
            </a:xfrm>
            <a:custGeom>
              <a:avLst/>
              <a:gdLst>
                <a:gd name="connsiteX0" fmla="*/ 134491 w 134292"/>
                <a:gd name="connsiteY0" fmla="*/ 163133 h 204508"/>
                <a:gd name="connsiteX1" fmla="*/ 130568 w 134292"/>
                <a:gd name="connsiteY1" fmla="*/ 161621 h 204508"/>
                <a:gd name="connsiteX2" fmla="*/ 101899 w 134292"/>
                <a:gd name="connsiteY2" fmla="*/ 181587 h 204508"/>
                <a:gd name="connsiteX3" fmla="*/ 29773 w 134292"/>
                <a:gd name="connsiteY3" fmla="*/ 181587 h 204508"/>
                <a:gd name="connsiteX4" fmla="*/ 80472 w 134292"/>
                <a:gd name="connsiteY4" fmla="*/ 128343 h 204508"/>
                <a:gd name="connsiteX5" fmla="*/ 119100 w 134292"/>
                <a:gd name="connsiteY5" fmla="*/ 53619 h 204508"/>
                <a:gd name="connsiteX6" fmla="*/ 63271 w 134292"/>
                <a:gd name="connsiteY6" fmla="*/ 71 h 204508"/>
                <a:gd name="connsiteX7" fmla="*/ 19814 w 134292"/>
                <a:gd name="connsiteY7" fmla="*/ 18828 h 204508"/>
                <a:gd name="connsiteX8" fmla="*/ 500 w 134292"/>
                <a:gd name="connsiteY8" fmla="*/ 60274 h 204508"/>
                <a:gd name="connsiteX9" fmla="*/ 6838 w 134292"/>
                <a:gd name="connsiteY9" fmla="*/ 61787 h 204508"/>
                <a:gd name="connsiteX10" fmla="*/ 50596 w 134292"/>
                <a:gd name="connsiteY10" fmla="*/ 22458 h 204508"/>
                <a:gd name="connsiteX11" fmla="*/ 93147 w 134292"/>
                <a:gd name="connsiteY11" fmla="*/ 65114 h 204508"/>
                <a:gd name="connsiteX12" fmla="*/ 53915 w 134292"/>
                <a:gd name="connsiteY12" fmla="*/ 143771 h 204508"/>
                <a:gd name="connsiteX13" fmla="*/ 198 w 134292"/>
                <a:gd name="connsiteY13" fmla="*/ 200949 h 204508"/>
                <a:gd name="connsiteX14" fmla="*/ 198 w 134292"/>
                <a:gd name="connsiteY14" fmla="*/ 204579 h 204508"/>
                <a:gd name="connsiteX15" fmla="*/ 117893 w 134292"/>
                <a:gd name="connsiteY15" fmla="*/ 204579 h 204508"/>
                <a:gd name="connsiteX16" fmla="*/ 134491 w 134292"/>
                <a:gd name="connsiteY16" fmla="*/ 16313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491" y="163133"/>
                  </a:moveTo>
                  <a:lnTo>
                    <a:pt x="130568" y="161621"/>
                  </a:lnTo>
                  <a:cubicBezTo>
                    <a:pt x="119402" y="178865"/>
                    <a:pt x="115479" y="181587"/>
                    <a:pt x="101899" y="181587"/>
                  </a:cubicBezTo>
                  <a:lnTo>
                    <a:pt x="29773" y="181587"/>
                  </a:lnTo>
                  <a:lnTo>
                    <a:pt x="80472" y="128343"/>
                  </a:lnTo>
                  <a:cubicBezTo>
                    <a:pt x="107331" y="100208"/>
                    <a:pt x="119100" y="77216"/>
                    <a:pt x="119100" y="53619"/>
                  </a:cubicBezTo>
                  <a:cubicBezTo>
                    <a:pt x="119100" y="23366"/>
                    <a:pt x="94656" y="71"/>
                    <a:pt x="63271" y="71"/>
                  </a:cubicBezTo>
                  <a:cubicBezTo>
                    <a:pt x="46673" y="71"/>
                    <a:pt x="30980" y="6727"/>
                    <a:pt x="19814" y="18828"/>
                  </a:cubicBezTo>
                  <a:cubicBezTo>
                    <a:pt x="10157" y="29114"/>
                    <a:pt x="5630" y="38795"/>
                    <a:pt x="500" y="60274"/>
                  </a:cubicBezTo>
                  <a:lnTo>
                    <a:pt x="6838" y="61787"/>
                  </a:lnTo>
                  <a:cubicBezTo>
                    <a:pt x="18909" y="32139"/>
                    <a:pt x="29773" y="22458"/>
                    <a:pt x="50596" y="22458"/>
                  </a:cubicBezTo>
                  <a:cubicBezTo>
                    <a:pt x="75946" y="22458"/>
                    <a:pt x="93147" y="39702"/>
                    <a:pt x="93147" y="65114"/>
                  </a:cubicBezTo>
                  <a:cubicBezTo>
                    <a:pt x="93147" y="88712"/>
                    <a:pt x="79265" y="116847"/>
                    <a:pt x="53915" y="143771"/>
                  </a:cubicBezTo>
                  <a:lnTo>
                    <a:pt x="198" y="200949"/>
                  </a:lnTo>
                  <a:lnTo>
                    <a:pt x="198" y="204579"/>
                  </a:lnTo>
                  <a:lnTo>
                    <a:pt x="117893" y="204579"/>
                  </a:lnTo>
                  <a:lnTo>
                    <a:pt x="134491" y="1631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535E8B9-084C-C350-FFC5-1438DEAF8B4E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7775163" y="5689280"/>
              <a:ext cx="184388" cy="12101"/>
            </a:xfrm>
            <a:custGeom>
              <a:avLst/>
              <a:gdLst>
                <a:gd name="connsiteX0" fmla="*/ 174031 w 184388"/>
                <a:gd name="connsiteY0" fmla="*/ 12172 h 12101"/>
                <a:gd name="connsiteX1" fmla="*/ 184593 w 184388"/>
                <a:gd name="connsiteY1" fmla="*/ 6122 h 12101"/>
                <a:gd name="connsiteX2" fmla="*/ 174031 w 184388"/>
                <a:gd name="connsiteY2" fmla="*/ 71 h 12101"/>
                <a:gd name="connsiteX3" fmla="*/ 10767 w 184388"/>
                <a:gd name="connsiteY3" fmla="*/ 71 h 12101"/>
                <a:gd name="connsiteX4" fmla="*/ 205 w 184388"/>
                <a:gd name="connsiteY4" fmla="*/ 6122 h 12101"/>
                <a:gd name="connsiteX5" fmla="*/ 10767 w 184388"/>
                <a:gd name="connsiteY5" fmla="*/ 12172 h 12101"/>
                <a:gd name="connsiteX6" fmla="*/ 174031 w 184388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31" y="12172"/>
                  </a:moveTo>
                  <a:cubicBezTo>
                    <a:pt x="179161" y="12172"/>
                    <a:pt x="184593" y="12172"/>
                    <a:pt x="184593" y="6122"/>
                  </a:cubicBezTo>
                  <a:cubicBezTo>
                    <a:pt x="184593" y="71"/>
                    <a:pt x="179161" y="71"/>
                    <a:pt x="174031" y="71"/>
                  </a:cubicBezTo>
                  <a:lnTo>
                    <a:pt x="10767" y="71"/>
                  </a:lnTo>
                  <a:cubicBezTo>
                    <a:pt x="5637" y="71"/>
                    <a:pt x="205" y="71"/>
                    <a:pt x="205" y="6122"/>
                  </a:cubicBezTo>
                  <a:cubicBezTo>
                    <a:pt x="205" y="12172"/>
                    <a:pt x="5637" y="12172"/>
                    <a:pt x="10767" y="12172"/>
                  </a:cubicBezTo>
                  <a:lnTo>
                    <a:pt x="174031" y="121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27670766-861E-485C-0111-CD240E0AF5E4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8037807" y="5564034"/>
              <a:ext cx="130973" cy="211163"/>
            </a:xfrm>
            <a:custGeom>
              <a:avLst/>
              <a:gdLst>
                <a:gd name="connsiteX0" fmla="*/ 124548 w 130973"/>
                <a:gd name="connsiteY0" fmla="*/ 71 h 211163"/>
                <a:gd name="connsiteX1" fmla="*/ 50611 w 130973"/>
                <a:gd name="connsiteY1" fmla="*/ 24273 h 211163"/>
                <a:gd name="connsiteX2" fmla="*/ 214 w 130973"/>
                <a:gd name="connsiteY2" fmla="*/ 122595 h 211163"/>
                <a:gd name="connsiteX3" fmla="*/ 21339 w 130973"/>
                <a:gd name="connsiteY3" fmla="*/ 190663 h 211163"/>
                <a:gd name="connsiteX4" fmla="*/ 67813 w 130973"/>
                <a:gd name="connsiteY4" fmla="*/ 211235 h 211163"/>
                <a:gd name="connsiteX5" fmla="*/ 131187 w 130973"/>
                <a:gd name="connsiteY5" fmla="*/ 140746 h 211163"/>
                <a:gd name="connsiteX6" fmla="*/ 74452 w 130973"/>
                <a:gd name="connsiteY6" fmla="*/ 77518 h 211163"/>
                <a:gd name="connsiteX7" fmla="*/ 35824 w 130973"/>
                <a:gd name="connsiteY7" fmla="*/ 91132 h 211163"/>
                <a:gd name="connsiteX8" fmla="*/ 125151 w 130973"/>
                <a:gd name="connsiteY8" fmla="*/ 4912 h 211163"/>
                <a:gd name="connsiteX9" fmla="*/ 124548 w 130973"/>
                <a:gd name="connsiteY9" fmla="*/ 71 h 211163"/>
                <a:gd name="connsiteX10" fmla="*/ 62984 w 130973"/>
                <a:gd name="connsiteY10" fmla="*/ 91434 h 211163"/>
                <a:gd name="connsiteX11" fmla="*/ 104027 w 130973"/>
                <a:gd name="connsiteY11" fmla="*/ 151032 h 211163"/>
                <a:gd name="connsiteX12" fmla="*/ 71133 w 130973"/>
                <a:gd name="connsiteY12" fmla="*/ 202764 h 211163"/>
                <a:gd name="connsiteX13" fmla="*/ 28280 w 130973"/>
                <a:gd name="connsiteY13" fmla="*/ 127435 h 211163"/>
                <a:gd name="connsiteX14" fmla="*/ 36729 w 130973"/>
                <a:gd name="connsiteY14" fmla="*/ 98997 h 211163"/>
                <a:gd name="connsiteX15" fmla="*/ 62984 w 130973"/>
                <a:gd name="connsiteY15" fmla="*/ 91434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548" y="71"/>
                  </a:moveTo>
                  <a:cubicBezTo>
                    <a:pt x="90145" y="3096"/>
                    <a:pt x="72641" y="8845"/>
                    <a:pt x="50611" y="24273"/>
                  </a:cubicBezTo>
                  <a:cubicBezTo>
                    <a:pt x="18019" y="47568"/>
                    <a:pt x="214" y="82056"/>
                    <a:pt x="214" y="122595"/>
                  </a:cubicBezTo>
                  <a:cubicBezTo>
                    <a:pt x="214" y="148914"/>
                    <a:pt x="8362" y="175537"/>
                    <a:pt x="21339" y="190663"/>
                  </a:cubicBezTo>
                  <a:cubicBezTo>
                    <a:pt x="32806" y="203974"/>
                    <a:pt x="49102" y="211235"/>
                    <a:pt x="67813" y="211235"/>
                  </a:cubicBezTo>
                  <a:cubicBezTo>
                    <a:pt x="105234" y="211235"/>
                    <a:pt x="131187" y="182495"/>
                    <a:pt x="131187" y="140746"/>
                  </a:cubicBezTo>
                  <a:cubicBezTo>
                    <a:pt x="131187" y="102023"/>
                    <a:pt x="109157" y="77518"/>
                    <a:pt x="74452" y="77518"/>
                  </a:cubicBezTo>
                  <a:cubicBezTo>
                    <a:pt x="61174" y="77518"/>
                    <a:pt x="54836" y="79636"/>
                    <a:pt x="35824" y="91132"/>
                  </a:cubicBezTo>
                  <a:cubicBezTo>
                    <a:pt x="43972" y="45450"/>
                    <a:pt x="77772" y="12777"/>
                    <a:pt x="125151" y="4912"/>
                  </a:cubicBezTo>
                  <a:lnTo>
                    <a:pt x="124548" y="71"/>
                  </a:lnTo>
                  <a:close/>
                  <a:moveTo>
                    <a:pt x="62984" y="91434"/>
                  </a:moveTo>
                  <a:cubicBezTo>
                    <a:pt x="88938" y="91434"/>
                    <a:pt x="104027" y="113216"/>
                    <a:pt x="104027" y="151032"/>
                  </a:cubicBezTo>
                  <a:cubicBezTo>
                    <a:pt x="104027" y="184310"/>
                    <a:pt x="92257" y="202764"/>
                    <a:pt x="71133" y="202764"/>
                  </a:cubicBezTo>
                  <a:cubicBezTo>
                    <a:pt x="44576" y="202764"/>
                    <a:pt x="28280" y="174327"/>
                    <a:pt x="28280" y="127435"/>
                  </a:cubicBezTo>
                  <a:cubicBezTo>
                    <a:pt x="28280" y="112006"/>
                    <a:pt x="30694" y="103535"/>
                    <a:pt x="36729" y="98997"/>
                  </a:cubicBezTo>
                  <a:cubicBezTo>
                    <a:pt x="43067" y="94157"/>
                    <a:pt x="52422" y="91434"/>
                    <a:pt x="62984" y="9143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45FA293-5F76-82F8-6095-61E315B8C3EC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8196204" y="5544068"/>
              <a:ext cx="70013" cy="302526"/>
            </a:xfrm>
            <a:custGeom>
              <a:avLst/>
              <a:gdLst>
                <a:gd name="connsiteX0" fmla="*/ 70233 w 70013"/>
                <a:gd name="connsiteY0" fmla="*/ 151334 h 302526"/>
                <a:gd name="connsiteX1" fmla="*/ 50315 w 70013"/>
                <a:gd name="connsiteY1" fmla="*/ 56946 h 302526"/>
                <a:gd name="connsiteX2" fmla="*/ 3237 w 70013"/>
                <a:gd name="connsiteY2" fmla="*/ 71 h 302526"/>
                <a:gd name="connsiteX3" fmla="*/ 219 w 70013"/>
                <a:gd name="connsiteY3" fmla="*/ 3096 h 302526"/>
                <a:gd name="connsiteX4" fmla="*/ 5953 w 70013"/>
                <a:gd name="connsiteY4" fmla="*/ 10054 h 302526"/>
                <a:gd name="connsiteX5" fmla="*/ 52729 w 70013"/>
                <a:gd name="connsiteY5" fmla="*/ 151334 h 302526"/>
                <a:gd name="connsiteX6" fmla="*/ 4142 w 70013"/>
                <a:gd name="connsiteY6" fmla="*/ 294429 h 302526"/>
                <a:gd name="connsiteX7" fmla="*/ 219 w 70013"/>
                <a:gd name="connsiteY7" fmla="*/ 299572 h 302526"/>
                <a:gd name="connsiteX8" fmla="*/ 3237 w 70013"/>
                <a:gd name="connsiteY8" fmla="*/ 302597 h 302526"/>
                <a:gd name="connsiteX9" fmla="*/ 51220 w 70013"/>
                <a:gd name="connsiteY9" fmla="*/ 243605 h 302526"/>
                <a:gd name="connsiteX10" fmla="*/ 70233 w 70013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33" y="151334"/>
                  </a:moveTo>
                  <a:cubicBezTo>
                    <a:pt x="70233" y="127737"/>
                    <a:pt x="66913" y="91131"/>
                    <a:pt x="50315" y="56946"/>
                  </a:cubicBezTo>
                  <a:cubicBezTo>
                    <a:pt x="32208" y="19735"/>
                    <a:pt x="6255" y="71"/>
                    <a:pt x="3237" y="71"/>
                  </a:cubicBezTo>
                  <a:cubicBezTo>
                    <a:pt x="1426" y="71"/>
                    <a:pt x="219" y="1281"/>
                    <a:pt x="219" y="3096"/>
                  </a:cubicBezTo>
                  <a:cubicBezTo>
                    <a:pt x="219" y="4003"/>
                    <a:pt x="219" y="4608"/>
                    <a:pt x="5953" y="10054"/>
                  </a:cubicBezTo>
                  <a:cubicBezTo>
                    <a:pt x="35528" y="40004"/>
                    <a:pt x="52729" y="88106"/>
                    <a:pt x="52729" y="151334"/>
                  </a:cubicBezTo>
                  <a:cubicBezTo>
                    <a:pt x="52729" y="203066"/>
                    <a:pt x="41563" y="256311"/>
                    <a:pt x="4142" y="294429"/>
                  </a:cubicBezTo>
                  <a:cubicBezTo>
                    <a:pt x="219" y="298059"/>
                    <a:pt x="219" y="298664"/>
                    <a:pt x="219" y="299572"/>
                  </a:cubicBezTo>
                  <a:cubicBezTo>
                    <a:pt x="219" y="301387"/>
                    <a:pt x="1426" y="302597"/>
                    <a:pt x="3237" y="302597"/>
                  </a:cubicBezTo>
                  <a:cubicBezTo>
                    <a:pt x="6255" y="302597"/>
                    <a:pt x="33415" y="282025"/>
                    <a:pt x="51220" y="243605"/>
                  </a:cubicBezTo>
                  <a:cubicBezTo>
                    <a:pt x="66611" y="210327"/>
                    <a:pt x="70233" y="176746"/>
                    <a:pt x="70233" y="15133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197E0102-12A2-24AD-05C1-22510113B596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6581594" y="5894551"/>
              <a:ext cx="1714934" cy="12143"/>
            </a:xfrm>
            <a:custGeom>
              <a:avLst/>
              <a:gdLst>
                <a:gd name="connsiteX0" fmla="*/ 0 w 1714934"/>
                <a:gd name="connsiteY0" fmla="*/ 0 h 12143"/>
                <a:gd name="connsiteX1" fmla="*/ 1714934 w 1714934"/>
                <a:gd name="connsiteY1" fmla="*/ 0 h 12143"/>
                <a:gd name="connsiteX2" fmla="*/ 1714934 w 1714934"/>
                <a:gd name="connsiteY2" fmla="*/ 12144 h 12143"/>
                <a:gd name="connsiteX3" fmla="*/ 0 w 1714934"/>
                <a:gd name="connsiteY3" fmla="*/ 12144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934" h="12143">
                  <a:moveTo>
                    <a:pt x="0" y="0"/>
                  </a:moveTo>
                  <a:lnTo>
                    <a:pt x="1714934" y="0"/>
                  </a:lnTo>
                  <a:lnTo>
                    <a:pt x="1714934" y="12144"/>
                  </a:lnTo>
                  <a:lnTo>
                    <a:pt x="0" y="1214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D74B1A22-C1B7-8124-0EF1-89AA5EE84D6B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6611470" y="5957954"/>
              <a:ext cx="70013" cy="302526"/>
            </a:xfrm>
            <a:custGeom>
              <a:avLst/>
              <a:gdLst>
                <a:gd name="connsiteX0" fmla="*/ 70180 w 70013"/>
                <a:gd name="connsiteY0" fmla="*/ 299586 h 302526"/>
                <a:gd name="connsiteX1" fmla="*/ 65050 w 70013"/>
                <a:gd name="connsiteY1" fmla="*/ 292930 h 302526"/>
                <a:gd name="connsiteX2" fmla="*/ 17670 w 70013"/>
                <a:gd name="connsiteY2" fmla="*/ 151348 h 302526"/>
                <a:gd name="connsiteX3" fmla="*/ 66257 w 70013"/>
                <a:gd name="connsiteY3" fmla="*/ 8252 h 302526"/>
                <a:gd name="connsiteX4" fmla="*/ 70180 w 70013"/>
                <a:gd name="connsiteY4" fmla="*/ 3109 h 302526"/>
                <a:gd name="connsiteX5" fmla="*/ 67162 w 70013"/>
                <a:gd name="connsiteY5" fmla="*/ 84 h 302526"/>
                <a:gd name="connsiteX6" fmla="*/ 19179 w 70013"/>
                <a:gd name="connsiteY6" fmla="*/ 59077 h 302526"/>
                <a:gd name="connsiteX7" fmla="*/ 167 w 70013"/>
                <a:gd name="connsiteY7" fmla="*/ 151348 h 302526"/>
                <a:gd name="connsiteX8" fmla="*/ 20084 w 70013"/>
                <a:gd name="connsiteY8" fmla="*/ 245736 h 302526"/>
                <a:gd name="connsiteX9" fmla="*/ 67162 w 70013"/>
                <a:gd name="connsiteY9" fmla="*/ 302611 h 302526"/>
                <a:gd name="connsiteX10" fmla="*/ 70180 w 70013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180" y="299586"/>
                  </a:moveTo>
                  <a:cubicBezTo>
                    <a:pt x="70180" y="298678"/>
                    <a:pt x="70180" y="298073"/>
                    <a:pt x="65050" y="292930"/>
                  </a:cubicBezTo>
                  <a:cubicBezTo>
                    <a:pt x="27327" y="254812"/>
                    <a:pt x="17670" y="197634"/>
                    <a:pt x="17670" y="151348"/>
                  </a:cubicBezTo>
                  <a:cubicBezTo>
                    <a:pt x="17670" y="98708"/>
                    <a:pt x="29138" y="46068"/>
                    <a:pt x="66257" y="8252"/>
                  </a:cubicBezTo>
                  <a:cubicBezTo>
                    <a:pt x="70180" y="4622"/>
                    <a:pt x="70180" y="4017"/>
                    <a:pt x="70180" y="3109"/>
                  </a:cubicBezTo>
                  <a:cubicBezTo>
                    <a:pt x="70180" y="992"/>
                    <a:pt x="68973" y="84"/>
                    <a:pt x="67162" y="84"/>
                  </a:cubicBezTo>
                  <a:cubicBezTo>
                    <a:pt x="64144" y="84"/>
                    <a:pt x="36984" y="20656"/>
                    <a:pt x="19179" y="59077"/>
                  </a:cubicBezTo>
                  <a:cubicBezTo>
                    <a:pt x="3788" y="92355"/>
                    <a:pt x="167" y="125935"/>
                    <a:pt x="167" y="151348"/>
                  </a:cubicBezTo>
                  <a:cubicBezTo>
                    <a:pt x="167" y="174945"/>
                    <a:pt x="3486" y="211550"/>
                    <a:pt x="20084" y="245736"/>
                  </a:cubicBezTo>
                  <a:cubicBezTo>
                    <a:pt x="38191" y="282947"/>
                    <a:pt x="64144" y="302611"/>
                    <a:pt x="67162" y="302611"/>
                  </a:cubicBezTo>
                  <a:cubicBezTo>
                    <a:pt x="68973" y="302611"/>
                    <a:pt x="70180" y="301703"/>
                    <a:pt x="70180" y="299586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2B8A7A9B-3281-D842-F53D-D46DD4AE2DE8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6732618" y="5980341"/>
              <a:ext cx="85404" cy="204508"/>
            </a:xfrm>
            <a:custGeom>
              <a:avLst/>
              <a:gdLst>
                <a:gd name="connsiteX0" fmla="*/ 54491 w 85404"/>
                <a:gd name="connsiteY0" fmla="*/ 85 h 204508"/>
                <a:gd name="connsiteX1" fmla="*/ 170 w 85404"/>
                <a:gd name="connsiteY1" fmla="*/ 27615 h 204508"/>
                <a:gd name="connsiteX2" fmla="*/ 170 w 85404"/>
                <a:gd name="connsiteY2" fmla="*/ 31850 h 204508"/>
                <a:gd name="connsiteX3" fmla="*/ 8318 w 85404"/>
                <a:gd name="connsiteY3" fmla="*/ 28522 h 204508"/>
                <a:gd name="connsiteX4" fmla="*/ 21898 w 85404"/>
                <a:gd name="connsiteY4" fmla="*/ 25195 h 204508"/>
                <a:gd name="connsiteX5" fmla="*/ 30952 w 85404"/>
                <a:gd name="connsiteY5" fmla="*/ 39413 h 204508"/>
                <a:gd name="connsiteX6" fmla="*/ 30952 w 85404"/>
                <a:gd name="connsiteY6" fmla="*/ 176458 h 204508"/>
                <a:gd name="connsiteX7" fmla="*/ 23709 w 85404"/>
                <a:gd name="connsiteY7" fmla="*/ 196122 h 204508"/>
                <a:gd name="connsiteX8" fmla="*/ 2283 w 85404"/>
                <a:gd name="connsiteY8" fmla="*/ 200055 h 204508"/>
                <a:gd name="connsiteX9" fmla="*/ 2283 w 85404"/>
                <a:gd name="connsiteY9" fmla="*/ 204593 h 204508"/>
                <a:gd name="connsiteX10" fmla="*/ 85574 w 85404"/>
                <a:gd name="connsiteY10" fmla="*/ 204593 h 204508"/>
                <a:gd name="connsiteX11" fmla="*/ 85574 w 85404"/>
                <a:gd name="connsiteY11" fmla="*/ 200055 h 204508"/>
                <a:gd name="connsiteX12" fmla="*/ 56905 w 85404"/>
                <a:gd name="connsiteY12" fmla="*/ 182206 h 204508"/>
                <a:gd name="connsiteX13" fmla="*/ 56905 w 85404"/>
                <a:gd name="connsiteY13" fmla="*/ 690 h 204508"/>
                <a:gd name="connsiteX14" fmla="*/ 54491 w 85404"/>
                <a:gd name="connsiteY14" fmla="*/ 8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491" y="85"/>
                  </a:moveTo>
                  <a:lnTo>
                    <a:pt x="170" y="27615"/>
                  </a:lnTo>
                  <a:lnTo>
                    <a:pt x="170" y="31850"/>
                  </a:lnTo>
                  <a:cubicBezTo>
                    <a:pt x="3791" y="30338"/>
                    <a:pt x="7111" y="29127"/>
                    <a:pt x="8318" y="28522"/>
                  </a:cubicBezTo>
                  <a:cubicBezTo>
                    <a:pt x="13750" y="26405"/>
                    <a:pt x="18881" y="25195"/>
                    <a:pt x="21898" y="25195"/>
                  </a:cubicBezTo>
                  <a:cubicBezTo>
                    <a:pt x="28236" y="25195"/>
                    <a:pt x="30952" y="29732"/>
                    <a:pt x="30952" y="39413"/>
                  </a:cubicBezTo>
                  <a:lnTo>
                    <a:pt x="30952" y="176458"/>
                  </a:lnTo>
                  <a:cubicBezTo>
                    <a:pt x="30952" y="186441"/>
                    <a:pt x="28538" y="193399"/>
                    <a:pt x="23709" y="196122"/>
                  </a:cubicBezTo>
                  <a:cubicBezTo>
                    <a:pt x="19182" y="198845"/>
                    <a:pt x="14957" y="199753"/>
                    <a:pt x="2283" y="200055"/>
                  </a:cubicBezTo>
                  <a:lnTo>
                    <a:pt x="2283" y="204593"/>
                  </a:lnTo>
                  <a:lnTo>
                    <a:pt x="85574" y="204593"/>
                  </a:lnTo>
                  <a:lnTo>
                    <a:pt x="85574" y="200055"/>
                  </a:lnTo>
                  <a:cubicBezTo>
                    <a:pt x="61734" y="199753"/>
                    <a:pt x="56905" y="196727"/>
                    <a:pt x="56905" y="182206"/>
                  </a:cubicBezTo>
                  <a:lnTo>
                    <a:pt x="56905" y="690"/>
                  </a:lnTo>
                  <a:lnTo>
                    <a:pt x="54491" y="8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3899C1F4-5A8A-FFFC-B407-D1712DEE98EB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6917695" y="6103167"/>
              <a:ext cx="184388" cy="12101"/>
            </a:xfrm>
            <a:custGeom>
              <a:avLst/>
              <a:gdLst>
                <a:gd name="connsiteX0" fmla="*/ 174003 w 184388"/>
                <a:gd name="connsiteY0" fmla="*/ 12186 h 12101"/>
                <a:gd name="connsiteX1" fmla="*/ 184565 w 184388"/>
                <a:gd name="connsiteY1" fmla="*/ 6135 h 12101"/>
                <a:gd name="connsiteX2" fmla="*/ 174003 w 184388"/>
                <a:gd name="connsiteY2" fmla="*/ 85 h 12101"/>
                <a:gd name="connsiteX3" fmla="*/ 10739 w 184388"/>
                <a:gd name="connsiteY3" fmla="*/ 85 h 12101"/>
                <a:gd name="connsiteX4" fmla="*/ 176 w 184388"/>
                <a:gd name="connsiteY4" fmla="*/ 6135 h 12101"/>
                <a:gd name="connsiteX5" fmla="*/ 10739 w 184388"/>
                <a:gd name="connsiteY5" fmla="*/ 12186 h 12101"/>
                <a:gd name="connsiteX6" fmla="*/ 174003 w 184388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03" y="12186"/>
                  </a:moveTo>
                  <a:cubicBezTo>
                    <a:pt x="179133" y="12186"/>
                    <a:pt x="184565" y="12186"/>
                    <a:pt x="184565" y="6135"/>
                  </a:cubicBezTo>
                  <a:cubicBezTo>
                    <a:pt x="184565" y="85"/>
                    <a:pt x="179133" y="85"/>
                    <a:pt x="174003" y="85"/>
                  </a:cubicBezTo>
                  <a:lnTo>
                    <a:pt x="10739" y="85"/>
                  </a:lnTo>
                  <a:cubicBezTo>
                    <a:pt x="5609" y="85"/>
                    <a:pt x="176" y="85"/>
                    <a:pt x="176" y="6135"/>
                  </a:cubicBezTo>
                  <a:cubicBezTo>
                    <a:pt x="176" y="12186"/>
                    <a:pt x="5609" y="12186"/>
                    <a:pt x="10739" y="12186"/>
                  </a:cubicBezTo>
                  <a:lnTo>
                    <a:pt x="174003" y="1218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6D581C14-2F3D-E9B4-3810-D3476F56A785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7173700" y="5980341"/>
              <a:ext cx="138819" cy="204508"/>
            </a:xfrm>
            <a:custGeom>
              <a:avLst/>
              <a:gdLst>
                <a:gd name="connsiteX0" fmla="*/ 139005 w 138819"/>
                <a:gd name="connsiteY0" fmla="*/ 134709 h 204508"/>
                <a:gd name="connsiteX1" fmla="*/ 108223 w 138819"/>
                <a:gd name="connsiteY1" fmla="*/ 134709 h 204508"/>
                <a:gd name="connsiteX2" fmla="*/ 108223 w 138819"/>
                <a:gd name="connsiteY2" fmla="*/ 85 h 204508"/>
                <a:gd name="connsiteX3" fmla="*/ 94945 w 138819"/>
                <a:gd name="connsiteY3" fmla="*/ 85 h 204508"/>
                <a:gd name="connsiteX4" fmla="*/ 186 w 138819"/>
                <a:gd name="connsiteY4" fmla="*/ 134709 h 204508"/>
                <a:gd name="connsiteX5" fmla="*/ 186 w 138819"/>
                <a:gd name="connsiteY5" fmla="*/ 154071 h 204508"/>
                <a:gd name="connsiteX6" fmla="*/ 84986 w 138819"/>
                <a:gd name="connsiteY6" fmla="*/ 154071 h 204508"/>
                <a:gd name="connsiteX7" fmla="*/ 84986 w 138819"/>
                <a:gd name="connsiteY7" fmla="*/ 204593 h 204508"/>
                <a:gd name="connsiteX8" fmla="*/ 108223 w 138819"/>
                <a:gd name="connsiteY8" fmla="*/ 204593 h 204508"/>
                <a:gd name="connsiteX9" fmla="*/ 108223 w 138819"/>
                <a:gd name="connsiteY9" fmla="*/ 154071 h 204508"/>
                <a:gd name="connsiteX10" fmla="*/ 139005 w 138819"/>
                <a:gd name="connsiteY10" fmla="*/ 154071 h 204508"/>
                <a:gd name="connsiteX11" fmla="*/ 139005 w 138819"/>
                <a:gd name="connsiteY11" fmla="*/ 134709 h 204508"/>
                <a:gd name="connsiteX12" fmla="*/ 84684 w 138819"/>
                <a:gd name="connsiteY12" fmla="*/ 134709 h 204508"/>
                <a:gd name="connsiteX13" fmla="*/ 12257 w 138819"/>
                <a:gd name="connsiteY13" fmla="*/ 134709 h 204508"/>
                <a:gd name="connsiteX14" fmla="*/ 84684 w 138819"/>
                <a:gd name="connsiteY14" fmla="*/ 30943 h 204508"/>
                <a:gd name="connsiteX15" fmla="*/ 84684 w 138819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005" y="134709"/>
                  </a:moveTo>
                  <a:lnTo>
                    <a:pt x="108223" y="134709"/>
                  </a:lnTo>
                  <a:lnTo>
                    <a:pt x="108223" y="85"/>
                  </a:lnTo>
                  <a:lnTo>
                    <a:pt x="94945" y="85"/>
                  </a:lnTo>
                  <a:lnTo>
                    <a:pt x="186" y="134709"/>
                  </a:lnTo>
                  <a:lnTo>
                    <a:pt x="186" y="154071"/>
                  </a:lnTo>
                  <a:lnTo>
                    <a:pt x="84986" y="154071"/>
                  </a:lnTo>
                  <a:lnTo>
                    <a:pt x="84986" y="204593"/>
                  </a:lnTo>
                  <a:lnTo>
                    <a:pt x="108223" y="204593"/>
                  </a:lnTo>
                  <a:lnTo>
                    <a:pt x="108223" y="154071"/>
                  </a:lnTo>
                  <a:lnTo>
                    <a:pt x="139005" y="154071"/>
                  </a:lnTo>
                  <a:lnTo>
                    <a:pt x="139005" y="134709"/>
                  </a:lnTo>
                  <a:close/>
                  <a:moveTo>
                    <a:pt x="84684" y="134709"/>
                  </a:moveTo>
                  <a:lnTo>
                    <a:pt x="12257" y="134709"/>
                  </a:lnTo>
                  <a:lnTo>
                    <a:pt x="84684" y="30943"/>
                  </a:lnTo>
                  <a:lnTo>
                    <a:pt x="84684" y="13470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E06A98A2-71CD-2365-B2FF-78624FBBD548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7338736" y="5957954"/>
              <a:ext cx="70013" cy="302526"/>
            </a:xfrm>
            <a:custGeom>
              <a:avLst/>
              <a:gdLst>
                <a:gd name="connsiteX0" fmla="*/ 70204 w 70013"/>
                <a:gd name="connsiteY0" fmla="*/ 151348 h 302526"/>
                <a:gd name="connsiteX1" fmla="*/ 50287 w 70013"/>
                <a:gd name="connsiteY1" fmla="*/ 56959 h 302526"/>
                <a:gd name="connsiteX2" fmla="*/ 3209 w 70013"/>
                <a:gd name="connsiteY2" fmla="*/ 84 h 302526"/>
                <a:gd name="connsiteX3" fmla="*/ 191 w 70013"/>
                <a:gd name="connsiteY3" fmla="*/ 3109 h 302526"/>
                <a:gd name="connsiteX4" fmla="*/ 5925 w 70013"/>
                <a:gd name="connsiteY4" fmla="*/ 10068 h 302526"/>
                <a:gd name="connsiteX5" fmla="*/ 52701 w 70013"/>
                <a:gd name="connsiteY5" fmla="*/ 151348 h 302526"/>
                <a:gd name="connsiteX6" fmla="*/ 4114 w 70013"/>
                <a:gd name="connsiteY6" fmla="*/ 294443 h 302526"/>
                <a:gd name="connsiteX7" fmla="*/ 191 w 70013"/>
                <a:gd name="connsiteY7" fmla="*/ 299586 h 302526"/>
                <a:gd name="connsiteX8" fmla="*/ 3209 w 70013"/>
                <a:gd name="connsiteY8" fmla="*/ 302611 h 302526"/>
                <a:gd name="connsiteX9" fmla="*/ 51192 w 70013"/>
                <a:gd name="connsiteY9" fmla="*/ 243618 h 302526"/>
                <a:gd name="connsiteX10" fmla="*/ 70204 w 70013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04" y="151348"/>
                  </a:moveTo>
                  <a:cubicBezTo>
                    <a:pt x="70204" y="127750"/>
                    <a:pt x="66885" y="91145"/>
                    <a:pt x="50287" y="56959"/>
                  </a:cubicBezTo>
                  <a:cubicBezTo>
                    <a:pt x="32180" y="19748"/>
                    <a:pt x="6227" y="84"/>
                    <a:pt x="3209" y="84"/>
                  </a:cubicBezTo>
                  <a:cubicBezTo>
                    <a:pt x="1398" y="84"/>
                    <a:pt x="191" y="1294"/>
                    <a:pt x="191" y="3109"/>
                  </a:cubicBezTo>
                  <a:cubicBezTo>
                    <a:pt x="191" y="4017"/>
                    <a:pt x="191" y="4622"/>
                    <a:pt x="5925" y="10068"/>
                  </a:cubicBezTo>
                  <a:cubicBezTo>
                    <a:pt x="35499" y="40018"/>
                    <a:pt x="52701" y="88119"/>
                    <a:pt x="52701" y="151348"/>
                  </a:cubicBezTo>
                  <a:cubicBezTo>
                    <a:pt x="52701" y="203080"/>
                    <a:pt x="41535" y="256324"/>
                    <a:pt x="4114" y="294443"/>
                  </a:cubicBezTo>
                  <a:cubicBezTo>
                    <a:pt x="191" y="298073"/>
                    <a:pt x="191" y="298678"/>
                    <a:pt x="191" y="299586"/>
                  </a:cubicBezTo>
                  <a:cubicBezTo>
                    <a:pt x="191" y="301401"/>
                    <a:pt x="1398" y="302611"/>
                    <a:pt x="3209" y="302611"/>
                  </a:cubicBezTo>
                  <a:cubicBezTo>
                    <a:pt x="6227" y="302611"/>
                    <a:pt x="33387" y="282039"/>
                    <a:pt x="51192" y="243618"/>
                  </a:cubicBezTo>
                  <a:cubicBezTo>
                    <a:pt x="66583" y="210340"/>
                    <a:pt x="70204" y="176760"/>
                    <a:pt x="70204" y="15134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2B4BBE40-C85B-1F1A-05C4-D36E29907911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7468938" y="5957954"/>
              <a:ext cx="70013" cy="302526"/>
            </a:xfrm>
            <a:custGeom>
              <a:avLst/>
              <a:gdLst>
                <a:gd name="connsiteX0" fmla="*/ 70208 w 70013"/>
                <a:gd name="connsiteY0" fmla="*/ 299586 h 302526"/>
                <a:gd name="connsiteX1" fmla="*/ 65078 w 70013"/>
                <a:gd name="connsiteY1" fmla="*/ 292930 h 302526"/>
                <a:gd name="connsiteX2" fmla="*/ 17698 w 70013"/>
                <a:gd name="connsiteY2" fmla="*/ 151348 h 302526"/>
                <a:gd name="connsiteX3" fmla="*/ 66285 w 70013"/>
                <a:gd name="connsiteY3" fmla="*/ 8252 h 302526"/>
                <a:gd name="connsiteX4" fmla="*/ 70208 w 70013"/>
                <a:gd name="connsiteY4" fmla="*/ 3109 h 302526"/>
                <a:gd name="connsiteX5" fmla="*/ 67190 w 70013"/>
                <a:gd name="connsiteY5" fmla="*/ 84 h 302526"/>
                <a:gd name="connsiteX6" fmla="*/ 19207 w 70013"/>
                <a:gd name="connsiteY6" fmla="*/ 59077 h 302526"/>
                <a:gd name="connsiteX7" fmla="*/ 195 w 70013"/>
                <a:gd name="connsiteY7" fmla="*/ 151348 h 302526"/>
                <a:gd name="connsiteX8" fmla="*/ 20113 w 70013"/>
                <a:gd name="connsiteY8" fmla="*/ 245736 h 302526"/>
                <a:gd name="connsiteX9" fmla="*/ 67190 w 70013"/>
                <a:gd name="connsiteY9" fmla="*/ 302611 h 302526"/>
                <a:gd name="connsiteX10" fmla="*/ 70208 w 70013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08" y="299586"/>
                  </a:moveTo>
                  <a:cubicBezTo>
                    <a:pt x="70208" y="298678"/>
                    <a:pt x="70208" y="298073"/>
                    <a:pt x="65078" y="292930"/>
                  </a:cubicBezTo>
                  <a:cubicBezTo>
                    <a:pt x="27355" y="254812"/>
                    <a:pt x="17698" y="197634"/>
                    <a:pt x="17698" y="151348"/>
                  </a:cubicBezTo>
                  <a:cubicBezTo>
                    <a:pt x="17698" y="98708"/>
                    <a:pt x="29166" y="46068"/>
                    <a:pt x="66285" y="8252"/>
                  </a:cubicBezTo>
                  <a:cubicBezTo>
                    <a:pt x="70208" y="4622"/>
                    <a:pt x="70208" y="4017"/>
                    <a:pt x="70208" y="3109"/>
                  </a:cubicBezTo>
                  <a:cubicBezTo>
                    <a:pt x="70208" y="992"/>
                    <a:pt x="69001" y="84"/>
                    <a:pt x="67190" y="84"/>
                  </a:cubicBezTo>
                  <a:cubicBezTo>
                    <a:pt x="64173" y="84"/>
                    <a:pt x="37012" y="20656"/>
                    <a:pt x="19207" y="59077"/>
                  </a:cubicBezTo>
                  <a:cubicBezTo>
                    <a:pt x="3816" y="92355"/>
                    <a:pt x="195" y="125935"/>
                    <a:pt x="195" y="151348"/>
                  </a:cubicBezTo>
                  <a:cubicBezTo>
                    <a:pt x="195" y="174945"/>
                    <a:pt x="3515" y="211550"/>
                    <a:pt x="20113" y="245736"/>
                  </a:cubicBezTo>
                  <a:cubicBezTo>
                    <a:pt x="38219" y="282947"/>
                    <a:pt x="64173" y="302611"/>
                    <a:pt x="67190" y="302611"/>
                  </a:cubicBezTo>
                  <a:cubicBezTo>
                    <a:pt x="69001" y="302611"/>
                    <a:pt x="70208" y="301703"/>
                    <a:pt x="70208" y="299586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C944C977-3A91-1BDB-C3EE-7C483F1ECCE2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7590086" y="5980341"/>
              <a:ext cx="85404" cy="204508"/>
            </a:xfrm>
            <a:custGeom>
              <a:avLst/>
              <a:gdLst>
                <a:gd name="connsiteX0" fmla="*/ 54519 w 85404"/>
                <a:gd name="connsiteY0" fmla="*/ 85 h 204508"/>
                <a:gd name="connsiteX1" fmla="*/ 198 w 85404"/>
                <a:gd name="connsiteY1" fmla="*/ 27615 h 204508"/>
                <a:gd name="connsiteX2" fmla="*/ 198 w 85404"/>
                <a:gd name="connsiteY2" fmla="*/ 31850 h 204508"/>
                <a:gd name="connsiteX3" fmla="*/ 8346 w 85404"/>
                <a:gd name="connsiteY3" fmla="*/ 28522 h 204508"/>
                <a:gd name="connsiteX4" fmla="*/ 21927 w 85404"/>
                <a:gd name="connsiteY4" fmla="*/ 25195 h 204508"/>
                <a:gd name="connsiteX5" fmla="*/ 30980 w 85404"/>
                <a:gd name="connsiteY5" fmla="*/ 39413 h 204508"/>
                <a:gd name="connsiteX6" fmla="*/ 30980 w 85404"/>
                <a:gd name="connsiteY6" fmla="*/ 176458 h 204508"/>
                <a:gd name="connsiteX7" fmla="*/ 23737 w 85404"/>
                <a:gd name="connsiteY7" fmla="*/ 196122 h 204508"/>
                <a:gd name="connsiteX8" fmla="*/ 2311 w 85404"/>
                <a:gd name="connsiteY8" fmla="*/ 200055 h 204508"/>
                <a:gd name="connsiteX9" fmla="*/ 2311 w 85404"/>
                <a:gd name="connsiteY9" fmla="*/ 204593 h 204508"/>
                <a:gd name="connsiteX10" fmla="*/ 85603 w 85404"/>
                <a:gd name="connsiteY10" fmla="*/ 204593 h 204508"/>
                <a:gd name="connsiteX11" fmla="*/ 85603 w 85404"/>
                <a:gd name="connsiteY11" fmla="*/ 200055 h 204508"/>
                <a:gd name="connsiteX12" fmla="*/ 56933 w 85404"/>
                <a:gd name="connsiteY12" fmla="*/ 182206 h 204508"/>
                <a:gd name="connsiteX13" fmla="*/ 56933 w 85404"/>
                <a:gd name="connsiteY13" fmla="*/ 690 h 204508"/>
                <a:gd name="connsiteX14" fmla="*/ 54519 w 85404"/>
                <a:gd name="connsiteY14" fmla="*/ 8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19" y="85"/>
                  </a:moveTo>
                  <a:lnTo>
                    <a:pt x="198" y="27615"/>
                  </a:lnTo>
                  <a:lnTo>
                    <a:pt x="198" y="31850"/>
                  </a:lnTo>
                  <a:cubicBezTo>
                    <a:pt x="3820" y="30338"/>
                    <a:pt x="7139" y="29127"/>
                    <a:pt x="8346" y="28522"/>
                  </a:cubicBezTo>
                  <a:cubicBezTo>
                    <a:pt x="13778" y="26405"/>
                    <a:pt x="18909" y="25195"/>
                    <a:pt x="21927" y="25195"/>
                  </a:cubicBezTo>
                  <a:cubicBezTo>
                    <a:pt x="28264" y="25195"/>
                    <a:pt x="30980" y="29732"/>
                    <a:pt x="30980" y="39413"/>
                  </a:cubicBezTo>
                  <a:lnTo>
                    <a:pt x="30980" y="176458"/>
                  </a:lnTo>
                  <a:cubicBezTo>
                    <a:pt x="30980" y="186441"/>
                    <a:pt x="28566" y="193399"/>
                    <a:pt x="23737" y="196122"/>
                  </a:cubicBezTo>
                  <a:cubicBezTo>
                    <a:pt x="19211" y="198845"/>
                    <a:pt x="14986" y="199753"/>
                    <a:pt x="2311" y="200055"/>
                  </a:cubicBezTo>
                  <a:lnTo>
                    <a:pt x="2311" y="204593"/>
                  </a:lnTo>
                  <a:lnTo>
                    <a:pt x="85603" y="204593"/>
                  </a:lnTo>
                  <a:lnTo>
                    <a:pt x="85603" y="200055"/>
                  </a:lnTo>
                  <a:cubicBezTo>
                    <a:pt x="61762" y="199753"/>
                    <a:pt x="56933" y="196727"/>
                    <a:pt x="56933" y="182206"/>
                  </a:cubicBezTo>
                  <a:lnTo>
                    <a:pt x="56933" y="690"/>
                  </a:lnTo>
                  <a:lnTo>
                    <a:pt x="54519" y="8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95E32E3D-1192-6F87-D13D-7C221A9F4C5C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7775163" y="6103167"/>
              <a:ext cx="184388" cy="12101"/>
            </a:xfrm>
            <a:custGeom>
              <a:avLst/>
              <a:gdLst>
                <a:gd name="connsiteX0" fmla="*/ 174031 w 184388"/>
                <a:gd name="connsiteY0" fmla="*/ 12186 h 12101"/>
                <a:gd name="connsiteX1" fmla="*/ 184593 w 184388"/>
                <a:gd name="connsiteY1" fmla="*/ 6135 h 12101"/>
                <a:gd name="connsiteX2" fmla="*/ 174031 w 184388"/>
                <a:gd name="connsiteY2" fmla="*/ 85 h 12101"/>
                <a:gd name="connsiteX3" fmla="*/ 10767 w 184388"/>
                <a:gd name="connsiteY3" fmla="*/ 85 h 12101"/>
                <a:gd name="connsiteX4" fmla="*/ 205 w 184388"/>
                <a:gd name="connsiteY4" fmla="*/ 6135 h 12101"/>
                <a:gd name="connsiteX5" fmla="*/ 10767 w 184388"/>
                <a:gd name="connsiteY5" fmla="*/ 12186 h 12101"/>
                <a:gd name="connsiteX6" fmla="*/ 174031 w 184388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31" y="12186"/>
                  </a:moveTo>
                  <a:cubicBezTo>
                    <a:pt x="179161" y="12186"/>
                    <a:pt x="184593" y="12186"/>
                    <a:pt x="184593" y="6135"/>
                  </a:cubicBezTo>
                  <a:cubicBezTo>
                    <a:pt x="184593" y="85"/>
                    <a:pt x="179161" y="85"/>
                    <a:pt x="174031" y="85"/>
                  </a:cubicBezTo>
                  <a:lnTo>
                    <a:pt x="10767" y="85"/>
                  </a:lnTo>
                  <a:cubicBezTo>
                    <a:pt x="5637" y="85"/>
                    <a:pt x="205" y="85"/>
                    <a:pt x="205" y="6135"/>
                  </a:cubicBezTo>
                  <a:cubicBezTo>
                    <a:pt x="205" y="12186"/>
                    <a:pt x="5637" y="12186"/>
                    <a:pt x="10767" y="12186"/>
                  </a:cubicBezTo>
                  <a:lnTo>
                    <a:pt x="174031" y="1218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B265C6AC-AA0F-1C8E-5F31-7D5F7751A3EF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8037807" y="5977921"/>
              <a:ext cx="130973" cy="211163"/>
            </a:xfrm>
            <a:custGeom>
              <a:avLst/>
              <a:gdLst>
                <a:gd name="connsiteX0" fmla="*/ 124548 w 130973"/>
                <a:gd name="connsiteY0" fmla="*/ 85 h 211163"/>
                <a:gd name="connsiteX1" fmla="*/ 50611 w 130973"/>
                <a:gd name="connsiteY1" fmla="*/ 24287 h 211163"/>
                <a:gd name="connsiteX2" fmla="*/ 214 w 130973"/>
                <a:gd name="connsiteY2" fmla="*/ 122608 h 211163"/>
                <a:gd name="connsiteX3" fmla="*/ 21339 w 130973"/>
                <a:gd name="connsiteY3" fmla="*/ 190677 h 211163"/>
                <a:gd name="connsiteX4" fmla="*/ 67813 w 130973"/>
                <a:gd name="connsiteY4" fmla="*/ 211249 h 211163"/>
                <a:gd name="connsiteX5" fmla="*/ 131187 w 130973"/>
                <a:gd name="connsiteY5" fmla="*/ 140760 h 211163"/>
                <a:gd name="connsiteX6" fmla="*/ 74452 w 130973"/>
                <a:gd name="connsiteY6" fmla="*/ 77532 h 211163"/>
                <a:gd name="connsiteX7" fmla="*/ 35824 w 130973"/>
                <a:gd name="connsiteY7" fmla="*/ 91145 h 211163"/>
                <a:gd name="connsiteX8" fmla="*/ 125151 w 130973"/>
                <a:gd name="connsiteY8" fmla="*/ 4925 h 211163"/>
                <a:gd name="connsiteX9" fmla="*/ 124548 w 130973"/>
                <a:gd name="connsiteY9" fmla="*/ 85 h 211163"/>
                <a:gd name="connsiteX10" fmla="*/ 62984 w 130973"/>
                <a:gd name="connsiteY10" fmla="*/ 91448 h 211163"/>
                <a:gd name="connsiteX11" fmla="*/ 104027 w 130973"/>
                <a:gd name="connsiteY11" fmla="*/ 151046 h 211163"/>
                <a:gd name="connsiteX12" fmla="*/ 71133 w 130973"/>
                <a:gd name="connsiteY12" fmla="*/ 202778 h 211163"/>
                <a:gd name="connsiteX13" fmla="*/ 28280 w 130973"/>
                <a:gd name="connsiteY13" fmla="*/ 127449 h 211163"/>
                <a:gd name="connsiteX14" fmla="*/ 36729 w 130973"/>
                <a:gd name="connsiteY14" fmla="*/ 99011 h 211163"/>
                <a:gd name="connsiteX15" fmla="*/ 62984 w 130973"/>
                <a:gd name="connsiteY15" fmla="*/ 91448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548" y="85"/>
                  </a:moveTo>
                  <a:cubicBezTo>
                    <a:pt x="90145" y="3110"/>
                    <a:pt x="72641" y="8858"/>
                    <a:pt x="50611" y="24287"/>
                  </a:cubicBezTo>
                  <a:cubicBezTo>
                    <a:pt x="18019" y="47582"/>
                    <a:pt x="214" y="82070"/>
                    <a:pt x="214" y="122608"/>
                  </a:cubicBezTo>
                  <a:cubicBezTo>
                    <a:pt x="214" y="148928"/>
                    <a:pt x="8362" y="175550"/>
                    <a:pt x="21339" y="190677"/>
                  </a:cubicBezTo>
                  <a:cubicBezTo>
                    <a:pt x="32806" y="203988"/>
                    <a:pt x="49102" y="211249"/>
                    <a:pt x="67813" y="211249"/>
                  </a:cubicBezTo>
                  <a:cubicBezTo>
                    <a:pt x="105234" y="211249"/>
                    <a:pt x="131187" y="182508"/>
                    <a:pt x="131187" y="140760"/>
                  </a:cubicBezTo>
                  <a:cubicBezTo>
                    <a:pt x="131187" y="102036"/>
                    <a:pt x="109157" y="77532"/>
                    <a:pt x="74452" y="77532"/>
                  </a:cubicBezTo>
                  <a:cubicBezTo>
                    <a:pt x="61174" y="77532"/>
                    <a:pt x="54836" y="79649"/>
                    <a:pt x="35824" y="91145"/>
                  </a:cubicBezTo>
                  <a:cubicBezTo>
                    <a:pt x="43972" y="45464"/>
                    <a:pt x="77772" y="12791"/>
                    <a:pt x="125151" y="4925"/>
                  </a:cubicBezTo>
                  <a:lnTo>
                    <a:pt x="124548" y="85"/>
                  </a:lnTo>
                  <a:close/>
                  <a:moveTo>
                    <a:pt x="62984" y="91448"/>
                  </a:moveTo>
                  <a:cubicBezTo>
                    <a:pt x="88938" y="91448"/>
                    <a:pt x="104027" y="113230"/>
                    <a:pt x="104027" y="151046"/>
                  </a:cubicBezTo>
                  <a:cubicBezTo>
                    <a:pt x="104027" y="184324"/>
                    <a:pt x="92257" y="202778"/>
                    <a:pt x="71133" y="202778"/>
                  </a:cubicBezTo>
                  <a:cubicBezTo>
                    <a:pt x="44576" y="202778"/>
                    <a:pt x="28280" y="174340"/>
                    <a:pt x="28280" y="127449"/>
                  </a:cubicBezTo>
                  <a:cubicBezTo>
                    <a:pt x="28280" y="112020"/>
                    <a:pt x="30694" y="103549"/>
                    <a:pt x="36729" y="99011"/>
                  </a:cubicBezTo>
                  <a:cubicBezTo>
                    <a:pt x="43067" y="94171"/>
                    <a:pt x="52422" y="91448"/>
                    <a:pt x="62984" y="9144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E1782EA-99E4-474B-800C-75E9F5E26B55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8196204" y="5957954"/>
              <a:ext cx="70013" cy="302526"/>
            </a:xfrm>
            <a:custGeom>
              <a:avLst/>
              <a:gdLst>
                <a:gd name="connsiteX0" fmla="*/ 70233 w 70013"/>
                <a:gd name="connsiteY0" fmla="*/ 151348 h 302526"/>
                <a:gd name="connsiteX1" fmla="*/ 50315 w 70013"/>
                <a:gd name="connsiteY1" fmla="*/ 56959 h 302526"/>
                <a:gd name="connsiteX2" fmla="*/ 3237 w 70013"/>
                <a:gd name="connsiteY2" fmla="*/ 84 h 302526"/>
                <a:gd name="connsiteX3" fmla="*/ 219 w 70013"/>
                <a:gd name="connsiteY3" fmla="*/ 3109 h 302526"/>
                <a:gd name="connsiteX4" fmla="*/ 5953 w 70013"/>
                <a:gd name="connsiteY4" fmla="*/ 10068 h 302526"/>
                <a:gd name="connsiteX5" fmla="*/ 52729 w 70013"/>
                <a:gd name="connsiteY5" fmla="*/ 151348 h 302526"/>
                <a:gd name="connsiteX6" fmla="*/ 4142 w 70013"/>
                <a:gd name="connsiteY6" fmla="*/ 294443 h 302526"/>
                <a:gd name="connsiteX7" fmla="*/ 219 w 70013"/>
                <a:gd name="connsiteY7" fmla="*/ 299586 h 302526"/>
                <a:gd name="connsiteX8" fmla="*/ 3237 w 70013"/>
                <a:gd name="connsiteY8" fmla="*/ 302611 h 302526"/>
                <a:gd name="connsiteX9" fmla="*/ 51220 w 70013"/>
                <a:gd name="connsiteY9" fmla="*/ 243618 h 302526"/>
                <a:gd name="connsiteX10" fmla="*/ 70233 w 70013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33" y="151348"/>
                  </a:moveTo>
                  <a:cubicBezTo>
                    <a:pt x="70233" y="127750"/>
                    <a:pt x="66913" y="91145"/>
                    <a:pt x="50315" y="56959"/>
                  </a:cubicBezTo>
                  <a:cubicBezTo>
                    <a:pt x="32208" y="19748"/>
                    <a:pt x="6255" y="84"/>
                    <a:pt x="3237" y="84"/>
                  </a:cubicBezTo>
                  <a:cubicBezTo>
                    <a:pt x="1426" y="84"/>
                    <a:pt x="219" y="1294"/>
                    <a:pt x="219" y="3109"/>
                  </a:cubicBezTo>
                  <a:cubicBezTo>
                    <a:pt x="219" y="4017"/>
                    <a:pt x="219" y="4622"/>
                    <a:pt x="5953" y="10068"/>
                  </a:cubicBezTo>
                  <a:cubicBezTo>
                    <a:pt x="35528" y="40018"/>
                    <a:pt x="52729" y="88119"/>
                    <a:pt x="52729" y="151348"/>
                  </a:cubicBezTo>
                  <a:cubicBezTo>
                    <a:pt x="52729" y="203080"/>
                    <a:pt x="41563" y="256324"/>
                    <a:pt x="4142" y="294443"/>
                  </a:cubicBezTo>
                  <a:cubicBezTo>
                    <a:pt x="219" y="298073"/>
                    <a:pt x="219" y="298678"/>
                    <a:pt x="219" y="299586"/>
                  </a:cubicBezTo>
                  <a:cubicBezTo>
                    <a:pt x="219" y="301401"/>
                    <a:pt x="1426" y="302611"/>
                    <a:pt x="3237" y="302611"/>
                  </a:cubicBezTo>
                  <a:cubicBezTo>
                    <a:pt x="6255" y="302611"/>
                    <a:pt x="33415" y="282039"/>
                    <a:pt x="51220" y="243618"/>
                  </a:cubicBezTo>
                  <a:cubicBezTo>
                    <a:pt x="66611" y="210340"/>
                    <a:pt x="70233" y="176760"/>
                    <a:pt x="70233" y="15134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026AA57D-B371-AE3A-AD46-A7A7EF927B69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8340120" y="5772030"/>
              <a:ext cx="136405" cy="208743"/>
            </a:xfrm>
            <a:custGeom>
              <a:avLst/>
              <a:gdLst>
                <a:gd name="connsiteX0" fmla="*/ 69634 w 136405"/>
                <a:gd name="connsiteY0" fmla="*/ 78 h 208743"/>
                <a:gd name="connsiteX1" fmla="*/ 29195 w 136405"/>
                <a:gd name="connsiteY1" fmla="*/ 15809 h 208743"/>
                <a:gd name="connsiteX2" fmla="*/ 224 w 136405"/>
                <a:gd name="connsiteY2" fmla="*/ 102937 h 208743"/>
                <a:gd name="connsiteX3" fmla="*/ 24366 w 136405"/>
                <a:gd name="connsiteY3" fmla="*/ 188250 h 208743"/>
                <a:gd name="connsiteX4" fmla="*/ 68427 w 136405"/>
                <a:gd name="connsiteY4" fmla="*/ 208821 h 208743"/>
                <a:gd name="connsiteX5" fmla="*/ 107658 w 136405"/>
                <a:gd name="connsiteY5" fmla="*/ 193090 h 208743"/>
                <a:gd name="connsiteX6" fmla="*/ 136629 w 136405"/>
                <a:gd name="connsiteY6" fmla="*/ 104752 h 208743"/>
                <a:gd name="connsiteX7" fmla="*/ 69634 w 136405"/>
                <a:gd name="connsiteY7" fmla="*/ 78 h 208743"/>
                <a:gd name="connsiteX8" fmla="*/ 68728 w 136405"/>
                <a:gd name="connsiteY8" fmla="*/ 7944 h 208743"/>
                <a:gd name="connsiteX9" fmla="*/ 107658 w 136405"/>
                <a:gd name="connsiteY9" fmla="*/ 105357 h 208743"/>
                <a:gd name="connsiteX10" fmla="*/ 68427 w 136405"/>
                <a:gd name="connsiteY10" fmla="*/ 200956 h 208743"/>
                <a:gd name="connsiteX11" fmla="*/ 29195 w 136405"/>
                <a:gd name="connsiteY11" fmla="*/ 105660 h 208743"/>
                <a:gd name="connsiteX12" fmla="*/ 68728 w 136405"/>
                <a:gd name="connsiteY12" fmla="*/ 7944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405" h="208743">
                  <a:moveTo>
                    <a:pt x="69634" y="78"/>
                  </a:moveTo>
                  <a:cubicBezTo>
                    <a:pt x="53036" y="78"/>
                    <a:pt x="40361" y="5221"/>
                    <a:pt x="29195" y="15809"/>
                  </a:cubicBezTo>
                  <a:cubicBezTo>
                    <a:pt x="11692" y="32751"/>
                    <a:pt x="224" y="67541"/>
                    <a:pt x="224" y="102937"/>
                  </a:cubicBezTo>
                  <a:cubicBezTo>
                    <a:pt x="224" y="135913"/>
                    <a:pt x="10183" y="171308"/>
                    <a:pt x="24366" y="188250"/>
                  </a:cubicBezTo>
                  <a:cubicBezTo>
                    <a:pt x="35532" y="201561"/>
                    <a:pt x="50923" y="208821"/>
                    <a:pt x="68427" y="208821"/>
                  </a:cubicBezTo>
                  <a:cubicBezTo>
                    <a:pt x="83817" y="208821"/>
                    <a:pt x="96794" y="203679"/>
                    <a:pt x="107658" y="193090"/>
                  </a:cubicBezTo>
                  <a:cubicBezTo>
                    <a:pt x="125161" y="176451"/>
                    <a:pt x="136629" y="141358"/>
                    <a:pt x="136629" y="104752"/>
                  </a:cubicBezTo>
                  <a:cubicBezTo>
                    <a:pt x="136629" y="42734"/>
                    <a:pt x="109167" y="78"/>
                    <a:pt x="69634" y="78"/>
                  </a:cubicBezTo>
                  <a:close/>
                  <a:moveTo>
                    <a:pt x="68728" y="7944"/>
                  </a:moveTo>
                  <a:cubicBezTo>
                    <a:pt x="94078" y="7944"/>
                    <a:pt x="107658" y="42129"/>
                    <a:pt x="107658" y="105357"/>
                  </a:cubicBezTo>
                  <a:cubicBezTo>
                    <a:pt x="107658" y="168585"/>
                    <a:pt x="94380" y="200956"/>
                    <a:pt x="68427" y="200956"/>
                  </a:cubicBezTo>
                  <a:cubicBezTo>
                    <a:pt x="42473" y="200956"/>
                    <a:pt x="29195" y="168585"/>
                    <a:pt x="29195" y="105660"/>
                  </a:cubicBezTo>
                  <a:cubicBezTo>
                    <a:pt x="29195" y="41524"/>
                    <a:pt x="42775" y="7944"/>
                    <a:pt x="68728" y="794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66171CA0-5A42-F5C7-D82C-7329F03403DA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8543304" y="5800165"/>
              <a:ext cx="200684" cy="201482"/>
            </a:xfrm>
            <a:custGeom>
              <a:avLst/>
              <a:gdLst>
                <a:gd name="connsiteX0" fmla="*/ 106760 w 200684"/>
                <a:gd name="connsiteY0" fmla="*/ 106869 h 201482"/>
                <a:gd name="connsiteX1" fmla="*/ 190957 w 200684"/>
                <a:gd name="connsiteY1" fmla="*/ 106869 h 201482"/>
                <a:gd name="connsiteX2" fmla="*/ 200916 w 200684"/>
                <a:gd name="connsiteY2" fmla="*/ 100819 h 201482"/>
                <a:gd name="connsiteX3" fmla="*/ 190957 w 200684"/>
                <a:gd name="connsiteY3" fmla="*/ 94768 h 201482"/>
                <a:gd name="connsiteX4" fmla="*/ 106760 w 200684"/>
                <a:gd name="connsiteY4" fmla="*/ 94768 h 201482"/>
                <a:gd name="connsiteX5" fmla="*/ 106760 w 200684"/>
                <a:gd name="connsiteY5" fmla="*/ 10061 h 201482"/>
                <a:gd name="connsiteX6" fmla="*/ 100724 w 200684"/>
                <a:gd name="connsiteY6" fmla="*/ 77 h 201482"/>
                <a:gd name="connsiteX7" fmla="*/ 94689 w 200684"/>
                <a:gd name="connsiteY7" fmla="*/ 10061 h 201482"/>
                <a:gd name="connsiteX8" fmla="*/ 94689 w 200684"/>
                <a:gd name="connsiteY8" fmla="*/ 94768 h 201482"/>
                <a:gd name="connsiteX9" fmla="*/ 10190 w 200684"/>
                <a:gd name="connsiteY9" fmla="*/ 94768 h 201482"/>
                <a:gd name="connsiteX10" fmla="*/ 231 w 200684"/>
                <a:gd name="connsiteY10" fmla="*/ 100819 h 201482"/>
                <a:gd name="connsiteX11" fmla="*/ 10190 w 200684"/>
                <a:gd name="connsiteY11" fmla="*/ 106869 h 201482"/>
                <a:gd name="connsiteX12" fmla="*/ 94689 w 200684"/>
                <a:gd name="connsiteY12" fmla="*/ 106869 h 201482"/>
                <a:gd name="connsiteX13" fmla="*/ 94689 w 200684"/>
                <a:gd name="connsiteY13" fmla="*/ 191577 h 201482"/>
                <a:gd name="connsiteX14" fmla="*/ 100724 w 200684"/>
                <a:gd name="connsiteY14" fmla="*/ 201560 h 201482"/>
                <a:gd name="connsiteX15" fmla="*/ 106760 w 200684"/>
                <a:gd name="connsiteY15" fmla="*/ 191577 h 201482"/>
                <a:gd name="connsiteX16" fmla="*/ 106760 w 200684"/>
                <a:gd name="connsiteY16" fmla="*/ 106869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684" h="201482">
                  <a:moveTo>
                    <a:pt x="106760" y="106869"/>
                  </a:moveTo>
                  <a:lnTo>
                    <a:pt x="190957" y="106869"/>
                  </a:lnTo>
                  <a:cubicBezTo>
                    <a:pt x="195182" y="106869"/>
                    <a:pt x="200916" y="106869"/>
                    <a:pt x="200916" y="100819"/>
                  </a:cubicBezTo>
                  <a:cubicBezTo>
                    <a:pt x="200916" y="94768"/>
                    <a:pt x="195182" y="94768"/>
                    <a:pt x="190957" y="94768"/>
                  </a:cubicBezTo>
                  <a:lnTo>
                    <a:pt x="106760" y="94768"/>
                  </a:lnTo>
                  <a:lnTo>
                    <a:pt x="106760" y="10061"/>
                  </a:lnTo>
                  <a:cubicBezTo>
                    <a:pt x="106760" y="5825"/>
                    <a:pt x="106760" y="77"/>
                    <a:pt x="100724" y="77"/>
                  </a:cubicBezTo>
                  <a:cubicBezTo>
                    <a:pt x="94689" y="77"/>
                    <a:pt x="94689" y="5825"/>
                    <a:pt x="94689" y="10061"/>
                  </a:cubicBezTo>
                  <a:lnTo>
                    <a:pt x="94689" y="94768"/>
                  </a:lnTo>
                  <a:lnTo>
                    <a:pt x="10190" y="94768"/>
                  </a:lnTo>
                  <a:cubicBezTo>
                    <a:pt x="5965" y="94768"/>
                    <a:pt x="231" y="94768"/>
                    <a:pt x="231" y="100819"/>
                  </a:cubicBezTo>
                  <a:cubicBezTo>
                    <a:pt x="231" y="106869"/>
                    <a:pt x="5965" y="106869"/>
                    <a:pt x="10190" y="106869"/>
                  </a:cubicBezTo>
                  <a:lnTo>
                    <a:pt x="94689" y="106869"/>
                  </a:lnTo>
                  <a:lnTo>
                    <a:pt x="94689" y="191577"/>
                  </a:lnTo>
                  <a:cubicBezTo>
                    <a:pt x="94689" y="195812"/>
                    <a:pt x="94689" y="201560"/>
                    <a:pt x="100724" y="201560"/>
                  </a:cubicBezTo>
                  <a:cubicBezTo>
                    <a:pt x="106760" y="201560"/>
                    <a:pt x="106760" y="195812"/>
                    <a:pt x="106760" y="191577"/>
                  </a:cubicBezTo>
                  <a:lnTo>
                    <a:pt x="106760" y="10686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CB9048FC-4955-56B3-5927-3DCE49330209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8870061" y="5544068"/>
              <a:ext cx="70013" cy="302526"/>
            </a:xfrm>
            <a:custGeom>
              <a:avLst/>
              <a:gdLst>
                <a:gd name="connsiteX0" fmla="*/ 70254 w 70013"/>
                <a:gd name="connsiteY0" fmla="*/ 299572 h 302526"/>
                <a:gd name="connsiteX1" fmla="*/ 65124 w 70013"/>
                <a:gd name="connsiteY1" fmla="*/ 292916 h 302526"/>
                <a:gd name="connsiteX2" fmla="*/ 17744 w 70013"/>
                <a:gd name="connsiteY2" fmla="*/ 151334 h 302526"/>
                <a:gd name="connsiteX3" fmla="*/ 66331 w 70013"/>
                <a:gd name="connsiteY3" fmla="*/ 8239 h 302526"/>
                <a:gd name="connsiteX4" fmla="*/ 70254 w 70013"/>
                <a:gd name="connsiteY4" fmla="*/ 3096 h 302526"/>
                <a:gd name="connsiteX5" fmla="*/ 67237 w 70013"/>
                <a:gd name="connsiteY5" fmla="*/ 71 h 302526"/>
                <a:gd name="connsiteX6" fmla="*/ 19253 w 70013"/>
                <a:gd name="connsiteY6" fmla="*/ 59063 h 302526"/>
                <a:gd name="connsiteX7" fmla="*/ 241 w 70013"/>
                <a:gd name="connsiteY7" fmla="*/ 151334 h 302526"/>
                <a:gd name="connsiteX8" fmla="*/ 20159 w 70013"/>
                <a:gd name="connsiteY8" fmla="*/ 245722 h 302526"/>
                <a:gd name="connsiteX9" fmla="*/ 67237 w 70013"/>
                <a:gd name="connsiteY9" fmla="*/ 302597 h 302526"/>
                <a:gd name="connsiteX10" fmla="*/ 70254 w 70013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54" y="299572"/>
                  </a:moveTo>
                  <a:cubicBezTo>
                    <a:pt x="70254" y="298664"/>
                    <a:pt x="70254" y="298059"/>
                    <a:pt x="65124" y="292916"/>
                  </a:cubicBezTo>
                  <a:cubicBezTo>
                    <a:pt x="27401" y="254798"/>
                    <a:pt x="17744" y="197621"/>
                    <a:pt x="17744" y="151334"/>
                  </a:cubicBezTo>
                  <a:cubicBezTo>
                    <a:pt x="17744" y="98694"/>
                    <a:pt x="29212" y="46055"/>
                    <a:pt x="66331" y="8239"/>
                  </a:cubicBezTo>
                  <a:cubicBezTo>
                    <a:pt x="70254" y="4608"/>
                    <a:pt x="70254" y="4003"/>
                    <a:pt x="70254" y="3096"/>
                  </a:cubicBezTo>
                  <a:cubicBezTo>
                    <a:pt x="70254" y="978"/>
                    <a:pt x="69047" y="71"/>
                    <a:pt x="67237" y="71"/>
                  </a:cubicBezTo>
                  <a:cubicBezTo>
                    <a:pt x="64219" y="71"/>
                    <a:pt x="37058" y="20642"/>
                    <a:pt x="19253" y="59063"/>
                  </a:cubicBezTo>
                  <a:cubicBezTo>
                    <a:pt x="3862" y="92341"/>
                    <a:pt x="241" y="125922"/>
                    <a:pt x="241" y="151334"/>
                  </a:cubicBezTo>
                  <a:cubicBezTo>
                    <a:pt x="241" y="174931"/>
                    <a:pt x="3561" y="211537"/>
                    <a:pt x="20159" y="245722"/>
                  </a:cubicBezTo>
                  <a:cubicBezTo>
                    <a:pt x="38266" y="282933"/>
                    <a:pt x="64219" y="302597"/>
                    <a:pt x="67237" y="302597"/>
                  </a:cubicBezTo>
                  <a:cubicBezTo>
                    <a:pt x="69047" y="302597"/>
                    <a:pt x="70254" y="301690"/>
                    <a:pt x="70254" y="29957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FD4C5403-2D07-3608-16BB-484EA627968F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8966765" y="5566454"/>
              <a:ext cx="134292" cy="204508"/>
            </a:xfrm>
            <a:custGeom>
              <a:avLst/>
              <a:gdLst>
                <a:gd name="connsiteX0" fmla="*/ 134537 w 134292"/>
                <a:gd name="connsiteY0" fmla="*/ 163133 h 204508"/>
                <a:gd name="connsiteX1" fmla="*/ 130614 w 134292"/>
                <a:gd name="connsiteY1" fmla="*/ 161621 h 204508"/>
                <a:gd name="connsiteX2" fmla="*/ 101945 w 134292"/>
                <a:gd name="connsiteY2" fmla="*/ 181587 h 204508"/>
                <a:gd name="connsiteX3" fmla="*/ 29819 w 134292"/>
                <a:gd name="connsiteY3" fmla="*/ 181587 h 204508"/>
                <a:gd name="connsiteX4" fmla="*/ 80518 w 134292"/>
                <a:gd name="connsiteY4" fmla="*/ 128343 h 204508"/>
                <a:gd name="connsiteX5" fmla="*/ 119146 w 134292"/>
                <a:gd name="connsiteY5" fmla="*/ 53619 h 204508"/>
                <a:gd name="connsiteX6" fmla="*/ 63317 w 134292"/>
                <a:gd name="connsiteY6" fmla="*/ 71 h 204508"/>
                <a:gd name="connsiteX7" fmla="*/ 19860 w 134292"/>
                <a:gd name="connsiteY7" fmla="*/ 18828 h 204508"/>
                <a:gd name="connsiteX8" fmla="*/ 546 w 134292"/>
                <a:gd name="connsiteY8" fmla="*/ 60274 h 204508"/>
                <a:gd name="connsiteX9" fmla="*/ 6884 w 134292"/>
                <a:gd name="connsiteY9" fmla="*/ 61787 h 204508"/>
                <a:gd name="connsiteX10" fmla="*/ 50642 w 134292"/>
                <a:gd name="connsiteY10" fmla="*/ 22458 h 204508"/>
                <a:gd name="connsiteX11" fmla="*/ 93193 w 134292"/>
                <a:gd name="connsiteY11" fmla="*/ 65114 h 204508"/>
                <a:gd name="connsiteX12" fmla="*/ 53962 w 134292"/>
                <a:gd name="connsiteY12" fmla="*/ 143771 h 204508"/>
                <a:gd name="connsiteX13" fmla="*/ 244 w 134292"/>
                <a:gd name="connsiteY13" fmla="*/ 200949 h 204508"/>
                <a:gd name="connsiteX14" fmla="*/ 244 w 134292"/>
                <a:gd name="connsiteY14" fmla="*/ 204579 h 204508"/>
                <a:gd name="connsiteX15" fmla="*/ 117939 w 134292"/>
                <a:gd name="connsiteY15" fmla="*/ 204579 h 204508"/>
                <a:gd name="connsiteX16" fmla="*/ 134537 w 134292"/>
                <a:gd name="connsiteY16" fmla="*/ 16313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537" y="163133"/>
                  </a:moveTo>
                  <a:lnTo>
                    <a:pt x="130614" y="161621"/>
                  </a:lnTo>
                  <a:cubicBezTo>
                    <a:pt x="119448" y="178865"/>
                    <a:pt x="115525" y="181587"/>
                    <a:pt x="101945" y="181587"/>
                  </a:cubicBezTo>
                  <a:lnTo>
                    <a:pt x="29819" y="181587"/>
                  </a:lnTo>
                  <a:lnTo>
                    <a:pt x="80518" y="128343"/>
                  </a:lnTo>
                  <a:cubicBezTo>
                    <a:pt x="107377" y="100208"/>
                    <a:pt x="119146" y="77216"/>
                    <a:pt x="119146" y="53619"/>
                  </a:cubicBezTo>
                  <a:cubicBezTo>
                    <a:pt x="119146" y="23366"/>
                    <a:pt x="94702" y="71"/>
                    <a:pt x="63317" y="71"/>
                  </a:cubicBezTo>
                  <a:cubicBezTo>
                    <a:pt x="46719" y="71"/>
                    <a:pt x="31026" y="6727"/>
                    <a:pt x="19860" y="18828"/>
                  </a:cubicBezTo>
                  <a:cubicBezTo>
                    <a:pt x="10203" y="29114"/>
                    <a:pt x="5676" y="38795"/>
                    <a:pt x="546" y="60274"/>
                  </a:cubicBezTo>
                  <a:lnTo>
                    <a:pt x="6884" y="61787"/>
                  </a:lnTo>
                  <a:cubicBezTo>
                    <a:pt x="18955" y="32139"/>
                    <a:pt x="29819" y="22458"/>
                    <a:pt x="50642" y="22458"/>
                  </a:cubicBezTo>
                  <a:cubicBezTo>
                    <a:pt x="75992" y="22458"/>
                    <a:pt x="93193" y="39702"/>
                    <a:pt x="93193" y="65114"/>
                  </a:cubicBezTo>
                  <a:cubicBezTo>
                    <a:pt x="93193" y="88712"/>
                    <a:pt x="79311" y="116847"/>
                    <a:pt x="53962" y="143771"/>
                  </a:cubicBezTo>
                  <a:lnTo>
                    <a:pt x="244" y="200949"/>
                  </a:lnTo>
                  <a:lnTo>
                    <a:pt x="244" y="204579"/>
                  </a:lnTo>
                  <a:lnTo>
                    <a:pt x="117939" y="204579"/>
                  </a:lnTo>
                  <a:lnTo>
                    <a:pt x="134537" y="1631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EFD3102A-3A9D-BB73-E625-3E4A99B86FAC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9176286" y="5689280"/>
              <a:ext cx="184388" cy="12101"/>
            </a:xfrm>
            <a:custGeom>
              <a:avLst/>
              <a:gdLst>
                <a:gd name="connsiteX0" fmla="*/ 174077 w 184388"/>
                <a:gd name="connsiteY0" fmla="*/ 12172 h 12101"/>
                <a:gd name="connsiteX1" fmla="*/ 184639 w 184388"/>
                <a:gd name="connsiteY1" fmla="*/ 6122 h 12101"/>
                <a:gd name="connsiteX2" fmla="*/ 174077 w 184388"/>
                <a:gd name="connsiteY2" fmla="*/ 71 h 12101"/>
                <a:gd name="connsiteX3" fmla="*/ 10813 w 184388"/>
                <a:gd name="connsiteY3" fmla="*/ 71 h 12101"/>
                <a:gd name="connsiteX4" fmla="*/ 251 w 184388"/>
                <a:gd name="connsiteY4" fmla="*/ 6122 h 12101"/>
                <a:gd name="connsiteX5" fmla="*/ 10813 w 184388"/>
                <a:gd name="connsiteY5" fmla="*/ 12172 h 12101"/>
                <a:gd name="connsiteX6" fmla="*/ 174077 w 184388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77" y="12172"/>
                  </a:moveTo>
                  <a:cubicBezTo>
                    <a:pt x="179207" y="12172"/>
                    <a:pt x="184639" y="12172"/>
                    <a:pt x="184639" y="6122"/>
                  </a:cubicBezTo>
                  <a:cubicBezTo>
                    <a:pt x="184639" y="71"/>
                    <a:pt x="179207" y="71"/>
                    <a:pt x="174077" y="71"/>
                  </a:cubicBezTo>
                  <a:lnTo>
                    <a:pt x="10813" y="71"/>
                  </a:lnTo>
                  <a:cubicBezTo>
                    <a:pt x="5683" y="71"/>
                    <a:pt x="251" y="71"/>
                    <a:pt x="251" y="6122"/>
                  </a:cubicBezTo>
                  <a:cubicBezTo>
                    <a:pt x="251" y="12172"/>
                    <a:pt x="5683" y="12172"/>
                    <a:pt x="10813" y="12172"/>
                  </a:cubicBezTo>
                  <a:lnTo>
                    <a:pt x="174077" y="121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32E5A849-CB6D-D5C8-0608-392F6A07A253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9462167" y="5566454"/>
              <a:ext cx="85404" cy="204508"/>
            </a:xfrm>
            <a:custGeom>
              <a:avLst/>
              <a:gdLst>
                <a:gd name="connsiteX0" fmla="*/ 54581 w 85404"/>
                <a:gd name="connsiteY0" fmla="*/ 71 h 204508"/>
                <a:gd name="connsiteX1" fmla="*/ 260 w 85404"/>
                <a:gd name="connsiteY1" fmla="*/ 27601 h 204508"/>
                <a:gd name="connsiteX2" fmla="*/ 260 w 85404"/>
                <a:gd name="connsiteY2" fmla="*/ 31837 h 204508"/>
                <a:gd name="connsiteX3" fmla="*/ 8408 w 85404"/>
                <a:gd name="connsiteY3" fmla="*/ 28509 h 204508"/>
                <a:gd name="connsiteX4" fmla="*/ 21988 w 85404"/>
                <a:gd name="connsiteY4" fmla="*/ 25181 h 204508"/>
                <a:gd name="connsiteX5" fmla="*/ 31042 w 85404"/>
                <a:gd name="connsiteY5" fmla="*/ 39400 h 204508"/>
                <a:gd name="connsiteX6" fmla="*/ 31042 w 85404"/>
                <a:gd name="connsiteY6" fmla="*/ 176444 h 204508"/>
                <a:gd name="connsiteX7" fmla="*/ 23799 w 85404"/>
                <a:gd name="connsiteY7" fmla="*/ 196109 h 204508"/>
                <a:gd name="connsiteX8" fmla="*/ 2372 w 85404"/>
                <a:gd name="connsiteY8" fmla="*/ 200041 h 204508"/>
                <a:gd name="connsiteX9" fmla="*/ 2372 w 85404"/>
                <a:gd name="connsiteY9" fmla="*/ 204579 h 204508"/>
                <a:gd name="connsiteX10" fmla="*/ 85664 w 85404"/>
                <a:gd name="connsiteY10" fmla="*/ 204579 h 204508"/>
                <a:gd name="connsiteX11" fmla="*/ 85664 w 85404"/>
                <a:gd name="connsiteY11" fmla="*/ 200041 h 204508"/>
                <a:gd name="connsiteX12" fmla="*/ 56995 w 85404"/>
                <a:gd name="connsiteY12" fmla="*/ 182192 h 204508"/>
                <a:gd name="connsiteX13" fmla="*/ 56995 w 85404"/>
                <a:gd name="connsiteY13" fmla="*/ 676 h 204508"/>
                <a:gd name="connsiteX14" fmla="*/ 54581 w 85404"/>
                <a:gd name="connsiteY14" fmla="*/ 71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81" y="71"/>
                  </a:moveTo>
                  <a:lnTo>
                    <a:pt x="260" y="27601"/>
                  </a:lnTo>
                  <a:lnTo>
                    <a:pt x="260" y="31837"/>
                  </a:lnTo>
                  <a:cubicBezTo>
                    <a:pt x="3881" y="30324"/>
                    <a:pt x="7201" y="29114"/>
                    <a:pt x="8408" y="28509"/>
                  </a:cubicBezTo>
                  <a:cubicBezTo>
                    <a:pt x="13840" y="26391"/>
                    <a:pt x="18970" y="25181"/>
                    <a:pt x="21988" y="25181"/>
                  </a:cubicBezTo>
                  <a:cubicBezTo>
                    <a:pt x="28326" y="25181"/>
                    <a:pt x="31042" y="29719"/>
                    <a:pt x="31042" y="39400"/>
                  </a:cubicBezTo>
                  <a:lnTo>
                    <a:pt x="31042" y="176444"/>
                  </a:lnTo>
                  <a:cubicBezTo>
                    <a:pt x="31042" y="186428"/>
                    <a:pt x="28627" y="193386"/>
                    <a:pt x="23799" y="196109"/>
                  </a:cubicBezTo>
                  <a:cubicBezTo>
                    <a:pt x="19272" y="198831"/>
                    <a:pt x="15047" y="199739"/>
                    <a:pt x="2372" y="200041"/>
                  </a:cubicBezTo>
                  <a:lnTo>
                    <a:pt x="2372" y="204579"/>
                  </a:lnTo>
                  <a:lnTo>
                    <a:pt x="85664" y="204579"/>
                  </a:lnTo>
                  <a:lnTo>
                    <a:pt x="85664" y="200041"/>
                  </a:lnTo>
                  <a:cubicBezTo>
                    <a:pt x="61823" y="199739"/>
                    <a:pt x="56995" y="196714"/>
                    <a:pt x="56995" y="182192"/>
                  </a:cubicBezTo>
                  <a:lnTo>
                    <a:pt x="56995" y="676"/>
                  </a:lnTo>
                  <a:lnTo>
                    <a:pt x="54581" y="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FDC17D43-777E-7B78-4B60-D8678EB07491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9597328" y="5544068"/>
              <a:ext cx="70013" cy="302526"/>
            </a:xfrm>
            <a:custGeom>
              <a:avLst/>
              <a:gdLst>
                <a:gd name="connsiteX0" fmla="*/ 70279 w 70013"/>
                <a:gd name="connsiteY0" fmla="*/ 151334 h 302526"/>
                <a:gd name="connsiteX1" fmla="*/ 50361 w 70013"/>
                <a:gd name="connsiteY1" fmla="*/ 56946 h 302526"/>
                <a:gd name="connsiteX2" fmla="*/ 3283 w 70013"/>
                <a:gd name="connsiteY2" fmla="*/ 71 h 302526"/>
                <a:gd name="connsiteX3" fmla="*/ 265 w 70013"/>
                <a:gd name="connsiteY3" fmla="*/ 3096 h 302526"/>
                <a:gd name="connsiteX4" fmla="*/ 5999 w 70013"/>
                <a:gd name="connsiteY4" fmla="*/ 10054 h 302526"/>
                <a:gd name="connsiteX5" fmla="*/ 52775 w 70013"/>
                <a:gd name="connsiteY5" fmla="*/ 151334 h 302526"/>
                <a:gd name="connsiteX6" fmla="*/ 4188 w 70013"/>
                <a:gd name="connsiteY6" fmla="*/ 294429 h 302526"/>
                <a:gd name="connsiteX7" fmla="*/ 265 w 70013"/>
                <a:gd name="connsiteY7" fmla="*/ 299572 h 302526"/>
                <a:gd name="connsiteX8" fmla="*/ 3283 w 70013"/>
                <a:gd name="connsiteY8" fmla="*/ 302597 h 302526"/>
                <a:gd name="connsiteX9" fmla="*/ 51266 w 70013"/>
                <a:gd name="connsiteY9" fmla="*/ 243605 h 302526"/>
                <a:gd name="connsiteX10" fmla="*/ 70279 w 70013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79" y="151334"/>
                  </a:moveTo>
                  <a:cubicBezTo>
                    <a:pt x="70279" y="127737"/>
                    <a:pt x="66959" y="91131"/>
                    <a:pt x="50361" y="56946"/>
                  </a:cubicBezTo>
                  <a:cubicBezTo>
                    <a:pt x="32254" y="19735"/>
                    <a:pt x="6301" y="71"/>
                    <a:pt x="3283" y="71"/>
                  </a:cubicBezTo>
                  <a:cubicBezTo>
                    <a:pt x="1472" y="71"/>
                    <a:pt x="265" y="1281"/>
                    <a:pt x="265" y="3096"/>
                  </a:cubicBezTo>
                  <a:cubicBezTo>
                    <a:pt x="265" y="4003"/>
                    <a:pt x="265" y="4608"/>
                    <a:pt x="5999" y="10054"/>
                  </a:cubicBezTo>
                  <a:cubicBezTo>
                    <a:pt x="35574" y="40004"/>
                    <a:pt x="52775" y="88106"/>
                    <a:pt x="52775" y="151334"/>
                  </a:cubicBezTo>
                  <a:cubicBezTo>
                    <a:pt x="52775" y="203066"/>
                    <a:pt x="41609" y="256311"/>
                    <a:pt x="4188" y="294429"/>
                  </a:cubicBezTo>
                  <a:cubicBezTo>
                    <a:pt x="265" y="298059"/>
                    <a:pt x="265" y="298664"/>
                    <a:pt x="265" y="299572"/>
                  </a:cubicBezTo>
                  <a:cubicBezTo>
                    <a:pt x="265" y="301387"/>
                    <a:pt x="1472" y="302597"/>
                    <a:pt x="3283" y="302597"/>
                  </a:cubicBezTo>
                  <a:cubicBezTo>
                    <a:pt x="6301" y="302597"/>
                    <a:pt x="33461" y="282025"/>
                    <a:pt x="51266" y="243605"/>
                  </a:cubicBezTo>
                  <a:cubicBezTo>
                    <a:pt x="66657" y="210327"/>
                    <a:pt x="70279" y="176746"/>
                    <a:pt x="70279" y="15133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59FC5A36-B46B-40DF-9EAF-DC18081B1899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9727529" y="5544068"/>
              <a:ext cx="70013" cy="302526"/>
            </a:xfrm>
            <a:custGeom>
              <a:avLst/>
              <a:gdLst>
                <a:gd name="connsiteX0" fmla="*/ 70283 w 70013"/>
                <a:gd name="connsiteY0" fmla="*/ 299572 h 302526"/>
                <a:gd name="connsiteX1" fmla="*/ 65152 w 70013"/>
                <a:gd name="connsiteY1" fmla="*/ 292916 h 302526"/>
                <a:gd name="connsiteX2" fmla="*/ 17773 w 70013"/>
                <a:gd name="connsiteY2" fmla="*/ 151334 h 302526"/>
                <a:gd name="connsiteX3" fmla="*/ 66359 w 70013"/>
                <a:gd name="connsiteY3" fmla="*/ 8239 h 302526"/>
                <a:gd name="connsiteX4" fmla="*/ 70283 w 70013"/>
                <a:gd name="connsiteY4" fmla="*/ 3096 h 302526"/>
                <a:gd name="connsiteX5" fmla="*/ 67265 w 70013"/>
                <a:gd name="connsiteY5" fmla="*/ 71 h 302526"/>
                <a:gd name="connsiteX6" fmla="*/ 19282 w 70013"/>
                <a:gd name="connsiteY6" fmla="*/ 59063 h 302526"/>
                <a:gd name="connsiteX7" fmla="*/ 269 w 70013"/>
                <a:gd name="connsiteY7" fmla="*/ 151334 h 302526"/>
                <a:gd name="connsiteX8" fmla="*/ 20187 w 70013"/>
                <a:gd name="connsiteY8" fmla="*/ 245722 h 302526"/>
                <a:gd name="connsiteX9" fmla="*/ 67265 w 70013"/>
                <a:gd name="connsiteY9" fmla="*/ 302597 h 302526"/>
                <a:gd name="connsiteX10" fmla="*/ 70283 w 70013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83" y="299572"/>
                  </a:moveTo>
                  <a:cubicBezTo>
                    <a:pt x="70283" y="298664"/>
                    <a:pt x="70283" y="298059"/>
                    <a:pt x="65152" y="292916"/>
                  </a:cubicBezTo>
                  <a:cubicBezTo>
                    <a:pt x="27430" y="254798"/>
                    <a:pt x="17773" y="197621"/>
                    <a:pt x="17773" y="151334"/>
                  </a:cubicBezTo>
                  <a:cubicBezTo>
                    <a:pt x="17773" y="98694"/>
                    <a:pt x="29240" y="46055"/>
                    <a:pt x="66359" y="8239"/>
                  </a:cubicBezTo>
                  <a:cubicBezTo>
                    <a:pt x="70283" y="4608"/>
                    <a:pt x="70283" y="4003"/>
                    <a:pt x="70283" y="3096"/>
                  </a:cubicBezTo>
                  <a:cubicBezTo>
                    <a:pt x="70283" y="978"/>
                    <a:pt x="69075" y="71"/>
                    <a:pt x="67265" y="71"/>
                  </a:cubicBezTo>
                  <a:cubicBezTo>
                    <a:pt x="64247" y="71"/>
                    <a:pt x="37087" y="20642"/>
                    <a:pt x="19282" y="59063"/>
                  </a:cubicBezTo>
                  <a:cubicBezTo>
                    <a:pt x="3891" y="92341"/>
                    <a:pt x="269" y="125922"/>
                    <a:pt x="269" y="151334"/>
                  </a:cubicBezTo>
                  <a:cubicBezTo>
                    <a:pt x="269" y="174931"/>
                    <a:pt x="3589" y="211537"/>
                    <a:pt x="20187" y="245722"/>
                  </a:cubicBezTo>
                  <a:cubicBezTo>
                    <a:pt x="38294" y="282933"/>
                    <a:pt x="64247" y="302597"/>
                    <a:pt x="67265" y="302597"/>
                  </a:cubicBezTo>
                  <a:cubicBezTo>
                    <a:pt x="69075" y="302597"/>
                    <a:pt x="70283" y="301690"/>
                    <a:pt x="70283" y="29957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A195730-C4CF-A3D8-1EF4-1AEAE712C8E4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9824233" y="5566454"/>
              <a:ext cx="134292" cy="204508"/>
            </a:xfrm>
            <a:custGeom>
              <a:avLst/>
              <a:gdLst>
                <a:gd name="connsiteX0" fmla="*/ 134565 w 134292"/>
                <a:gd name="connsiteY0" fmla="*/ 163133 h 204508"/>
                <a:gd name="connsiteX1" fmla="*/ 130642 w 134292"/>
                <a:gd name="connsiteY1" fmla="*/ 161621 h 204508"/>
                <a:gd name="connsiteX2" fmla="*/ 101973 w 134292"/>
                <a:gd name="connsiteY2" fmla="*/ 181587 h 204508"/>
                <a:gd name="connsiteX3" fmla="*/ 29847 w 134292"/>
                <a:gd name="connsiteY3" fmla="*/ 181587 h 204508"/>
                <a:gd name="connsiteX4" fmla="*/ 80547 w 134292"/>
                <a:gd name="connsiteY4" fmla="*/ 128343 h 204508"/>
                <a:gd name="connsiteX5" fmla="*/ 119175 w 134292"/>
                <a:gd name="connsiteY5" fmla="*/ 53619 h 204508"/>
                <a:gd name="connsiteX6" fmla="*/ 63345 w 134292"/>
                <a:gd name="connsiteY6" fmla="*/ 71 h 204508"/>
                <a:gd name="connsiteX7" fmla="*/ 19888 w 134292"/>
                <a:gd name="connsiteY7" fmla="*/ 18828 h 204508"/>
                <a:gd name="connsiteX8" fmla="*/ 574 w 134292"/>
                <a:gd name="connsiteY8" fmla="*/ 60274 h 204508"/>
                <a:gd name="connsiteX9" fmla="*/ 6912 w 134292"/>
                <a:gd name="connsiteY9" fmla="*/ 61787 h 204508"/>
                <a:gd name="connsiteX10" fmla="*/ 50670 w 134292"/>
                <a:gd name="connsiteY10" fmla="*/ 22458 h 204508"/>
                <a:gd name="connsiteX11" fmla="*/ 93221 w 134292"/>
                <a:gd name="connsiteY11" fmla="*/ 65114 h 204508"/>
                <a:gd name="connsiteX12" fmla="*/ 53990 w 134292"/>
                <a:gd name="connsiteY12" fmla="*/ 143771 h 204508"/>
                <a:gd name="connsiteX13" fmla="*/ 273 w 134292"/>
                <a:gd name="connsiteY13" fmla="*/ 200949 h 204508"/>
                <a:gd name="connsiteX14" fmla="*/ 273 w 134292"/>
                <a:gd name="connsiteY14" fmla="*/ 204579 h 204508"/>
                <a:gd name="connsiteX15" fmla="*/ 117967 w 134292"/>
                <a:gd name="connsiteY15" fmla="*/ 204579 h 204508"/>
                <a:gd name="connsiteX16" fmla="*/ 134565 w 134292"/>
                <a:gd name="connsiteY16" fmla="*/ 16313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565" y="163133"/>
                  </a:moveTo>
                  <a:lnTo>
                    <a:pt x="130642" y="161621"/>
                  </a:lnTo>
                  <a:cubicBezTo>
                    <a:pt x="119476" y="178865"/>
                    <a:pt x="115553" y="181587"/>
                    <a:pt x="101973" y="181587"/>
                  </a:cubicBezTo>
                  <a:lnTo>
                    <a:pt x="29847" y="181587"/>
                  </a:lnTo>
                  <a:lnTo>
                    <a:pt x="80547" y="128343"/>
                  </a:lnTo>
                  <a:cubicBezTo>
                    <a:pt x="107405" y="100208"/>
                    <a:pt x="119175" y="77216"/>
                    <a:pt x="119175" y="53619"/>
                  </a:cubicBezTo>
                  <a:cubicBezTo>
                    <a:pt x="119175" y="23366"/>
                    <a:pt x="94730" y="71"/>
                    <a:pt x="63345" y="71"/>
                  </a:cubicBezTo>
                  <a:cubicBezTo>
                    <a:pt x="46747" y="71"/>
                    <a:pt x="31054" y="6727"/>
                    <a:pt x="19888" y="18828"/>
                  </a:cubicBezTo>
                  <a:cubicBezTo>
                    <a:pt x="10231" y="29114"/>
                    <a:pt x="5705" y="38795"/>
                    <a:pt x="574" y="60274"/>
                  </a:cubicBezTo>
                  <a:lnTo>
                    <a:pt x="6912" y="61787"/>
                  </a:lnTo>
                  <a:cubicBezTo>
                    <a:pt x="18983" y="32139"/>
                    <a:pt x="29847" y="22458"/>
                    <a:pt x="50670" y="22458"/>
                  </a:cubicBezTo>
                  <a:cubicBezTo>
                    <a:pt x="76020" y="22458"/>
                    <a:pt x="93221" y="39702"/>
                    <a:pt x="93221" y="65114"/>
                  </a:cubicBezTo>
                  <a:cubicBezTo>
                    <a:pt x="93221" y="88712"/>
                    <a:pt x="79339" y="116847"/>
                    <a:pt x="53990" y="143771"/>
                  </a:cubicBezTo>
                  <a:lnTo>
                    <a:pt x="273" y="200949"/>
                  </a:lnTo>
                  <a:lnTo>
                    <a:pt x="273" y="204579"/>
                  </a:lnTo>
                  <a:lnTo>
                    <a:pt x="117967" y="204579"/>
                  </a:lnTo>
                  <a:lnTo>
                    <a:pt x="134565" y="1631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AF14271B-1CDF-B334-4DA7-3C2A4F432141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0033754" y="5689280"/>
              <a:ext cx="184388" cy="12101"/>
            </a:xfrm>
            <a:custGeom>
              <a:avLst/>
              <a:gdLst>
                <a:gd name="connsiteX0" fmla="*/ 174105 w 184388"/>
                <a:gd name="connsiteY0" fmla="*/ 12172 h 12101"/>
                <a:gd name="connsiteX1" fmla="*/ 184668 w 184388"/>
                <a:gd name="connsiteY1" fmla="*/ 6122 h 12101"/>
                <a:gd name="connsiteX2" fmla="*/ 174105 w 184388"/>
                <a:gd name="connsiteY2" fmla="*/ 71 h 12101"/>
                <a:gd name="connsiteX3" fmla="*/ 10841 w 184388"/>
                <a:gd name="connsiteY3" fmla="*/ 71 h 12101"/>
                <a:gd name="connsiteX4" fmla="*/ 279 w 184388"/>
                <a:gd name="connsiteY4" fmla="*/ 6122 h 12101"/>
                <a:gd name="connsiteX5" fmla="*/ 10841 w 184388"/>
                <a:gd name="connsiteY5" fmla="*/ 12172 h 12101"/>
                <a:gd name="connsiteX6" fmla="*/ 174105 w 184388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105" y="12172"/>
                  </a:moveTo>
                  <a:cubicBezTo>
                    <a:pt x="179236" y="12172"/>
                    <a:pt x="184668" y="12172"/>
                    <a:pt x="184668" y="6122"/>
                  </a:cubicBezTo>
                  <a:cubicBezTo>
                    <a:pt x="184668" y="71"/>
                    <a:pt x="179236" y="71"/>
                    <a:pt x="174105" y="71"/>
                  </a:cubicBezTo>
                  <a:lnTo>
                    <a:pt x="10841" y="71"/>
                  </a:lnTo>
                  <a:cubicBezTo>
                    <a:pt x="5711" y="71"/>
                    <a:pt x="279" y="71"/>
                    <a:pt x="279" y="6122"/>
                  </a:cubicBezTo>
                  <a:cubicBezTo>
                    <a:pt x="279" y="12172"/>
                    <a:pt x="5711" y="12172"/>
                    <a:pt x="10841" y="12172"/>
                  </a:cubicBezTo>
                  <a:lnTo>
                    <a:pt x="174105" y="121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C990FDB5-DDDA-C396-2ED5-20B050107931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0296398" y="5564034"/>
              <a:ext cx="130973" cy="211163"/>
            </a:xfrm>
            <a:custGeom>
              <a:avLst/>
              <a:gdLst>
                <a:gd name="connsiteX0" fmla="*/ 124622 w 130973"/>
                <a:gd name="connsiteY0" fmla="*/ 71 h 211163"/>
                <a:gd name="connsiteX1" fmla="*/ 50686 w 130973"/>
                <a:gd name="connsiteY1" fmla="*/ 24273 h 211163"/>
                <a:gd name="connsiteX2" fmla="*/ 288 w 130973"/>
                <a:gd name="connsiteY2" fmla="*/ 122595 h 211163"/>
                <a:gd name="connsiteX3" fmla="*/ 21413 w 130973"/>
                <a:gd name="connsiteY3" fmla="*/ 190663 h 211163"/>
                <a:gd name="connsiteX4" fmla="*/ 67887 w 130973"/>
                <a:gd name="connsiteY4" fmla="*/ 211235 h 211163"/>
                <a:gd name="connsiteX5" fmla="*/ 131261 w 130973"/>
                <a:gd name="connsiteY5" fmla="*/ 140746 h 211163"/>
                <a:gd name="connsiteX6" fmla="*/ 74526 w 130973"/>
                <a:gd name="connsiteY6" fmla="*/ 77518 h 211163"/>
                <a:gd name="connsiteX7" fmla="*/ 35898 w 130973"/>
                <a:gd name="connsiteY7" fmla="*/ 91132 h 211163"/>
                <a:gd name="connsiteX8" fmla="*/ 125226 w 130973"/>
                <a:gd name="connsiteY8" fmla="*/ 4912 h 211163"/>
                <a:gd name="connsiteX9" fmla="*/ 124622 w 130973"/>
                <a:gd name="connsiteY9" fmla="*/ 71 h 211163"/>
                <a:gd name="connsiteX10" fmla="*/ 63059 w 130973"/>
                <a:gd name="connsiteY10" fmla="*/ 91434 h 211163"/>
                <a:gd name="connsiteX11" fmla="*/ 104101 w 130973"/>
                <a:gd name="connsiteY11" fmla="*/ 151032 h 211163"/>
                <a:gd name="connsiteX12" fmla="*/ 71207 w 130973"/>
                <a:gd name="connsiteY12" fmla="*/ 202764 h 211163"/>
                <a:gd name="connsiteX13" fmla="*/ 28354 w 130973"/>
                <a:gd name="connsiteY13" fmla="*/ 127435 h 211163"/>
                <a:gd name="connsiteX14" fmla="*/ 36804 w 130973"/>
                <a:gd name="connsiteY14" fmla="*/ 98997 h 211163"/>
                <a:gd name="connsiteX15" fmla="*/ 63059 w 130973"/>
                <a:gd name="connsiteY15" fmla="*/ 91434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622" y="71"/>
                  </a:moveTo>
                  <a:cubicBezTo>
                    <a:pt x="90219" y="3096"/>
                    <a:pt x="72716" y="8845"/>
                    <a:pt x="50686" y="24273"/>
                  </a:cubicBezTo>
                  <a:cubicBezTo>
                    <a:pt x="18093" y="47568"/>
                    <a:pt x="288" y="82056"/>
                    <a:pt x="288" y="122595"/>
                  </a:cubicBezTo>
                  <a:cubicBezTo>
                    <a:pt x="288" y="148914"/>
                    <a:pt x="8436" y="175537"/>
                    <a:pt x="21413" y="190663"/>
                  </a:cubicBezTo>
                  <a:cubicBezTo>
                    <a:pt x="32881" y="203974"/>
                    <a:pt x="49177" y="211235"/>
                    <a:pt x="67887" y="211235"/>
                  </a:cubicBezTo>
                  <a:cubicBezTo>
                    <a:pt x="105308" y="211235"/>
                    <a:pt x="131261" y="182495"/>
                    <a:pt x="131261" y="140746"/>
                  </a:cubicBezTo>
                  <a:cubicBezTo>
                    <a:pt x="131261" y="102023"/>
                    <a:pt x="109231" y="77518"/>
                    <a:pt x="74526" y="77518"/>
                  </a:cubicBezTo>
                  <a:cubicBezTo>
                    <a:pt x="61248" y="77518"/>
                    <a:pt x="54911" y="79636"/>
                    <a:pt x="35898" y="91132"/>
                  </a:cubicBezTo>
                  <a:cubicBezTo>
                    <a:pt x="44046" y="45450"/>
                    <a:pt x="77846" y="12777"/>
                    <a:pt x="125226" y="4912"/>
                  </a:cubicBezTo>
                  <a:lnTo>
                    <a:pt x="124622" y="71"/>
                  </a:lnTo>
                  <a:close/>
                  <a:moveTo>
                    <a:pt x="63059" y="91434"/>
                  </a:moveTo>
                  <a:cubicBezTo>
                    <a:pt x="89012" y="91434"/>
                    <a:pt x="104101" y="113216"/>
                    <a:pt x="104101" y="151032"/>
                  </a:cubicBezTo>
                  <a:cubicBezTo>
                    <a:pt x="104101" y="184310"/>
                    <a:pt x="92332" y="202764"/>
                    <a:pt x="71207" y="202764"/>
                  </a:cubicBezTo>
                  <a:cubicBezTo>
                    <a:pt x="44650" y="202764"/>
                    <a:pt x="28354" y="174327"/>
                    <a:pt x="28354" y="127435"/>
                  </a:cubicBezTo>
                  <a:cubicBezTo>
                    <a:pt x="28354" y="112006"/>
                    <a:pt x="30768" y="103535"/>
                    <a:pt x="36804" y="98997"/>
                  </a:cubicBezTo>
                  <a:cubicBezTo>
                    <a:pt x="43141" y="94157"/>
                    <a:pt x="52496" y="91434"/>
                    <a:pt x="63059" y="9143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ED775C84-A0D8-5328-7E79-60D1CF0C8898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0454796" y="5544068"/>
              <a:ext cx="70013" cy="302526"/>
            </a:xfrm>
            <a:custGeom>
              <a:avLst/>
              <a:gdLst>
                <a:gd name="connsiteX0" fmla="*/ 70307 w 70013"/>
                <a:gd name="connsiteY0" fmla="*/ 151334 h 302526"/>
                <a:gd name="connsiteX1" fmla="*/ 50389 w 70013"/>
                <a:gd name="connsiteY1" fmla="*/ 56946 h 302526"/>
                <a:gd name="connsiteX2" fmla="*/ 3311 w 70013"/>
                <a:gd name="connsiteY2" fmla="*/ 71 h 302526"/>
                <a:gd name="connsiteX3" fmla="*/ 294 w 70013"/>
                <a:gd name="connsiteY3" fmla="*/ 3096 h 302526"/>
                <a:gd name="connsiteX4" fmla="*/ 6027 w 70013"/>
                <a:gd name="connsiteY4" fmla="*/ 10054 h 302526"/>
                <a:gd name="connsiteX5" fmla="*/ 52804 w 70013"/>
                <a:gd name="connsiteY5" fmla="*/ 151334 h 302526"/>
                <a:gd name="connsiteX6" fmla="*/ 4217 w 70013"/>
                <a:gd name="connsiteY6" fmla="*/ 294429 h 302526"/>
                <a:gd name="connsiteX7" fmla="*/ 294 w 70013"/>
                <a:gd name="connsiteY7" fmla="*/ 299572 h 302526"/>
                <a:gd name="connsiteX8" fmla="*/ 3311 w 70013"/>
                <a:gd name="connsiteY8" fmla="*/ 302597 h 302526"/>
                <a:gd name="connsiteX9" fmla="*/ 51295 w 70013"/>
                <a:gd name="connsiteY9" fmla="*/ 243605 h 302526"/>
                <a:gd name="connsiteX10" fmla="*/ 70307 w 70013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307" y="151334"/>
                  </a:moveTo>
                  <a:cubicBezTo>
                    <a:pt x="70307" y="127737"/>
                    <a:pt x="66987" y="91131"/>
                    <a:pt x="50389" y="56946"/>
                  </a:cubicBezTo>
                  <a:cubicBezTo>
                    <a:pt x="32282" y="19735"/>
                    <a:pt x="6329" y="71"/>
                    <a:pt x="3311" y="71"/>
                  </a:cubicBezTo>
                  <a:cubicBezTo>
                    <a:pt x="1501" y="71"/>
                    <a:pt x="294" y="1281"/>
                    <a:pt x="294" y="3096"/>
                  </a:cubicBezTo>
                  <a:cubicBezTo>
                    <a:pt x="294" y="4003"/>
                    <a:pt x="294" y="4608"/>
                    <a:pt x="6027" y="10054"/>
                  </a:cubicBezTo>
                  <a:cubicBezTo>
                    <a:pt x="35602" y="40004"/>
                    <a:pt x="52804" y="88106"/>
                    <a:pt x="52804" y="151334"/>
                  </a:cubicBezTo>
                  <a:cubicBezTo>
                    <a:pt x="52804" y="203066"/>
                    <a:pt x="41638" y="256311"/>
                    <a:pt x="4217" y="294429"/>
                  </a:cubicBezTo>
                  <a:cubicBezTo>
                    <a:pt x="294" y="298059"/>
                    <a:pt x="294" y="298664"/>
                    <a:pt x="294" y="299572"/>
                  </a:cubicBezTo>
                  <a:cubicBezTo>
                    <a:pt x="294" y="301387"/>
                    <a:pt x="1501" y="302597"/>
                    <a:pt x="3311" y="302597"/>
                  </a:cubicBezTo>
                  <a:cubicBezTo>
                    <a:pt x="6329" y="302597"/>
                    <a:pt x="33489" y="282025"/>
                    <a:pt x="51295" y="243605"/>
                  </a:cubicBezTo>
                  <a:cubicBezTo>
                    <a:pt x="66685" y="210327"/>
                    <a:pt x="70307" y="176746"/>
                    <a:pt x="70307" y="151334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7885303C-2EA2-1674-2802-67837C784C52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8840185" y="5894551"/>
              <a:ext cx="1714934" cy="12143"/>
            </a:xfrm>
            <a:custGeom>
              <a:avLst/>
              <a:gdLst>
                <a:gd name="connsiteX0" fmla="*/ 0 w 1714934"/>
                <a:gd name="connsiteY0" fmla="*/ 0 h 12143"/>
                <a:gd name="connsiteX1" fmla="*/ 1714934 w 1714934"/>
                <a:gd name="connsiteY1" fmla="*/ 0 h 12143"/>
                <a:gd name="connsiteX2" fmla="*/ 1714934 w 1714934"/>
                <a:gd name="connsiteY2" fmla="*/ 12144 h 12143"/>
                <a:gd name="connsiteX3" fmla="*/ 0 w 1714934"/>
                <a:gd name="connsiteY3" fmla="*/ 12144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934" h="12143">
                  <a:moveTo>
                    <a:pt x="0" y="0"/>
                  </a:moveTo>
                  <a:lnTo>
                    <a:pt x="1714934" y="0"/>
                  </a:lnTo>
                  <a:lnTo>
                    <a:pt x="1714934" y="12144"/>
                  </a:lnTo>
                  <a:lnTo>
                    <a:pt x="0" y="1214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6FAFCE2B-2E76-70AF-EF98-36B37483BE5D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8870061" y="5957954"/>
              <a:ext cx="70013" cy="302526"/>
            </a:xfrm>
            <a:custGeom>
              <a:avLst/>
              <a:gdLst>
                <a:gd name="connsiteX0" fmla="*/ 70254 w 70013"/>
                <a:gd name="connsiteY0" fmla="*/ 299586 h 302526"/>
                <a:gd name="connsiteX1" fmla="*/ 65124 w 70013"/>
                <a:gd name="connsiteY1" fmla="*/ 292930 h 302526"/>
                <a:gd name="connsiteX2" fmla="*/ 17744 w 70013"/>
                <a:gd name="connsiteY2" fmla="*/ 151348 h 302526"/>
                <a:gd name="connsiteX3" fmla="*/ 66331 w 70013"/>
                <a:gd name="connsiteY3" fmla="*/ 8252 h 302526"/>
                <a:gd name="connsiteX4" fmla="*/ 70254 w 70013"/>
                <a:gd name="connsiteY4" fmla="*/ 3109 h 302526"/>
                <a:gd name="connsiteX5" fmla="*/ 67237 w 70013"/>
                <a:gd name="connsiteY5" fmla="*/ 84 h 302526"/>
                <a:gd name="connsiteX6" fmla="*/ 19253 w 70013"/>
                <a:gd name="connsiteY6" fmla="*/ 59077 h 302526"/>
                <a:gd name="connsiteX7" fmla="*/ 241 w 70013"/>
                <a:gd name="connsiteY7" fmla="*/ 151348 h 302526"/>
                <a:gd name="connsiteX8" fmla="*/ 20159 w 70013"/>
                <a:gd name="connsiteY8" fmla="*/ 245736 h 302526"/>
                <a:gd name="connsiteX9" fmla="*/ 67237 w 70013"/>
                <a:gd name="connsiteY9" fmla="*/ 302611 h 302526"/>
                <a:gd name="connsiteX10" fmla="*/ 70254 w 70013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54" y="299586"/>
                  </a:moveTo>
                  <a:cubicBezTo>
                    <a:pt x="70254" y="298678"/>
                    <a:pt x="70254" y="298073"/>
                    <a:pt x="65124" y="292930"/>
                  </a:cubicBezTo>
                  <a:cubicBezTo>
                    <a:pt x="27401" y="254812"/>
                    <a:pt x="17744" y="197634"/>
                    <a:pt x="17744" y="151348"/>
                  </a:cubicBezTo>
                  <a:cubicBezTo>
                    <a:pt x="17744" y="98708"/>
                    <a:pt x="29212" y="46068"/>
                    <a:pt x="66331" y="8252"/>
                  </a:cubicBezTo>
                  <a:cubicBezTo>
                    <a:pt x="70254" y="4622"/>
                    <a:pt x="70254" y="4017"/>
                    <a:pt x="70254" y="3109"/>
                  </a:cubicBezTo>
                  <a:cubicBezTo>
                    <a:pt x="70254" y="992"/>
                    <a:pt x="69047" y="84"/>
                    <a:pt x="67237" y="84"/>
                  </a:cubicBezTo>
                  <a:cubicBezTo>
                    <a:pt x="64219" y="84"/>
                    <a:pt x="37058" y="20656"/>
                    <a:pt x="19253" y="59077"/>
                  </a:cubicBezTo>
                  <a:cubicBezTo>
                    <a:pt x="3862" y="92355"/>
                    <a:pt x="241" y="125935"/>
                    <a:pt x="241" y="151348"/>
                  </a:cubicBezTo>
                  <a:cubicBezTo>
                    <a:pt x="241" y="174945"/>
                    <a:pt x="3561" y="211550"/>
                    <a:pt x="20159" y="245736"/>
                  </a:cubicBezTo>
                  <a:cubicBezTo>
                    <a:pt x="38266" y="282947"/>
                    <a:pt x="64219" y="302611"/>
                    <a:pt x="67237" y="302611"/>
                  </a:cubicBezTo>
                  <a:cubicBezTo>
                    <a:pt x="69047" y="302611"/>
                    <a:pt x="70254" y="301703"/>
                    <a:pt x="70254" y="299586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3B7A91EA-BE17-7E2D-4418-43D883DAC62E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8961333" y="5980341"/>
              <a:ext cx="138819" cy="204508"/>
            </a:xfrm>
            <a:custGeom>
              <a:avLst/>
              <a:gdLst>
                <a:gd name="connsiteX0" fmla="*/ 139064 w 138819"/>
                <a:gd name="connsiteY0" fmla="*/ 134709 h 204508"/>
                <a:gd name="connsiteX1" fmla="*/ 108282 w 138819"/>
                <a:gd name="connsiteY1" fmla="*/ 134709 h 204508"/>
                <a:gd name="connsiteX2" fmla="*/ 108282 w 138819"/>
                <a:gd name="connsiteY2" fmla="*/ 85 h 204508"/>
                <a:gd name="connsiteX3" fmla="*/ 95004 w 138819"/>
                <a:gd name="connsiteY3" fmla="*/ 85 h 204508"/>
                <a:gd name="connsiteX4" fmla="*/ 244 w 138819"/>
                <a:gd name="connsiteY4" fmla="*/ 134709 h 204508"/>
                <a:gd name="connsiteX5" fmla="*/ 244 w 138819"/>
                <a:gd name="connsiteY5" fmla="*/ 154071 h 204508"/>
                <a:gd name="connsiteX6" fmla="*/ 85045 w 138819"/>
                <a:gd name="connsiteY6" fmla="*/ 154071 h 204508"/>
                <a:gd name="connsiteX7" fmla="*/ 85045 w 138819"/>
                <a:gd name="connsiteY7" fmla="*/ 204593 h 204508"/>
                <a:gd name="connsiteX8" fmla="*/ 108282 w 138819"/>
                <a:gd name="connsiteY8" fmla="*/ 204593 h 204508"/>
                <a:gd name="connsiteX9" fmla="*/ 108282 w 138819"/>
                <a:gd name="connsiteY9" fmla="*/ 154071 h 204508"/>
                <a:gd name="connsiteX10" fmla="*/ 139064 w 138819"/>
                <a:gd name="connsiteY10" fmla="*/ 154071 h 204508"/>
                <a:gd name="connsiteX11" fmla="*/ 139064 w 138819"/>
                <a:gd name="connsiteY11" fmla="*/ 134709 h 204508"/>
                <a:gd name="connsiteX12" fmla="*/ 84743 w 138819"/>
                <a:gd name="connsiteY12" fmla="*/ 134709 h 204508"/>
                <a:gd name="connsiteX13" fmla="*/ 12316 w 138819"/>
                <a:gd name="connsiteY13" fmla="*/ 134709 h 204508"/>
                <a:gd name="connsiteX14" fmla="*/ 84743 w 138819"/>
                <a:gd name="connsiteY14" fmla="*/ 30943 h 204508"/>
                <a:gd name="connsiteX15" fmla="*/ 84743 w 138819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064" y="134709"/>
                  </a:moveTo>
                  <a:lnTo>
                    <a:pt x="108282" y="134709"/>
                  </a:lnTo>
                  <a:lnTo>
                    <a:pt x="108282" y="85"/>
                  </a:lnTo>
                  <a:lnTo>
                    <a:pt x="95004" y="85"/>
                  </a:lnTo>
                  <a:lnTo>
                    <a:pt x="244" y="134709"/>
                  </a:lnTo>
                  <a:lnTo>
                    <a:pt x="244" y="154071"/>
                  </a:lnTo>
                  <a:lnTo>
                    <a:pt x="85045" y="154071"/>
                  </a:lnTo>
                  <a:lnTo>
                    <a:pt x="85045" y="204593"/>
                  </a:lnTo>
                  <a:lnTo>
                    <a:pt x="108282" y="204593"/>
                  </a:lnTo>
                  <a:lnTo>
                    <a:pt x="108282" y="154071"/>
                  </a:lnTo>
                  <a:lnTo>
                    <a:pt x="139064" y="154071"/>
                  </a:lnTo>
                  <a:lnTo>
                    <a:pt x="139064" y="134709"/>
                  </a:lnTo>
                  <a:close/>
                  <a:moveTo>
                    <a:pt x="84743" y="134709"/>
                  </a:moveTo>
                  <a:lnTo>
                    <a:pt x="12316" y="134709"/>
                  </a:lnTo>
                  <a:lnTo>
                    <a:pt x="84743" y="30943"/>
                  </a:lnTo>
                  <a:lnTo>
                    <a:pt x="84743" y="13470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E98446A1-D0A2-AE3E-0803-1CD31DB3D43C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9176286" y="6103167"/>
              <a:ext cx="184388" cy="12101"/>
            </a:xfrm>
            <a:custGeom>
              <a:avLst/>
              <a:gdLst>
                <a:gd name="connsiteX0" fmla="*/ 174077 w 184388"/>
                <a:gd name="connsiteY0" fmla="*/ 12186 h 12101"/>
                <a:gd name="connsiteX1" fmla="*/ 184639 w 184388"/>
                <a:gd name="connsiteY1" fmla="*/ 6135 h 12101"/>
                <a:gd name="connsiteX2" fmla="*/ 174077 w 184388"/>
                <a:gd name="connsiteY2" fmla="*/ 85 h 12101"/>
                <a:gd name="connsiteX3" fmla="*/ 10813 w 184388"/>
                <a:gd name="connsiteY3" fmla="*/ 85 h 12101"/>
                <a:gd name="connsiteX4" fmla="*/ 251 w 184388"/>
                <a:gd name="connsiteY4" fmla="*/ 6135 h 12101"/>
                <a:gd name="connsiteX5" fmla="*/ 10813 w 184388"/>
                <a:gd name="connsiteY5" fmla="*/ 12186 h 12101"/>
                <a:gd name="connsiteX6" fmla="*/ 174077 w 184388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77" y="12186"/>
                  </a:moveTo>
                  <a:cubicBezTo>
                    <a:pt x="179207" y="12186"/>
                    <a:pt x="184639" y="12186"/>
                    <a:pt x="184639" y="6135"/>
                  </a:cubicBezTo>
                  <a:cubicBezTo>
                    <a:pt x="184639" y="85"/>
                    <a:pt x="179207" y="85"/>
                    <a:pt x="174077" y="85"/>
                  </a:cubicBezTo>
                  <a:lnTo>
                    <a:pt x="10813" y="85"/>
                  </a:lnTo>
                  <a:cubicBezTo>
                    <a:pt x="5683" y="85"/>
                    <a:pt x="251" y="85"/>
                    <a:pt x="251" y="6135"/>
                  </a:cubicBezTo>
                  <a:cubicBezTo>
                    <a:pt x="251" y="12186"/>
                    <a:pt x="5683" y="12186"/>
                    <a:pt x="10813" y="12186"/>
                  </a:cubicBezTo>
                  <a:lnTo>
                    <a:pt x="174077" y="1218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1F2F98CB-59DA-F1C4-234A-612420F9E59C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9462167" y="5980341"/>
              <a:ext cx="85404" cy="204508"/>
            </a:xfrm>
            <a:custGeom>
              <a:avLst/>
              <a:gdLst>
                <a:gd name="connsiteX0" fmla="*/ 54581 w 85404"/>
                <a:gd name="connsiteY0" fmla="*/ 85 h 204508"/>
                <a:gd name="connsiteX1" fmla="*/ 260 w 85404"/>
                <a:gd name="connsiteY1" fmla="*/ 27615 h 204508"/>
                <a:gd name="connsiteX2" fmla="*/ 260 w 85404"/>
                <a:gd name="connsiteY2" fmla="*/ 31850 h 204508"/>
                <a:gd name="connsiteX3" fmla="*/ 8408 w 85404"/>
                <a:gd name="connsiteY3" fmla="*/ 28522 h 204508"/>
                <a:gd name="connsiteX4" fmla="*/ 21988 w 85404"/>
                <a:gd name="connsiteY4" fmla="*/ 25195 h 204508"/>
                <a:gd name="connsiteX5" fmla="*/ 31042 w 85404"/>
                <a:gd name="connsiteY5" fmla="*/ 39413 h 204508"/>
                <a:gd name="connsiteX6" fmla="*/ 31042 w 85404"/>
                <a:gd name="connsiteY6" fmla="*/ 176458 h 204508"/>
                <a:gd name="connsiteX7" fmla="*/ 23799 w 85404"/>
                <a:gd name="connsiteY7" fmla="*/ 196122 h 204508"/>
                <a:gd name="connsiteX8" fmla="*/ 2372 w 85404"/>
                <a:gd name="connsiteY8" fmla="*/ 200055 h 204508"/>
                <a:gd name="connsiteX9" fmla="*/ 2372 w 85404"/>
                <a:gd name="connsiteY9" fmla="*/ 204593 h 204508"/>
                <a:gd name="connsiteX10" fmla="*/ 85664 w 85404"/>
                <a:gd name="connsiteY10" fmla="*/ 204593 h 204508"/>
                <a:gd name="connsiteX11" fmla="*/ 85664 w 85404"/>
                <a:gd name="connsiteY11" fmla="*/ 200055 h 204508"/>
                <a:gd name="connsiteX12" fmla="*/ 56995 w 85404"/>
                <a:gd name="connsiteY12" fmla="*/ 182206 h 204508"/>
                <a:gd name="connsiteX13" fmla="*/ 56995 w 85404"/>
                <a:gd name="connsiteY13" fmla="*/ 690 h 204508"/>
                <a:gd name="connsiteX14" fmla="*/ 54581 w 85404"/>
                <a:gd name="connsiteY14" fmla="*/ 8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81" y="85"/>
                  </a:moveTo>
                  <a:lnTo>
                    <a:pt x="260" y="27615"/>
                  </a:lnTo>
                  <a:lnTo>
                    <a:pt x="260" y="31850"/>
                  </a:lnTo>
                  <a:cubicBezTo>
                    <a:pt x="3881" y="30338"/>
                    <a:pt x="7201" y="29127"/>
                    <a:pt x="8408" y="28522"/>
                  </a:cubicBezTo>
                  <a:cubicBezTo>
                    <a:pt x="13840" y="26405"/>
                    <a:pt x="18970" y="25195"/>
                    <a:pt x="21988" y="25195"/>
                  </a:cubicBezTo>
                  <a:cubicBezTo>
                    <a:pt x="28326" y="25195"/>
                    <a:pt x="31042" y="29732"/>
                    <a:pt x="31042" y="39413"/>
                  </a:cubicBezTo>
                  <a:lnTo>
                    <a:pt x="31042" y="176458"/>
                  </a:lnTo>
                  <a:cubicBezTo>
                    <a:pt x="31042" y="186441"/>
                    <a:pt x="28627" y="193399"/>
                    <a:pt x="23799" y="196122"/>
                  </a:cubicBezTo>
                  <a:cubicBezTo>
                    <a:pt x="19272" y="198845"/>
                    <a:pt x="15047" y="199753"/>
                    <a:pt x="2372" y="200055"/>
                  </a:cubicBezTo>
                  <a:lnTo>
                    <a:pt x="2372" y="204593"/>
                  </a:lnTo>
                  <a:lnTo>
                    <a:pt x="85664" y="204593"/>
                  </a:lnTo>
                  <a:lnTo>
                    <a:pt x="85664" y="200055"/>
                  </a:lnTo>
                  <a:cubicBezTo>
                    <a:pt x="61823" y="199753"/>
                    <a:pt x="56995" y="196727"/>
                    <a:pt x="56995" y="182206"/>
                  </a:cubicBezTo>
                  <a:lnTo>
                    <a:pt x="56995" y="690"/>
                  </a:lnTo>
                  <a:lnTo>
                    <a:pt x="54581" y="8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8074835C-709B-CB2F-072D-4C0D1FC6197F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9597328" y="5957954"/>
              <a:ext cx="70013" cy="302526"/>
            </a:xfrm>
            <a:custGeom>
              <a:avLst/>
              <a:gdLst>
                <a:gd name="connsiteX0" fmla="*/ 70279 w 70013"/>
                <a:gd name="connsiteY0" fmla="*/ 151348 h 302526"/>
                <a:gd name="connsiteX1" fmla="*/ 50361 w 70013"/>
                <a:gd name="connsiteY1" fmla="*/ 56959 h 302526"/>
                <a:gd name="connsiteX2" fmla="*/ 3283 w 70013"/>
                <a:gd name="connsiteY2" fmla="*/ 84 h 302526"/>
                <a:gd name="connsiteX3" fmla="*/ 265 w 70013"/>
                <a:gd name="connsiteY3" fmla="*/ 3109 h 302526"/>
                <a:gd name="connsiteX4" fmla="*/ 5999 w 70013"/>
                <a:gd name="connsiteY4" fmla="*/ 10068 h 302526"/>
                <a:gd name="connsiteX5" fmla="*/ 52775 w 70013"/>
                <a:gd name="connsiteY5" fmla="*/ 151348 h 302526"/>
                <a:gd name="connsiteX6" fmla="*/ 4188 w 70013"/>
                <a:gd name="connsiteY6" fmla="*/ 294443 h 302526"/>
                <a:gd name="connsiteX7" fmla="*/ 265 w 70013"/>
                <a:gd name="connsiteY7" fmla="*/ 299586 h 302526"/>
                <a:gd name="connsiteX8" fmla="*/ 3283 w 70013"/>
                <a:gd name="connsiteY8" fmla="*/ 302611 h 302526"/>
                <a:gd name="connsiteX9" fmla="*/ 51266 w 70013"/>
                <a:gd name="connsiteY9" fmla="*/ 243618 h 302526"/>
                <a:gd name="connsiteX10" fmla="*/ 70279 w 70013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79" y="151348"/>
                  </a:moveTo>
                  <a:cubicBezTo>
                    <a:pt x="70279" y="127750"/>
                    <a:pt x="66959" y="91145"/>
                    <a:pt x="50361" y="56959"/>
                  </a:cubicBezTo>
                  <a:cubicBezTo>
                    <a:pt x="32254" y="19748"/>
                    <a:pt x="6301" y="84"/>
                    <a:pt x="3283" y="84"/>
                  </a:cubicBezTo>
                  <a:cubicBezTo>
                    <a:pt x="1472" y="84"/>
                    <a:pt x="265" y="1294"/>
                    <a:pt x="265" y="3109"/>
                  </a:cubicBezTo>
                  <a:cubicBezTo>
                    <a:pt x="265" y="4017"/>
                    <a:pt x="265" y="4622"/>
                    <a:pt x="5999" y="10068"/>
                  </a:cubicBezTo>
                  <a:cubicBezTo>
                    <a:pt x="35574" y="40018"/>
                    <a:pt x="52775" y="88119"/>
                    <a:pt x="52775" y="151348"/>
                  </a:cubicBezTo>
                  <a:cubicBezTo>
                    <a:pt x="52775" y="203080"/>
                    <a:pt x="41609" y="256324"/>
                    <a:pt x="4188" y="294443"/>
                  </a:cubicBezTo>
                  <a:cubicBezTo>
                    <a:pt x="265" y="298073"/>
                    <a:pt x="265" y="298678"/>
                    <a:pt x="265" y="299586"/>
                  </a:cubicBezTo>
                  <a:cubicBezTo>
                    <a:pt x="265" y="301401"/>
                    <a:pt x="1472" y="302611"/>
                    <a:pt x="3283" y="302611"/>
                  </a:cubicBezTo>
                  <a:cubicBezTo>
                    <a:pt x="6301" y="302611"/>
                    <a:pt x="33461" y="282039"/>
                    <a:pt x="51266" y="243618"/>
                  </a:cubicBezTo>
                  <a:cubicBezTo>
                    <a:pt x="66657" y="210340"/>
                    <a:pt x="70279" y="176760"/>
                    <a:pt x="70279" y="15134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E883E45-BD0B-5A46-E7A9-2202AE2AEFA9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9727529" y="5957954"/>
              <a:ext cx="70013" cy="302526"/>
            </a:xfrm>
            <a:custGeom>
              <a:avLst/>
              <a:gdLst>
                <a:gd name="connsiteX0" fmla="*/ 70283 w 70013"/>
                <a:gd name="connsiteY0" fmla="*/ 299586 h 302526"/>
                <a:gd name="connsiteX1" fmla="*/ 65152 w 70013"/>
                <a:gd name="connsiteY1" fmla="*/ 292930 h 302526"/>
                <a:gd name="connsiteX2" fmla="*/ 17773 w 70013"/>
                <a:gd name="connsiteY2" fmla="*/ 151348 h 302526"/>
                <a:gd name="connsiteX3" fmla="*/ 66359 w 70013"/>
                <a:gd name="connsiteY3" fmla="*/ 8252 h 302526"/>
                <a:gd name="connsiteX4" fmla="*/ 70283 w 70013"/>
                <a:gd name="connsiteY4" fmla="*/ 3109 h 302526"/>
                <a:gd name="connsiteX5" fmla="*/ 67265 w 70013"/>
                <a:gd name="connsiteY5" fmla="*/ 84 h 302526"/>
                <a:gd name="connsiteX6" fmla="*/ 19282 w 70013"/>
                <a:gd name="connsiteY6" fmla="*/ 59077 h 302526"/>
                <a:gd name="connsiteX7" fmla="*/ 269 w 70013"/>
                <a:gd name="connsiteY7" fmla="*/ 151348 h 302526"/>
                <a:gd name="connsiteX8" fmla="*/ 20187 w 70013"/>
                <a:gd name="connsiteY8" fmla="*/ 245736 h 302526"/>
                <a:gd name="connsiteX9" fmla="*/ 67265 w 70013"/>
                <a:gd name="connsiteY9" fmla="*/ 302611 h 302526"/>
                <a:gd name="connsiteX10" fmla="*/ 70283 w 70013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83" y="299586"/>
                  </a:moveTo>
                  <a:cubicBezTo>
                    <a:pt x="70283" y="298678"/>
                    <a:pt x="70283" y="298073"/>
                    <a:pt x="65152" y="292930"/>
                  </a:cubicBezTo>
                  <a:cubicBezTo>
                    <a:pt x="27430" y="254812"/>
                    <a:pt x="17773" y="197634"/>
                    <a:pt x="17773" y="151348"/>
                  </a:cubicBezTo>
                  <a:cubicBezTo>
                    <a:pt x="17773" y="98708"/>
                    <a:pt x="29240" y="46068"/>
                    <a:pt x="66359" y="8252"/>
                  </a:cubicBezTo>
                  <a:cubicBezTo>
                    <a:pt x="70283" y="4622"/>
                    <a:pt x="70283" y="4017"/>
                    <a:pt x="70283" y="3109"/>
                  </a:cubicBezTo>
                  <a:cubicBezTo>
                    <a:pt x="70283" y="992"/>
                    <a:pt x="69075" y="84"/>
                    <a:pt x="67265" y="84"/>
                  </a:cubicBezTo>
                  <a:cubicBezTo>
                    <a:pt x="64247" y="84"/>
                    <a:pt x="37087" y="20656"/>
                    <a:pt x="19282" y="59077"/>
                  </a:cubicBezTo>
                  <a:cubicBezTo>
                    <a:pt x="3891" y="92355"/>
                    <a:pt x="269" y="125935"/>
                    <a:pt x="269" y="151348"/>
                  </a:cubicBezTo>
                  <a:cubicBezTo>
                    <a:pt x="269" y="174945"/>
                    <a:pt x="3589" y="211550"/>
                    <a:pt x="20187" y="245736"/>
                  </a:cubicBezTo>
                  <a:cubicBezTo>
                    <a:pt x="38294" y="282947"/>
                    <a:pt x="64247" y="302611"/>
                    <a:pt x="67265" y="302611"/>
                  </a:cubicBezTo>
                  <a:cubicBezTo>
                    <a:pt x="69075" y="302611"/>
                    <a:pt x="70283" y="301703"/>
                    <a:pt x="70283" y="299586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866302C3-A038-F130-5B13-7F413B1F55BA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9818801" y="5980341"/>
              <a:ext cx="138819" cy="204508"/>
            </a:xfrm>
            <a:custGeom>
              <a:avLst/>
              <a:gdLst>
                <a:gd name="connsiteX0" fmla="*/ 139092 w 138819"/>
                <a:gd name="connsiteY0" fmla="*/ 134709 h 204508"/>
                <a:gd name="connsiteX1" fmla="*/ 108310 w 138819"/>
                <a:gd name="connsiteY1" fmla="*/ 134709 h 204508"/>
                <a:gd name="connsiteX2" fmla="*/ 108310 w 138819"/>
                <a:gd name="connsiteY2" fmla="*/ 85 h 204508"/>
                <a:gd name="connsiteX3" fmla="*/ 95032 w 138819"/>
                <a:gd name="connsiteY3" fmla="*/ 85 h 204508"/>
                <a:gd name="connsiteX4" fmla="*/ 273 w 138819"/>
                <a:gd name="connsiteY4" fmla="*/ 134709 h 204508"/>
                <a:gd name="connsiteX5" fmla="*/ 273 w 138819"/>
                <a:gd name="connsiteY5" fmla="*/ 154071 h 204508"/>
                <a:gd name="connsiteX6" fmla="*/ 85073 w 138819"/>
                <a:gd name="connsiteY6" fmla="*/ 154071 h 204508"/>
                <a:gd name="connsiteX7" fmla="*/ 85073 w 138819"/>
                <a:gd name="connsiteY7" fmla="*/ 204593 h 204508"/>
                <a:gd name="connsiteX8" fmla="*/ 108310 w 138819"/>
                <a:gd name="connsiteY8" fmla="*/ 204593 h 204508"/>
                <a:gd name="connsiteX9" fmla="*/ 108310 w 138819"/>
                <a:gd name="connsiteY9" fmla="*/ 154071 h 204508"/>
                <a:gd name="connsiteX10" fmla="*/ 139092 w 138819"/>
                <a:gd name="connsiteY10" fmla="*/ 154071 h 204508"/>
                <a:gd name="connsiteX11" fmla="*/ 139092 w 138819"/>
                <a:gd name="connsiteY11" fmla="*/ 134709 h 204508"/>
                <a:gd name="connsiteX12" fmla="*/ 84771 w 138819"/>
                <a:gd name="connsiteY12" fmla="*/ 134709 h 204508"/>
                <a:gd name="connsiteX13" fmla="*/ 12344 w 138819"/>
                <a:gd name="connsiteY13" fmla="*/ 134709 h 204508"/>
                <a:gd name="connsiteX14" fmla="*/ 84771 w 138819"/>
                <a:gd name="connsiteY14" fmla="*/ 30943 h 204508"/>
                <a:gd name="connsiteX15" fmla="*/ 84771 w 138819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092" y="134709"/>
                  </a:moveTo>
                  <a:lnTo>
                    <a:pt x="108310" y="134709"/>
                  </a:lnTo>
                  <a:lnTo>
                    <a:pt x="108310" y="85"/>
                  </a:lnTo>
                  <a:lnTo>
                    <a:pt x="95032" y="85"/>
                  </a:lnTo>
                  <a:lnTo>
                    <a:pt x="273" y="134709"/>
                  </a:lnTo>
                  <a:lnTo>
                    <a:pt x="273" y="154071"/>
                  </a:lnTo>
                  <a:lnTo>
                    <a:pt x="85073" y="154071"/>
                  </a:lnTo>
                  <a:lnTo>
                    <a:pt x="85073" y="204593"/>
                  </a:lnTo>
                  <a:lnTo>
                    <a:pt x="108310" y="204593"/>
                  </a:lnTo>
                  <a:lnTo>
                    <a:pt x="108310" y="154071"/>
                  </a:lnTo>
                  <a:lnTo>
                    <a:pt x="139092" y="154071"/>
                  </a:lnTo>
                  <a:lnTo>
                    <a:pt x="139092" y="134709"/>
                  </a:lnTo>
                  <a:close/>
                  <a:moveTo>
                    <a:pt x="84771" y="134709"/>
                  </a:moveTo>
                  <a:lnTo>
                    <a:pt x="12344" y="134709"/>
                  </a:lnTo>
                  <a:lnTo>
                    <a:pt x="84771" y="30943"/>
                  </a:lnTo>
                  <a:lnTo>
                    <a:pt x="84771" y="13470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FDCAF07-5F0B-995B-FBE3-E9A7A027C6FF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0033754" y="6103167"/>
              <a:ext cx="184388" cy="12101"/>
            </a:xfrm>
            <a:custGeom>
              <a:avLst/>
              <a:gdLst>
                <a:gd name="connsiteX0" fmla="*/ 174105 w 184388"/>
                <a:gd name="connsiteY0" fmla="*/ 12186 h 12101"/>
                <a:gd name="connsiteX1" fmla="*/ 184668 w 184388"/>
                <a:gd name="connsiteY1" fmla="*/ 6135 h 12101"/>
                <a:gd name="connsiteX2" fmla="*/ 174105 w 184388"/>
                <a:gd name="connsiteY2" fmla="*/ 85 h 12101"/>
                <a:gd name="connsiteX3" fmla="*/ 10841 w 184388"/>
                <a:gd name="connsiteY3" fmla="*/ 85 h 12101"/>
                <a:gd name="connsiteX4" fmla="*/ 279 w 184388"/>
                <a:gd name="connsiteY4" fmla="*/ 6135 h 12101"/>
                <a:gd name="connsiteX5" fmla="*/ 10841 w 184388"/>
                <a:gd name="connsiteY5" fmla="*/ 12186 h 12101"/>
                <a:gd name="connsiteX6" fmla="*/ 174105 w 184388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105" y="12186"/>
                  </a:moveTo>
                  <a:cubicBezTo>
                    <a:pt x="179236" y="12186"/>
                    <a:pt x="184668" y="12186"/>
                    <a:pt x="184668" y="6135"/>
                  </a:cubicBezTo>
                  <a:cubicBezTo>
                    <a:pt x="184668" y="85"/>
                    <a:pt x="179236" y="85"/>
                    <a:pt x="174105" y="85"/>
                  </a:cubicBezTo>
                  <a:lnTo>
                    <a:pt x="10841" y="85"/>
                  </a:lnTo>
                  <a:cubicBezTo>
                    <a:pt x="5711" y="85"/>
                    <a:pt x="279" y="85"/>
                    <a:pt x="279" y="6135"/>
                  </a:cubicBezTo>
                  <a:cubicBezTo>
                    <a:pt x="279" y="12186"/>
                    <a:pt x="5711" y="12186"/>
                    <a:pt x="10841" y="12186"/>
                  </a:cubicBezTo>
                  <a:lnTo>
                    <a:pt x="174105" y="1218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94E7EF0F-16F8-3FB7-4E1B-5CF08F8ADB5E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0296398" y="5977921"/>
              <a:ext cx="130973" cy="211163"/>
            </a:xfrm>
            <a:custGeom>
              <a:avLst/>
              <a:gdLst>
                <a:gd name="connsiteX0" fmla="*/ 124622 w 130973"/>
                <a:gd name="connsiteY0" fmla="*/ 85 h 211163"/>
                <a:gd name="connsiteX1" fmla="*/ 50686 w 130973"/>
                <a:gd name="connsiteY1" fmla="*/ 24287 h 211163"/>
                <a:gd name="connsiteX2" fmla="*/ 288 w 130973"/>
                <a:gd name="connsiteY2" fmla="*/ 122608 h 211163"/>
                <a:gd name="connsiteX3" fmla="*/ 21413 w 130973"/>
                <a:gd name="connsiteY3" fmla="*/ 190677 h 211163"/>
                <a:gd name="connsiteX4" fmla="*/ 67887 w 130973"/>
                <a:gd name="connsiteY4" fmla="*/ 211249 h 211163"/>
                <a:gd name="connsiteX5" fmla="*/ 131261 w 130973"/>
                <a:gd name="connsiteY5" fmla="*/ 140760 h 211163"/>
                <a:gd name="connsiteX6" fmla="*/ 74526 w 130973"/>
                <a:gd name="connsiteY6" fmla="*/ 77532 h 211163"/>
                <a:gd name="connsiteX7" fmla="*/ 35898 w 130973"/>
                <a:gd name="connsiteY7" fmla="*/ 91145 h 211163"/>
                <a:gd name="connsiteX8" fmla="*/ 125226 w 130973"/>
                <a:gd name="connsiteY8" fmla="*/ 4925 h 211163"/>
                <a:gd name="connsiteX9" fmla="*/ 124622 w 130973"/>
                <a:gd name="connsiteY9" fmla="*/ 85 h 211163"/>
                <a:gd name="connsiteX10" fmla="*/ 63059 w 130973"/>
                <a:gd name="connsiteY10" fmla="*/ 91448 h 211163"/>
                <a:gd name="connsiteX11" fmla="*/ 104101 w 130973"/>
                <a:gd name="connsiteY11" fmla="*/ 151046 h 211163"/>
                <a:gd name="connsiteX12" fmla="*/ 71207 w 130973"/>
                <a:gd name="connsiteY12" fmla="*/ 202778 h 211163"/>
                <a:gd name="connsiteX13" fmla="*/ 28354 w 130973"/>
                <a:gd name="connsiteY13" fmla="*/ 127449 h 211163"/>
                <a:gd name="connsiteX14" fmla="*/ 36804 w 130973"/>
                <a:gd name="connsiteY14" fmla="*/ 99011 h 211163"/>
                <a:gd name="connsiteX15" fmla="*/ 63059 w 130973"/>
                <a:gd name="connsiteY15" fmla="*/ 91448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622" y="85"/>
                  </a:moveTo>
                  <a:cubicBezTo>
                    <a:pt x="90219" y="3110"/>
                    <a:pt x="72716" y="8858"/>
                    <a:pt x="50686" y="24287"/>
                  </a:cubicBezTo>
                  <a:cubicBezTo>
                    <a:pt x="18093" y="47582"/>
                    <a:pt x="288" y="82070"/>
                    <a:pt x="288" y="122608"/>
                  </a:cubicBezTo>
                  <a:cubicBezTo>
                    <a:pt x="288" y="148928"/>
                    <a:pt x="8436" y="175550"/>
                    <a:pt x="21413" y="190677"/>
                  </a:cubicBezTo>
                  <a:cubicBezTo>
                    <a:pt x="32881" y="203988"/>
                    <a:pt x="49177" y="211249"/>
                    <a:pt x="67887" y="211249"/>
                  </a:cubicBezTo>
                  <a:cubicBezTo>
                    <a:pt x="105308" y="211249"/>
                    <a:pt x="131261" y="182508"/>
                    <a:pt x="131261" y="140760"/>
                  </a:cubicBezTo>
                  <a:cubicBezTo>
                    <a:pt x="131261" y="102036"/>
                    <a:pt x="109231" y="77532"/>
                    <a:pt x="74526" y="77532"/>
                  </a:cubicBezTo>
                  <a:cubicBezTo>
                    <a:pt x="61248" y="77532"/>
                    <a:pt x="54911" y="79649"/>
                    <a:pt x="35898" y="91145"/>
                  </a:cubicBezTo>
                  <a:cubicBezTo>
                    <a:pt x="44046" y="45464"/>
                    <a:pt x="77846" y="12791"/>
                    <a:pt x="125226" y="4925"/>
                  </a:cubicBezTo>
                  <a:lnTo>
                    <a:pt x="124622" y="85"/>
                  </a:lnTo>
                  <a:close/>
                  <a:moveTo>
                    <a:pt x="63059" y="91448"/>
                  </a:moveTo>
                  <a:cubicBezTo>
                    <a:pt x="89012" y="91448"/>
                    <a:pt x="104101" y="113230"/>
                    <a:pt x="104101" y="151046"/>
                  </a:cubicBezTo>
                  <a:cubicBezTo>
                    <a:pt x="104101" y="184324"/>
                    <a:pt x="92332" y="202778"/>
                    <a:pt x="71207" y="202778"/>
                  </a:cubicBezTo>
                  <a:cubicBezTo>
                    <a:pt x="44650" y="202778"/>
                    <a:pt x="28354" y="174340"/>
                    <a:pt x="28354" y="127449"/>
                  </a:cubicBezTo>
                  <a:cubicBezTo>
                    <a:pt x="28354" y="112020"/>
                    <a:pt x="30768" y="103549"/>
                    <a:pt x="36804" y="99011"/>
                  </a:cubicBezTo>
                  <a:cubicBezTo>
                    <a:pt x="43141" y="94171"/>
                    <a:pt x="52496" y="91448"/>
                    <a:pt x="63059" y="9144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C3C0D7AD-FE14-306A-7E3F-7285D98772A5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0454796" y="5957954"/>
              <a:ext cx="70013" cy="302526"/>
            </a:xfrm>
            <a:custGeom>
              <a:avLst/>
              <a:gdLst>
                <a:gd name="connsiteX0" fmla="*/ 70307 w 70013"/>
                <a:gd name="connsiteY0" fmla="*/ 151348 h 302526"/>
                <a:gd name="connsiteX1" fmla="*/ 50389 w 70013"/>
                <a:gd name="connsiteY1" fmla="*/ 56959 h 302526"/>
                <a:gd name="connsiteX2" fmla="*/ 3311 w 70013"/>
                <a:gd name="connsiteY2" fmla="*/ 84 h 302526"/>
                <a:gd name="connsiteX3" fmla="*/ 294 w 70013"/>
                <a:gd name="connsiteY3" fmla="*/ 3109 h 302526"/>
                <a:gd name="connsiteX4" fmla="*/ 6027 w 70013"/>
                <a:gd name="connsiteY4" fmla="*/ 10068 h 302526"/>
                <a:gd name="connsiteX5" fmla="*/ 52804 w 70013"/>
                <a:gd name="connsiteY5" fmla="*/ 151348 h 302526"/>
                <a:gd name="connsiteX6" fmla="*/ 4217 w 70013"/>
                <a:gd name="connsiteY6" fmla="*/ 294443 h 302526"/>
                <a:gd name="connsiteX7" fmla="*/ 294 w 70013"/>
                <a:gd name="connsiteY7" fmla="*/ 299586 h 302526"/>
                <a:gd name="connsiteX8" fmla="*/ 3311 w 70013"/>
                <a:gd name="connsiteY8" fmla="*/ 302611 h 302526"/>
                <a:gd name="connsiteX9" fmla="*/ 51295 w 70013"/>
                <a:gd name="connsiteY9" fmla="*/ 243618 h 302526"/>
                <a:gd name="connsiteX10" fmla="*/ 70307 w 70013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307" y="151348"/>
                  </a:moveTo>
                  <a:cubicBezTo>
                    <a:pt x="70307" y="127750"/>
                    <a:pt x="66987" y="91145"/>
                    <a:pt x="50389" y="56959"/>
                  </a:cubicBezTo>
                  <a:cubicBezTo>
                    <a:pt x="32282" y="19748"/>
                    <a:pt x="6329" y="84"/>
                    <a:pt x="3311" y="84"/>
                  </a:cubicBezTo>
                  <a:cubicBezTo>
                    <a:pt x="1501" y="84"/>
                    <a:pt x="294" y="1294"/>
                    <a:pt x="294" y="3109"/>
                  </a:cubicBezTo>
                  <a:cubicBezTo>
                    <a:pt x="294" y="4017"/>
                    <a:pt x="294" y="4622"/>
                    <a:pt x="6027" y="10068"/>
                  </a:cubicBezTo>
                  <a:cubicBezTo>
                    <a:pt x="35602" y="40018"/>
                    <a:pt x="52804" y="88119"/>
                    <a:pt x="52804" y="151348"/>
                  </a:cubicBezTo>
                  <a:cubicBezTo>
                    <a:pt x="52804" y="203080"/>
                    <a:pt x="41638" y="256324"/>
                    <a:pt x="4217" y="294443"/>
                  </a:cubicBezTo>
                  <a:cubicBezTo>
                    <a:pt x="294" y="298073"/>
                    <a:pt x="294" y="298678"/>
                    <a:pt x="294" y="299586"/>
                  </a:cubicBezTo>
                  <a:cubicBezTo>
                    <a:pt x="294" y="301401"/>
                    <a:pt x="1501" y="302611"/>
                    <a:pt x="3311" y="302611"/>
                  </a:cubicBezTo>
                  <a:cubicBezTo>
                    <a:pt x="6329" y="302611"/>
                    <a:pt x="33489" y="282039"/>
                    <a:pt x="51295" y="243618"/>
                  </a:cubicBezTo>
                  <a:cubicBezTo>
                    <a:pt x="66685" y="210340"/>
                    <a:pt x="70307" y="176760"/>
                    <a:pt x="70307" y="15134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9BE42C56-7901-4CE0-8361-84D343097BE5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0624966" y="5772030"/>
              <a:ext cx="85404" cy="204508"/>
            </a:xfrm>
            <a:custGeom>
              <a:avLst/>
              <a:gdLst>
                <a:gd name="connsiteX0" fmla="*/ 54619 w 85404"/>
                <a:gd name="connsiteY0" fmla="*/ 78 h 204508"/>
                <a:gd name="connsiteX1" fmla="*/ 298 w 85404"/>
                <a:gd name="connsiteY1" fmla="*/ 27608 h 204508"/>
                <a:gd name="connsiteX2" fmla="*/ 298 w 85404"/>
                <a:gd name="connsiteY2" fmla="*/ 31843 h 204508"/>
                <a:gd name="connsiteX3" fmla="*/ 8446 w 85404"/>
                <a:gd name="connsiteY3" fmla="*/ 28516 h 204508"/>
                <a:gd name="connsiteX4" fmla="*/ 22026 w 85404"/>
                <a:gd name="connsiteY4" fmla="*/ 25188 h 204508"/>
                <a:gd name="connsiteX5" fmla="*/ 31080 w 85404"/>
                <a:gd name="connsiteY5" fmla="*/ 39406 h 204508"/>
                <a:gd name="connsiteX6" fmla="*/ 31080 w 85404"/>
                <a:gd name="connsiteY6" fmla="*/ 176451 h 204508"/>
                <a:gd name="connsiteX7" fmla="*/ 23837 w 85404"/>
                <a:gd name="connsiteY7" fmla="*/ 196115 h 204508"/>
                <a:gd name="connsiteX8" fmla="*/ 2411 w 85404"/>
                <a:gd name="connsiteY8" fmla="*/ 200048 h 204508"/>
                <a:gd name="connsiteX9" fmla="*/ 2411 w 85404"/>
                <a:gd name="connsiteY9" fmla="*/ 204586 h 204508"/>
                <a:gd name="connsiteX10" fmla="*/ 85702 w 85404"/>
                <a:gd name="connsiteY10" fmla="*/ 204586 h 204508"/>
                <a:gd name="connsiteX11" fmla="*/ 85702 w 85404"/>
                <a:gd name="connsiteY11" fmla="*/ 200048 h 204508"/>
                <a:gd name="connsiteX12" fmla="*/ 57033 w 85404"/>
                <a:gd name="connsiteY12" fmla="*/ 182199 h 204508"/>
                <a:gd name="connsiteX13" fmla="*/ 57033 w 85404"/>
                <a:gd name="connsiteY13" fmla="*/ 683 h 204508"/>
                <a:gd name="connsiteX14" fmla="*/ 54619 w 85404"/>
                <a:gd name="connsiteY14" fmla="*/ 78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619" y="78"/>
                  </a:moveTo>
                  <a:lnTo>
                    <a:pt x="298" y="27608"/>
                  </a:lnTo>
                  <a:lnTo>
                    <a:pt x="298" y="31843"/>
                  </a:lnTo>
                  <a:cubicBezTo>
                    <a:pt x="3920" y="30331"/>
                    <a:pt x="7239" y="29121"/>
                    <a:pt x="8446" y="28516"/>
                  </a:cubicBezTo>
                  <a:cubicBezTo>
                    <a:pt x="13878" y="26398"/>
                    <a:pt x="19009" y="25188"/>
                    <a:pt x="22026" y="25188"/>
                  </a:cubicBezTo>
                  <a:cubicBezTo>
                    <a:pt x="28364" y="25188"/>
                    <a:pt x="31080" y="29726"/>
                    <a:pt x="31080" y="39406"/>
                  </a:cubicBezTo>
                  <a:lnTo>
                    <a:pt x="31080" y="176451"/>
                  </a:lnTo>
                  <a:cubicBezTo>
                    <a:pt x="31080" y="186435"/>
                    <a:pt x="28666" y="193393"/>
                    <a:pt x="23837" y="196115"/>
                  </a:cubicBezTo>
                  <a:cubicBezTo>
                    <a:pt x="19310" y="198838"/>
                    <a:pt x="15085" y="199746"/>
                    <a:pt x="2411" y="200048"/>
                  </a:cubicBezTo>
                  <a:lnTo>
                    <a:pt x="2411" y="204586"/>
                  </a:lnTo>
                  <a:lnTo>
                    <a:pt x="85702" y="204586"/>
                  </a:lnTo>
                  <a:lnTo>
                    <a:pt x="85702" y="200048"/>
                  </a:lnTo>
                  <a:cubicBezTo>
                    <a:pt x="61862" y="199746"/>
                    <a:pt x="57033" y="196720"/>
                    <a:pt x="57033" y="182199"/>
                  </a:cubicBezTo>
                  <a:lnTo>
                    <a:pt x="57033" y="683"/>
                  </a:lnTo>
                  <a:lnTo>
                    <a:pt x="54619" y="7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F1FE26DB-B859-76A0-7C3E-8D2FACEE51AD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0768878" y="5944470"/>
              <a:ext cx="31988" cy="32067"/>
            </a:xfrm>
            <a:custGeom>
              <a:avLst/>
              <a:gdLst>
                <a:gd name="connsiteX0" fmla="*/ 32292 w 31988"/>
                <a:gd name="connsiteY0" fmla="*/ 16112 h 32067"/>
                <a:gd name="connsiteX1" fmla="*/ 16298 w 31988"/>
                <a:gd name="connsiteY1" fmla="*/ 78 h 32067"/>
                <a:gd name="connsiteX2" fmla="*/ 303 w 31988"/>
                <a:gd name="connsiteY2" fmla="*/ 16112 h 32067"/>
                <a:gd name="connsiteX3" fmla="*/ 16298 w 31988"/>
                <a:gd name="connsiteY3" fmla="*/ 32146 h 32067"/>
                <a:gd name="connsiteX4" fmla="*/ 32292 w 31988"/>
                <a:gd name="connsiteY4" fmla="*/ 16112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88" h="32067">
                  <a:moveTo>
                    <a:pt x="32292" y="16112"/>
                  </a:moveTo>
                  <a:cubicBezTo>
                    <a:pt x="32292" y="7339"/>
                    <a:pt x="25049" y="78"/>
                    <a:pt x="16298" y="78"/>
                  </a:cubicBezTo>
                  <a:cubicBezTo>
                    <a:pt x="7546" y="78"/>
                    <a:pt x="303" y="7339"/>
                    <a:pt x="303" y="16112"/>
                  </a:cubicBezTo>
                  <a:cubicBezTo>
                    <a:pt x="303" y="24885"/>
                    <a:pt x="7546" y="32146"/>
                    <a:pt x="16298" y="32146"/>
                  </a:cubicBezTo>
                  <a:cubicBezTo>
                    <a:pt x="25049" y="32146"/>
                    <a:pt x="32292" y="24885"/>
                    <a:pt x="32292" y="1611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F1115247-FF18-DE97-4193-6817C01D9D63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0839806" y="5772030"/>
              <a:ext cx="117393" cy="208743"/>
            </a:xfrm>
            <a:custGeom>
              <a:avLst/>
              <a:gdLst>
                <a:gd name="connsiteX0" fmla="*/ 33502 w 117393"/>
                <a:gd name="connsiteY0" fmla="*/ 104752 h 208743"/>
                <a:gd name="connsiteX1" fmla="*/ 65491 w 117393"/>
                <a:gd name="connsiteY1" fmla="*/ 108080 h 208743"/>
                <a:gd name="connsiteX2" fmla="*/ 95971 w 117393"/>
                <a:gd name="connsiteY2" fmla="*/ 152854 h 208743"/>
                <a:gd name="connsiteX3" fmla="*/ 56437 w 117393"/>
                <a:gd name="connsiteY3" fmla="*/ 197931 h 208743"/>
                <a:gd name="connsiteX4" fmla="*/ 31088 w 117393"/>
                <a:gd name="connsiteY4" fmla="*/ 188552 h 208743"/>
                <a:gd name="connsiteX5" fmla="*/ 11774 w 117393"/>
                <a:gd name="connsiteY5" fmla="*/ 180989 h 208743"/>
                <a:gd name="connsiteX6" fmla="*/ 306 w 117393"/>
                <a:gd name="connsiteY6" fmla="*/ 191577 h 208743"/>
                <a:gd name="connsiteX7" fmla="*/ 34407 w 117393"/>
                <a:gd name="connsiteY7" fmla="*/ 208821 h 208743"/>
                <a:gd name="connsiteX8" fmla="*/ 95669 w 117393"/>
                <a:gd name="connsiteY8" fmla="*/ 188552 h 208743"/>
                <a:gd name="connsiteX9" fmla="*/ 117699 w 117393"/>
                <a:gd name="connsiteY9" fmla="*/ 138333 h 208743"/>
                <a:gd name="connsiteX10" fmla="*/ 104119 w 117393"/>
                <a:gd name="connsiteY10" fmla="*/ 99307 h 208743"/>
                <a:gd name="connsiteX11" fmla="*/ 79071 w 117393"/>
                <a:gd name="connsiteY11" fmla="*/ 83273 h 208743"/>
                <a:gd name="connsiteX12" fmla="*/ 107438 w 117393"/>
                <a:gd name="connsiteY12" fmla="*/ 41524 h 208743"/>
                <a:gd name="connsiteX13" fmla="*/ 60360 w 117393"/>
                <a:gd name="connsiteY13" fmla="*/ 78 h 208743"/>
                <a:gd name="connsiteX14" fmla="*/ 21129 w 117393"/>
                <a:gd name="connsiteY14" fmla="*/ 14902 h 208743"/>
                <a:gd name="connsiteX15" fmla="*/ 909 w 117393"/>
                <a:gd name="connsiteY15" fmla="*/ 49087 h 208743"/>
                <a:gd name="connsiteX16" fmla="*/ 5436 w 117393"/>
                <a:gd name="connsiteY16" fmla="*/ 50297 h 208743"/>
                <a:gd name="connsiteX17" fmla="*/ 50402 w 117393"/>
                <a:gd name="connsiteY17" fmla="*/ 18230 h 208743"/>
                <a:gd name="connsiteX18" fmla="*/ 83598 w 117393"/>
                <a:gd name="connsiteY18" fmla="*/ 50600 h 208743"/>
                <a:gd name="connsiteX19" fmla="*/ 71526 w 117393"/>
                <a:gd name="connsiteY19" fmla="*/ 79945 h 208743"/>
                <a:gd name="connsiteX20" fmla="*/ 33502 w 117393"/>
                <a:gd name="connsiteY20" fmla="*/ 100819 h 208743"/>
                <a:gd name="connsiteX21" fmla="*/ 33502 w 117393"/>
                <a:gd name="connsiteY21" fmla="*/ 104752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393" h="208743">
                  <a:moveTo>
                    <a:pt x="33502" y="104752"/>
                  </a:moveTo>
                  <a:cubicBezTo>
                    <a:pt x="51307" y="104752"/>
                    <a:pt x="58248" y="105357"/>
                    <a:pt x="65491" y="108080"/>
                  </a:cubicBezTo>
                  <a:cubicBezTo>
                    <a:pt x="84201" y="114736"/>
                    <a:pt x="95971" y="131980"/>
                    <a:pt x="95971" y="152854"/>
                  </a:cubicBezTo>
                  <a:cubicBezTo>
                    <a:pt x="95971" y="178266"/>
                    <a:pt x="78769" y="197931"/>
                    <a:pt x="56437" y="197931"/>
                  </a:cubicBezTo>
                  <a:cubicBezTo>
                    <a:pt x="48289" y="197931"/>
                    <a:pt x="42254" y="195813"/>
                    <a:pt x="31088" y="188552"/>
                  </a:cubicBezTo>
                  <a:cubicBezTo>
                    <a:pt x="22034" y="183107"/>
                    <a:pt x="16904" y="180989"/>
                    <a:pt x="11774" y="180989"/>
                  </a:cubicBezTo>
                  <a:cubicBezTo>
                    <a:pt x="4833" y="180989"/>
                    <a:pt x="306" y="185224"/>
                    <a:pt x="306" y="191577"/>
                  </a:cubicBezTo>
                  <a:cubicBezTo>
                    <a:pt x="306" y="202166"/>
                    <a:pt x="13282" y="208821"/>
                    <a:pt x="34407" y="208821"/>
                  </a:cubicBezTo>
                  <a:cubicBezTo>
                    <a:pt x="57644" y="208821"/>
                    <a:pt x="81485" y="200956"/>
                    <a:pt x="95669" y="188552"/>
                  </a:cubicBezTo>
                  <a:cubicBezTo>
                    <a:pt x="109853" y="176149"/>
                    <a:pt x="117699" y="158602"/>
                    <a:pt x="117699" y="138333"/>
                  </a:cubicBezTo>
                  <a:cubicBezTo>
                    <a:pt x="117699" y="122904"/>
                    <a:pt x="112870" y="108685"/>
                    <a:pt x="104119" y="99307"/>
                  </a:cubicBezTo>
                  <a:cubicBezTo>
                    <a:pt x="98083" y="92651"/>
                    <a:pt x="92349" y="89021"/>
                    <a:pt x="79071" y="83273"/>
                  </a:cubicBezTo>
                  <a:cubicBezTo>
                    <a:pt x="99894" y="69054"/>
                    <a:pt x="107438" y="57861"/>
                    <a:pt x="107438" y="41524"/>
                  </a:cubicBezTo>
                  <a:cubicBezTo>
                    <a:pt x="107438" y="17020"/>
                    <a:pt x="88124" y="78"/>
                    <a:pt x="60360" y="78"/>
                  </a:cubicBezTo>
                  <a:cubicBezTo>
                    <a:pt x="45271" y="78"/>
                    <a:pt x="31993" y="5221"/>
                    <a:pt x="21129" y="14902"/>
                  </a:cubicBezTo>
                  <a:cubicBezTo>
                    <a:pt x="12075" y="23070"/>
                    <a:pt x="7549" y="30936"/>
                    <a:pt x="909" y="49087"/>
                  </a:cubicBezTo>
                  <a:lnTo>
                    <a:pt x="5436" y="50297"/>
                  </a:lnTo>
                  <a:cubicBezTo>
                    <a:pt x="17809" y="28213"/>
                    <a:pt x="31389" y="18230"/>
                    <a:pt x="50402" y="18230"/>
                  </a:cubicBezTo>
                  <a:cubicBezTo>
                    <a:pt x="70017" y="18230"/>
                    <a:pt x="83598" y="31541"/>
                    <a:pt x="83598" y="50600"/>
                  </a:cubicBezTo>
                  <a:cubicBezTo>
                    <a:pt x="83598" y="61491"/>
                    <a:pt x="79071" y="72382"/>
                    <a:pt x="71526" y="79945"/>
                  </a:cubicBezTo>
                  <a:cubicBezTo>
                    <a:pt x="62473" y="89021"/>
                    <a:pt x="54023" y="93559"/>
                    <a:pt x="33502" y="100819"/>
                  </a:cubicBezTo>
                  <a:lnTo>
                    <a:pt x="33502" y="10475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A5B1A855-35B8-7CFD-20BF-020FFA7A3F80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0995186" y="5772030"/>
              <a:ext cx="117393" cy="208743"/>
            </a:xfrm>
            <a:custGeom>
              <a:avLst/>
              <a:gdLst>
                <a:gd name="connsiteX0" fmla="*/ 70928 w 117393"/>
                <a:gd name="connsiteY0" fmla="*/ 92349 h 208743"/>
                <a:gd name="connsiteX1" fmla="*/ 111366 w 117393"/>
                <a:gd name="connsiteY1" fmla="*/ 43037 h 208743"/>
                <a:gd name="connsiteX2" fmla="*/ 59460 w 117393"/>
                <a:gd name="connsiteY2" fmla="*/ 78 h 208743"/>
                <a:gd name="connsiteX3" fmla="*/ 2122 w 117393"/>
                <a:gd name="connsiteY3" fmla="*/ 47877 h 208743"/>
                <a:gd name="connsiteX4" fmla="*/ 39542 w 117393"/>
                <a:gd name="connsiteY4" fmla="*/ 104147 h 208743"/>
                <a:gd name="connsiteX5" fmla="*/ 311 w 117393"/>
                <a:gd name="connsiteY5" fmla="*/ 158905 h 208743"/>
                <a:gd name="connsiteX6" fmla="*/ 58253 w 117393"/>
                <a:gd name="connsiteY6" fmla="*/ 208821 h 208743"/>
                <a:gd name="connsiteX7" fmla="*/ 117704 w 117393"/>
                <a:gd name="connsiteY7" fmla="*/ 157694 h 208743"/>
                <a:gd name="connsiteX8" fmla="*/ 70928 w 117393"/>
                <a:gd name="connsiteY8" fmla="*/ 92349 h 208743"/>
                <a:gd name="connsiteX9" fmla="*/ 65496 w 117393"/>
                <a:gd name="connsiteY9" fmla="*/ 123509 h 208743"/>
                <a:gd name="connsiteX10" fmla="*/ 94769 w 117393"/>
                <a:gd name="connsiteY10" fmla="*/ 167073 h 208743"/>
                <a:gd name="connsiteX11" fmla="*/ 61573 w 117393"/>
                <a:gd name="connsiteY11" fmla="*/ 200351 h 208743"/>
                <a:gd name="connsiteX12" fmla="*/ 23246 w 117393"/>
                <a:gd name="connsiteY12" fmla="*/ 156484 h 208743"/>
                <a:gd name="connsiteX13" fmla="*/ 47389 w 117393"/>
                <a:gd name="connsiteY13" fmla="*/ 110198 h 208743"/>
                <a:gd name="connsiteX14" fmla="*/ 65496 w 117393"/>
                <a:gd name="connsiteY14" fmla="*/ 123509 h 208743"/>
                <a:gd name="connsiteX15" fmla="*/ 62176 w 117393"/>
                <a:gd name="connsiteY15" fmla="*/ 86903 h 208743"/>
                <a:gd name="connsiteX16" fmla="*/ 24453 w 117393"/>
                <a:gd name="connsiteY16" fmla="*/ 38499 h 208743"/>
                <a:gd name="connsiteX17" fmla="*/ 57046 w 117393"/>
                <a:gd name="connsiteY17" fmla="*/ 8549 h 208743"/>
                <a:gd name="connsiteX18" fmla="*/ 90544 w 117393"/>
                <a:gd name="connsiteY18" fmla="*/ 42734 h 208743"/>
                <a:gd name="connsiteX19" fmla="*/ 64892 w 117393"/>
                <a:gd name="connsiteY19" fmla="*/ 85088 h 208743"/>
                <a:gd name="connsiteX20" fmla="*/ 62176 w 117393"/>
                <a:gd name="connsiteY20" fmla="*/ 86903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393" h="208743">
                  <a:moveTo>
                    <a:pt x="70928" y="92349"/>
                  </a:moveTo>
                  <a:cubicBezTo>
                    <a:pt x="100804" y="76315"/>
                    <a:pt x="111366" y="63609"/>
                    <a:pt x="111366" y="43037"/>
                  </a:cubicBezTo>
                  <a:cubicBezTo>
                    <a:pt x="111366" y="18230"/>
                    <a:pt x="89638" y="78"/>
                    <a:pt x="59460" y="78"/>
                  </a:cubicBezTo>
                  <a:cubicBezTo>
                    <a:pt x="26566" y="78"/>
                    <a:pt x="2122" y="20347"/>
                    <a:pt x="2122" y="47877"/>
                  </a:cubicBezTo>
                  <a:cubicBezTo>
                    <a:pt x="2122" y="67541"/>
                    <a:pt x="7855" y="76315"/>
                    <a:pt x="39542" y="104147"/>
                  </a:cubicBezTo>
                  <a:cubicBezTo>
                    <a:pt x="6950" y="128954"/>
                    <a:pt x="311" y="138333"/>
                    <a:pt x="311" y="158905"/>
                  </a:cubicBezTo>
                  <a:cubicBezTo>
                    <a:pt x="311" y="188250"/>
                    <a:pt x="24152" y="208821"/>
                    <a:pt x="58253" y="208821"/>
                  </a:cubicBezTo>
                  <a:cubicBezTo>
                    <a:pt x="94467" y="208821"/>
                    <a:pt x="117704" y="188855"/>
                    <a:pt x="117704" y="157694"/>
                  </a:cubicBezTo>
                  <a:cubicBezTo>
                    <a:pt x="117704" y="134400"/>
                    <a:pt x="107443" y="119576"/>
                    <a:pt x="70928" y="92349"/>
                  </a:cubicBezTo>
                  <a:close/>
                  <a:moveTo>
                    <a:pt x="65496" y="123509"/>
                  </a:moveTo>
                  <a:cubicBezTo>
                    <a:pt x="87526" y="139240"/>
                    <a:pt x="94769" y="150131"/>
                    <a:pt x="94769" y="167073"/>
                  </a:cubicBezTo>
                  <a:cubicBezTo>
                    <a:pt x="94769" y="186737"/>
                    <a:pt x="81188" y="200351"/>
                    <a:pt x="61573" y="200351"/>
                  </a:cubicBezTo>
                  <a:cubicBezTo>
                    <a:pt x="38637" y="200351"/>
                    <a:pt x="23246" y="182804"/>
                    <a:pt x="23246" y="156484"/>
                  </a:cubicBezTo>
                  <a:cubicBezTo>
                    <a:pt x="23246" y="137123"/>
                    <a:pt x="29885" y="124417"/>
                    <a:pt x="47389" y="110198"/>
                  </a:cubicBezTo>
                  <a:lnTo>
                    <a:pt x="65496" y="123509"/>
                  </a:lnTo>
                  <a:close/>
                  <a:moveTo>
                    <a:pt x="62176" y="86903"/>
                  </a:moveTo>
                  <a:cubicBezTo>
                    <a:pt x="35318" y="69357"/>
                    <a:pt x="24453" y="55440"/>
                    <a:pt x="24453" y="38499"/>
                  </a:cubicBezTo>
                  <a:cubicBezTo>
                    <a:pt x="24453" y="20952"/>
                    <a:pt x="38034" y="8549"/>
                    <a:pt x="57046" y="8549"/>
                  </a:cubicBezTo>
                  <a:cubicBezTo>
                    <a:pt x="77567" y="8549"/>
                    <a:pt x="90544" y="21860"/>
                    <a:pt x="90544" y="42734"/>
                  </a:cubicBezTo>
                  <a:cubicBezTo>
                    <a:pt x="90544" y="59978"/>
                    <a:pt x="82094" y="73592"/>
                    <a:pt x="64892" y="85088"/>
                  </a:cubicBezTo>
                  <a:cubicBezTo>
                    <a:pt x="63383" y="85996"/>
                    <a:pt x="63383" y="85996"/>
                    <a:pt x="62176" y="8690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318011DF-0D44-5B20-0C31-0BD4A8C3746E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1140003" y="5769610"/>
              <a:ext cx="130973" cy="211163"/>
            </a:xfrm>
            <a:custGeom>
              <a:avLst/>
              <a:gdLst>
                <a:gd name="connsiteX0" fmla="*/ 124650 w 130973"/>
                <a:gd name="connsiteY0" fmla="*/ 78 h 211163"/>
                <a:gd name="connsiteX1" fmla="*/ 50713 w 130973"/>
                <a:gd name="connsiteY1" fmla="*/ 24280 h 211163"/>
                <a:gd name="connsiteX2" fmla="*/ 316 w 130973"/>
                <a:gd name="connsiteY2" fmla="*/ 122601 h 211163"/>
                <a:gd name="connsiteX3" fmla="*/ 21441 w 130973"/>
                <a:gd name="connsiteY3" fmla="*/ 190670 h 211163"/>
                <a:gd name="connsiteX4" fmla="*/ 67915 w 130973"/>
                <a:gd name="connsiteY4" fmla="*/ 211242 h 211163"/>
                <a:gd name="connsiteX5" fmla="*/ 131289 w 130973"/>
                <a:gd name="connsiteY5" fmla="*/ 140753 h 211163"/>
                <a:gd name="connsiteX6" fmla="*/ 74554 w 130973"/>
                <a:gd name="connsiteY6" fmla="*/ 77525 h 211163"/>
                <a:gd name="connsiteX7" fmla="*/ 35926 w 130973"/>
                <a:gd name="connsiteY7" fmla="*/ 91139 h 211163"/>
                <a:gd name="connsiteX8" fmla="*/ 125253 w 130973"/>
                <a:gd name="connsiteY8" fmla="*/ 4918 h 211163"/>
                <a:gd name="connsiteX9" fmla="*/ 124650 w 130973"/>
                <a:gd name="connsiteY9" fmla="*/ 78 h 211163"/>
                <a:gd name="connsiteX10" fmla="*/ 63086 w 130973"/>
                <a:gd name="connsiteY10" fmla="*/ 91441 h 211163"/>
                <a:gd name="connsiteX11" fmla="*/ 104129 w 130973"/>
                <a:gd name="connsiteY11" fmla="*/ 151039 h 211163"/>
                <a:gd name="connsiteX12" fmla="*/ 71235 w 130973"/>
                <a:gd name="connsiteY12" fmla="*/ 202771 h 211163"/>
                <a:gd name="connsiteX13" fmla="*/ 28382 w 130973"/>
                <a:gd name="connsiteY13" fmla="*/ 127442 h 211163"/>
                <a:gd name="connsiteX14" fmla="*/ 36831 w 130973"/>
                <a:gd name="connsiteY14" fmla="*/ 99004 h 211163"/>
                <a:gd name="connsiteX15" fmla="*/ 63086 w 130973"/>
                <a:gd name="connsiteY15" fmla="*/ 91441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650" y="78"/>
                  </a:moveTo>
                  <a:cubicBezTo>
                    <a:pt x="90247" y="3103"/>
                    <a:pt x="72743" y="8851"/>
                    <a:pt x="50713" y="24280"/>
                  </a:cubicBezTo>
                  <a:cubicBezTo>
                    <a:pt x="18121" y="47575"/>
                    <a:pt x="316" y="82063"/>
                    <a:pt x="316" y="122601"/>
                  </a:cubicBezTo>
                  <a:cubicBezTo>
                    <a:pt x="316" y="148921"/>
                    <a:pt x="8464" y="175544"/>
                    <a:pt x="21441" y="190670"/>
                  </a:cubicBezTo>
                  <a:cubicBezTo>
                    <a:pt x="32908" y="203981"/>
                    <a:pt x="49204" y="211242"/>
                    <a:pt x="67915" y="211242"/>
                  </a:cubicBezTo>
                  <a:cubicBezTo>
                    <a:pt x="105336" y="211242"/>
                    <a:pt x="131289" y="182502"/>
                    <a:pt x="131289" y="140753"/>
                  </a:cubicBezTo>
                  <a:cubicBezTo>
                    <a:pt x="131289" y="102030"/>
                    <a:pt x="109259" y="77525"/>
                    <a:pt x="74554" y="77525"/>
                  </a:cubicBezTo>
                  <a:cubicBezTo>
                    <a:pt x="61276" y="77525"/>
                    <a:pt x="54938" y="79643"/>
                    <a:pt x="35926" y="91139"/>
                  </a:cubicBezTo>
                  <a:cubicBezTo>
                    <a:pt x="44074" y="45457"/>
                    <a:pt x="77874" y="12784"/>
                    <a:pt x="125253" y="4918"/>
                  </a:cubicBezTo>
                  <a:lnTo>
                    <a:pt x="124650" y="78"/>
                  </a:lnTo>
                  <a:close/>
                  <a:moveTo>
                    <a:pt x="63086" y="91441"/>
                  </a:moveTo>
                  <a:cubicBezTo>
                    <a:pt x="89040" y="91441"/>
                    <a:pt x="104129" y="113223"/>
                    <a:pt x="104129" y="151039"/>
                  </a:cubicBezTo>
                  <a:cubicBezTo>
                    <a:pt x="104129" y="184317"/>
                    <a:pt x="92359" y="202771"/>
                    <a:pt x="71235" y="202771"/>
                  </a:cubicBezTo>
                  <a:cubicBezTo>
                    <a:pt x="44678" y="202771"/>
                    <a:pt x="28382" y="174333"/>
                    <a:pt x="28382" y="127442"/>
                  </a:cubicBezTo>
                  <a:cubicBezTo>
                    <a:pt x="28382" y="112013"/>
                    <a:pt x="30796" y="103542"/>
                    <a:pt x="36831" y="99004"/>
                  </a:cubicBezTo>
                  <a:cubicBezTo>
                    <a:pt x="43169" y="94164"/>
                    <a:pt x="52524" y="91441"/>
                    <a:pt x="63086" y="9144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8C41F280-B385-2A14-6907-40FC072748DE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1290253" y="5772030"/>
              <a:ext cx="134292" cy="204508"/>
            </a:xfrm>
            <a:custGeom>
              <a:avLst/>
              <a:gdLst>
                <a:gd name="connsiteX0" fmla="*/ 134614 w 134292"/>
                <a:gd name="connsiteY0" fmla="*/ 163140 h 204508"/>
                <a:gd name="connsiteX1" fmla="*/ 130690 w 134292"/>
                <a:gd name="connsiteY1" fmla="*/ 161627 h 204508"/>
                <a:gd name="connsiteX2" fmla="*/ 102021 w 134292"/>
                <a:gd name="connsiteY2" fmla="*/ 181594 h 204508"/>
                <a:gd name="connsiteX3" fmla="*/ 29895 w 134292"/>
                <a:gd name="connsiteY3" fmla="*/ 181594 h 204508"/>
                <a:gd name="connsiteX4" fmla="*/ 80595 w 134292"/>
                <a:gd name="connsiteY4" fmla="*/ 128349 h 204508"/>
                <a:gd name="connsiteX5" fmla="*/ 119223 w 134292"/>
                <a:gd name="connsiteY5" fmla="*/ 53625 h 204508"/>
                <a:gd name="connsiteX6" fmla="*/ 63393 w 134292"/>
                <a:gd name="connsiteY6" fmla="*/ 78 h 204508"/>
                <a:gd name="connsiteX7" fmla="*/ 19937 w 134292"/>
                <a:gd name="connsiteY7" fmla="*/ 18835 h 204508"/>
                <a:gd name="connsiteX8" fmla="*/ 623 w 134292"/>
                <a:gd name="connsiteY8" fmla="*/ 60281 h 204508"/>
                <a:gd name="connsiteX9" fmla="*/ 6960 w 134292"/>
                <a:gd name="connsiteY9" fmla="*/ 61793 h 204508"/>
                <a:gd name="connsiteX10" fmla="*/ 50718 w 134292"/>
                <a:gd name="connsiteY10" fmla="*/ 22465 h 204508"/>
                <a:gd name="connsiteX11" fmla="*/ 93270 w 134292"/>
                <a:gd name="connsiteY11" fmla="*/ 65121 h 204508"/>
                <a:gd name="connsiteX12" fmla="*/ 54038 w 134292"/>
                <a:gd name="connsiteY12" fmla="*/ 143778 h 204508"/>
                <a:gd name="connsiteX13" fmla="*/ 321 w 134292"/>
                <a:gd name="connsiteY13" fmla="*/ 200956 h 204508"/>
                <a:gd name="connsiteX14" fmla="*/ 321 w 134292"/>
                <a:gd name="connsiteY14" fmla="*/ 204586 h 204508"/>
                <a:gd name="connsiteX15" fmla="*/ 118016 w 134292"/>
                <a:gd name="connsiteY15" fmla="*/ 204586 h 204508"/>
                <a:gd name="connsiteX16" fmla="*/ 134614 w 134292"/>
                <a:gd name="connsiteY16" fmla="*/ 163140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614" y="163140"/>
                  </a:moveTo>
                  <a:lnTo>
                    <a:pt x="130690" y="161627"/>
                  </a:lnTo>
                  <a:cubicBezTo>
                    <a:pt x="119525" y="178871"/>
                    <a:pt x="115601" y="181594"/>
                    <a:pt x="102021" y="181594"/>
                  </a:cubicBezTo>
                  <a:lnTo>
                    <a:pt x="29895" y="181594"/>
                  </a:lnTo>
                  <a:lnTo>
                    <a:pt x="80595" y="128349"/>
                  </a:lnTo>
                  <a:cubicBezTo>
                    <a:pt x="107453" y="100214"/>
                    <a:pt x="119223" y="77222"/>
                    <a:pt x="119223" y="53625"/>
                  </a:cubicBezTo>
                  <a:cubicBezTo>
                    <a:pt x="119223" y="23373"/>
                    <a:pt x="94778" y="78"/>
                    <a:pt x="63393" y="78"/>
                  </a:cubicBezTo>
                  <a:cubicBezTo>
                    <a:pt x="46795" y="78"/>
                    <a:pt x="31103" y="6734"/>
                    <a:pt x="19937" y="18835"/>
                  </a:cubicBezTo>
                  <a:cubicBezTo>
                    <a:pt x="10280" y="29121"/>
                    <a:pt x="5753" y="38801"/>
                    <a:pt x="623" y="60281"/>
                  </a:cubicBezTo>
                  <a:lnTo>
                    <a:pt x="6960" y="61793"/>
                  </a:lnTo>
                  <a:cubicBezTo>
                    <a:pt x="19031" y="32146"/>
                    <a:pt x="29895" y="22465"/>
                    <a:pt x="50718" y="22465"/>
                  </a:cubicBezTo>
                  <a:cubicBezTo>
                    <a:pt x="76068" y="22465"/>
                    <a:pt x="93270" y="39709"/>
                    <a:pt x="93270" y="65121"/>
                  </a:cubicBezTo>
                  <a:cubicBezTo>
                    <a:pt x="93270" y="88718"/>
                    <a:pt x="79388" y="116853"/>
                    <a:pt x="54038" y="143778"/>
                  </a:cubicBezTo>
                  <a:lnTo>
                    <a:pt x="321" y="200956"/>
                  </a:lnTo>
                  <a:lnTo>
                    <a:pt x="321" y="204586"/>
                  </a:lnTo>
                  <a:lnTo>
                    <a:pt x="118016" y="204586"/>
                  </a:lnTo>
                  <a:lnTo>
                    <a:pt x="134614" y="16314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DE80EF31-A378-8C69-D319-51AB0D0CDA20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1441709" y="5772030"/>
              <a:ext cx="129464" cy="211163"/>
            </a:xfrm>
            <a:custGeom>
              <a:avLst/>
              <a:gdLst>
                <a:gd name="connsiteX0" fmla="*/ 9077 w 129464"/>
                <a:gd name="connsiteY0" fmla="*/ 211242 h 211163"/>
                <a:gd name="connsiteX1" fmla="*/ 79996 w 129464"/>
                <a:gd name="connsiteY1" fmla="*/ 186737 h 211163"/>
                <a:gd name="connsiteX2" fmla="*/ 129790 w 129464"/>
                <a:gd name="connsiteY2" fmla="*/ 85391 h 211163"/>
                <a:gd name="connsiteX3" fmla="*/ 63096 w 129464"/>
                <a:gd name="connsiteY3" fmla="*/ 78 h 211163"/>
                <a:gd name="connsiteX4" fmla="*/ 326 w 129464"/>
                <a:gd name="connsiteY4" fmla="*/ 71474 h 211163"/>
                <a:gd name="connsiteX5" fmla="*/ 54646 w 129464"/>
                <a:gd name="connsiteY5" fmla="*/ 132887 h 211163"/>
                <a:gd name="connsiteX6" fmla="*/ 99914 w 129464"/>
                <a:gd name="connsiteY6" fmla="*/ 115643 h 211163"/>
                <a:gd name="connsiteX7" fmla="*/ 8172 w 129464"/>
                <a:gd name="connsiteY7" fmla="*/ 205191 h 211163"/>
                <a:gd name="connsiteX8" fmla="*/ 9077 w 129464"/>
                <a:gd name="connsiteY8" fmla="*/ 211242 h 211163"/>
                <a:gd name="connsiteX9" fmla="*/ 100517 w 129464"/>
                <a:gd name="connsiteY9" fmla="*/ 97189 h 211163"/>
                <a:gd name="connsiteX10" fmla="*/ 95991 w 129464"/>
                <a:gd name="connsiteY10" fmla="*/ 108685 h 211163"/>
                <a:gd name="connsiteX11" fmla="*/ 65511 w 129464"/>
                <a:gd name="connsiteY11" fmla="*/ 119879 h 211163"/>
                <a:gd name="connsiteX12" fmla="*/ 28090 w 129464"/>
                <a:gd name="connsiteY12" fmla="*/ 61188 h 211163"/>
                <a:gd name="connsiteX13" fmla="*/ 39256 w 129464"/>
                <a:gd name="connsiteY13" fmla="*/ 17927 h 211163"/>
                <a:gd name="connsiteX14" fmla="*/ 60682 w 129464"/>
                <a:gd name="connsiteY14" fmla="*/ 8549 h 211163"/>
                <a:gd name="connsiteX15" fmla="*/ 100517 w 129464"/>
                <a:gd name="connsiteY15" fmla="*/ 85391 h 211163"/>
                <a:gd name="connsiteX16" fmla="*/ 100517 w 129464"/>
                <a:gd name="connsiteY16" fmla="*/ 97189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464" h="211163">
                  <a:moveTo>
                    <a:pt x="9077" y="211242"/>
                  </a:moveTo>
                  <a:cubicBezTo>
                    <a:pt x="42877" y="207309"/>
                    <a:pt x="59475" y="201561"/>
                    <a:pt x="79996" y="186737"/>
                  </a:cubicBezTo>
                  <a:cubicBezTo>
                    <a:pt x="111381" y="163745"/>
                    <a:pt x="129790" y="126232"/>
                    <a:pt x="129790" y="85391"/>
                  </a:cubicBezTo>
                  <a:cubicBezTo>
                    <a:pt x="129790" y="35474"/>
                    <a:pt x="102026" y="78"/>
                    <a:pt x="63096" y="78"/>
                  </a:cubicBezTo>
                  <a:cubicBezTo>
                    <a:pt x="27184" y="78"/>
                    <a:pt x="326" y="30633"/>
                    <a:pt x="326" y="71474"/>
                  </a:cubicBezTo>
                  <a:cubicBezTo>
                    <a:pt x="326" y="108383"/>
                    <a:pt x="22054" y="132887"/>
                    <a:pt x="54646" y="132887"/>
                  </a:cubicBezTo>
                  <a:cubicBezTo>
                    <a:pt x="71244" y="132887"/>
                    <a:pt x="83919" y="128047"/>
                    <a:pt x="99914" y="115643"/>
                  </a:cubicBezTo>
                  <a:cubicBezTo>
                    <a:pt x="87541" y="164955"/>
                    <a:pt x="54043" y="197325"/>
                    <a:pt x="8172" y="205191"/>
                  </a:cubicBezTo>
                  <a:lnTo>
                    <a:pt x="9077" y="211242"/>
                  </a:lnTo>
                  <a:close/>
                  <a:moveTo>
                    <a:pt x="100517" y="97189"/>
                  </a:moveTo>
                  <a:cubicBezTo>
                    <a:pt x="100517" y="103240"/>
                    <a:pt x="99310" y="105962"/>
                    <a:pt x="95991" y="108685"/>
                  </a:cubicBezTo>
                  <a:cubicBezTo>
                    <a:pt x="87541" y="115946"/>
                    <a:pt x="76375" y="119879"/>
                    <a:pt x="65511" y="119879"/>
                  </a:cubicBezTo>
                  <a:cubicBezTo>
                    <a:pt x="42575" y="119879"/>
                    <a:pt x="28090" y="97189"/>
                    <a:pt x="28090" y="61188"/>
                  </a:cubicBezTo>
                  <a:cubicBezTo>
                    <a:pt x="28090" y="43944"/>
                    <a:pt x="32918" y="25793"/>
                    <a:pt x="39256" y="17927"/>
                  </a:cubicBezTo>
                  <a:cubicBezTo>
                    <a:pt x="44386" y="11877"/>
                    <a:pt x="51930" y="8549"/>
                    <a:pt x="60682" y="8549"/>
                  </a:cubicBezTo>
                  <a:cubicBezTo>
                    <a:pt x="86937" y="8549"/>
                    <a:pt x="100517" y="34566"/>
                    <a:pt x="100517" y="85391"/>
                  </a:cubicBezTo>
                  <a:lnTo>
                    <a:pt x="100517" y="971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02A8FC0E-6627-3DC6-9ACE-C2C75EC3E7AC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1587734" y="5772030"/>
              <a:ext cx="138819" cy="204508"/>
            </a:xfrm>
            <a:custGeom>
              <a:avLst/>
              <a:gdLst>
                <a:gd name="connsiteX0" fmla="*/ 139150 w 138819"/>
                <a:gd name="connsiteY0" fmla="*/ 134702 h 204508"/>
                <a:gd name="connsiteX1" fmla="*/ 108369 w 138819"/>
                <a:gd name="connsiteY1" fmla="*/ 134702 h 204508"/>
                <a:gd name="connsiteX2" fmla="*/ 108369 w 138819"/>
                <a:gd name="connsiteY2" fmla="*/ 78 h 204508"/>
                <a:gd name="connsiteX3" fmla="*/ 95090 w 138819"/>
                <a:gd name="connsiteY3" fmla="*/ 78 h 204508"/>
                <a:gd name="connsiteX4" fmla="*/ 331 w 138819"/>
                <a:gd name="connsiteY4" fmla="*/ 134702 h 204508"/>
                <a:gd name="connsiteX5" fmla="*/ 331 w 138819"/>
                <a:gd name="connsiteY5" fmla="*/ 154064 h 204508"/>
                <a:gd name="connsiteX6" fmla="*/ 85131 w 138819"/>
                <a:gd name="connsiteY6" fmla="*/ 154064 h 204508"/>
                <a:gd name="connsiteX7" fmla="*/ 85131 w 138819"/>
                <a:gd name="connsiteY7" fmla="*/ 204586 h 204508"/>
                <a:gd name="connsiteX8" fmla="*/ 108369 w 138819"/>
                <a:gd name="connsiteY8" fmla="*/ 204586 h 204508"/>
                <a:gd name="connsiteX9" fmla="*/ 108369 w 138819"/>
                <a:gd name="connsiteY9" fmla="*/ 154064 h 204508"/>
                <a:gd name="connsiteX10" fmla="*/ 139150 w 138819"/>
                <a:gd name="connsiteY10" fmla="*/ 154064 h 204508"/>
                <a:gd name="connsiteX11" fmla="*/ 139150 w 138819"/>
                <a:gd name="connsiteY11" fmla="*/ 134702 h 204508"/>
                <a:gd name="connsiteX12" fmla="*/ 84830 w 138819"/>
                <a:gd name="connsiteY12" fmla="*/ 134702 h 204508"/>
                <a:gd name="connsiteX13" fmla="*/ 12402 w 138819"/>
                <a:gd name="connsiteY13" fmla="*/ 134702 h 204508"/>
                <a:gd name="connsiteX14" fmla="*/ 84830 w 138819"/>
                <a:gd name="connsiteY14" fmla="*/ 30936 h 204508"/>
                <a:gd name="connsiteX15" fmla="*/ 84830 w 138819"/>
                <a:gd name="connsiteY15" fmla="*/ 134702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150" y="134702"/>
                  </a:moveTo>
                  <a:lnTo>
                    <a:pt x="108369" y="134702"/>
                  </a:lnTo>
                  <a:lnTo>
                    <a:pt x="108369" y="78"/>
                  </a:lnTo>
                  <a:lnTo>
                    <a:pt x="95090" y="78"/>
                  </a:lnTo>
                  <a:lnTo>
                    <a:pt x="331" y="134702"/>
                  </a:lnTo>
                  <a:lnTo>
                    <a:pt x="331" y="154064"/>
                  </a:lnTo>
                  <a:lnTo>
                    <a:pt x="85131" y="154064"/>
                  </a:lnTo>
                  <a:lnTo>
                    <a:pt x="85131" y="204586"/>
                  </a:lnTo>
                  <a:lnTo>
                    <a:pt x="108369" y="204586"/>
                  </a:lnTo>
                  <a:lnTo>
                    <a:pt x="108369" y="154064"/>
                  </a:lnTo>
                  <a:lnTo>
                    <a:pt x="139150" y="154064"/>
                  </a:lnTo>
                  <a:lnTo>
                    <a:pt x="139150" y="134702"/>
                  </a:lnTo>
                  <a:close/>
                  <a:moveTo>
                    <a:pt x="84830" y="134702"/>
                  </a:moveTo>
                  <a:lnTo>
                    <a:pt x="12402" y="134702"/>
                  </a:lnTo>
                  <a:lnTo>
                    <a:pt x="84830" y="30936"/>
                  </a:lnTo>
                  <a:lnTo>
                    <a:pt x="84830" y="13470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4F443B83-D67B-E382-1F6E-523351287B4D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6919831" y="6639178"/>
              <a:ext cx="200684" cy="201482"/>
            </a:xfrm>
            <a:custGeom>
              <a:avLst/>
              <a:gdLst>
                <a:gd name="connsiteX0" fmla="*/ 106707 w 200684"/>
                <a:gd name="connsiteY0" fmla="*/ 106897 h 201482"/>
                <a:gd name="connsiteX1" fmla="*/ 190904 w 200684"/>
                <a:gd name="connsiteY1" fmla="*/ 106897 h 201482"/>
                <a:gd name="connsiteX2" fmla="*/ 200863 w 200684"/>
                <a:gd name="connsiteY2" fmla="*/ 100846 h 201482"/>
                <a:gd name="connsiteX3" fmla="*/ 190904 w 200684"/>
                <a:gd name="connsiteY3" fmla="*/ 94796 h 201482"/>
                <a:gd name="connsiteX4" fmla="*/ 106707 w 200684"/>
                <a:gd name="connsiteY4" fmla="*/ 94796 h 201482"/>
                <a:gd name="connsiteX5" fmla="*/ 106707 w 200684"/>
                <a:gd name="connsiteY5" fmla="*/ 10088 h 201482"/>
                <a:gd name="connsiteX6" fmla="*/ 100671 w 200684"/>
                <a:gd name="connsiteY6" fmla="*/ 105 h 201482"/>
                <a:gd name="connsiteX7" fmla="*/ 94635 w 200684"/>
                <a:gd name="connsiteY7" fmla="*/ 10088 h 201482"/>
                <a:gd name="connsiteX8" fmla="*/ 94635 w 200684"/>
                <a:gd name="connsiteY8" fmla="*/ 94796 h 201482"/>
                <a:gd name="connsiteX9" fmla="*/ 10137 w 200684"/>
                <a:gd name="connsiteY9" fmla="*/ 94796 h 201482"/>
                <a:gd name="connsiteX10" fmla="*/ 178 w 200684"/>
                <a:gd name="connsiteY10" fmla="*/ 100846 h 201482"/>
                <a:gd name="connsiteX11" fmla="*/ 10137 w 200684"/>
                <a:gd name="connsiteY11" fmla="*/ 106897 h 201482"/>
                <a:gd name="connsiteX12" fmla="*/ 94635 w 200684"/>
                <a:gd name="connsiteY12" fmla="*/ 106897 h 201482"/>
                <a:gd name="connsiteX13" fmla="*/ 94635 w 200684"/>
                <a:gd name="connsiteY13" fmla="*/ 191604 h 201482"/>
                <a:gd name="connsiteX14" fmla="*/ 100671 w 200684"/>
                <a:gd name="connsiteY14" fmla="*/ 201588 h 201482"/>
                <a:gd name="connsiteX15" fmla="*/ 106707 w 200684"/>
                <a:gd name="connsiteY15" fmla="*/ 191604 h 201482"/>
                <a:gd name="connsiteX16" fmla="*/ 106707 w 200684"/>
                <a:gd name="connsiteY16" fmla="*/ 106897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684" h="201482">
                  <a:moveTo>
                    <a:pt x="106707" y="106897"/>
                  </a:moveTo>
                  <a:lnTo>
                    <a:pt x="190904" y="106897"/>
                  </a:lnTo>
                  <a:cubicBezTo>
                    <a:pt x="195129" y="106897"/>
                    <a:pt x="200863" y="106897"/>
                    <a:pt x="200863" y="100846"/>
                  </a:cubicBezTo>
                  <a:cubicBezTo>
                    <a:pt x="200863" y="94796"/>
                    <a:pt x="195129" y="94796"/>
                    <a:pt x="190904" y="94796"/>
                  </a:cubicBezTo>
                  <a:lnTo>
                    <a:pt x="106707" y="94796"/>
                  </a:lnTo>
                  <a:lnTo>
                    <a:pt x="106707" y="10088"/>
                  </a:lnTo>
                  <a:cubicBezTo>
                    <a:pt x="106707" y="5853"/>
                    <a:pt x="106707" y="105"/>
                    <a:pt x="100671" y="105"/>
                  </a:cubicBezTo>
                  <a:cubicBezTo>
                    <a:pt x="94635" y="105"/>
                    <a:pt x="94635" y="5853"/>
                    <a:pt x="94635" y="10088"/>
                  </a:cubicBezTo>
                  <a:lnTo>
                    <a:pt x="94635" y="94796"/>
                  </a:lnTo>
                  <a:lnTo>
                    <a:pt x="10137" y="94796"/>
                  </a:lnTo>
                  <a:cubicBezTo>
                    <a:pt x="5912" y="94796"/>
                    <a:pt x="178" y="94796"/>
                    <a:pt x="178" y="100846"/>
                  </a:cubicBezTo>
                  <a:cubicBezTo>
                    <a:pt x="178" y="106897"/>
                    <a:pt x="5912" y="106897"/>
                    <a:pt x="10137" y="106897"/>
                  </a:cubicBezTo>
                  <a:lnTo>
                    <a:pt x="94635" y="106897"/>
                  </a:lnTo>
                  <a:lnTo>
                    <a:pt x="94635" y="191604"/>
                  </a:lnTo>
                  <a:cubicBezTo>
                    <a:pt x="94635" y="195840"/>
                    <a:pt x="94635" y="201588"/>
                    <a:pt x="100671" y="201588"/>
                  </a:cubicBezTo>
                  <a:cubicBezTo>
                    <a:pt x="106707" y="201588"/>
                    <a:pt x="106707" y="195840"/>
                    <a:pt x="106707" y="191604"/>
                  </a:cubicBezTo>
                  <a:lnTo>
                    <a:pt x="106707" y="10689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91E768F4-D4C5-1D39-D435-58F25D5BD474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7204518" y="6383080"/>
              <a:ext cx="70013" cy="302526"/>
            </a:xfrm>
            <a:custGeom>
              <a:avLst/>
              <a:gdLst>
                <a:gd name="connsiteX0" fmla="*/ 70200 w 70013"/>
                <a:gd name="connsiteY0" fmla="*/ 299600 h 302526"/>
                <a:gd name="connsiteX1" fmla="*/ 65069 w 70013"/>
                <a:gd name="connsiteY1" fmla="*/ 292944 h 302526"/>
                <a:gd name="connsiteX2" fmla="*/ 17690 w 70013"/>
                <a:gd name="connsiteY2" fmla="*/ 151361 h 302526"/>
                <a:gd name="connsiteX3" fmla="*/ 66276 w 70013"/>
                <a:gd name="connsiteY3" fmla="*/ 8266 h 302526"/>
                <a:gd name="connsiteX4" fmla="*/ 70200 w 70013"/>
                <a:gd name="connsiteY4" fmla="*/ 3123 h 302526"/>
                <a:gd name="connsiteX5" fmla="*/ 67182 w 70013"/>
                <a:gd name="connsiteY5" fmla="*/ 98 h 302526"/>
                <a:gd name="connsiteX6" fmla="*/ 19199 w 70013"/>
                <a:gd name="connsiteY6" fmla="*/ 59091 h 302526"/>
                <a:gd name="connsiteX7" fmla="*/ 186 w 70013"/>
                <a:gd name="connsiteY7" fmla="*/ 151361 h 302526"/>
                <a:gd name="connsiteX8" fmla="*/ 20104 w 70013"/>
                <a:gd name="connsiteY8" fmla="*/ 245750 h 302526"/>
                <a:gd name="connsiteX9" fmla="*/ 67182 w 70013"/>
                <a:gd name="connsiteY9" fmla="*/ 302625 h 302526"/>
                <a:gd name="connsiteX10" fmla="*/ 70200 w 70013"/>
                <a:gd name="connsiteY10" fmla="*/ 29960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00" y="299600"/>
                  </a:moveTo>
                  <a:cubicBezTo>
                    <a:pt x="70200" y="298692"/>
                    <a:pt x="70200" y="298087"/>
                    <a:pt x="65069" y="292944"/>
                  </a:cubicBezTo>
                  <a:cubicBezTo>
                    <a:pt x="27347" y="254826"/>
                    <a:pt x="17690" y="197648"/>
                    <a:pt x="17690" y="151361"/>
                  </a:cubicBezTo>
                  <a:cubicBezTo>
                    <a:pt x="17690" y="98722"/>
                    <a:pt x="29157" y="46082"/>
                    <a:pt x="66276" y="8266"/>
                  </a:cubicBezTo>
                  <a:cubicBezTo>
                    <a:pt x="70200" y="4636"/>
                    <a:pt x="70200" y="4031"/>
                    <a:pt x="70200" y="3123"/>
                  </a:cubicBezTo>
                  <a:cubicBezTo>
                    <a:pt x="70200" y="1006"/>
                    <a:pt x="68992" y="98"/>
                    <a:pt x="67182" y="98"/>
                  </a:cubicBezTo>
                  <a:cubicBezTo>
                    <a:pt x="64164" y="98"/>
                    <a:pt x="37004" y="20670"/>
                    <a:pt x="19199" y="59091"/>
                  </a:cubicBezTo>
                  <a:cubicBezTo>
                    <a:pt x="3808" y="92369"/>
                    <a:pt x="186" y="125949"/>
                    <a:pt x="186" y="151361"/>
                  </a:cubicBezTo>
                  <a:cubicBezTo>
                    <a:pt x="186" y="174959"/>
                    <a:pt x="3506" y="211564"/>
                    <a:pt x="20104" y="245750"/>
                  </a:cubicBezTo>
                  <a:cubicBezTo>
                    <a:pt x="38211" y="282961"/>
                    <a:pt x="64164" y="302625"/>
                    <a:pt x="67182" y="302625"/>
                  </a:cubicBezTo>
                  <a:cubicBezTo>
                    <a:pt x="68992" y="302625"/>
                    <a:pt x="70200" y="301717"/>
                    <a:pt x="70200" y="299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4859EED6-9D2D-241E-97BB-D06F959A7ADF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7301221" y="6405467"/>
              <a:ext cx="134292" cy="204508"/>
            </a:xfrm>
            <a:custGeom>
              <a:avLst/>
              <a:gdLst>
                <a:gd name="connsiteX0" fmla="*/ 134482 w 134292"/>
                <a:gd name="connsiteY0" fmla="*/ 163161 h 204508"/>
                <a:gd name="connsiteX1" fmla="*/ 130559 w 134292"/>
                <a:gd name="connsiteY1" fmla="*/ 161648 h 204508"/>
                <a:gd name="connsiteX2" fmla="*/ 101890 w 134292"/>
                <a:gd name="connsiteY2" fmla="*/ 181615 h 204508"/>
                <a:gd name="connsiteX3" fmla="*/ 29764 w 134292"/>
                <a:gd name="connsiteY3" fmla="*/ 181615 h 204508"/>
                <a:gd name="connsiteX4" fmla="*/ 80464 w 134292"/>
                <a:gd name="connsiteY4" fmla="*/ 128370 h 204508"/>
                <a:gd name="connsiteX5" fmla="*/ 119092 w 134292"/>
                <a:gd name="connsiteY5" fmla="*/ 53646 h 204508"/>
                <a:gd name="connsiteX6" fmla="*/ 63262 w 134292"/>
                <a:gd name="connsiteY6" fmla="*/ 99 h 204508"/>
                <a:gd name="connsiteX7" fmla="*/ 19805 w 134292"/>
                <a:gd name="connsiteY7" fmla="*/ 18855 h 204508"/>
                <a:gd name="connsiteX8" fmla="*/ 491 w 134292"/>
                <a:gd name="connsiteY8" fmla="*/ 60302 h 204508"/>
                <a:gd name="connsiteX9" fmla="*/ 6829 w 134292"/>
                <a:gd name="connsiteY9" fmla="*/ 61814 h 204508"/>
                <a:gd name="connsiteX10" fmla="*/ 50587 w 134292"/>
                <a:gd name="connsiteY10" fmla="*/ 22486 h 204508"/>
                <a:gd name="connsiteX11" fmla="*/ 93138 w 134292"/>
                <a:gd name="connsiteY11" fmla="*/ 65142 h 204508"/>
                <a:gd name="connsiteX12" fmla="*/ 53907 w 134292"/>
                <a:gd name="connsiteY12" fmla="*/ 143799 h 204508"/>
                <a:gd name="connsiteX13" fmla="*/ 190 w 134292"/>
                <a:gd name="connsiteY13" fmla="*/ 200977 h 204508"/>
                <a:gd name="connsiteX14" fmla="*/ 190 w 134292"/>
                <a:gd name="connsiteY14" fmla="*/ 204607 h 204508"/>
                <a:gd name="connsiteX15" fmla="*/ 117884 w 134292"/>
                <a:gd name="connsiteY15" fmla="*/ 204607 h 204508"/>
                <a:gd name="connsiteX16" fmla="*/ 134482 w 134292"/>
                <a:gd name="connsiteY16" fmla="*/ 163161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482" y="163161"/>
                  </a:moveTo>
                  <a:lnTo>
                    <a:pt x="130559" y="161648"/>
                  </a:lnTo>
                  <a:cubicBezTo>
                    <a:pt x="119393" y="178892"/>
                    <a:pt x="115470" y="181615"/>
                    <a:pt x="101890" y="181615"/>
                  </a:cubicBezTo>
                  <a:lnTo>
                    <a:pt x="29764" y="181615"/>
                  </a:lnTo>
                  <a:lnTo>
                    <a:pt x="80464" y="128370"/>
                  </a:lnTo>
                  <a:cubicBezTo>
                    <a:pt x="107322" y="100235"/>
                    <a:pt x="119092" y="77243"/>
                    <a:pt x="119092" y="53646"/>
                  </a:cubicBezTo>
                  <a:cubicBezTo>
                    <a:pt x="119092" y="23393"/>
                    <a:pt x="94647" y="99"/>
                    <a:pt x="63262" y="99"/>
                  </a:cubicBezTo>
                  <a:cubicBezTo>
                    <a:pt x="46664" y="99"/>
                    <a:pt x="30971" y="6754"/>
                    <a:pt x="19805" y="18855"/>
                  </a:cubicBezTo>
                  <a:cubicBezTo>
                    <a:pt x="10148" y="29141"/>
                    <a:pt x="5622" y="38822"/>
                    <a:pt x="491" y="60302"/>
                  </a:cubicBezTo>
                  <a:lnTo>
                    <a:pt x="6829" y="61814"/>
                  </a:lnTo>
                  <a:cubicBezTo>
                    <a:pt x="18900" y="32167"/>
                    <a:pt x="29764" y="22486"/>
                    <a:pt x="50587" y="22486"/>
                  </a:cubicBezTo>
                  <a:cubicBezTo>
                    <a:pt x="75937" y="22486"/>
                    <a:pt x="93138" y="39730"/>
                    <a:pt x="93138" y="65142"/>
                  </a:cubicBezTo>
                  <a:cubicBezTo>
                    <a:pt x="93138" y="88739"/>
                    <a:pt x="79256" y="116874"/>
                    <a:pt x="53907" y="143799"/>
                  </a:cubicBezTo>
                  <a:lnTo>
                    <a:pt x="190" y="200977"/>
                  </a:lnTo>
                  <a:lnTo>
                    <a:pt x="190" y="204607"/>
                  </a:lnTo>
                  <a:lnTo>
                    <a:pt x="117884" y="204607"/>
                  </a:lnTo>
                  <a:lnTo>
                    <a:pt x="134482" y="16316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C42ECE97-58C6-8F3F-A32D-7A0DF1FFB822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7510743" y="6528293"/>
              <a:ext cx="184388" cy="12101"/>
            </a:xfrm>
            <a:custGeom>
              <a:avLst/>
              <a:gdLst>
                <a:gd name="connsiteX0" fmla="*/ 174022 w 184388"/>
                <a:gd name="connsiteY0" fmla="*/ 12200 h 12101"/>
                <a:gd name="connsiteX1" fmla="*/ 184585 w 184388"/>
                <a:gd name="connsiteY1" fmla="*/ 6149 h 12101"/>
                <a:gd name="connsiteX2" fmla="*/ 174022 w 184388"/>
                <a:gd name="connsiteY2" fmla="*/ 99 h 12101"/>
                <a:gd name="connsiteX3" fmla="*/ 10758 w 184388"/>
                <a:gd name="connsiteY3" fmla="*/ 99 h 12101"/>
                <a:gd name="connsiteX4" fmla="*/ 196 w 184388"/>
                <a:gd name="connsiteY4" fmla="*/ 6149 h 12101"/>
                <a:gd name="connsiteX5" fmla="*/ 10758 w 184388"/>
                <a:gd name="connsiteY5" fmla="*/ 12200 h 12101"/>
                <a:gd name="connsiteX6" fmla="*/ 174022 w 184388"/>
                <a:gd name="connsiteY6" fmla="*/ 1220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22" y="12200"/>
                  </a:moveTo>
                  <a:cubicBezTo>
                    <a:pt x="179153" y="12200"/>
                    <a:pt x="184585" y="12200"/>
                    <a:pt x="184585" y="6149"/>
                  </a:cubicBezTo>
                  <a:cubicBezTo>
                    <a:pt x="184585" y="99"/>
                    <a:pt x="179153" y="99"/>
                    <a:pt x="174022" y="99"/>
                  </a:cubicBezTo>
                  <a:lnTo>
                    <a:pt x="10758" y="99"/>
                  </a:lnTo>
                  <a:cubicBezTo>
                    <a:pt x="5628" y="99"/>
                    <a:pt x="196" y="99"/>
                    <a:pt x="196" y="6149"/>
                  </a:cubicBezTo>
                  <a:cubicBezTo>
                    <a:pt x="196" y="12200"/>
                    <a:pt x="5628" y="12200"/>
                    <a:pt x="10758" y="12200"/>
                  </a:cubicBezTo>
                  <a:lnTo>
                    <a:pt x="174022" y="1220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5DC077C4-B1DE-75DF-012B-7A5B882C02C7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7796624" y="6405467"/>
              <a:ext cx="85404" cy="204508"/>
            </a:xfrm>
            <a:custGeom>
              <a:avLst/>
              <a:gdLst>
                <a:gd name="connsiteX0" fmla="*/ 54526 w 85404"/>
                <a:gd name="connsiteY0" fmla="*/ 99 h 204508"/>
                <a:gd name="connsiteX1" fmla="*/ 205 w 85404"/>
                <a:gd name="connsiteY1" fmla="*/ 27629 h 204508"/>
                <a:gd name="connsiteX2" fmla="*/ 205 w 85404"/>
                <a:gd name="connsiteY2" fmla="*/ 31864 h 204508"/>
                <a:gd name="connsiteX3" fmla="*/ 8353 w 85404"/>
                <a:gd name="connsiteY3" fmla="*/ 28536 h 204508"/>
                <a:gd name="connsiteX4" fmla="*/ 21933 w 85404"/>
                <a:gd name="connsiteY4" fmla="*/ 25208 h 204508"/>
                <a:gd name="connsiteX5" fmla="*/ 30987 w 85404"/>
                <a:gd name="connsiteY5" fmla="*/ 39427 h 204508"/>
                <a:gd name="connsiteX6" fmla="*/ 30987 w 85404"/>
                <a:gd name="connsiteY6" fmla="*/ 176472 h 204508"/>
                <a:gd name="connsiteX7" fmla="*/ 23744 w 85404"/>
                <a:gd name="connsiteY7" fmla="*/ 196136 h 204508"/>
                <a:gd name="connsiteX8" fmla="*/ 2318 w 85404"/>
                <a:gd name="connsiteY8" fmla="*/ 200069 h 204508"/>
                <a:gd name="connsiteX9" fmla="*/ 2318 w 85404"/>
                <a:gd name="connsiteY9" fmla="*/ 204607 h 204508"/>
                <a:gd name="connsiteX10" fmla="*/ 85609 w 85404"/>
                <a:gd name="connsiteY10" fmla="*/ 204607 h 204508"/>
                <a:gd name="connsiteX11" fmla="*/ 85609 w 85404"/>
                <a:gd name="connsiteY11" fmla="*/ 200069 h 204508"/>
                <a:gd name="connsiteX12" fmla="*/ 56940 w 85404"/>
                <a:gd name="connsiteY12" fmla="*/ 182220 h 204508"/>
                <a:gd name="connsiteX13" fmla="*/ 56940 w 85404"/>
                <a:gd name="connsiteY13" fmla="*/ 704 h 204508"/>
                <a:gd name="connsiteX14" fmla="*/ 54526 w 85404"/>
                <a:gd name="connsiteY14" fmla="*/ 9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26" y="99"/>
                  </a:moveTo>
                  <a:lnTo>
                    <a:pt x="205" y="27629"/>
                  </a:lnTo>
                  <a:lnTo>
                    <a:pt x="205" y="31864"/>
                  </a:lnTo>
                  <a:cubicBezTo>
                    <a:pt x="3826" y="30351"/>
                    <a:pt x="7146" y="29141"/>
                    <a:pt x="8353" y="28536"/>
                  </a:cubicBezTo>
                  <a:cubicBezTo>
                    <a:pt x="13785" y="26419"/>
                    <a:pt x="18916" y="25208"/>
                    <a:pt x="21933" y="25208"/>
                  </a:cubicBezTo>
                  <a:cubicBezTo>
                    <a:pt x="28271" y="25208"/>
                    <a:pt x="30987" y="29746"/>
                    <a:pt x="30987" y="39427"/>
                  </a:cubicBezTo>
                  <a:lnTo>
                    <a:pt x="30987" y="176472"/>
                  </a:lnTo>
                  <a:cubicBezTo>
                    <a:pt x="30987" y="186455"/>
                    <a:pt x="28573" y="193413"/>
                    <a:pt x="23744" y="196136"/>
                  </a:cubicBezTo>
                  <a:cubicBezTo>
                    <a:pt x="19217" y="198859"/>
                    <a:pt x="14992" y="199766"/>
                    <a:pt x="2318" y="200069"/>
                  </a:cubicBezTo>
                  <a:lnTo>
                    <a:pt x="2318" y="204607"/>
                  </a:lnTo>
                  <a:lnTo>
                    <a:pt x="85609" y="204607"/>
                  </a:lnTo>
                  <a:lnTo>
                    <a:pt x="85609" y="200069"/>
                  </a:lnTo>
                  <a:cubicBezTo>
                    <a:pt x="61769" y="199766"/>
                    <a:pt x="56940" y="196741"/>
                    <a:pt x="56940" y="182220"/>
                  </a:cubicBezTo>
                  <a:lnTo>
                    <a:pt x="56940" y="704"/>
                  </a:lnTo>
                  <a:lnTo>
                    <a:pt x="54526" y="9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87F12C42-2748-5F01-26A3-068B1052531C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7931784" y="6383080"/>
              <a:ext cx="70013" cy="302526"/>
            </a:xfrm>
            <a:custGeom>
              <a:avLst/>
              <a:gdLst>
                <a:gd name="connsiteX0" fmla="*/ 70224 w 70013"/>
                <a:gd name="connsiteY0" fmla="*/ 151361 h 302526"/>
                <a:gd name="connsiteX1" fmla="*/ 50306 w 70013"/>
                <a:gd name="connsiteY1" fmla="*/ 56973 h 302526"/>
                <a:gd name="connsiteX2" fmla="*/ 3228 w 70013"/>
                <a:gd name="connsiteY2" fmla="*/ 98 h 302526"/>
                <a:gd name="connsiteX3" fmla="*/ 211 w 70013"/>
                <a:gd name="connsiteY3" fmla="*/ 3123 h 302526"/>
                <a:gd name="connsiteX4" fmla="*/ 5944 w 70013"/>
                <a:gd name="connsiteY4" fmla="*/ 10081 h 302526"/>
                <a:gd name="connsiteX5" fmla="*/ 52721 w 70013"/>
                <a:gd name="connsiteY5" fmla="*/ 151361 h 302526"/>
                <a:gd name="connsiteX6" fmla="*/ 4134 w 70013"/>
                <a:gd name="connsiteY6" fmla="*/ 294457 h 302526"/>
                <a:gd name="connsiteX7" fmla="*/ 211 w 70013"/>
                <a:gd name="connsiteY7" fmla="*/ 299600 h 302526"/>
                <a:gd name="connsiteX8" fmla="*/ 3228 w 70013"/>
                <a:gd name="connsiteY8" fmla="*/ 302625 h 302526"/>
                <a:gd name="connsiteX9" fmla="*/ 51212 w 70013"/>
                <a:gd name="connsiteY9" fmla="*/ 243632 h 302526"/>
                <a:gd name="connsiteX10" fmla="*/ 70224 w 70013"/>
                <a:gd name="connsiteY10" fmla="*/ 15136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24" y="151361"/>
                  </a:moveTo>
                  <a:cubicBezTo>
                    <a:pt x="70224" y="127764"/>
                    <a:pt x="66904" y="91159"/>
                    <a:pt x="50306" y="56973"/>
                  </a:cubicBezTo>
                  <a:cubicBezTo>
                    <a:pt x="32199" y="19762"/>
                    <a:pt x="6246" y="98"/>
                    <a:pt x="3228" y="98"/>
                  </a:cubicBezTo>
                  <a:cubicBezTo>
                    <a:pt x="1418" y="98"/>
                    <a:pt x="211" y="1308"/>
                    <a:pt x="211" y="3123"/>
                  </a:cubicBezTo>
                  <a:cubicBezTo>
                    <a:pt x="211" y="4031"/>
                    <a:pt x="211" y="4636"/>
                    <a:pt x="5944" y="10081"/>
                  </a:cubicBezTo>
                  <a:cubicBezTo>
                    <a:pt x="35519" y="40032"/>
                    <a:pt x="52721" y="88133"/>
                    <a:pt x="52721" y="151361"/>
                  </a:cubicBezTo>
                  <a:cubicBezTo>
                    <a:pt x="52721" y="203093"/>
                    <a:pt x="41555" y="256338"/>
                    <a:pt x="4134" y="294457"/>
                  </a:cubicBezTo>
                  <a:cubicBezTo>
                    <a:pt x="211" y="298087"/>
                    <a:pt x="211" y="298692"/>
                    <a:pt x="211" y="299600"/>
                  </a:cubicBezTo>
                  <a:cubicBezTo>
                    <a:pt x="211" y="301415"/>
                    <a:pt x="1418" y="302625"/>
                    <a:pt x="3228" y="302625"/>
                  </a:cubicBezTo>
                  <a:cubicBezTo>
                    <a:pt x="6246" y="302625"/>
                    <a:pt x="33406" y="282053"/>
                    <a:pt x="51212" y="243632"/>
                  </a:cubicBezTo>
                  <a:cubicBezTo>
                    <a:pt x="66602" y="210354"/>
                    <a:pt x="70224" y="176774"/>
                    <a:pt x="70224" y="15136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6741AC6F-B873-553B-D499-F0D10B24442D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8061986" y="6383080"/>
              <a:ext cx="70013" cy="302526"/>
            </a:xfrm>
            <a:custGeom>
              <a:avLst/>
              <a:gdLst>
                <a:gd name="connsiteX0" fmla="*/ 70228 w 70013"/>
                <a:gd name="connsiteY0" fmla="*/ 299600 h 302526"/>
                <a:gd name="connsiteX1" fmla="*/ 65098 w 70013"/>
                <a:gd name="connsiteY1" fmla="*/ 292944 h 302526"/>
                <a:gd name="connsiteX2" fmla="*/ 17718 w 70013"/>
                <a:gd name="connsiteY2" fmla="*/ 151361 h 302526"/>
                <a:gd name="connsiteX3" fmla="*/ 66305 w 70013"/>
                <a:gd name="connsiteY3" fmla="*/ 8266 h 302526"/>
                <a:gd name="connsiteX4" fmla="*/ 70228 w 70013"/>
                <a:gd name="connsiteY4" fmla="*/ 3123 h 302526"/>
                <a:gd name="connsiteX5" fmla="*/ 67210 w 70013"/>
                <a:gd name="connsiteY5" fmla="*/ 98 h 302526"/>
                <a:gd name="connsiteX6" fmla="*/ 19227 w 70013"/>
                <a:gd name="connsiteY6" fmla="*/ 59091 h 302526"/>
                <a:gd name="connsiteX7" fmla="*/ 215 w 70013"/>
                <a:gd name="connsiteY7" fmla="*/ 151361 h 302526"/>
                <a:gd name="connsiteX8" fmla="*/ 20132 w 70013"/>
                <a:gd name="connsiteY8" fmla="*/ 245750 h 302526"/>
                <a:gd name="connsiteX9" fmla="*/ 67210 w 70013"/>
                <a:gd name="connsiteY9" fmla="*/ 302625 h 302526"/>
                <a:gd name="connsiteX10" fmla="*/ 70228 w 70013"/>
                <a:gd name="connsiteY10" fmla="*/ 29960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28" y="299600"/>
                  </a:moveTo>
                  <a:cubicBezTo>
                    <a:pt x="70228" y="298692"/>
                    <a:pt x="70228" y="298087"/>
                    <a:pt x="65098" y="292944"/>
                  </a:cubicBezTo>
                  <a:cubicBezTo>
                    <a:pt x="27375" y="254826"/>
                    <a:pt x="17718" y="197648"/>
                    <a:pt x="17718" y="151361"/>
                  </a:cubicBezTo>
                  <a:cubicBezTo>
                    <a:pt x="17718" y="98722"/>
                    <a:pt x="29186" y="46082"/>
                    <a:pt x="66305" y="8266"/>
                  </a:cubicBezTo>
                  <a:cubicBezTo>
                    <a:pt x="70228" y="4636"/>
                    <a:pt x="70228" y="4031"/>
                    <a:pt x="70228" y="3123"/>
                  </a:cubicBezTo>
                  <a:cubicBezTo>
                    <a:pt x="70228" y="1006"/>
                    <a:pt x="69021" y="98"/>
                    <a:pt x="67210" y="98"/>
                  </a:cubicBezTo>
                  <a:cubicBezTo>
                    <a:pt x="64192" y="98"/>
                    <a:pt x="37032" y="20670"/>
                    <a:pt x="19227" y="59091"/>
                  </a:cubicBezTo>
                  <a:cubicBezTo>
                    <a:pt x="3836" y="92369"/>
                    <a:pt x="215" y="125949"/>
                    <a:pt x="215" y="151361"/>
                  </a:cubicBezTo>
                  <a:cubicBezTo>
                    <a:pt x="215" y="174959"/>
                    <a:pt x="3534" y="211564"/>
                    <a:pt x="20132" y="245750"/>
                  </a:cubicBezTo>
                  <a:cubicBezTo>
                    <a:pt x="38239" y="282961"/>
                    <a:pt x="64192" y="302625"/>
                    <a:pt x="67210" y="302625"/>
                  </a:cubicBezTo>
                  <a:cubicBezTo>
                    <a:pt x="69021" y="302625"/>
                    <a:pt x="70228" y="301717"/>
                    <a:pt x="70228" y="299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A0AC2971-617B-8B57-B150-53F62571EB5D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8158689" y="6405467"/>
              <a:ext cx="134292" cy="204508"/>
            </a:xfrm>
            <a:custGeom>
              <a:avLst/>
              <a:gdLst>
                <a:gd name="connsiteX0" fmla="*/ 134511 w 134292"/>
                <a:gd name="connsiteY0" fmla="*/ 163161 h 204508"/>
                <a:gd name="connsiteX1" fmla="*/ 130587 w 134292"/>
                <a:gd name="connsiteY1" fmla="*/ 161648 h 204508"/>
                <a:gd name="connsiteX2" fmla="*/ 101918 w 134292"/>
                <a:gd name="connsiteY2" fmla="*/ 181615 h 204508"/>
                <a:gd name="connsiteX3" fmla="*/ 29792 w 134292"/>
                <a:gd name="connsiteY3" fmla="*/ 181615 h 204508"/>
                <a:gd name="connsiteX4" fmla="*/ 80492 w 134292"/>
                <a:gd name="connsiteY4" fmla="*/ 128370 h 204508"/>
                <a:gd name="connsiteX5" fmla="*/ 119120 w 134292"/>
                <a:gd name="connsiteY5" fmla="*/ 53646 h 204508"/>
                <a:gd name="connsiteX6" fmla="*/ 63290 w 134292"/>
                <a:gd name="connsiteY6" fmla="*/ 99 h 204508"/>
                <a:gd name="connsiteX7" fmla="*/ 19834 w 134292"/>
                <a:gd name="connsiteY7" fmla="*/ 18855 h 204508"/>
                <a:gd name="connsiteX8" fmla="*/ 520 w 134292"/>
                <a:gd name="connsiteY8" fmla="*/ 60302 h 204508"/>
                <a:gd name="connsiteX9" fmla="*/ 6857 w 134292"/>
                <a:gd name="connsiteY9" fmla="*/ 61814 h 204508"/>
                <a:gd name="connsiteX10" fmla="*/ 50615 w 134292"/>
                <a:gd name="connsiteY10" fmla="*/ 22486 h 204508"/>
                <a:gd name="connsiteX11" fmla="*/ 93167 w 134292"/>
                <a:gd name="connsiteY11" fmla="*/ 65142 h 204508"/>
                <a:gd name="connsiteX12" fmla="*/ 53935 w 134292"/>
                <a:gd name="connsiteY12" fmla="*/ 143799 h 204508"/>
                <a:gd name="connsiteX13" fmla="*/ 218 w 134292"/>
                <a:gd name="connsiteY13" fmla="*/ 200977 h 204508"/>
                <a:gd name="connsiteX14" fmla="*/ 218 w 134292"/>
                <a:gd name="connsiteY14" fmla="*/ 204607 h 204508"/>
                <a:gd name="connsiteX15" fmla="*/ 117913 w 134292"/>
                <a:gd name="connsiteY15" fmla="*/ 204607 h 204508"/>
                <a:gd name="connsiteX16" fmla="*/ 134511 w 134292"/>
                <a:gd name="connsiteY16" fmla="*/ 163161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2" h="204508">
                  <a:moveTo>
                    <a:pt x="134511" y="163161"/>
                  </a:moveTo>
                  <a:lnTo>
                    <a:pt x="130587" y="161648"/>
                  </a:lnTo>
                  <a:cubicBezTo>
                    <a:pt x="119422" y="178892"/>
                    <a:pt x="115498" y="181615"/>
                    <a:pt x="101918" y="181615"/>
                  </a:cubicBezTo>
                  <a:lnTo>
                    <a:pt x="29792" y="181615"/>
                  </a:lnTo>
                  <a:lnTo>
                    <a:pt x="80492" y="128370"/>
                  </a:lnTo>
                  <a:cubicBezTo>
                    <a:pt x="107350" y="100235"/>
                    <a:pt x="119120" y="77243"/>
                    <a:pt x="119120" y="53646"/>
                  </a:cubicBezTo>
                  <a:cubicBezTo>
                    <a:pt x="119120" y="23393"/>
                    <a:pt x="94675" y="99"/>
                    <a:pt x="63290" y="99"/>
                  </a:cubicBezTo>
                  <a:cubicBezTo>
                    <a:pt x="46692" y="99"/>
                    <a:pt x="31000" y="6754"/>
                    <a:pt x="19834" y="18855"/>
                  </a:cubicBezTo>
                  <a:cubicBezTo>
                    <a:pt x="10177" y="29141"/>
                    <a:pt x="5650" y="38822"/>
                    <a:pt x="520" y="60302"/>
                  </a:cubicBezTo>
                  <a:lnTo>
                    <a:pt x="6857" y="61814"/>
                  </a:lnTo>
                  <a:cubicBezTo>
                    <a:pt x="18928" y="32167"/>
                    <a:pt x="29792" y="22486"/>
                    <a:pt x="50615" y="22486"/>
                  </a:cubicBezTo>
                  <a:cubicBezTo>
                    <a:pt x="75965" y="22486"/>
                    <a:pt x="93167" y="39730"/>
                    <a:pt x="93167" y="65142"/>
                  </a:cubicBezTo>
                  <a:cubicBezTo>
                    <a:pt x="93167" y="88739"/>
                    <a:pt x="79285" y="116874"/>
                    <a:pt x="53935" y="143799"/>
                  </a:cubicBezTo>
                  <a:lnTo>
                    <a:pt x="218" y="200977"/>
                  </a:lnTo>
                  <a:lnTo>
                    <a:pt x="218" y="204607"/>
                  </a:lnTo>
                  <a:lnTo>
                    <a:pt x="117913" y="204607"/>
                  </a:lnTo>
                  <a:lnTo>
                    <a:pt x="134511" y="16316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A8B88483-BD3B-8847-7655-54727F25CE41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8368211" y="6528293"/>
              <a:ext cx="184388" cy="12101"/>
            </a:xfrm>
            <a:custGeom>
              <a:avLst/>
              <a:gdLst>
                <a:gd name="connsiteX0" fmla="*/ 174050 w 184388"/>
                <a:gd name="connsiteY0" fmla="*/ 12200 h 12101"/>
                <a:gd name="connsiteX1" fmla="*/ 184613 w 184388"/>
                <a:gd name="connsiteY1" fmla="*/ 6149 h 12101"/>
                <a:gd name="connsiteX2" fmla="*/ 174050 w 184388"/>
                <a:gd name="connsiteY2" fmla="*/ 99 h 12101"/>
                <a:gd name="connsiteX3" fmla="*/ 10787 w 184388"/>
                <a:gd name="connsiteY3" fmla="*/ 99 h 12101"/>
                <a:gd name="connsiteX4" fmla="*/ 224 w 184388"/>
                <a:gd name="connsiteY4" fmla="*/ 6149 h 12101"/>
                <a:gd name="connsiteX5" fmla="*/ 10787 w 184388"/>
                <a:gd name="connsiteY5" fmla="*/ 12200 h 12101"/>
                <a:gd name="connsiteX6" fmla="*/ 174050 w 184388"/>
                <a:gd name="connsiteY6" fmla="*/ 1220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50" y="12200"/>
                  </a:moveTo>
                  <a:cubicBezTo>
                    <a:pt x="179181" y="12200"/>
                    <a:pt x="184613" y="12200"/>
                    <a:pt x="184613" y="6149"/>
                  </a:cubicBezTo>
                  <a:cubicBezTo>
                    <a:pt x="184613" y="99"/>
                    <a:pt x="179181" y="99"/>
                    <a:pt x="174050" y="99"/>
                  </a:cubicBezTo>
                  <a:lnTo>
                    <a:pt x="10787" y="99"/>
                  </a:lnTo>
                  <a:cubicBezTo>
                    <a:pt x="5656" y="99"/>
                    <a:pt x="224" y="99"/>
                    <a:pt x="224" y="6149"/>
                  </a:cubicBezTo>
                  <a:cubicBezTo>
                    <a:pt x="224" y="12200"/>
                    <a:pt x="5656" y="12200"/>
                    <a:pt x="10787" y="12200"/>
                  </a:cubicBezTo>
                  <a:lnTo>
                    <a:pt x="174050" y="1220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8B6216DC-32F6-4E9B-C2B1-7D786E7F1A6F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8624215" y="6405467"/>
              <a:ext cx="138819" cy="204508"/>
            </a:xfrm>
            <a:custGeom>
              <a:avLst/>
              <a:gdLst>
                <a:gd name="connsiteX0" fmla="*/ 139053 w 138819"/>
                <a:gd name="connsiteY0" fmla="*/ 134723 h 204508"/>
                <a:gd name="connsiteX1" fmla="*/ 108271 w 138819"/>
                <a:gd name="connsiteY1" fmla="*/ 134723 h 204508"/>
                <a:gd name="connsiteX2" fmla="*/ 108271 w 138819"/>
                <a:gd name="connsiteY2" fmla="*/ 99 h 204508"/>
                <a:gd name="connsiteX3" fmla="*/ 94993 w 138819"/>
                <a:gd name="connsiteY3" fmla="*/ 99 h 204508"/>
                <a:gd name="connsiteX4" fmla="*/ 233 w 138819"/>
                <a:gd name="connsiteY4" fmla="*/ 134723 h 204508"/>
                <a:gd name="connsiteX5" fmla="*/ 233 w 138819"/>
                <a:gd name="connsiteY5" fmla="*/ 154085 h 204508"/>
                <a:gd name="connsiteX6" fmla="*/ 85034 w 138819"/>
                <a:gd name="connsiteY6" fmla="*/ 154085 h 204508"/>
                <a:gd name="connsiteX7" fmla="*/ 85034 w 138819"/>
                <a:gd name="connsiteY7" fmla="*/ 204607 h 204508"/>
                <a:gd name="connsiteX8" fmla="*/ 108271 w 138819"/>
                <a:gd name="connsiteY8" fmla="*/ 204607 h 204508"/>
                <a:gd name="connsiteX9" fmla="*/ 108271 w 138819"/>
                <a:gd name="connsiteY9" fmla="*/ 154085 h 204508"/>
                <a:gd name="connsiteX10" fmla="*/ 139053 w 138819"/>
                <a:gd name="connsiteY10" fmla="*/ 154085 h 204508"/>
                <a:gd name="connsiteX11" fmla="*/ 139053 w 138819"/>
                <a:gd name="connsiteY11" fmla="*/ 134723 h 204508"/>
                <a:gd name="connsiteX12" fmla="*/ 84732 w 138819"/>
                <a:gd name="connsiteY12" fmla="*/ 134723 h 204508"/>
                <a:gd name="connsiteX13" fmla="*/ 12305 w 138819"/>
                <a:gd name="connsiteY13" fmla="*/ 134723 h 204508"/>
                <a:gd name="connsiteX14" fmla="*/ 84732 w 138819"/>
                <a:gd name="connsiteY14" fmla="*/ 30956 h 204508"/>
                <a:gd name="connsiteX15" fmla="*/ 84732 w 138819"/>
                <a:gd name="connsiteY15" fmla="*/ 13472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053" y="134723"/>
                  </a:moveTo>
                  <a:lnTo>
                    <a:pt x="108271" y="134723"/>
                  </a:lnTo>
                  <a:lnTo>
                    <a:pt x="108271" y="99"/>
                  </a:lnTo>
                  <a:lnTo>
                    <a:pt x="94993" y="99"/>
                  </a:lnTo>
                  <a:lnTo>
                    <a:pt x="233" y="134723"/>
                  </a:lnTo>
                  <a:lnTo>
                    <a:pt x="233" y="154085"/>
                  </a:lnTo>
                  <a:lnTo>
                    <a:pt x="85034" y="154085"/>
                  </a:lnTo>
                  <a:lnTo>
                    <a:pt x="85034" y="204607"/>
                  </a:lnTo>
                  <a:lnTo>
                    <a:pt x="108271" y="204607"/>
                  </a:lnTo>
                  <a:lnTo>
                    <a:pt x="108271" y="154085"/>
                  </a:lnTo>
                  <a:lnTo>
                    <a:pt x="139053" y="154085"/>
                  </a:lnTo>
                  <a:lnTo>
                    <a:pt x="139053" y="134723"/>
                  </a:lnTo>
                  <a:close/>
                  <a:moveTo>
                    <a:pt x="84732" y="134723"/>
                  </a:moveTo>
                  <a:lnTo>
                    <a:pt x="12305" y="134723"/>
                  </a:lnTo>
                  <a:lnTo>
                    <a:pt x="84732" y="30956"/>
                  </a:lnTo>
                  <a:lnTo>
                    <a:pt x="84732" y="13472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46DC261E-BA1C-5B80-A22D-2EA9134B3A5F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8789252" y="6383080"/>
              <a:ext cx="70013" cy="302526"/>
            </a:xfrm>
            <a:custGeom>
              <a:avLst/>
              <a:gdLst>
                <a:gd name="connsiteX0" fmla="*/ 70252 w 70013"/>
                <a:gd name="connsiteY0" fmla="*/ 151361 h 302526"/>
                <a:gd name="connsiteX1" fmla="*/ 50334 w 70013"/>
                <a:gd name="connsiteY1" fmla="*/ 56973 h 302526"/>
                <a:gd name="connsiteX2" fmla="*/ 3257 w 70013"/>
                <a:gd name="connsiteY2" fmla="*/ 98 h 302526"/>
                <a:gd name="connsiteX3" fmla="*/ 239 w 70013"/>
                <a:gd name="connsiteY3" fmla="*/ 3123 h 302526"/>
                <a:gd name="connsiteX4" fmla="*/ 5973 w 70013"/>
                <a:gd name="connsiteY4" fmla="*/ 10081 h 302526"/>
                <a:gd name="connsiteX5" fmla="*/ 52749 w 70013"/>
                <a:gd name="connsiteY5" fmla="*/ 151361 h 302526"/>
                <a:gd name="connsiteX6" fmla="*/ 4162 w 70013"/>
                <a:gd name="connsiteY6" fmla="*/ 294457 h 302526"/>
                <a:gd name="connsiteX7" fmla="*/ 239 w 70013"/>
                <a:gd name="connsiteY7" fmla="*/ 299600 h 302526"/>
                <a:gd name="connsiteX8" fmla="*/ 3257 w 70013"/>
                <a:gd name="connsiteY8" fmla="*/ 302625 h 302526"/>
                <a:gd name="connsiteX9" fmla="*/ 51240 w 70013"/>
                <a:gd name="connsiteY9" fmla="*/ 243632 h 302526"/>
                <a:gd name="connsiteX10" fmla="*/ 70252 w 70013"/>
                <a:gd name="connsiteY10" fmla="*/ 15136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52" y="151361"/>
                  </a:moveTo>
                  <a:cubicBezTo>
                    <a:pt x="70252" y="127764"/>
                    <a:pt x="66932" y="91159"/>
                    <a:pt x="50334" y="56973"/>
                  </a:cubicBezTo>
                  <a:cubicBezTo>
                    <a:pt x="32228" y="19762"/>
                    <a:pt x="6274" y="98"/>
                    <a:pt x="3257" y="98"/>
                  </a:cubicBezTo>
                  <a:cubicBezTo>
                    <a:pt x="1446" y="98"/>
                    <a:pt x="239" y="1308"/>
                    <a:pt x="239" y="3123"/>
                  </a:cubicBezTo>
                  <a:cubicBezTo>
                    <a:pt x="239" y="4031"/>
                    <a:pt x="239" y="4636"/>
                    <a:pt x="5973" y="10081"/>
                  </a:cubicBezTo>
                  <a:cubicBezTo>
                    <a:pt x="35547" y="40032"/>
                    <a:pt x="52749" y="88133"/>
                    <a:pt x="52749" y="151361"/>
                  </a:cubicBezTo>
                  <a:cubicBezTo>
                    <a:pt x="52749" y="203093"/>
                    <a:pt x="41583" y="256338"/>
                    <a:pt x="4162" y="294457"/>
                  </a:cubicBezTo>
                  <a:cubicBezTo>
                    <a:pt x="239" y="298087"/>
                    <a:pt x="239" y="298692"/>
                    <a:pt x="239" y="299600"/>
                  </a:cubicBezTo>
                  <a:cubicBezTo>
                    <a:pt x="239" y="301415"/>
                    <a:pt x="1446" y="302625"/>
                    <a:pt x="3257" y="302625"/>
                  </a:cubicBezTo>
                  <a:cubicBezTo>
                    <a:pt x="6274" y="302625"/>
                    <a:pt x="33435" y="282053"/>
                    <a:pt x="51240" y="243632"/>
                  </a:cubicBezTo>
                  <a:cubicBezTo>
                    <a:pt x="66631" y="210354"/>
                    <a:pt x="70252" y="176774"/>
                    <a:pt x="70252" y="15136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F29F91AD-5A59-C570-B6E5-EF58A28172CD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7174641" y="6733564"/>
              <a:ext cx="1714934" cy="12143"/>
            </a:xfrm>
            <a:custGeom>
              <a:avLst/>
              <a:gdLst>
                <a:gd name="connsiteX0" fmla="*/ 0 w 1714934"/>
                <a:gd name="connsiteY0" fmla="*/ 0 h 12143"/>
                <a:gd name="connsiteX1" fmla="*/ 1714934 w 1714934"/>
                <a:gd name="connsiteY1" fmla="*/ 0 h 12143"/>
                <a:gd name="connsiteX2" fmla="*/ 1714934 w 1714934"/>
                <a:gd name="connsiteY2" fmla="*/ 12143 h 12143"/>
                <a:gd name="connsiteX3" fmla="*/ 0 w 1714934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934" h="12143">
                  <a:moveTo>
                    <a:pt x="0" y="0"/>
                  </a:moveTo>
                  <a:lnTo>
                    <a:pt x="1714934" y="0"/>
                  </a:lnTo>
                  <a:lnTo>
                    <a:pt x="1714934" y="12143"/>
                  </a:lnTo>
                  <a:lnTo>
                    <a:pt x="0" y="1214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EFE8FBB9-EA9C-E483-1121-FABDD7C39285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7204518" y="6796967"/>
              <a:ext cx="70013" cy="302526"/>
            </a:xfrm>
            <a:custGeom>
              <a:avLst/>
              <a:gdLst>
                <a:gd name="connsiteX0" fmla="*/ 70200 w 70013"/>
                <a:gd name="connsiteY0" fmla="*/ 299613 h 302526"/>
                <a:gd name="connsiteX1" fmla="*/ 65069 w 70013"/>
                <a:gd name="connsiteY1" fmla="*/ 292958 h 302526"/>
                <a:gd name="connsiteX2" fmla="*/ 17690 w 70013"/>
                <a:gd name="connsiteY2" fmla="*/ 151375 h 302526"/>
                <a:gd name="connsiteX3" fmla="*/ 66276 w 70013"/>
                <a:gd name="connsiteY3" fmla="*/ 8280 h 302526"/>
                <a:gd name="connsiteX4" fmla="*/ 70200 w 70013"/>
                <a:gd name="connsiteY4" fmla="*/ 3137 h 302526"/>
                <a:gd name="connsiteX5" fmla="*/ 67182 w 70013"/>
                <a:gd name="connsiteY5" fmla="*/ 112 h 302526"/>
                <a:gd name="connsiteX6" fmla="*/ 19199 w 70013"/>
                <a:gd name="connsiteY6" fmla="*/ 59104 h 302526"/>
                <a:gd name="connsiteX7" fmla="*/ 186 w 70013"/>
                <a:gd name="connsiteY7" fmla="*/ 151375 h 302526"/>
                <a:gd name="connsiteX8" fmla="*/ 20104 w 70013"/>
                <a:gd name="connsiteY8" fmla="*/ 245763 h 302526"/>
                <a:gd name="connsiteX9" fmla="*/ 67182 w 70013"/>
                <a:gd name="connsiteY9" fmla="*/ 302638 h 302526"/>
                <a:gd name="connsiteX10" fmla="*/ 70200 w 70013"/>
                <a:gd name="connsiteY10" fmla="*/ 29961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00" y="299613"/>
                  </a:moveTo>
                  <a:cubicBezTo>
                    <a:pt x="70200" y="298706"/>
                    <a:pt x="70200" y="298100"/>
                    <a:pt x="65069" y="292958"/>
                  </a:cubicBezTo>
                  <a:cubicBezTo>
                    <a:pt x="27347" y="254839"/>
                    <a:pt x="17690" y="197662"/>
                    <a:pt x="17690" y="151375"/>
                  </a:cubicBezTo>
                  <a:cubicBezTo>
                    <a:pt x="17690" y="98735"/>
                    <a:pt x="29157" y="46096"/>
                    <a:pt x="66276" y="8280"/>
                  </a:cubicBezTo>
                  <a:cubicBezTo>
                    <a:pt x="70200" y="4650"/>
                    <a:pt x="70200" y="4045"/>
                    <a:pt x="70200" y="3137"/>
                  </a:cubicBezTo>
                  <a:cubicBezTo>
                    <a:pt x="70200" y="1019"/>
                    <a:pt x="68992" y="112"/>
                    <a:pt x="67182" y="112"/>
                  </a:cubicBezTo>
                  <a:cubicBezTo>
                    <a:pt x="64164" y="112"/>
                    <a:pt x="37004" y="20683"/>
                    <a:pt x="19199" y="59104"/>
                  </a:cubicBezTo>
                  <a:cubicBezTo>
                    <a:pt x="3808" y="92382"/>
                    <a:pt x="186" y="125963"/>
                    <a:pt x="186" y="151375"/>
                  </a:cubicBezTo>
                  <a:cubicBezTo>
                    <a:pt x="186" y="174972"/>
                    <a:pt x="3506" y="211578"/>
                    <a:pt x="20104" y="245763"/>
                  </a:cubicBezTo>
                  <a:cubicBezTo>
                    <a:pt x="38211" y="282974"/>
                    <a:pt x="64164" y="302638"/>
                    <a:pt x="67182" y="302638"/>
                  </a:cubicBezTo>
                  <a:cubicBezTo>
                    <a:pt x="68992" y="302638"/>
                    <a:pt x="70200" y="301731"/>
                    <a:pt x="70200" y="299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2C04E6DB-CAE3-6F4F-072B-4E91A6270F0A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7302428" y="6816934"/>
              <a:ext cx="130973" cy="211163"/>
            </a:xfrm>
            <a:custGeom>
              <a:avLst/>
              <a:gdLst>
                <a:gd name="connsiteX0" fmla="*/ 124524 w 130973"/>
                <a:gd name="connsiteY0" fmla="*/ 112 h 211163"/>
                <a:gd name="connsiteX1" fmla="*/ 50587 w 130973"/>
                <a:gd name="connsiteY1" fmla="*/ 24314 h 211163"/>
                <a:gd name="connsiteX2" fmla="*/ 190 w 130973"/>
                <a:gd name="connsiteY2" fmla="*/ 122636 h 211163"/>
                <a:gd name="connsiteX3" fmla="*/ 21314 w 130973"/>
                <a:gd name="connsiteY3" fmla="*/ 190704 h 211163"/>
                <a:gd name="connsiteX4" fmla="*/ 67789 w 130973"/>
                <a:gd name="connsiteY4" fmla="*/ 211276 h 211163"/>
                <a:gd name="connsiteX5" fmla="*/ 131163 w 130973"/>
                <a:gd name="connsiteY5" fmla="*/ 140787 h 211163"/>
                <a:gd name="connsiteX6" fmla="*/ 74428 w 130973"/>
                <a:gd name="connsiteY6" fmla="*/ 77559 h 211163"/>
                <a:gd name="connsiteX7" fmla="*/ 35800 w 130973"/>
                <a:gd name="connsiteY7" fmla="*/ 91173 h 211163"/>
                <a:gd name="connsiteX8" fmla="*/ 125127 w 130973"/>
                <a:gd name="connsiteY8" fmla="*/ 4953 h 211163"/>
                <a:gd name="connsiteX9" fmla="*/ 124524 w 130973"/>
                <a:gd name="connsiteY9" fmla="*/ 112 h 211163"/>
                <a:gd name="connsiteX10" fmla="*/ 62960 w 130973"/>
                <a:gd name="connsiteY10" fmla="*/ 91475 h 211163"/>
                <a:gd name="connsiteX11" fmla="*/ 104003 w 130973"/>
                <a:gd name="connsiteY11" fmla="*/ 151073 h 211163"/>
                <a:gd name="connsiteX12" fmla="*/ 71108 w 130973"/>
                <a:gd name="connsiteY12" fmla="*/ 202805 h 211163"/>
                <a:gd name="connsiteX13" fmla="*/ 28255 w 130973"/>
                <a:gd name="connsiteY13" fmla="*/ 127476 h 211163"/>
                <a:gd name="connsiteX14" fmla="*/ 36705 w 130973"/>
                <a:gd name="connsiteY14" fmla="*/ 99039 h 211163"/>
                <a:gd name="connsiteX15" fmla="*/ 62960 w 130973"/>
                <a:gd name="connsiteY15" fmla="*/ 91475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524" y="112"/>
                  </a:moveTo>
                  <a:cubicBezTo>
                    <a:pt x="90121" y="3138"/>
                    <a:pt x="72617" y="8886"/>
                    <a:pt x="50587" y="24314"/>
                  </a:cubicBezTo>
                  <a:cubicBezTo>
                    <a:pt x="17995" y="47609"/>
                    <a:pt x="190" y="82097"/>
                    <a:pt x="190" y="122636"/>
                  </a:cubicBezTo>
                  <a:cubicBezTo>
                    <a:pt x="190" y="148956"/>
                    <a:pt x="8338" y="175578"/>
                    <a:pt x="21314" y="190704"/>
                  </a:cubicBezTo>
                  <a:cubicBezTo>
                    <a:pt x="32782" y="204015"/>
                    <a:pt x="49078" y="211276"/>
                    <a:pt x="67789" y="211276"/>
                  </a:cubicBezTo>
                  <a:cubicBezTo>
                    <a:pt x="105210" y="211276"/>
                    <a:pt x="131163" y="182536"/>
                    <a:pt x="131163" y="140787"/>
                  </a:cubicBezTo>
                  <a:cubicBezTo>
                    <a:pt x="131163" y="102064"/>
                    <a:pt x="109133" y="77559"/>
                    <a:pt x="74428" y="77559"/>
                  </a:cubicBezTo>
                  <a:cubicBezTo>
                    <a:pt x="61150" y="77559"/>
                    <a:pt x="54812" y="79677"/>
                    <a:pt x="35800" y="91173"/>
                  </a:cubicBezTo>
                  <a:cubicBezTo>
                    <a:pt x="43948" y="45491"/>
                    <a:pt x="77748" y="12818"/>
                    <a:pt x="125127" y="4953"/>
                  </a:cubicBezTo>
                  <a:lnTo>
                    <a:pt x="124524" y="112"/>
                  </a:lnTo>
                  <a:close/>
                  <a:moveTo>
                    <a:pt x="62960" y="91475"/>
                  </a:moveTo>
                  <a:cubicBezTo>
                    <a:pt x="88913" y="91475"/>
                    <a:pt x="104003" y="113257"/>
                    <a:pt x="104003" y="151073"/>
                  </a:cubicBezTo>
                  <a:cubicBezTo>
                    <a:pt x="104003" y="184351"/>
                    <a:pt x="92233" y="202805"/>
                    <a:pt x="71108" y="202805"/>
                  </a:cubicBezTo>
                  <a:cubicBezTo>
                    <a:pt x="44552" y="202805"/>
                    <a:pt x="28255" y="174368"/>
                    <a:pt x="28255" y="127476"/>
                  </a:cubicBezTo>
                  <a:cubicBezTo>
                    <a:pt x="28255" y="112047"/>
                    <a:pt x="30670" y="103576"/>
                    <a:pt x="36705" y="99039"/>
                  </a:cubicBezTo>
                  <a:cubicBezTo>
                    <a:pt x="43043" y="94198"/>
                    <a:pt x="52398" y="91475"/>
                    <a:pt x="62960" y="9147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60D4A97-D24C-8E06-ADF9-A53EB8E382A3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7510743" y="6942180"/>
              <a:ext cx="184388" cy="12101"/>
            </a:xfrm>
            <a:custGeom>
              <a:avLst/>
              <a:gdLst>
                <a:gd name="connsiteX0" fmla="*/ 174022 w 184388"/>
                <a:gd name="connsiteY0" fmla="*/ 12213 h 12101"/>
                <a:gd name="connsiteX1" fmla="*/ 184585 w 184388"/>
                <a:gd name="connsiteY1" fmla="*/ 6163 h 12101"/>
                <a:gd name="connsiteX2" fmla="*/ 174022 w 184388"/>
                <a:gd name="connsiteY2" fmla="*/ 112 h 12101"/>
                <a:gd name="connsiteX3" fmla="*/ 10758 w 184388"/>
                <a:gd name="connsiteY3" fmla="*/ 112 h 12101"/>
                <a:gd name="connsiteX4" fmla="*/ 196 w 184388"/>
                <a:gd name="connsiteY4" fmla="*/ 6163 h 12101"/>
                <a:gd name="connsiteX5" fmla="*/ 10758 w 184388"/>
                <a:gd name="connsiteY5" fmla="*/ 12213 h 12101"/>
                <a:gd name="connsiteX6" fmla="*/ 174022 w 184388"/>
                <a:gd name="connsiteY6" fmla="*/ 12213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22" y="12213"/>
                  </a:moveTo>
                  <a:cubicBezTo>
                    <a:pt x="179153" y="12213"/>
                    <a:pt x="184585" y="12213"/>
                    <a:pt x="184585" y="6163"/>
                  </a:cubicBezTo>
                  <a:cubicBezTo>
                    <a:pt x="184585" y="112"/>
                    <a:pt x="179153" y="112"/>
                    <a:pt x="174022" y="112"/>
                  </a:cubicBezTo>
                  <a:lnTo>
                    <a:pt x="10758" y="112"/>
                  </a:lnTo>
                  <a:cubicBezTo>
                    <a:pt x="5628" y="112"/>
                    <a:pt x="196" y="112"/>
                    <a:pt x="196" y="6163"/>
                  </a:cubicBezTo>
                  <a:cubicBezTo>
                    <a:pt x="196" y="12213"/>
                    <a:pt x="5628" y="12213"/>
                    <a:pt x="10758" y="12213"/>
                  </a:cubicBezTo>
                  <a:lnTo>
                    <a:pt x="174022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DD4EFAD2-ACFD-E9CB-1963-42AF590909B5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7796624" y="6819354"/>
              <a:ext cx="85404" cy="204508"/>
            </a:xfrm>
            <a:custGeom>
              <a:avLst/>
              <a:gdLst>
                <a:gd name="connsiteX0" fmla="*/ 54526 w 85404"/>
                <a:gd name="connsiteY0" fmla="*/ 112 h 204508"/>
                <a:gd name="connsiteX1" fmla="*/ 205 w 85404"/>
                <a:gd name="connsiteY1" fmla="*/ 27642 h 204508"/>
                <a:gd name="connsiteX2" fmla="*/ 205 w 85404"/>
                <a:gd name="connsiteY2" fmla="*/ 31878 h 204508"/>
                <a:gd name="connsiteX3" fmla="*/ 8353 w 85404"/>
                <a:gd name="connsiteY3" fmla="*/ 28550 h 204508"/>
                <a:gd name="connsiteX4" fmla="*/ 21933 w 85404"/>
                <a:gd name="connsiteY4" fmla="*/ 25222 h 204508"/>
                <a:gd name="connsiteX5" fmla="*/ 30987 w 85404"/>
                <a:gd name="connsiteY5" fmla="*/ 39441 h 204508"/>
                <a:gd name="connsiteX6" fmla="*/ 30987 w 85404"/>
                <a:gd name="connsiteY6" fmla="*/ 176485 h 204508"/>
                <a:gd name="connsiteX7" fmla="*/ 23744 w 85404"/>
                <a:gd name="connsiteY7" fmla="*/ 196150 h 204508"/>
                <a:gd name="connsiteX8" fmla="*/ 2318 w 85404"/>
                <a:gd name="connsiteY8" fmla="*/ 200083 h 204508"/>
                <a:gd name="connsiteX9" fmla="*/ 2318 w 85404"/>
                <a:gd name="connsiteY9" fmla="*/ 204620 h 204508"/>
                <a:gd name="connsiteX10" fmla="*/ 85609 w 85404"/>
                <a:gd name="connsiteY10" fmla="*/ 204620 h 204508"/>
                <a:gd name="connsiteX11" fmla="*/ 85609 w 85404"/>
                <a:gd name="connsiteY11" fmla="*/ 200083 h 204508"/>
                <a:gd name="connsiteX12" fmla="*/ 56940 w 85404"/>
                <a:gd name="connsiteY12" fmla="*/ 182233 h 204508"/>
                <a:gd name="connsiteX13" fmla="*/ 56940 w 85404"/>
                <a:gd name="connsiteY13" fmla="*/ 717 h 204508"/>
                <a:gd name="connsiteX14" fmla="*/ 54526 w 85404"/>
                <a:gd name="connsiteY14" fmla="*/ 112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26" y="112"/>
                  </a:moveTo>
                  <a:lnTo>
                    <a:pt x="205" y="27642"/>
                  </a:lnTo>
                  <a:lnTo>
                    <a:pt x="205" y="31878"/>
                  </a:lnTo>
                  <a:cubicBezTo>
                    <a:pt x="3826" y="30365"/>
                    <a:pt x="7146" y="29155"/>
                    <a:pt x="8353" y="28550"/>
                  </a:cubicBezTo>
                  <a:cubicBezTo>
                    <a:pt x="13785" y="26432"/>
                    <a:pt x="18916" y="25222"/>
                    <a:pt x="21933" y="25222"/>
                  </a:cubicBezTo>
                  <a:cubicBezTo>
                    <a:pt x="28271" y="25222"/>
                    <a:pt x="30987" y="29760"/>
                    <a:pt x="30987" y="39441"/>
                  </a:cubicBezTo>
                  <a:lnTo>
                    <a:pt x="30987" y="176485"/>
                  </a:lnTo>
                  <a:cubicBezTo>
                    <a:pt x="30987" y="186469"/>
                    <a:pt x="28573" y="193427"/>
                    <a:pt x="23744" y="196150"/>
                  </a:cubicBezTo>
                  <a:cubicBezTo>
                    <a:pt x="19217" y="198872"/>
                    <a:pt x="14992" y="199780"/>
                    <a:pt x="2318" y="200083"/>
                  </a:cubicBezTo>
                  <a:lnTo>
                    <a:pt x="2318" y="204620"/>
                  </a:lnTo>
                  <a:lnTo>
                    <a:pt x="85609" y="204620"/>
                  </a:lnTo>
                  <a:lnTo>
                    <a:pt x="85609" y="200083"/>
                  </a:lnTo>
                  <a:cubicBezTo>
                    <a:pt x="61769" y="199780"/>
                    <a:pt x="56940" y="196755"/>
                    <a:pt x="56940" y="182233"/>
                  </a:cubicBezTo>
                  <a:lnTo>
                    <a:pt x="56940" y="717"/>
                  </a:lnTo>
                  <a:lnTo>
                    <a:pt x="54526" y="11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67AE62BA-8E3B-4709-EBF2-E136BA286555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7931784" y="6796967"/>
              <a:ext cx="70013" cy="302526"/>
            </a:xfrm>
            <a:custGeom>
              <a:avLst/>
              <a:gdLst>
                <a:gd name="connsiteX0" fmla="*/ 70224 w 70013"/>
                <a:gd name="connsiteY0" fmla="*/ 151375 h 302526"/>
                <a:gd name="connsiteX1" fmla="*/ 50306 w 70013"/>
                <a:gd name="connsiteY1" fmla="*/ 56987 h 302526"/>
                <a:gd name="connsiteX2" fmla="*/ 3228 w 70013"/>
                <a:gd name="connsiteY2" fmla="*/ 112 h 302526"/>
                <a:gd name="connsiteX3" fmla="*/ 211 w 70013"/>
                <a:gd name="connsiteY3" fmla="*/ 3137 h 302526"/>
                <a:gd name="connsiteX4" fmla="*/ 5944 w 70013"/>
                <a:gd name="connsiteY4" fmla="*/ 10095 h 302526"/>
                <a:gd name="connsiteX5" fmla="*/ 52721 w 70013"/>
                <a:gd name="connsiteY5" fmla="*/ 151375 h 302526"/>
                <a:gd name="connsiteX6" fmla="*/ 4134 w 70013"/>
                <a:gd name="connsiteY6" fmla="*/ 294470 h 302526"/>
                <a:gd name="connsiteX7" fmla="*/ 211 w 70013"/>
                <a:gd name="connsiteY7" fmla="*/ 299613 h 302526"/>
                <a:gd name="connsiteX8" fmla="*/ 3228 w 70013"/>
                <a:gd name="connsiteY8" fmla="*/ 302638 h 302526"/>
                <a:gd name="connsiteX9" fmla="*/ 51212 w 70013"/>
                <a:gd name="connsiteY9" fmla="*/ 243646 h 302526"/>
                <a:gd name="connsiteX10" fmla="*/ 70224 w 70013"/>
                <a:gd name="connsiteY10" fmla="*/ 15137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24" y="151375"/>
                  </a:moveTo>
                  <a:cubicBezTo>
                    <a:pt x="70224" y="127778"/>
                    <a:pt x="66904" y="91172"/>
                    <a:pt x="50306" y="56987"/>
                  </a:cubicBezTo>
                  <a:cubicBezTo>
                    <a:pt x="32199" y="19776"/>
                    <a:pt x="6246" y="112"/>
                    <a:pt x="3228" y="112"/>
                  </a:cubicBezTo>
                  <a:cubicBezTo>
                    <a:pt x="1418" y="112"/>
                    <a:pt x="211" y="1322"/>
                    <a:pt x="211" y="3137"/>
                  </a:cubicBezTo>
                  <a:cubicBezTo>
                    <a:pt x="211" y="4045"/>
                    <a:pt x="211" y="4650"/>
                    <a:pt x="5944" y="10095"/>
                  </a:cubicBezTo>
                  <a:cubicBezTo>
                    <a:pt x="35519" y="40045"/>
                    <a:pt x="52721" y="88147"/>
                    <a:pt x="52721" y="151375"/>
                  </a:cubicBezTo>
                  <a:cubicBezTo>
                    <a:pt x="52721" y="203107"/>
                    <a:pt x="41555" y="256352"/>
                    <a:pt x="4134" y="294470"/>
                  </a:cubicBezTo>
                  <a:cubicBezTo>
                    <a:pt x="211" y="298100"/>
                    <a:pt x="211" y="298706"/>
                    <a:pt x="211" y="299613"/>
                  </a:cubicBezTo>
                  <a:cubicBezTo>
                    <a:pt x="211" y="301428"/>
                    <a:pt x="1418" y="302638"/>
                    <a:pt x="3228" y="302638"/>
                  </a:cubicBezTo>
                  <a:cubicBezTo>
                    <a:pt x="6246" y="302638"/>
                    <a:pt x="33406" y="282067"/>
                    <a:pt x="51212" y="243646"/>
                  </a:cubicBezTo>
                  <a:cubicBezTo>
                    <a:pt x="66602" y="210368"/>
                    <a:pt x="70224" y="176787"/>
                    <a:pt x="70224" y="15137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FE7997F5-3988-E80A-0934-80C114CC1DDE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8061986" y="6796967"/>
              <a:ext cx="70013" cy="302526"/>
            </a:xfrm>
            <a:custGeom>
              <a:avLst/>
              <a:gdLst>
                <a:gd name="connsiteX0" fmla="*/ 70228 w 70013"/>
                <a:gd name="connsiteY0" fmla="*/ 299613 h 302526"/>
                <a:gd name="connsiteX1" fmla="*/ 65098 w 70013"/>
                <a:gd name="connsiteY1" fmla="*/ 292958 h 302526"/>
                <a:gd name="connsiteX2" fmla="*/ 17718 w 70013"/>
                <a:gd name="connsiteY2" fmla="*/ 151375 h 302526"/>
                <a:gd name="connsiteX3" fmla="*/ 66305 w 70013"/>
                <a:gd name="connsiteY3" fmla="*/ 8280 h 302526"/>
                <a:gd name="connsiteX4" fmla="*/ 70228 w 70013"/>
                <a:gd name="connsiteY4" fmla="*/ 3137 h 302526"/>
                <a:gd name="connsiteX5" fmla="*/ 67210 w 70013"/>
                <a:gd name="connsiteY5" fmla="*/ 112 h 302526"/>
                <a:gd name="connsiteX6" fmla="*/ 19227 w 70013"/>
                <a:gd name="connsiteY6" fmla="*/ 59104 h 302526"/>
                <a:gd name="connsiteX7" fmla="*/ 215 w 70013"/>
                <a:gd name="connsiteY7" fmla="*/ 151375 h 302526"/>
                <a:gd name="connsiteX8" fmla="*/ 20132 w 70013"/>
                <a:gd name="connsiteY8" fmla="*/ 245763 h 302526"/>
                <a:gd name="connsiteX9" fmla="*/ 67210 w 70013"/>
                <a:gd name="connsiteY9" fmla="*/ 302638 h 302526"/>
                <a:gd name="connsiteX10" fmla="*/ 70228 w 70013"/>
                <a:gd name="connsiteY10" fmla="*/ 29961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28" y="299613"/>
                  </a:moveTo>
                  <a:cubicBezTo>
                    <a:pt x="70228" y="298706"/>
                    <a:pt x="70228" y="298100"/>
                    <a:pt x="65098" y="292958"/>
                  </a:cubicBezTo>
                  <a:cubicBezTo>
                    <a:pt x="27375" y="254839"/>
                    <a:pt x="17718" y="197662"/>
                    <a:pt x="17718" y="151375"/>
                  </a:cubicBezTo>
                  <a:cubicBezTo>
                    <a:pt x="17718" y="98735"/>
                    <a:pt x="29186" y="46096"/>
                    <a:pt x="66305" y="8280"/>
                  </a:cubicBezTo>
                  <a:cubicBezTo>
                    <a:pt x="70228" y="4650"/>
                    <a:pt x="70228" y="4045"/>
                    <a:pt x="70228" y="3137"/>
                  </a:cubicBezTo>
                  <a:cubicBezTo>
                    <a:pt x="70228" y="1019"/>
                    <a:pt x="69021" y="112"/>
                    <a:pt x="67210" y="112"/>
                  </a:cubicBezTo>
                  <a:cubicBezTo>
                    <a:pt x="64192" y="112"/>
                    <a:pt x="37032" y="20683"/>
                    <a:pt x="19227" y="59104"/>
                  </a:cubicBezTo>
                  <a:cubicBezTo>
                    <a:pt x="3836" y="92382"/>
                    <a:pt x="215" y="125963"/>
                    <a:pt x="215" y="151375"/>
                  </a:cubicBezTo>
                  <a:cubicBezTo>
                    <a:pt x="215" y="174972"/>
                    <a:pt x="3534" y="211578"/>
                    <a:pt x="20132" y="245763"/>
                  </a:cubicBezTo>
                  <a:cubicBezTo>
                    <a:pt x="38239" y="282974"/>
                    <a:pt x="64192" y="302638"/>
                    <a:pt x="67210" y="302638"/>
                  </a:cubicBezTo>
                  <a:cubicBezTo>
                    <a:pt x="69021" y="302638"/>
                    <a:pt x="70228" y="301731"/>
                    <a:pt x="70228" y="299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659186FA-3C9B-5748-7321-6123C12C0F82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8159896" y="6816934"/>
              <a:ext cx="130973" cy="211163"/>
            </a:xfrm>
            <a:custGeom>
              <a:avLst/>
              <a:gdLst>
                <a:gd name="connsiteX0" fmla="*/ 124552 w 130973"/>
                <a:gd name="connsiteY0" fmla="*/ 112 h 211163"/>
                <a:gd name="connsiteX1" fmla="*/ 50615 w 130973"/>
                <a:gd name="connsiteY1" fmla="*/ 24314 h 211163"/>
                <a:gd name="connsiteX2" fmla="*/ 218 w 130973"/>
                <a:gd name="connsiteY2" fmla="*/ 122636 h 211163"/>
                <a:gd name="connsiteX3" fmla="*/ 21343 w 130973"/>
                <a:gd name="connsiteY3" fmla="*/ 190704 h 211163"/>
                <a:gd name="connsiteX4" fmla="*/ 67817 w 130973"/>
                <a:gd name="connsiteY4" fmla="*/ 211276 h 211163"/>
                <a:gd name="connsiteX5" fmla="*/ 131191 w 130973"/>
                <a:gd name="connsiteY5" fmla="*/ 140787 h 211163"/>
                <a:gd name="connsiteX6" fmla="*/ 74456 w 130973"/>
                <a:gd name="connsiteY6" fmla="*/ 77559 h 211163"/>
                <a:gd name="connsiteX7" fmla="*/ 35828 w 130973"/>
                <a:gd name="connsiteY7" fmla="*/ 91173 h 211163"/>
                <a:gd name="connsiteX8" fmla="*/ 125155 w 130973"/>
                <a:gd name="connsiteY8" fmla="*/ 4953 h 211163"/>
                <a:gd name="connsiteX9" fmla="*/ 124552 w 130973"/>
                <a:gd name="connsiteY9" fmla="*/ 112 h 211163"/>
                <a:gd name="connsiteX10" fmla="*/ 62988 w 130973"/>
                <a:gd name="connsiteY10" fmla="*/ 91475 h 211163"/>
                <a:gd name="connsiteX11" fmla="*/ 104031 w 130973"/>
                <a:gd name="connsiteY11" fmla="*/ 151073 h 211163"/>
                <a:gd name="connsiteX12" fmla="*/ 71137 w 130973"/>
                <a:gd name="connsiteY12" fmla="*/ 202805 h 211163"/>
                <a:gd name="connsiteX13" fmla="*/ 28284 w 130973"/>
                <a:gd name="connsiteY13" fmla="*/ 127476 h 211163"/>
                <a:gd name="connsiteX14" fmla="*/ 36733 w 130973"/>
                <a:gd name="connsiteY14" fmla="*/ 99039 h 211163"/>
                <a:gd name="connsiteX15" fmla="*/ 62988 w 130973"/>
                <a:gd name="connsiteY15" fmla="*/ 91475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552" y="112"/>
                  </a:moveTo>
                  <a:cubicBezTo>
                    <a:pt x="90149" y="3138"/>
                    <a:pt x="72645" y="8886"/>
                    <a:pt x="50615" y="24314"/>
                  </a:cubicBezTo>
                  <a:cubicBezTo>
                    <a:pt x="18023" y="47609"/>
                    <a:pt x="218" y="82097"/>
                    <a:pt x="218" y="122636"/>
                  </a:cubicBezTo>
                  <a:cubicBezTo>
                    <a:pt x="218" y="148956"/>
                    <a:pt x="8366" y="175578"/>
                    <a:pt x="21343" y="190704"/>
                  </a:cubicBezTo>
                  <a:cubicBezTo>
                    <a:pt x="32810" y="204015"/>
                    <a:pt x="49106" y="211276"/>
                    <a:pt x="67817" y="211276"/>
                  </a:cubicBezTo>
                  <a:cubicBezTo>
                    <a:pt x="105238" y="211276"/>
                    <a:pt x="131191" y="182536"/>
                    <a:pt x="131191" y="140787"/>
                  </a:cubicBezTo>
                  <a:cubicBezTo>
                    <a:pt x="131191" y="102064"/>
                    <a:pt x="109161" y="77559"/>
                    <a:pt x="74456" y="77559"/>
                  </a:cubicBezTo>
                  <a:cubicBezTo>
                    <a:pt x="61178" y="77559"/>
                    <a:pt x="54840" y="79677"/>
                    <a:pt x="35828" y="91173"/>
                  </a:cubicBezTo>
                  <a:cubicBezTo>
                    <a:pt x="43976" y="45491"/>
                    <a:pt x="77776" y="12818"/>
                    <a:pt x="125155" y="4953"/>
                  </a:cubicBezTo>
                  <a:lnTo>
                    <a:pt x="124552" y="112"/>
                  </a:lnTo>
                  <a:close/>
                  <a:moveTo>
                    <a:pt x="62988" y="91475"/>
                  </a:moveTo>
                  <a:cubicBezTo>
                    <a:pt x="88942" y="91475"/>
                    <a:pt x="104031" y="113257"/>
                    <a:pt x="104031" y="151073"/>
                  </a:cubicBezTo>
                  <a:cubicBezTo>
                    <a:pt x="104031" y="184351"/>
                    <a:pt x="92261" y="202805"/>
                    <a:pt x="71137" y="202805"/>
                  </a:cubicBezTo>
                  <a:cubicBezTo>
                    <a:pt x="44580" y="202805"/>
                    <a:pt x="28284" y="174368"/>
                    <a:pt x="28284" y="127476"/>
                  </a:cubicBezTo>
                  <a:cubicBezTo>
                    <a:pt x="28284" y="112047"/>
                    <a:pt x="30698" y="103576"/>
                    <a:pt x="36733" y="99039"/>
                  </a:cubicBezTo>
                  <a:cubicBezTo>
                    <a:pt x="43071" y="94198"/>
                    <a:pt x="52426" y="91475"/>
                    <a:pt x="62988" y="9147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05C6DC86-FD20-AA10-D247-45DA39C2642D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8368211" y="6942180"/>
              <a:ext cx="184388" cy="12101"/>
            </a:xfrm>
            <a:custGeom>
              <a:avLst/>
              <a:gdLst>
                <a:gd name="connsiteX0" fmla="*/ 174050 w 184388"/>
                <a:gd name="connsiteY0" fmla="*/ 12213 h 12101"/>
                <a:gd name="connsiteX1" fmla="*/ 184613 w 184388"/>
                <a:gd name="connsiteY1" fmla="*/ 6163 h 12101"/>
                <a:gd name="connsiteX2" fmla="*/ 174050 w 184388"/>
                <a:gd name="connsiteY2" fmla="*/ 112 h 12101"/>
                <a:gd name="connsiteX3" fmla="*/ 10787 w 184388"/>
                <a:gd name="connsiteY3" fmla="*/ 112 h 12101"/>
                <a:gd name="connsiteX4" fmla="*/ 224 w 184388"/>
                <a:gd name="connsiteY4" fmla="*/ 6163 h 12101"/>
                <a:gd name="connsiteX5" fmla="*/ 10787 w 184388"/>
                <a:gd name="connsiteY5" fmla="*/ 12213 h 12101"/>
                <a:gd name="connsiteX6" fmla="*/ 174050 w 184388"/>
                <a:gd name="connsiteY6" fmla="*/ 12213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388" h="12101">
                  <a:moveTo>
                    <a:pt x="174050" y="12213"/>
                  </a:moveTo>
                  <a:cubicBezTo>
                    <a:pt x="179181" y="12213"/>
                    <a:pt x="184613" y="12213"/>
                    <a:pt x="184613" y="6163"/>
                  </a:cubicBezTo>
                  <a:cubicBezTo>
                    <a:pt x="184613" y="112"/>
                    <a:pt x="179181" y="112"/>
                    <a:pt x="174050" y="112"/>
                  </a:cubicBezTo>
                  <a:lnTo>
                    <a:pt x="10787" y="112"/>
                  </a:lnTo>
                  <a:cubicBezTo>
                    <a:pt x="5656" y="112"/>
                    <a:pt x="224" y="112"/>
                    <a:pt x="224" y="6163"/>
                  </a:cubicBezTo>
                  <a:cubicBezTo>
                    <a:pt x="224" y="12213"/>
                    <a:pt x="5656" y="12213"/>
                    <a:pt x="10787" y="12213"/>
                  </a:cubicBezTo>
                  <a:lnTo>
                    <a:pt x="174050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948916EC-B6A9-9581-00DE-C1E9C752FB30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8624215" y="6819354"/>
              <a:ext cx="138819" cy="204508"/>
            </a:xfrm>
            <a:custGeom>
              <a:avLst/>
              <a:gdLst>
                <a:gd name="connsiteX0" fmla="*/ 139053 w 138819"/>
                <a:gd name="connsiteY0" fmla="*/ 134737 h 204508"/>
                <a:gd name="connsiteX1" fmla="*/ 108271 w 138819"/>
                <a:gd name="connsiteY1" fmla="*/ 134737 h 204508"/>
                <a:gd name="connsiteX2" fmla="*/ 108271 w 138819"/>
                <a:gd name="connsiteY2" fmla="*/ 112 h 204508"/>
                <a:gd name="connsiteX3" fmla="*/ 94993 w 138819"/>
                <a:gd name="connsiteY3" fmla="*/ 112 h 204508"/>
                <a:gd name="connsiteX4" fmla="*/ 233 w 138819"/>
                <a:gd name="connsiteY4" fmla="*/ 134737 h 204508"/>
                <a:gd name="connsiteX5" fmla="*/ 233 w 138819"/>
                <a:gd name="connsiteY5" fmla="*/ 154099 h 204508"/>
                <a:gd name="connsiteX6" fmla="*/ 85034 w 138819"/>
                <a:gd name="connsiteY6" fmla="*/ 154099 h 204508"/>
                <a:gd name="connsiteX7" fmla="*/ 85034 w 138819"/>
                <a:gd name="connsiteY7" fmla="*/ 204620 h 204508"/>
                <a:gd name="connsiteX8" fmla="*/ 108271 w 138819"/>
                <a:gd name="connsiteY8" fmla="*/ 204620 h 204508"/>
                <a:gd name="connsiteX9" fmla="*/ 108271 w 138819"/>
                <a:gd name="connsiteY9" fmla="*/ 154099 h 204508"/>
                <a:gd name="connsiteX10" fmla="*/ 139053 w 138819"/>
                <a:gd name="connsiteY10" fmla="*/ 154099 h 204508"/>
                <a:gd name="connsiteX11" fmla="*/ 139053 w 138819"/>
                <a:gd name="connsiteY11" fmla="*/ 134737 h 204508"/>
                <a:gd name="connsiteX12" fmla="*/ 84732 w 138819"/>
                <a:gd name="connsiteY12" fmla="*/ 134737 h 204508"/>
                <a:gd name="connsiteX13" fmla="*/ 12305 w 138819"/>
                <a:gd name="connsiteY13" fmla="*/ 134737 h 204508"/>
                <a:gd name="connsiteX14" fmla="*/ 84732 w 138819"/>
                <a:gd name="connsiteY14" fmla="*/ 30970 h 204508"/>
                <a:gd name="connsiteX15" fmla="*/ 84732 w 138819"/>
                <a:gd name="connsiteY15" fmla="*/ 13473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053" y="134737"/>
                  </a:moveTo>
                  <a:lnTo>
                    <a:pt x="108271" y="134737"/>
                  </a:lnTo>
                  <a:lnTo>
                    <a:pt x="108271" y="112"/>
                  </a:lnTo>
                  <a:lnTo>
                    <a:pt x="94993" y="112"/>
                  </a:lnTo>
                  <a:lnTo>
                    <a:pt x="233" y="134737"/>
                  </a:lnTo>
                  <a:lnTo>
                    <a:pt x="233" y="154099"/>
                  </a:lnTo>
                  <a:lnTo>
                    <a:pt x="85034" y="154099"/>
                  </a:lnTo>
                  <a:lnTo>
                    <a:pt x="85034" y="204620"/>
                  </a:lnTo>
                  <a:lnTo>
                    <a:pt x="108271" y="204620"/>
                  </a:lnTo>
                  <a:lnTo>
                    <a:pt x="108271" y="154099"/>
                  </a:lnTo>
                  <a:lnTo>
                    <a:pt x="139053" y="154099"/>
                  </a:lnTo>
                  <a:lnTo>
                    <a:pt x="139053" y="134737"/>
                  </a:lnTo>
                  <a:close/>
                  <a:moveTo>
                    <a:pt x="84732" y="134737"/>
                  </a:moveTo>
                  <a:lnTo>
                    <a:pt x="12305" y="134737"/>
                  </a:lnTo>
                  <a:lnTo>
                    <a:pt x="84732" y="30970"/>
                  </a:lnTo>
                  <a:lnTo>
                    <a:pt x="84732" y="13473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E22F49E4-5E08-811A-61FF-A83B17175505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8789252" y="6796967"/>
              <a:ext cx="70013" cy="302526"/>
            </a:xfrm>
            <a:custGeom>
              <a:avLst/>
              <a:gdLst>
                <a:gd name="connsiteX0" fmla="*/ 70252 w 70013"/>
                <a:gd name="connsiteY0" fmla="*/ 151375 h 302526"/>
                <a:gd name="connsiteX1" fmla="*/ 50334 w 70013"/>
                <a:gd name="connsiteY1" fmla="*/ 56987 h 302526"/>
                <a:gd name="connsiteX2" fmla="*/ 3257 w 70013"/>
                <a:gd name="connsiteY2" fmla="*/ 112 h 302526"/>
                <a:gd name="connsiteX3" fmla="*/ 239 w 70013"/>
                <a:gd name="connsiteY3" fmla="*/ 3137 h 302526"/>
                <a:gd name="connsiteX4" fmla="*/ 5973 w 70013"/>
                <a:gd name="connsiteY4" fmla="*/ 10095 h 302526"/>
                <a:gd name="connsiteX5" fmla="*/ 52749 w 70013"/>
                <a:gd name="connsiteY5" fmla="*/ 151375 h 302526"/>
                <a:gd name="connsiteX6" fmla="*/ 4162 w 70013"/>
                <a:gd name="connsiteY6" fmla="*/ 294470 h 302526"/>
                <a:gd name="connsiteX7" fmla="*/ 239 w 70013"/>
                <a:gd name="connsiteY7" fmla="*/ 299613 h 302526"/>
                <a:gd name="connsiteX8" fmla="*/ 3257 w 70013"/>
                <a:gd name="connsiteY8" fmla="*/ 302638 h 302526"/>
                <a:gd name="connsiteX9" fmla="*/ 51240 w 70013"/>
                <a:gd name="connsiteY9" fmla="*/ 243646 h 302526"/>
                <a:gd name="connsiteX10" fmla="*/ 70252 w 70013"/>
                <a:gd name="connsiteY10" fmla="*/ 15137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3" h="302526">
                  <a:moveTo>
                    <a:pt x="70252" y="151375"/>
                  </a:moveTo>
                  <a:cubicBezTo>
                    <a:pt x="70252" y="127778"/>
                    <a:pt x="66932" y="91172"/>
                    <a:pt x="50334" y="56987"/>
                  </a:cubicBezTo>
                  <a:cubicBezTo>
                    <a:pt x="32228" y="19776"/>
                    <a:pt x="6274" y="112"/>
                    <a:pt x="3257" y="112"/>
                  </a:cubicBezTo>
                  <a:cubicBezTo>
                    <a:pt x="1446" y="112"/>
                    <a:pt x="239" y="1322"/>
                    <a:pt x="239" y="3137"/>
                  </a:cubicBezTo>
                  <a:cubicBezTo>
                    <a:pt x="239" y="4045"/>
                    <a:pt x="239" y="4650"/>
                    <a:pt x="5973" y="10095"/>
                  </a:cubicBezTo>
                  <a:cubicBezTo>
                    <a:pt x="35547" y="40045"/>
                    <a:pt x="52749" y="88147"/>
                    <a:pt x="52749" y="151375"/>
                  </a:cubicBezTo>
                  <a:cubicBezTo>
                    <a:pt x="52749" y="203107"/>
                    <a:pt x="41583" y="256352"/>
                    <a:pt x="4162" y="294470"/>
                  </a:cubicBezTo>
                  <a:cubicBezTo>
                    <a:pt x="239" y="298100"/>
                    <a:pt x="239" y="298706"/>
                    <a:pt x="239" y="299613"/>
                  </a:cubicBezTo>
                  <a:cubicBezTo>
                    <a:pt x="239" y="301428"/>
                    <a:pt x="1446" y="302638"/>
                    <a:pt x="3257" y="302638"/>
                  </a:cubicBezTo>
                  <a:cubicBezTo>
                    <a:pt x="6274" y="302638"/>
                    <a:pt x="33435" y="282067"/>
                    <a:pt x="51240" y="243646"/>
                  </a:cubicBezTo>
                  <a:cubicBezTo>
                    <a:pt x="66631" y="210368"/>
                    <a:pt x="70252" y="176787"/>
                    <a:pt x="70252" y="15137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4959EAAB-FC07-4BDA-A444-02AD46C2AA48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8959423" y="6611043"/>
              <a:ext cx="85404" cy="204508"/>
            </a:xfrm>
            <a:custGeom>
              <a:avLst/>
              <a:gdLst>
                <a:gd name="connsiteX0" fmla="*/ 54564 w 85404"/>
                <a:gd name="connsiteY0" fmla="*/ 106 h 204508"/>
                <a:gd name="connsiteX1" fmla="*/ 243 w 85404"/>
                <a:gd name="connsiteY1" fmla="*/ 27635 h 204508"/>
                <a:gd name="connsiteX2" fmla="*/ 243 w 85404"/>
                <a:gd name="connsiteY2" fmla="*/ 31871 h 204508"/>
                <a:gd name="connsiteX3" fmla="*/ 8391 w 85404"/>
                <a:gd name="connsiteY3" fmla="*/ 28543 h 204508"/>
                <a:gd name="connsiteX4" fmla="*/ 21972 w 85404"/>
                <a:gd name="connsiteY4" fmla="*/ 25215 h 204508"/>
                <a:gd name="connsiteX5" fmla="*/ 31025 w 85404"/>
                <a:gd name="connsiteY5" fmla="*/ 39434 h 204508"/>
                <a:gd name="connsiteX6" fmla="*/ 31025 w 85404"/>
                <a:gd name="connsiteY6" fmla="*/ 176479 h 204508"/>
                <a:gd name="connsiteX7" fmla="*/ 23782 w 85404"/>
                <a:gd name="connsiteY7" fmla="*/ 196143 h 204508"/>
                <a:gd name="connsiteX8" fmla="*/ 2356 w 85404"/>
                <a:gd name="connsiteY8" fmla="*/ 200076 h 204508"/>
                <a:gd name="connsiteX9" fmla="*/ 2356 w 85404"/>
                <a:gd name="connsiteY9" fmla="*/ 204614 h 204508"/>
                <a:gd name="connsiteX10" fmla="*/ 85648 w 85404"/>
                <a:gd name="connsiteY10" fmla="*/ 204614 h 204508"/>
                <a:gd name="connsiteX11" fmla="*/ 85648 w 85404"/>
                <a:gd name="connsiteY11" fmla="*/ 200076 h 204508"/>
                <a:gd name="connsiteX12" fmla="*/ 56978 w 85404"/>
                <a:gd name="connsiteY12" fmla="*/ 182227 h 204508"/>
                <a:gd name="connsiteX13" fmla="*/ 56978 w 85404"/>
                <a:gd name="connsiteY13" fmla="*/ 711 h 204508"/>
                <a:gd name="connsiteX14" fmla="*/ 54564 w 85404"/>
                <a:gd name="connsiteY14" fmla="*/ 10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64" y="106"/>
                  </a:moveTo>
                  <a:lnTo>
                    <a:pt x="243" y="27635"/>
                  </a:lnTo>
                  <a:lnTo>
                    <a:pt x="243" y="31871"/>
                  </a:lnTo>
                  <a:cubicBezTo>
                    <a:pt x="3865" y="30358"/>
                    <a:pt x="7184" y="29148"/>
                    <a:pt x="8391" y="28543"/>
                  </a:cubicBezTo>
                  <a:cubicBezTo>
                    <a:pt x="13824" y="26425"/>
                    <a:pt x="18954" y="25215"/>
                    <a:pt x="21972" y="25215"/>
                  </a:cubicBezTo>
                  <a:cubicBezTo>
                    <a:pt x="28309" y="25215"/>
                    <a:pt x="31025" y="29753"/>
                    <a:pt x="31025" y="39434"/>
                  </a:cubicBezTo>
                  <a:lnTo>
                    <a:pt x="31025" y="176479"/>
                  </a:lnTo>
                  <a:cubicBezTo>
                    <a:pt x="31025" y="186462"/>
                    <a:pt x="28611" y="193420"/>
                    <a:pt x="23782" y="196143"/>
                  </a:cubicBezTo>
                  <a:cubicBezTo>
                    <a:pt x="19256" y="198866"/>
                    <a:pt x="15031" y="199773"/>
                    <a:pt x="2356" y="200076"/>
                  </a:cubicBezTo>
                  <a:lnTo>
                    <a:pt x="2356" y="204614"/>
                  </a:lnTo>
                  <a:lnTo>
                    <a:pt x="85648" y="204614"/>
                  </a:lnTo>
                  <a:lnTo>
                    <a:pt x="85648" y="200076"/>
                  </a:lnTo>
                  <a:cubicBezTo>
                    <a:pt x="61807" y="199773"/>
                    <a:pt x="56978" y="196748"/>
                    <a:pt x="56978" y="182227"/>
                  </a:cubicBezTo>
                  <a:lnTo>
                    <a:pt x="56978" y="711"/>
                  </a:lnTo>
                  <a:lnTo>
                    <a:pt x="54564" y="10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2F6A7C-0C9A-0155-30A8-5914BAC6ABF5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9103335" y="6783483"/>
              <a:ext cx="31988" cy="32067"/>
            </a:xfrm>
            <a:custGeom>
              <a:avLst/>
              <a:gdLst>
                <a:gd name="connsiteX0" fmla="*/ 32237 w 31988"/>
                <a:gd name="connsiteY0" fmla="*/ 16139 h 32067"/>
                <a:gd name="connsiteX1" fmla="*/ 16243 w 31988"/>
                <a:gd name="connsiteY1" fmla="*/ 106 h 32067"/>
                <a:gd name="connsiteX2" fmla="*/ 248 w 31988"/>
                <a:gd name="connsiteY2" fmla="*/ 16139 h 32067"/>
                <a:gd name="connsiteX3" fmla="*/ 16243 w 31988"/>
                <a:gd name="connsiteY3" fmla="*/ 32173 h 32067"/>
                <a:gd name="connsiteX4" fmla="*/ 32237 w 31988"/>
                <a:gd name="connsiteY4" fmla="*/ 16139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88" h="32067">
                  <a:moveTo>
                    <a:pt x="32237" y="16139"/>
                  </a:moveTo>
                  <a:cubicBezTo>
                    <a:pt x="32237" y="7366"/>
                    <a:pt x="24994" y="106"/>
                    <a:pt x="16243" y="106"/>
                  </a:cubicBezTo>
                  <a:cubicBezTo>
                    <a:pt x="7491" y="106"/>
                    <a:pt x="248" y="7366"/>
                    <a:pt x="248" y="16139"/>
                  </a:cubicBezTo>
                  <a:cubicBezTo>
                    <a:pt x="248" y="24913"/>
                    <a:pt x="7491" y="32173"/>
                    <a:pt x="16243" y="32173"/>
                  </a:cubicBezTo>
                  <a:cubicBezTo>
                    <a:pt x="24994" y="32173"/>
                    <a:pt x="32237" y="24913"/>
                    <a:pt x="32237" y="1613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471ADF16-316E-3BD2-F5EE-43D68AADE100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9167321" y="6615278"/>
              <a:ext cx="129464" cy="202692"/>
            </a:xfrm>
            <a:custGeom>
              <a:avLst/>
              <a:gdLst>
                <a:gd name="connsiteX0" fmla="*/ 129715 w 129464"/>
                <a:gd name="connsiteY0" fmla="*/ 106 h 202692"/>
                <a:gd name="connsiteX1" fmla="*/ 18056 w 129464"/>
                <a:gd name="connsiteY1" fmla="*/ 106 h 202692"/>
                <a:gd name="connsiteX2" fmla="*/ 251 w 129464"/>
                <a:gd name="connsiteY2" fmla="*/ 44577 h 202692"/>
                <a:gd name="connsiteX3" fmla="*/ 5381 w 129464"/>
                <a:gd name="connsiteY3" fmla="*/ 46997 h 202692"/>
                <a:gd name="connsiteX4" fmla="*/ 40388 w 129464"/>
                <a:gd name="connsiteY4" fmla="*/ 22492 h 202692"/>
                <a:gd name="connsiteX5" fmla="*/ 105875 w 129464"/>
                <a:gd name="connsiteY5" fmla="*/ 22492 h 202692"/>
                <a:gd name="connsiteX6" fmla="*/ 46122 w 129464"/>
                <a:gd name="connsiteY6" fmla="*/ 202798 h 202692"/>
                <a:gd name="connsiteX7" fmla="*/ 65738 w 129464"/>
                <a:gd name="connsiteY7" fmla="*/ 202798 h 202692"/>
                <a:gd name="connsiteX8" fmla="*/ 129715 w 129464"/>
                <a:gd name="connsiteY8" fmla="*/ 4946 h 202692"/>
                <a:gd name="connsiteX9" fmla="*/ 129715 w 129464"/>
                <a:gd name="connsiteY9" fmla="*/ 106 h 20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464" h="202692">
                  <a:moveTo>
                    <a:pt x="129715" y="106"/>
                  </a:moveTo>
                  <a:lnTo>
                    <a:pt x="18056" y="106"/>
                  </a:lnTo>
                  <a:lnTo>
                    <a:pt x="251" y="44577"/>
                  </a:lnTo>
                  <a:lnTo>
                    <a:pt x="5381" y="46997"/>
                  </a:lnTo>
                  <a:cubicBezTo>
                    <a:pt x="18358" y="26425"/>
                    <a:pt x="23790" y="22492"/>
                    <a:pt x="40388" y="22492"/>
                  </a:cubicBezTo>
                  <a:lnTo>
                    <a:pt x="105875" y="22492"/>
                  </a:lnTo>
                  <a:lnTo>
                    <a:pt x="46122" y="202798"/>
                  </a:lnTo>
                  <a:lnTo>
                    <a:pt x="65738" y="202798"/>
                  </a:lnTo>
                  <a:lnTo>
                    <a:pt x="129715" y="4946"/>
                  </a:lnTo>
                  <a:lnTo>
                    <a:pt x="129715" y="10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117AA55C-7820-A409-254F-18956A3B20D2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9321796" y="6611043"/>
              <a:ext cx="129464" cy="211163"/>
            </a:xfrm>
            <a:custGeom>
              <a:avLst/>
              <a:gdLst>
                <a:gd name="connsiteX0" fmla="*/ 9008 w 129464"/>
                <a:gd name="connsiteY0" fmla="*/ 211269 h 211163"/>
                <a:gd name="connsiteX1" fmla="*/ 79926 w 129464"/>
                <a:gd name="connsiteY1" fmla="*/ 186765 h 211163"/>
                <a:gd name="connsiteX2" fmla="*/ 129720 w 129464"/>
                <a:gd name="connsiteY2" fmla="*/ 85418 h 211163"/>
                <a:gd name="connsiteX3" fmla="*/ 63027 w 129464"/>
                <a:gd name="connsiteY3" fmla="*/ 106 h 211163"/>
                <a:gd name="connsiteX4" fmla="*/ 256 w 129464"/>
                <a:gd name="connsiteY4" fmla="*/ 71502 h 211163"/>
                <a:gd name="connsiteX5" fmla="*/ 54577 w 129464"/>
                <a:gd name="connsiteY5" fmla="*/ 132915 h 211163"/>
                <a:gd name="connsiteX6" fmla="*/ 99844 w 129464"/>
                <a:gd name="connsiteY6" fmla="*/ 115671 h 211163"/>
                <a:gd name="connsiteX7" fmla="*/ 8102 w 129464"/>
                <a:gd name="connsiteY7" fmla="*/ 205219 h 211163"/>
                <a:gd name="connsiteX8" fmla="*/ 9008 w 129464"/>
                <a:gd name="connsiteY8" fmla="*/ 211269 h 211163"/>
                <a:gd name="connsiteX9" fmla="*/ 100448 w 129464"/>
                <a:gd name="connsiteY9" fmla="*/ 97217 h 211163"/>
                <a:gd name="connsiteX10" fmla="*/ 95921 w 129464"/>
                <a:gd name="connsiteY10" fmla="*/ 108713 h 211163"/>
                <a:gd name="connsiteX11" fmla="*/ 65441 w 129464"/>
                <a:gd name="connsiteY11" fmla="*/ 119906 h 211163"/>
                <a:gd name="connsiteX12" fmla="*/ 28020 w 129464"/>
                <a:gd name="connsiteY12" fmla="*/ 61216 h 211163"/>
                <a:gd name="connsiteX13" fmla="*/ 39186 w 129464"/>
                <a:gd name="connsiteY13" fmla="*/ 17955 h 211163"/>
                <a:gd name="connsiteX14" fmla="*/ 60612 w 129464"/>
                <a:gd name="connsiteY14" fmla="*/ 8576 h 211163"/>
                <a:gd name="connsiteX15" fmla="*/ 100448 w 129464"/>
                <a:gd name="connsiteY15" fmla="*/ 85418 h 211163"/>
                <a:gd name="connsiteX16" fmla="*/ 100448 w 129464"/>
                <a:gd name="connsiteY16" fmla="*/ 97217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464" h="211163">
                  <a:moveTo>
                    <a:pt x="9008" y="211269"/>
                  </a:moveTo>
                  <a:cubicBezTo>
                    <a:pt x="42807" y="207336"/>
                    <a:pt x="59405" y="201588"/>
                    <a:pt x="79926" y="186765"/>
                  </a:cubicBezTo>
                  <a:cubicBezTo>
                    <a:pt x="111312" y="163773"/>
                    <a:pt x="129720" y="126259"/>
                    <a:pt x="129720" y="85418"/>
                  </a:cubicBezTo>
                  <a:cubicBezTo>
                    <a:pt x="129720" y="35501"/>
                    <a:pt x="101956" y="106"/>
                    <a:pt x="63027" y="106"/>
                  </a:cubicBezTo>
                  <a:cubicBezTo>
                    <a:pt x="27115" y="106"/>
                    <a:pt x="256" y="30661"/>
                    <a:pt x="256" y="71502"/>
                  </a:cubicBezTo>
                  <a:cubicBezTo>
                    <a:pt x="256" y="108410"/>
                    <a:pt x="21984" y="132915"/>
                    <a:pt x="54577" y="132915"/>
                  </a:cubicBezTo>
                  <a:cubicBezTo>
                    <a:pt x="71175" y="132915"/>
                    <a:pt x="83850" y="128074"/>
                    <a:pt x="99844" y="115671"/>
                  </a:cubicBezTo>
                  <a:cubicBezTo>
                    <a:pt x="87471" y="164983"/>
                    <a:pt x="53973" y="197353"/>
                    <a:pt x="8102" y="205219"/>
                  </a:cubicBezTo>
                  <a:lnTo>
                    <a:pt x="9008" y="211269"/>
                  </a:lnTo>
                  <a:close/>
                  <a:moveTo>
                    <a:pt x="100448" y="97217"/>
                  </a:moveTo>
                  <a:cubicBezTo>
                    <a:pt x="100448" y="103267"/>
                    <a:pt x="99240" y="105990"/>
                    <a:pt x="95921" y="108713"/>
                  </a:cubicBezTo>
                  <a:cubicBezTo>
                    <a:pt x="87471" y="115973"/>
                    <a:pt x="76305" y="119906"/>
                    <a:pt x="65441" y="119906"/>
                  </a:cubicBezTo>
                  <a:cubicBezTo>
                    <a:pt x="42505" y="119906"/>
                    <a:pt x="28020" y="97217"/>
                    <a:pt x="28020" y="61216"/>
                  </a:cubicBezTo>
                  <a:cubicBezTo>
                    <a:pt x="28020" y="43972"/>
                    <a:pt x="32848" y="25820"/>
                    <a:pt x="39186" y="17955"/>
                  </a:cubicBezTo>
                  <a:cubicBezTo>
                    <a:pt x="44316" y="11904"/>
                    <a:pt x="51861" y="8576"/>
                    <a:pt x="60612" y="8576"/>
                  </a:cubicBezTo>
                  <a:cubicBezTo>
                    <a:pt x="86867" y="8576"/>
                    <a:pt x="100448" y="34594"/>
                    <a:pt x="100448" y="85418"/>
                  </a:cubicBezTo>
                  <a:lnTo>
                    <a:pt x="100448" y="9721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162035E6-C2F9-479E-5D04-9445071820A8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9497697" y="6611043"/>
              <a:ext cx="85404" cy="204508"/>
            </a:xfrm>
            <a:custGeom>
              <a:avLst/>
              <a:gdLst>
                <a:gd name="connsiteX0" fmla="*/ 54582 w 85404"/>
                <a:gd name="connsiteY0" fmla="*/ 106 h 204508"/>
                <a:gd name="connsiteX1" fmla="*/ 261 w 85404"/>
                <a:gd name="connsiteY1" fmla="*/ 27635 h 204508"/>
                <a:gd name="connsiteX2" fmla="*/ 261 w 85404"/>
                <a:gd name="connsiteY2" fmla="*/ 31871 h 204508"/>
                <a:gd name="connsiteX3" fmla="*/ 8409 w 85404"/>
                <a:gd name="connsiteY3" fmla="*/ 28543 h 204508"/>
                <a:gd name="connsiteX4" fmla="*/ 21989 w 85404"/>
                <a:gd name="connsiteY4" fmla="*/ 25215 h 204508"/>
                <a:gd name="connsiteX5" fmla="*/ 31043 w 85404"/>
                <a:gd name="connsiteY5" fmla="*/ 39434 h 204508"/>
                <a:gd name="connsiteX6" fmla="*/ 31043 w 85404"/>
                <a:gd name="connsiteY6" fmla="*/ 176479 h 204508"/>
                <a:gd name="connsiteX7" fmla="*/ 23800 w 85404"/>
                <a:gd name="connsiteY7" fmla="*/ 196143 h 204508"/>
                <a:gd name="connsiteX8" fmla="*/ 2374 w 85404"/>
                <a:gd name="connsiteY8" fmla="*/ 200076 h 204508"/>
                <a:gd name="connsiteX9" fmla="*/ 2374 w 85404"/>
                <a:gd name="connsiteY9" fmla="*/ 204614 h 204508"/>
                <a:gd name="connsiteX10" fmla="*/ 85665 w 85404"/>
                <a:gd name="connsiteY10" fmla="*/ 204614 h 204508"/>
                <a:gd name="connsiteX11" fmla="*/ 85665 w 85404"/>
                <a:gd name="connsiteY11" fmla="*/ 200076 h 204508"/>
                <a:gd name="connsiteX12" fmla="*/ 56996 w 85404"/>
                <a:gd name="connsiteY12" fmla="*/ 182227 h 204508"/>
                <a:gd name="connsiteX13" fmla="*/ 56996 w 85404"/>
                <a:gd name="connsiteY13" fmla="*/ 711 h 204508"/>
                <a:gd name="connsiteX14" fmla="*/ 54582 w 85404"/>
                <a:gd name="connsiteY14" fmla="*/ 10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04" h="204508">
                  <a:moveTo>
                    <a:pt x="54582" y="106"/>
                  </a:moveTo>
                  <a:lnTo>
                    <a:pt x="261" y="27635"/>
                  </a:lnTo>
                  <a:lnTo>
                    <a:pt x="261" y="31871"/>
                  </a:lnTo>
                  <a:cubicBezTo>
                    <a:pt x="3882" y="30358"/>
                    <a:pt x="7202" y="29148"/>
                    <a:pt x="8409" y="28543"/>
                  </a:cubicBezTo>
                  <a:cubicBezTo>
                    <a:pt x="13841" y="26425"/>
                    <a:pt x="18972" y="25215"/>
                    <a:pt x="21989" y="25215"/>
                  </a:cubicBezTo>
                  <a:cubicBezTo>
                    <a:pt x="28327" y="25215"/>
                    <a:pt x="31043" y="29753"/>
                    <a:pt x="31043" y="39434"/>
                  </a:cubicBezTo>
                  <a:lnTo>
                    <a:pt x="31043" y="176479"/>
                  </a:lnTo>
                  <a:cubicBezTo>
                    <a:pt x="31043" y="186462"/>
                    <a:pt x="28629" y="193420"/>
                    <a:pt x="23800" y="196143"/>
                  </a:cubicBezTo>
                  <a:cubicBezTo>
                    <a:pt x="19273" y="198866"/>
                    <a:pt x="15048" y="199773"/>
                    <a:pt x="2374" y="200076"/>
                  </a:cubicBezTo>
                  <a:lnTo>
                    <a:pt x="2374" y="204614"/>
                  </a:lnTo>
                  <a:lnTo>
                    <a:pt x="85665" y="204614"/>
                  </a:lnTo>
                  <a:lnTo>
                    <a:pt x="85665" y="200076"/>
                  </a:lnTo>
                  <a:cubicBezTo>
                    <a:pt x="61825" y="199773"/>
                    <a:pt x="56996" y="196748"/>
                    <a:pt x="56996" y="182227"/>
                  </a:cubicBezTo>
                  <a:lnTo>
                    <a:pt x="56996" y="711"/>
                  </a:lnTo>
                  <a:lnTo>
                    <a:pt x="54582" y="10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C78EF819-B5E8-6CEC-29CF-25511B4359EA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9621691" y="6615278"/>
              <a:ext cx="129464" cy="202692"/>
            </a:xfrm>
            <a:custGeom>
              <a:avLst/>
              <a:gdLst>
                <a:gd name="connsiteX0" fmla="*/ 129730 w 129464"/>
                <a:gd name="connsiteY0" fmla="*/ 106 h 202692"/>
                <a:gd name="connsiteX1" fmla="*/ 18071 w 129464"/>
                <a:gd name="connsiteY1" fmla="*/ 106 h 202692"/>
                <a:gd name="connsiteX2" fmla="*/ 266 w 129464"/>
                <a:gd name="connsiteY2" fmla="*/ 44577 h 202692"/>
                <a:gd name="connsiteX3" fmla="*/ 5396 w 129464"/>
                <a:gd name="connsiteY3" fmla="*/ 46997 h 202692"/>
                <a:gd name="connsiteX4" fmla="*/ 40403 w 129464"/>
                <a:gd name="connsiteY4" fmla="*/ 22492 h 202692"/>
                <a:gd name="connsiteX5" fmla="*/ 105890 w 129464"/>
                <a:gd name="connsiteY5" fmla="*/ 22492 h 202692"/>
                <a:gd name="connsiteX6" fmla="*/ 46137 w 129464"/>
                <a:gd name="connsiteY6" fmla="*/ 202798 h 202692"/>
                <a:gd name="connsiteX7" fmla="*/ 65753 w 129464"/>
                <a:gd name="connsiteY7" fmla="*/ 202798 h 202692"/>
                <a:gd name="connsiteX8" fmla="*/ 129730 w 129464"/>
                <a:gd name="connsiteY8" fmla="*/ 4946 h 202692"/>
                <a:gd name="connsiteX9" fmla="*/ 129730 w 129464"/>
                <a:gd name="connsiteY9" fmla="*/ 106 h 20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464" h="202692">
                  <a:moveTo>
                    <a:pt x="129730" y="106"/>
                  </a:moveTo>
                  <a:lnTo>
                    <a:pt x="18071" y="106"/>
                  </a:lnTo>
                  <a:lnTo>
                    <a:pt x="266" y="44577"/>
                  </a:lnTo>
                  <a:lnTo>
                    <a:pt x="5396" y="46997"/>
                  </a:lnTo>
                  <a:cubicBezTo>
                    <a:pt x="18373" y="26425"/>
                    <a:pt x="23805" y="22492"/>
                    <a:pt x="40403" y="22492"/>
                  </a:cubicBezTo>
                  <a:lnTo>
                    <a:pt x="105890" y="22492"/>
                  </a:lnTo>
                  <a:lnTo>
                    <a:pt x="46137" y="202798"/>
                  </a:lnTo>
                  <a:lnTo>
                    <a:pt x="65753" y="202798"/>
                  </a:lnTo>
                  <a:lnTo>
                    <a:pt x="129730" y="4946"/>
                  </a:lnTo>
                  <a:lnTo>
                    <a:pt x="129730" y="10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D8CC3D8A-BB09-D3DA-0AAC-44B58D29F3E1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9777373" y="6608622"/>
              <a:ext cx="130973" cy="211163"/>
            </a:xfrm>
            <a:custGeom>
              <a:avLst/>
              <a:gdLst>
                <a:gd name="connsiteX0" fmla="*/ 124605 w 130973"/>
                <a:gd name="connsiteY0" fmla="*/ 106 h 211163"/>
                <a:gd name="connsiteX1" fmla="*/ 50669 w 130973"/>
                <a:gd name="connsiteY1" fmla="*/ 24308 h 211163"/>
                <a:gd name="connsiteX2" fmla="*/ 271 w 130973"/>
                <a:gd name="connsiteY2" fmla="*/ 122629 h 211163"/>
                <a:gd name="connsiteX3" fmla="*/ 21396 w 130973"/>
                <a:gd name="connsiteY3" fmla="*/ 190697 h 211163"/>
                <a:gd name="connsiteX4" fmla="*/ 67870 w 130973"/>
                <a:gd name="connsiteY4" fmla="*/ 211269 h 211163"/>
                <a:gd name="connsiteX5" fmla="*/ 131244 w 130973"/>
                <a:gd name="connsiteY5" fmla="*/ 140780 h 211163"/>
                <a:gd name="connsiteX6" fmla="*/ 74509 w 130973"/>
                <a:gd name="connsiteY6" fmla="*/ 77552 h 211163"/>
                <a:gd name="connsiteX7" fmla="*/ 35881 w 130973"/>
                <a:gd name="connsiteY7" fmla="*/ 91166 h 211163"/>
                <a:gd name="connsiteX8" fmla="*/ 125209 w 130973"/>
                <a:gd name="connsiteY8" fmla="*/ 4946 h 211163"/>
                <a:gd name="connsiteX9" fmla="*/ 124605 w 130973"/>
                <a:gd name="connsiteY9" fmla="*/ 106 h 211163"/>
                <a:gd name="connsiteX10" fmla="*/ 63042 w 130973"/>
                <a:gd name="connsiteY10" fmla="*/ 91469 h 211163"/>
                <a:gd name="connsiteX11" fmla="*/ 104084 w 130973"/>
                <a:gd name="connsiteY11" fmla="*/ 151066 h 211163"/>
                <a:gd name="connsiteX12" fmla="*/ 71190 w 130973"/>
                <a:gd name="connsiteY12" fmla="*/ 202798 h 211163"/>
                <a:gd name="connsiteX13" fmla="*/ 28337 w 130973"/>
                <a:gd name="connsiteY13" fmla="*/ 127469 h 211163"/>
                <a:gd name="connsiteX14" fmla="*/ 36787 w 130973"/>
                <a:gd name="connsiteY14" fmla="*/ 99032 h 211163"/>
                <a:gd name="connsiteX15" fmla="*/ 63042 w 130973"/>
                <a:gd name="connsiteY15" fmla="*/ 91469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605" y="106"/>
                  </a:moveTo>
                  <a:cubicBezTo>
                    <a:pt x="90202" y="3131"/>
                    <a:pt x="72699" y="8879"/>
                    <a:pt x="50669" y="24308"/>
                  </a:cubicBezTo>
                  <a:cubicBezTo>
                    <a:pt x="18076" y="47602"/>
                    <a:pt x="271" y="82090"/>
                    <a:pt x="271" y="122629"/>
                  </a:cubicBezTo>
                  <a:cubicBezTo>
                    <a:pt x="271" y="148949"/>
                    <a:pt x="8419" y="175571"/>
                    <a:pt x="21396" y="190697"/>
                  </a:cubicBezTo>
                  <a:cubicBezTo>
                    <a:pt x="32863" y="204009"/>
                    <a:pt x="49160" y="211269"/>
                    <a:pt x="67870" y="211269"/>
                  </a:cubicBezTo>
                  <a:cubicBezTo>
                    <a:pt x="105291" y="211269"/>
                    <a:pt x="131244" y="182529"/>
                    <a:pt x="131244" y="140780"/>
                  </a:cubicBezTo>
                  <a:cubicBezTo>
                    <a:pt x="131244" y="102057"/>
                    <a:pt x="109214" y="77552"/>
                    <a:pt x="74509" y="77552"/>
                  </a:cubicBezTo>
                  <a:cubicBezTo>
                    <a:pt x="61231" y="77552"/>
                    <a:pt x="54894" y="79670"/>
                    <a:pt x="35881" y="91166"/>
                  </a:cubicBezTo>
                  <a:cubicBezTo>
                    <a:pt x="44029" y="45485"/>
                    <a:pt x="77829" y="12812"/>
                    <a:pt x="125209" y="4946"/>
                  </a:cubicBezTo>
                  <a:lnTo>
                    <a:pt x="124605" y="106"/>
                  </a:lnTo>
                  <a:close/>
                  <a:moveTo>
                    <a:pt x="63042" y="91469"/>
                  </a:moveTo>
                  <a:cubicBezTo>
                    <a:pt x="88995" y="91469"/>
                    <a:pt x="104084" y="113251"/>
                    <a:pt x="104084" y="151066"/>
                  </a:cubicBezTo>
                  <a:cubicBezTo>
                    <a:pt x="104084" y="184344"/>
                    <a:pt x="92314" y="202798"/>
                    <a:pt x="71190" y="202798"/>
                  </a:cubicBezTo>
                  <a:cubicBezTo>
                    <a:pt x="44633" y="202798"/>
                    <a:pt x="28337" y="174361"/>
                    <a:pt x="28337" y="127469"/>
                  </a:cubicBezTo>
                  <a:cubicBezTo>
                    <a:pt x="28337" y="112040"/>
                    <a:pt x="30751" y="103570"/>
                    <a:pt x="36787" y="99032"/>
                  </a:cubicBezTo>
                  <a:cubicBezTo>
                    <a:pt x="43124" y="94191"/>
                    <a:pt x="52479" y="91469"/>
                    <a:pt x="63042" y="9146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1CCF6FC-D8EF-7438-5E13-FEEC195EDC9C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9925812" y="6611043"/>
              <a:ext cx="136405" cy="208743"/>
            </a:xfrm>
            <a:custGeom>
              <a:avLst/>
              <a:gdLst>
                <a:gd name="connsiteX0" fmla="*/ 69686 w 136405"/>
                <a:gd name="connsiteY0" fmla="*/ 106 h 208743"/>
                <a:gd name="connsiteX1" fmla="*/ 29247 w 136405"/>
                <a:gd name="connsiteY1" fmla="*/ 15837 h 208743"/>
                <a:gd name="connsiteX2" fmla="*/ 276 w 136405"/>
                <a:gd name="connsiteY2" fmla="*/ 102965 h 208743"/>
                <a:gd name="connsiteX3" fmla="*/ 24419 w 136405"/>
                <a:gd name="connsiteY3" fmla="*/ 188277 h 208743"/>
                <a:gd name="connsiteX4" fmla="*/ 68479 w 136405"/>
                <a:gd name="connsiteY4" fmla="*/ 208849 h 208743"/>
                <a:gd name="connsiteX5" fmla="*/ 107710 w 136405"/>
                <a:gd name="connsiteY5" fmla="*/ 193118 h 208743"/>
                <a:gd name="connsiteX6" fmla="*/ 136681 w 136405"/>
                <a:gd name="connsiteY6" fmla="*/ 104780 h 208743"/>
                <a:gd name="connsiteX7" fmla="*/ 69686 w 136405"/>
                <a:gd name="connsiteY7" fmla="*/ 106 h 208743"/>
                <a:gd name="connsiteX8" fmla="*/ 68780 w 136405"/>
                <a:gd name="connsiteY8" fmla="*/ 7971 h 208743"/>
                <a:gd name="connsiteX9" fmla="*/ 107710 w 136405"/>
                <a:gd name="connsiteY9" fmla="*/ 105385 h 208743"/>
                <a:gd name="connsiteX10" fmla="*/ 68479 w 136405"/>
                <a:gd name="connsiteY10" fmla="*/ 200983 h 208743"/>
                <a:gd name="connsiteX11" fmla="*/ 29247 w 136405"/>
                <a:gd name="connsiteY11" fmla="*/ 105687 h 208743"/>
                <a:gd name="connsiteX12" fmla="*/ 68780 w 136405"/>
                <a:gd name="connsiteY12" fmla="*/ 7971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405" h="208743">
                  <a:moveTo>
                    <a:pt x="69686" y="106"/>
                  </a:moveTo>
                  <a:cubicBezTo>
                    <a:pt x="53088" y="106"/>
                    <a:pt x="40413" y="5248"/>
                    <a:pt x="29247" y="15837"/>
                  </a:cubicBezTo>
                  <a:cubicBezTo>
                    <a:pt x="11744" y="32778"/>
                    <a:pt x="276" y="67569"/>
                    <a:pt x="276" y="102965"/>
                  </a:cubicBezTo>
                  <a:cubicBezTo>
                    <a:pt x="276" y="135940"/>
                    <a:pt x="10235" y="171336"/>
                    <a:pt x="24419" y="188277"/>
                  </a:cubicBezTo>
                  <a:cubicBezTo>
                    <a:pt x="35584" y="201588"/>
                    <a:pt x="50975" y="208849"/>
                    <a:pt x="68479" y="208849"/>
                  </a:cubicBezTo>
                  <a:cubicBezTo>
                    <a:pt x="83870" y="208849"/>
                    <a:pt x="96846" y="203706"/>
                    <a:pt x="107710" y="193118"/>
                  </a:cubicBezTo>
                  <a:cubicBezTo>
                    <a:pt x="125214" y="176479"/>
                    <a:pt x="136681" y="141386"/>
                    <a:pt x="136681" y="104780"/>
                  </a:cubicBezTo>
                  <a:cubicBezTo>
                    <a:pt x="136681" y="42762"/>
                    <a:pt x="109219" y="106"/>
                    <a:pt x="69686" y="106"/>
                  </a:cubicBezTo>
                  <a:close/>
                  <a:moveTo>
                    <a:pt x="68780" y="7971"/>
                  </a:moveTo>
                  <a:cubicBezTo>
                    <a:pt x="94130" y="7971"/>
                    <a:pt x="107710" y="42157"/>
                    <a:pt x="107710" y="105385"/>
                  </a:cubicBezTo>
                  <a:cubicBezTo>
                    <a:pt x="107710" y="168613"/>
                    <a:pt x="94432" y="200983"/>
                    <a:pt x="68479" y="200983"/>
                  </a:cubicBezTo>
                  <a:cubicBezTo>
                    <a:pt x="42525" y="200983"/>
                    <a:pt x="29247" y="168613"/>
                    <a:pt x="29247" y="105687"/>
                  </a:cubicBezTo>
                  <a:cubicBezTo>
                    <a:pt x="29247" y="41552"/>
                    <a:pt x="42827" y="7971"/>
                    <a:pt x="68780" y="797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CB85BC7-6972-A281-27BD-909DA336C8AF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0154238" y="6704523"/>
              <a:ext cx="200684" cy="70791"/>
            </a:xfrm>
            <a:custGeom>
              <a:avLst/>
              <a:gdLst>
                <a:gd name="connsiteX0" fmla="*/ 190708 w 200684"/>
                <a:gd name="connsiteY0" fmla="*/ 12206 h 70791"/>
                <a:gd name="connsiteX1" fmla="*/ 200969 w 200684"/>
                <a:gd name="connsiteY1" fmla="*/ 6155 h 70791"/>
                <a:gd name="connsiteX2" fmla="*/ 191010 w 200684"/>
                <a:gd name="connsiteY2" fmla="*/ 105 h 70791"/>
                <a:gd name="connsiteX3" fmla="*/ 10243 w 200684"/>
                <a:gd name="connsiteY3" fmla="*/ 105 h 70791"/>
                <a:gd name="connsiteX4" fmla="*/ 284 w 200684"/>
                <a:gd name="connsiteY4" fmla="*/ 6155 h 70791"/>
                <a:gd name="connsiteX5" fmla="*/ 10545 w 200684"/>
                <a:gd name="connsiteY5" fmla="*/ 12206 h 70791"/>
                <a:gd name="connsiteX6" fmla="*/ 190708 w 200684"/>
                <a:gd name="connsiteY6" fmla="*/ 12206 h 70791"/>
                <a:gd name="connsiteX7" fmla="*/ 191010 w 200684"/>
                <a:gd name="connsiteY7" fmla="*/ 70896 h 70791"/>
                <a:gd name="connsiteX8" fmla="*/ 200969 w 200684"/>
                <a:gd name="connsiteY8" fmla="*/ 64846 h 70791"/>
                <a:gd name="connsiteX9" fmla="*/ 190708 w 200684"/>
                <a:gd name="connsiteY9" fmla="*/ 58795 h 70791"/>
                <a:gd name="connsiteX10" fmla="*/ 10545 w 200684"/>
                <a:gd name="connsiteY10" fmla="*/ 58795 h 70791"/>
                <a:gd name="connsiteX11" fmla="*/ 284 w 200684"/>
                <a:gd name="connsiteY11" fmla="*/ 64846 h 70791"/>
                <a:gd name="connsiteX12" fmla="*/ 10243 w 200684"/>
                <a:gd name="connsiteY12" fmla="*/ 70896 h 70791"/>
                <a:gd name="connsiteX13" fmla="*/ 191010 w 200684"/>
                <a:gd name="connsiteY13" fmla="*/ 70896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684" h="70791">
                  <a:moveTo>
                    <a:pt x="190708" y="12206"/>
                  </a:moveTo>
                  <a:cubicBezTo>
                    <a:pt x="195235" y="12206"/>
                    <a:pt x="200969" y="12206"/>
                    <a:pt x="200969" y="6155"/>
                  </a:cubicBezTo>
                  <a:cubicBezTo>
                    <a:pt x="200969" y="105"/>
                    <a:pt x="195235" y="105"/>
                    <a:pt x="191010" y="105"/>
                  </a:cubicBezTo>
                  <a:lnTo>
                    <a:pt x="10243" y="105"/>
                  </a:lnTo>
                  <a:cubicBezTo>
                    <a:pt x="6018" y="105"/>
                    <a:pt x="284" y="105"/>
                    <a:pt x="284" y="6155"/>
                  </a:cubicBezTo>
                  <a:cubicBezTo>
                    <a:pt x="284" y="12206"/>
                    <a:pt x="6018" y="12206"/>
                    <a:pt x="10545" y="12206"/>
                  </a:cubicBezTo>
                  <a:lnTo>
                    <a:pt x="190708" y="12206"/>
                  </a:lnTo>
                  <a:close/>
                  <a:moveTo>
                    <a:pt x="191010" y="70896"/>
                  </a:moveTo>
                  <a:cubicBezTo>
                    <a:pt x="195235" y="70896"/>
                    <a:pt x="200969" y="70896"/>
                    <a:pt x="200969" y="64846"/>
                  </a:cubicBezTo>
                  <a:cubicBezTo>
                    <a:pt x="200969" y="58795"/>
                    <a:pt x="195235" y="58795"/>
                    <a:pt x="190708" y="58795"/>
                  </a:cubicBezTo>
                  <a:lnTo>
                    <a:pt x="10545" y="58795"/>
                  </a:lnTo>
                  <a:cubicBezTo>
                    <a:pt x="6018" y="58795"/>
                    <a:pt x="284" y="58795"/>
                    <a:pt x="284" y="64846"/>
                  </a:cubicBezTo>
                  <a:cubicBezTo>
                    <a:pt x="284" y="70896"/>
                    <a:pt x="6018" y="70896"/>
                    <a:pt x="10243" y="70896"/>
                  </a:cubicBezTo>
                  <a:lnTo>
                    <a:pt x="191010" y="708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812FD2D-9EF8-3F42-58DC-1037C38D56C3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0447254" y="6611043"/>
              <a:ext cx="136405" cy="208743"/>
            </a:xfrm>
            <a:custGeom>
              <a:avLst/>
              <a:gdLst>
                <a:gd name="connsiteX0" fmla="*/ 69703 w 136405"/>
                <a:gd name="connsiteY0" fmla="*/ 106 h 208743"/>
                <a:gd name="connsiteX1" fmla="*/ 29264 w 136405"/>
                <a:gd name="connsiteY1" fmla="*/ 15837 h 208743"/>
                <a:gd name="connsiteX2" fmla="*/ 293 w 136405"/>
                <a:gd name="connsiteY2" fmla="*/ 102965 h 208743"/>
                <a:gd name="connsiteX3" fmla="*/ 24436 w 136405"/>
                <a:gd name="connsiteY3" fmla="*/ 188277 h 208743"/>
                <a:gd name="connsiteX4" fmla="*/ 68496 w 136405"/>
                <a:gd name="connsiteY4" fmla="*/ 208849 h 208743"/>
                <a:gd name="connsiteX5" fmla="*/ 107727 w 136405"/>
                <a:gd name="connsiteY5" fmla="*/ 193118 h 208743"/>
                <a:gd name="connsiteX6" fmla="*/ 136698 w 136405"/>
                <a:gd name="connsiteY6" fmla="*/ 104780 h 208743"/>
                <a:gd name="connsiteX7" fmla="*/ 69703 w 136405"/>
                <a:gd name="connsiteY7" fmla="*/ 106 h 208743"/>
                <a:gd name="connsiteX8" fmla="*/ 68798 w 136405"/>
                <a:gd name="connsiteY8" fmla="*/ 7971 h 208743"/>
                <a:gd name="connsiteX9" fmla="*/ 107727 w 136405"/>
                <a:gd name="connsiteY9" fmla="*/ 105385 h 208743"/>
                <a:gd name="connsiteX10" fmla="*/ 68496 w 136405"/>
                <a:gd name="connsiteY10" fmla="*/ 200983 h 208743"/>
                <a:gd name="connsiteX11" fmla="*/ 29264 w 136405"/>
                <a:gd name="connsiteY11" fmla="*/ 105687 h 208743"/>
                <a:gd name="connsiteX12" fmla="*/ 68798 w 136405"/>
                <a:gd name="connsiteY12" fmla="*/ 7971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405" h="208743">
                  <a:moveTo>
                    <a:pt x="69703" y="106"/>
                  </a:moveTo>
                  <a:cubicBezTo>
                    <a:pt x="53105" y="106"/>
                    <a:pt x="40430" y="5248"/>
                    <a:pt x="29264" y="15837"/>
                  </a:cubicBezTo>
                  <a:cubicBezTo>
                    <a:pt x="11761" y="32778"/>
                    <a:pt x="293" y="67569"/>
                    <a:pt x="293" y="102965"/>
                  </a:cubicBezTo>
                  <a:cubicBezTo>
                    <a:pt x="293" y="135940"/>
                    <a:pt x="10252" y="171336"/>
                    <a:pt x="24436" y="188277"/>
                  </a:cubicBezTo>
                  <a:cubicBezTo>
                    <a:pt x="35602" y="201588"/>
                    <a:pt x="50992" y="208849"/>
                    <a:pt x="68496" y="208849"/>
                  </a:cubicBezTo>
                  <a:cubicBezTo>
                    <a:pt x="83887" y="208849"/>
                    <a:pt x="96863" y="203706"/>
                    <a:pt x="107727" y="193118"/>
                  </a:cubicBezTo>
                  <a:cubicBezTo>
                    <a:pt x="125231" y="176479"/>
                    <a:pt x="136698" y="141386"/>
                    <a:pt x="136698" y="104780"/>
                  </a:cubicBezTo>
                  <a:cubicBezTo>
                    <a:pt x="136698" y="42762"/>
                    <a:pt x="109236" y="106"/>
                    <a:pt x="69703" y="106"/>
                  </a:cubicBezTo>
                  <a:close/>
                  <a:moveTo>
                    <a:pt x="68798" y="7971"/>
                  </a:moveTo>
                  <a:cubicBezTo>
                    <a:pt x="94147" y="7971"/>
                    <a:pt x="107727" y="42157"/>
                    <a:pt x="107727" y="105385"/>
                  </a:cubicBezTo>
                  <a:cubicBezTo>
                    <a:pt x="107727" y="168613"/>
                    <a:pt x="94449" y="200983"/>
                    <a:pt x="68496" y="200983"/>
                  </a:cubicBezTo>
                  <a:cubicBezTo>
                    <a:pt x="42543" y="200983"/>
                    <a:pt x="29264" y="168613"/>
                    <a:pt x="29264" y="105687"/>
                  </a:cubicBezTo>
                  <a:cubicBezTo>
                    <a:pt x="29264" y="41552"/>
                    <a:pt x="42844" y="7971"/>
                    <a:pt x="68798" y="797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71FC6636-5207-3E1A-2E76-3E8FD1963D96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0617421" y="6783483"/>
              <a:ext cx="31988" cy="32067"/>
            </a:xfrm>
            <a:custGeom>
              <a:avLst/>
              <a:gdLst>
                <a:gd name="connsiteX0" fmla="*/ 32287 w 31988"/>
                <a:gd name="connsiteY0" fmla="*/ 16139 h 32067"/>
                <a:gd name="connsiteX1" fmla="*/ 16293 w 31988"/>
                <a:gd name="connsiteY1" fmla="*/ 106 h 32067"/>
                <a:gd name="connsiteX2" fmla="*/ 298 w 31988"/>
                <a:gd name="connsiteY2" fmla="*/ 16139 h 32067"/>
                <a:gd name="connsiteX3" fmla="*/ 16293 w 31988"/>
                <a:gd name="connsiteY3" fmla="*/ 32173 h 32067"/>
                <a:gd name="connsiteX4" fmla="*/ 32287 w 31988"/>
                <a:gd name="connsiteY4" fmla="*/ 16139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88" h="32067">
                  <a:moveTo>
                    <a:pt x="32287" y="16139"/>
                  </a:moveTo>
                  <a:cubicBezTo>
                    <a:pt x="32287" y="7366"/>
                    <a:pt x="25044" y="106"/>
                    <a:pt x="16293" y="106"/>
                  </a:cubicBezTo>
                  <a:cubicBezTo>
                    <a:pt x="7541" y="106"/>
                    <a:pt x="298" y="7366"/>
                    <a:pt x="298" y="16139"/>
                  </a:cubicBezTo>
                  <a:cubicBezTo>
                    <a:pt x="298" y="24913"/>
                    <a:pt x="7541" y="32173"/>
                    <a:pt x="16293" y="32173"/>
                  </a:cubicBezTo>
                  <a:cubicBezTo>
                    <a:pt x="25044" y="32173"/>
                    <a:pt x="32287" y="24913"/>
                    <a:pt x="32287" y="1613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3E927852-E848-B2BC-6D0F-89B8786AA212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0685029" y="6607412"/>
              <a:ext cx="122523" cy="212373"/>
            </a:xfrm>
            <a:custGeom>
              <a:avLst/>
              <a:gdLst>
                <a:gd name="connsiteX0" fmla="*/ 45266 w 122523"/>
                <a:gd name="connsiteY0" fmla="*/ 31871 h 212373"/>
                <a:gd name="connsiteX1" fmla="*/ 104416 w 122523"/>
                <a:gd name="connsiteY1" fmla="*/ 31871 h 212373"/>
                <a:gd name="connsiteX2" fmla="*/ 111357 w 122523"/>
                <a:gd name="connsiteY2" fmla="*/ 29148 h 212373"/>
                <a:gd name="connsiteX3" fmla="*/ 122824 w 122523"/>
                <a:gd name="connsiteY3" fmla="*/ 2223 h 212373"/>
                <a:gd name="connsiteX4" fmla="*/ 120108 w 122523"/>
                <a:gd name="connsiteY4" fmla="*/ 106 h 212373"/>
                <a:gd name="connsiteX5" fmla="*/ 106226 w 122523"/>
                <a:gd name="connsiteY5" fmla="*/ 7971 h 212373"/>
                <a:gd name="connsiteX6" fmla="*/ 43154 w 122523"/>
                <a:gd name="connsiteY6" fmla="*/ 7971 h 212373"/>
                <a:gd name="connsiteX7" fmla="*/ 10260 w 122523"/>
                <a:gd name="connsiteY7" fmla="*/ 79670 h 212373"/>
                <a:gd name="connsiteX8" fmla="*/ 9958 w 122523"/>
                <a:gd name="connsiteY8" fmla="*/ 81183 h 212373"/>
                <a:gd name="connsiteX9" fmla="*/ 13579 w 122523"/>
                <a:gd name="connsiteY9" fmla="*/ 83603 h 212373"/>
                <a:gd name="connsiteX10" fmla="*/ 47681 w 122523"/>
                <a:gd name="connsiteY10" fmla="*/ 89653 h 212373"/>
                <a:gd name="connsiteX11" fmla="*/ 98380 w 122523"/>
                <a:gd name="connsiteY11" fmla="*/ 149554 h 212373"/>
                <a:gd name="connsiteX12" fmla="*/ 56432 w 122523"/>
                <a:gd name="connsiteY12" fmla="*/ 201286 h 212373"/>
                <a:gd name="connsiteX13" fmla="*/ 36213 w 122523"/>
                <a:gd name="connsiteY13" fmla="*/ 192513 h 212373"/>
                <a:gd name="connsiteX14" fmla="*/ 13278 w 122523"/>
                <a:gd name="connsiteY14" fmla="*/ 182529 h 212373"/>
                <a:gd name="connsiteX15" fmla="*/ 301 w 122523"/>
                <a:gd name="connsiteY15" fmla="*/ 193723 h 212373"/>
                <a:gd name="connsiteX16" fmla="*/ 37118 w 122523"/>
                <a:gd name="connsiteY16" fmla="*/ 212479 h 212373"/>
                <a:gd name="connsiteX17" fmla="*/ 99285 w 122523"/>
                <a:gd name="connsiteY17" fmla="*/ 188882 h 212373"/>
                <a:gd name="connsiteX18" fmla="*/ 119505 w 122523"/>
                <a:gd name="connsiteY18" fmla="*/ 135032 h 212373"/>
                <a:gd name="connsiteX19" fmla="*/ 98682 w 122523"/>
                <a:gd name="connsiteY19" fmla="*/ 84208 h 212373"/>
                <a:gd name="connsiteX20" fmla="*/ 32592 w 122523"/>
                <a:gd name="connsiteY20" fmla="*/ 57586 h 212373"/>
                <a:gd name="connsiteX21" fmla="*/ 45266 w 122523"/>
                <a:gd name="connsiteY21" fmla="*/ 31871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523" h="212373">
                  <a:moveTo>
                    <a:pt x="45266" y="31871"/>
                  </a:moveTo>
                  <a:lnTo>
                    <a:pt x="104416" y="31871"/>
                  </a:lnTo>
                  <a:cubicBezTo>
                    <a:pt x="109244" y="31871"/>
                    <a:pt x="110451" y="31266"/>
                    <a:pt x="111357" y="29148"/>
                  </a:cubicBezTo>
                  <a:lnTo>
                    <a:pt x="122824" y="2223"/>
                  </a:lnTo>
                  <a:lnTo>
                    <a:pt x="120108" y="106"/>
                  </a:lnTo>
                  <a:cubicBezTo>
                    <a:pt x="115582" y="6459"/>
                    <a:pt x="112564" y="7971"/>
                    <a:pt x="106226" y="7971"/>
                  </a:cubicBezTo>
                  <a:lnTo>
                    <a:pt x="43154" y="7971"/>
                  </a:lnTo>
                  <a:lnTo>
                    <a:pt x="10260" y="79670"/>
                  </a:lnTo>
                  <a:cubicBezTo>
                    <a:pt x="9958" y="80275"/>
                    <a:pt x="9958" y="80578"/>
                    <a:pt x="9958" y="81183"/>
                  </a:cubicBezTo>
                  <a:cubicBezTo>
                    <a:pt x="9958" y="82695"/>
                    <a:pt x="11165" y="83603"/>
                    <a:pt x="13579" y="83603"/>
                  </a:cubicBezTo>
                  <a:cubicBezTo>
                    <a:pt x="23236" y="83603"/>
                    <a:pt x="35308" y="85721"/>
                    <a:pt x="47681" y="89653"/>
                  </a:cubicBezTo>
                  <a:cubicBezTo>
                    <a:pt x="82386" y="100847"/>
                    <a:pt x="98380" y="119604"/>
                    <a:pt x="98380" y="149554"/>
                  </a:cubicBezTo>
                  <a:cubicBezTo>
                    <a:pt x="98380" y="178596"/>
                    <a:pt x="79971" y="201286"/>
                    <a:pt x="56432" y="201286"/>
                  </a:cubicBezTo>
                  <a:cubicBezTo>
                    <a:pt x="50397" y="201286"/>
                    <a:pt x="45266" y="199168"/>
                    <a:pt x="36213" y="192513"/>
                  </a:cubicBezTo>
                  <a:cubicBezTo>
                    <a:pt x="26556" y="185554"/>
                    <a:pt x="19615" y="182529"/>
                    <a:pt x="13278" y="182529"/>
                  </a:cubicBezTo>
                  <a:cubicBezTo>
                    <a:pt x="4526" y="182529"/>
                    <a:pt x="301" y="186159"/>
                    <a:pt x="301" y="193723"/>
                  </a:cubicBezTo>
                  <a:cubicBezTo>
                    <a:pt x="301" y="205219"/>
                    <a:pt x="14485" y="212479"/>
                    <a:pt x="37118" y="212479"/>
                  </a:cubicBezTo>
                  <a:cubicBezTo>
                    <a:pt x="62468" y="212479"/>
                    <a:pt x="84196" y="204311"/>
                    <a:pt x="99285" y="188882"/>
                  </a:cubicBezTo>
                  <a:cubicBezTo>
                    <a:pt x="113167" y="175269"/>
                    <a:pt x="119505" y="158024"/>
                    <a:pt x="119505" y="135032"/>
                  </a:cubicBezTo>
                  <a:cubicBezTo>
                    <a:pt x="119505" y="113251"/>
                    <a:pt x="113771" y="99334"/>
                    <a:pt x="98682" y="84208"/>
                  </a:cubicBezTo>
                  <a:cubicBezTo>
                    <a:pt x="85403" y="70897"/>
                    <a:pt x="68202" y="63939"/>
                    <a:pt x="32592" y="57586"/>
                  </a:cubicBezTo>
                  <a:lnTo>
                    <a:pt x="45266" y="318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462DA0C8-3DDB-BB0A-3F62-CA3FE2AB37AB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0837089" y="6608622"/>
              <a:ext cx="130973" cy="211163"/>
            </a:xfrm>
            <a:custGeom>
              <a:avLst/>
              <a:gdLst>
                <a:gd name="connsiteX0" fmla="*/ 124640 w 130973"/>
                <a:gd name="connsiteY0" fmla="*/ 106 h 211163"/>
                <a:gd name="connsiteX1" fmla="*/ 50703 w 130973"/>
                <a:gd name="connsiteY1" fmla="*/ 24308 h 211163"/>
                <a:gd name="connsiteX2" fmla="*/ 306 w 130973"/>
                <a:gd name="connsiteY2" fmla="*/ 122629 h 211163"/>
                <a:gd name="connsiteX3" fmla="*/ 21431 w 130973"/>
                <a:gd name="connsiteY3" fmla="*/ 190697 h 211163"/>
                <a:gd name="connsiteX4" fmla="*/ 67905 w 130973"/>
                <a:gd name="connsiteY4" fmla="*/ 211269 h 211163"/>
                <a:gd name="connsiteX5" fmla="*/ 131279 w 130973"/>
                <a:gd name="connsiteY5" fmla="*/ 140780 h 211163"/>
                <a:gd name="connsiteX6" fmla="*/ 74544 w 130973"/>
                <a:gd name="connsiteY6" fmla="*/ 77552 h 211163"/>
                <a:gd name="connsiteX7" fmla="*/ 35916 w 130973"/>
                <a:gd name="connsiteY7" fmla="*/ 91166 h 211163"/>
                <a:gd name="connsiteX8" fmla="*/ 125243 w 130973"/>
                <a:gd name="connsiteY8" fmla="*/ 4946 h 211163"/>
                <a:gd name="connsiteX9" fmla="*/ 124640 w 130973"/>
                <a:gd name="connsiteY9" fmla="*/ 106 h 211163"/>
                <a:gd name="connsiteX10" fmla="*/ 63076 w 130973"/>
                <a:gd name="connsiteY10" fmla="*/ 91469 h 211163"/>
                <a:gd name="connsiteX11" fmla="*/ 104119 w 130973"/>
                <a:gd name="connsiteY11" fmla="*/ 151066 h 211163"/>
                <a:gd name="connsiteX12" fmla="*/ 71225 w 130973"/>
                <a:gd name="connsiteY12" fmla="*/ 202798 h 211163"/>
                <a:gd name="connsiteX13" fmla="*/ 28372 w 130973"/>
                <a:gd name="connsiteY13" fmla="*/ 127469 h 211163"/>
                <a:gd name="connsiteX14" fmla="*/ 36821 w 130973"/>
                <a:gd name="connsiteY14" fmla="*/ 99032 h 211163"/>
                <a:gd name="connsiteX15" fmla="*/ 63076 w 130973"/>
                <a:gd name="connsiteY15" fmla="*/ 91469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973" h="211163">
                  <a:moveTo>
                    <a:pt x="124640" y="106"/>
                  </a:moveTo>
                  <a:cubicBezTo>
                    <a:pt x="90237" y="3131"/>
                    <a:pt x="72733" y="8879"/>
                    <a:pt x="50703" y="24308"/>
                  </a:cubicBezTo>
                  <a:cubicBezTo>
                    <a:pt x="18111" y="47602"/>
                    <a:pt x="306" y="82090"/>
                    <a:pt x="306" y="122629"/>
                  </a:cubicBezTo>
                  <a:cubicBezTo>
                    <a:pt x="306" y="148949"/>
                    <a:pt x="8454" y="175571"/>
                    <a:pt x="21431" y="190697"/>
                  </a:cubicBezTo>
                  <a:cubicBezTo>
                    <a:pt x="32898" y="204009"/>
                    <a:pt x="49195" y="211269"/>
                    <a:pt x="67905" y="211269"/>
                  </a:cubicBezTo>
                  <a:cubicBezTo>
                    <a:pt x="105326" y="211269"/>
                    <a:pt x="131279" y="182529"/>
                    <a:pt x="131279" y="140780"/>
                  </a:cubicBezTo>
                  <a:cubicBezTo>
                    <a:pt x="131279" y="102057"/>
                    <a:pt x="109249" y="77552"/>
                    <a:pt x="74544" y="77552"/>
                  </a:cubicBezTo>
                  <a:cubicBezTo>
                    <a:pt x="61266" y="77552"/>
                    <a:pt x="54928" y="79670"/>
                    <a:pt x="35916" y="91166"/>
                  </a:cubicBezTo>
                  <a:cubicBezTo>
                    <a:pt x="44064" y="45485"/>
                    <a:pt x="77864" y="12812"/>
                    <a:pt x="125243" y="4946"/>
                  </a:cubicBezTo>
                  <a:lnTo>
                    <a:pt x="124640" y="106"/>
                  </a:lnTo>
                  <a:close/>
                  <a:moveTo>
                    <a:pt x="63076" y="91469"/>
                  </a:moveTo>
                  <a:cubicBezTo>
                    <a:pt x="89030" y="91469"/>
                    <a:pt x="104119" y="113251"/>
                    <a:pt x="104119" y="151066"/>
                  </a:cubicBezTo>
                  <a:cubicBezTo>
                    <a:pt x="104119" y="184344"/>
                    <a:pt x="92349" y="202798"/>
                    <a:pt x="71225" y="202798"/>
                  </a:cubicBezTo>
                  <a:cubicBezTo>
                    <a:pt x="44668" y="202798"/>
                    <a:pt x="28372" y="174361"/>
                    <a:pt x="28372" y="127469"/>
                  </a:cubicBezTo>
                  <a:cubicBezTo>
                    <a:pt x="28372" y="112040"/>
                    <a:pt x="30786" y="103570"/>
                    <a:pt x="36821" y="99032"/>
                  </a:cubicBezTo>
                  <a:cubicBezTo>
                    <a:pt x="43159" y="94191"/>
                    <a:pt x="52514" y="91469"/>
                    <a:pt x="63076" y="9146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77237017-CB5A-E9E1-5B7B-EC8F732BC3F7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0987942" y="6607412"/>
              <a:ext cx="122523" cy="212373"/>
            </a:xfrm>
            <a:custGeom>
              <a:avLst/>
              <a:gdLst>
                <a:gd name="connsiteX0" fmla="*/ 45276 w 122523"/>
                <a:gd name="connsiteY0" fmla="*/ 31871 h 212373"/>
                <a:gd name="connsiteX1" fmla="*/ 104426 w 122523"/>
                <a:gd name="connsiteY1" fmla="*/ 31871 h 212373"/>
                <a:gd name="connsiteX2" fmla="*/ 111367 w 122523"/>
                <a:gd name="connsiteY2" fmla="*/ 29148 h 212373"/>
                <a:gd name="connsiteX3" fmla="*/ 122834 w 122523"/>
                <a:gd name="connsiteY3" fmla="*/ 2223 h 212373"/>
                <a:gd name="connsiteX4" fmla="*/ 120118 w 122523"/>
                <a:gd name="connsiteY4" fmla="*/ 106 h 212373"/>
                <a:gd name="connsiteX5" fmla="*/ 106236 w 122523"/>
                <a:gd name="connsiteY5" fmla="*/ 7971 h 212373"/>
                <a:gd name="connsiteX6" fmla="*/ 43164 w 122523"/>
                <a:gd name="connsiteY6" fmla="*/ 7971 h 212373"/>
                <a:gd name="connsiteX7" fmla="*/ 10270 w 122523"/>
                <a:gd name="connsiteY7" fmla="*/ 79670 h 212373"/>
                <a:gd name="connsiteX8" fmla="*/ 9968 w 122523"/>
                <a:gd name="connsiteY8" fmla="*/ 81183 h 212373"/>
                <a:gd name="connsiteX9" fmla="*/ 13589 w 122523"/>
                <a:gd name="connsiteY9" fmla="*/ 83603 h 212373"/>
                <a:gd name="connsiteX10" fmla="*/ 47691 w 122523"/>
                <a:gd name="connsiteY10" fmla="*/ 89653 h 212373"/>
                <a:gd name="connsiteX11" fmla="*/ 98390 w 122523"/>
                <a:gd name="connsiteY11" fmla="*/ 149554 h 212373"/>
                <a:gd name="connsiteX12" fmla="*/ 56442 w 122523"/>
                <a:gd name="connsiteY12" fmla="*/ 201286 h 212373"/>
                <a:gd name="connsiteX13" fmla="*/ 36223 w 122523"/>
                <a:gd name="connsiteY13" fmla="*/ 192513 h 212373"/>
                <a:gd name="connsiteX14" fmla="*/ 13287 w 122523"/>
                <a:gd name="connsiteY14" fmla="*/ 182529 h 212373"/>
                <a:gd name="connsiteX15" fmla="*/ 311 w 122523"/>
                <a:gd name="connsiteY15" fmla="*/ 193723 h 212373"/>
                <a:gd name="connsiteX16" fmla="*/ 37128 w 122523"/>
                <a:gd name="connsiteY16" fmla="*/ 212479 h 212373"/>
                <a:gd name="connsiteX17" fmla="*/ 99295 w 122523"/>
                <a:gd name="connsiteY17" fmla="*/ 188882 h 212373"/>
                <a:gd name="connsiteX18" fmla="*/ 119515 w 122523"/>
                <a:gd name="connsiteY18" fmla="*/ 135032 h 212373"/>
                <a:gd name="connsiteX19" fmla="*/ 98692 w 122523"/>
                <a:gd name="connsiteY19" fmla="*/ 84208 h 212373"/>
                <a:gd name="connsiteX20" fmla="*/ 32601 w 122523"/>
                <a:gd name="connsiteY20" fmla="*/ 57586 h 212373"/>
                <a:gd name="connsiteX21" fmla="*/ 45276 w 122523"/>
                <a:gd name="connsiteY21" fmla="*/ 31871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523" h="212373">
                  <a:moveTo>
                    <a:pt x="45276" y="31871"/>
                  </a:moveTo>
                  <a:lnTo>
                    <a:pt x="104426" y="31871"/>
                  </a:lnTo>
                  <a:cubicBezTo>
                    <a:pt x="109254" y="31871"/>
                    <a:pt x="110461" y="31266"/>
                    <a:pt x="111367" y="29148"/>
                  </a:cubicBezTo>
                  <a:lnTo>
                    <a:pt x="122834" y="2223"/>
                  </a:lnTo>
                  <a:lnTo>
                    <a:pt x="120118" y="106"/>
                  </a:lnTo>
                  <a:cubicBezTo>
                    <a:pt x="115591" y="6459"/>
                    <a:pt x="112574" y="7971"/>
                    <a:pt x="106236" y="7971"/>
                  </a:cubicBezTo>
                  <a:lnTo>
                    <a:pt x="43164" y="7971"/>
                  </a:lnTo>
                  <a:lnTo>
                    <a:pt x="10270" y="79670"/>
                  </a:lnTo>
                  <a:cubicBezTo>
                    <a:pt x="9968" y="80275"/>
                    <a:pt x="9968" y="80578"/>
                    <a:pt x="9968" y="81183"/>
                  </a:cubicBezTo>
                  <a:cubicBezTo>
                    <a:pt x="9968" y="82695"/>
                    <a:pt x="11175" y="83603"/>
                    <a:pt x="13589" y="83603"/>
                  </a:cubicBezTo>
                  <a:cubicBezTo>
                    <a:pt x="23246" y="83603"/>
                    <a:pt x="35318" y="85721"/>
                    <a:pt x="47691" y="89653"/>
                  </a:cubicBezTo>
                  <a:cubicBezTo>
                    <a:pt x="82395" y="100847"/>
                    <a:pt x="98390" y="119604"/>
                    <a:pt x="98390" y="149554"/>
                  </a:cubicBezTo>
                  <a:cubicBezTo>
                    <a:pt x="98390" y="178596"/>
                    <a:pt x="79981" y="201286"/>
                    <a:pt x="56442" y="201286"/>
                  </a:cubicBezTo>
                  <a:cubicBezTo>
                    <a:pt x="50407" y="201286"/>
                    <a:pt x="45276" y="199168"/>
                    <a:pt x="36223" y="192513"/>
                  </a:cubicBezTo>
                  <a:cubicBezTo>
                    <a:pt x="26566" y="185554"/>
                    <a:pt x="19625" y="182529"/>
                    <a:pt x="13287" y="182529"/>
                  </a:cubicBezTo>
                  <a:cubicBezTo>
                    <a:pt x="4536" y="182529"/>
                    <a:pt x="311" y="186159"/>
                    <a:pt x="311" y="193723"/>
                  </a:cubicBezTo>
                  <a:cubicBezTo>
                    <a:pt x="311" y="205219"/>
                    <a:pt x="14495" y="212479"/>
                    <a:pt x="37128" y="212479"/>
                  </a:cubicBezTo>
                  <a:cubicBezTo>
                    <a:pt x="62478" y="212479"/>
                    <a:pt x="84206" y="204311"/>
                    <a:pt x="99295" y="188882"/>
                  </a:cubicBezTo>
                  <a:cubicBezTo>
                    <a:pt x="113177" y="175269"/>
                    <a:pt x="119515" y="158024"/>
                    <a:pt x="119515" y="135032"/>
                  </a:cubicBezTo>
                  <a:cubicBezTo>
                    <a:pt x="119515" y="113251"/>
                    <a:pt x="113781" y="99334"/>
                    <a:pt x="98692" y="84208"/>
                  </a:cubicBezTo>
                  <a:cubicBezTo>
                    <a:pt x="85413" y="70897"/>
                    <a:pt x="68212" y="63939"/>
                    <a:pt x="32601" y="57586"/>
                  </a:cubicBezTo>
                  <a:lnTo>
                    <a:pt x="45276" y="318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1ADBDB82-75DA-2059-51F3-192E1C1ED80F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1146641" y="6611043"/>
              <a:ext cx="117393" cy="208743"/>
            </a:xfrm>
            <a:custGeom>
              <a:avLst/>
              <a:gdLst>
                <a:gd name="connsiteX0" fmla="*/ 70933 w 117393"/>
                <a:gd name="connsiteY0" fmla="*/ 92376 h 208743"/>
                <a:gd name="connsiteX1" fmla="*/ 111371 w 117393"/>
                <a:gd name="connsiteY1" fmla="*/ 43064 h 208743"/>
                <a:gd name="connsiteX2" fmla="*/ 59465 w 117393"/>
                <a:gd name="connsiteY2" fmla="*/ 106 h 208743"/>
                <a:gd name="connsiteX3" fmla="*/ 2127 w 117393"/>
                <a:gd name="connsiteY3" fmla="*/ 47905 h 208743"/>
                <a:gd name="connsiteX4" fmla="*/ 39547 w 117393"/>
                <a:gd name="connsiteY4" fmla="*/ 104175 h 208743"/>
                <a:gd name="connsiteX5" fmla="*/ 316 w 117393"/>
                <a:gd name="connsiteY5" fmla="*/ 158932 h 208743"/>
                <a:gd name="connsiteX6" fmla="*/ 58258 w 117393"/>
                <a:gd name="connsiteY6" fmla="*/ 208849 h 208743"/>
                <a:gd name="connsiteX7" fmla="*/ 117709 w 117393"/>
                <a:gd name="connsiteY7" fmla="*/ 157722 h 208743"/>
                <a:gd name="connsiteX8" fmla="*/ 70933 w 117393"/>
                <a:gd name="connsiteY8" fmla="*/ 92376 h 208743"/>
                <a:gd name="connsiteX9" fmla="*/ 65501 w 117393"/>
                <a:gd name="connsiteY9" fmla="*/ 123536 h 208743"/>
                <a:gd name="connsiteX10" fmla="*/ 94773 w 117393"/>
                <a:gd name="connsiteY10" fmla="*/ 167100 h 208743"/>
                <a:gd name="connsiteX11" fmla="*/ 61578 w 117393"/>
                <a:gd name="connsiteY11" fmla="*/ 200378 h 208743"/>
                <a:gd name="connsiteX12" fmla="*/ 23251 w 117393"/>
                <a:gd name="connsiteY12" fmla="*/ 156512 h 208743"/>
                <a:gd name="connsiteX13" fmla="*/ 47394 w 117393"/>
                <a:gd name="connsiteY13" fmla="*/ 110225 h 208743"/>
                <a:gd name="connsiteX14" fmla="*/ 65501 w 117393"/>
                <a:gd name="connsiteY14" fmla="*/ 123536 h 208743"/>
                <a:gd name="connsiteX15" fmla="*/ 62181 w 117393"/>
                <a:gd name="connsiteY15" fmla="*/ 86931 h 208743"/>
                <a:gd name="connsiteX16" fmla="*/ 24458 w 117393"/>
                <a:gd name="connsiteY16" fmla="*/ 38526 h 208743"/>
                <a:gd name="connsiteX17" fmla="*/ 57051 w 117393"/>
                <a:gd name="connsiteY17" fmla="*/ 8576 h 208743"/>
                <a:gd name="connsiteX18" fmla="*/ 90549 w 117393"/>
                <a:gd name="connsiteY18" fmla="*/ 42762 h 208743"/>
                <a:gd name="connsiteX19" fmla="*/ 64897 w 117393"/>
                <a:gd name="connsiteY19" fmla="*/ 85116 h 208743"/>
                <a:gd name="connsiteX20" fmla="*/ 62181 w 117393"/>
                <a:gd name="connsiteY20" fmla="*/ 86931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393" h="208743">
                  <a:moveTo>
                    <a:pt x="70933" y="92376"/>
                  </a:moveTo>
                  <a:cubicBezTo>
                    <a:pt x="100809" y="76342"/>
                    <a:pt x="111371" y="63636"/>
                    <a:pt x="111371" y="43064"/>
                  </a:cubicBezTo>
                  <a:cubicBezTo>
                    <a:pt x="111371" y="18257"/>
                    <a:pt x="89643" y="106"/>
                    <a:pt x="59465" y="106"/>
                  </a:cubicBezTo>
                  <a:cubicBezTo>
                    <a:pt x="26571" y="106"/>
                    <a:pt x="2127" y="20375"/>
                    <a:pt x="2127" y="47905"/>
                  </a:cubicBezTo>
                  <a:cubicBezTo>
                    <a:pt x="2127" y="67569"/>
                    <a:pt x="7860" y="76342"/>
                    <a:pt x="39547" y="104175"/>
                  </a:cubicBezTo>
                  <a:cubicBezTo>
                    <a:pt x="6955" y="128982"/>
                    <a:pt x="316" y="138360"/>
                    <a:pt x="316" y="158932"/>
                  </a:cubicBezTo>
                  <a:cubicBezTo>
                    <a:pt x="316" y="188277"/>
                    <a:pt x="24157" y="208849"/>
                    <a:pt x="58258" y="208849"/>
                  </a:cubicBezTo>
                  <a:cubicBezTo>
                    <a:pt x="94472" y="208849"/>
                    <a:pt x="117709" y="188882"/>
                    <a:pt x="117709" y="157722"/>
                  </a:cubicBezTo>
                  <a:cubicBezTo>
                    <a:pt x="117709" y="134427"/>
                    <a:pt x="107448" y="119604"/>
                    <a:pt x="70933" y="92376"/>
                  </a:cubicBezTo>
                  <a:close/>
                  <a:moveTo>
                    <a:pt x="65501" y="123536"/>
                  </a:moveTo>
                  <a:cubicBezTo>
                    <a:pt x="87531" y="139268"/>
                    <a:pt x="94773" y="150159"/>
                    <a:pt x="94773" y="167100"/>
                  </a:cubicBezTo>
                  <a:cubicBezTo>
                    <a:pt x="94773" y="186765"/>
                    <a:pt x="81193" y="200378"/>
                    <a:pt x="61578" y="200378"/>
                  </a:cubicBezTo>
                  <a:cubicBezTo>
                    <a:pt x="38642" y="200378"/>
                    <a:pt x="23251" y="182832"/>
                    <a:pt x="23251" y="156512"/>
                  </a:cubicBezTo>
                  <a:cubicBezTo>
                    <a:pt x="23251" y="137150"/>
                    <a:pt x="29890" y="124444"/>
                    <a:pt x="47394" y="110225"/>
                  </a:cubicBezTo>
                  <a:lnTo>
                    <a:pt x="65501" y="123536"/>
                  </a:lnTo>
                  <a:close/>
                  <a:moveTo>
                    <a:pt x="62181" y="86931"/>
                  </a:moveTo>
                  <a:cubicBezTo>
                    <a:pt x="35322" y="69384"/>
                    <a:pt x="24458" y="55468"/>
                    <a:pt x="24458" y="38526"/>
                  </a:cubicBezTo>
                  <a:cubicBezTo>
                    <a:pt x="24458" y="20980"/>
                    <a:pt x="38039" y="8576"/>
                    <a:pt x="57051" y="8576"/>
                  </a:cubicBezTo>
                  <a:cubicBezTo>
                    <a:pt x="77572" y="8576"/>
                    <a:pt x="90549" y="21887"/>
                    <a:pt x="90549" y="42762"/>
                  </a:cubicBezTo>
                  <a:cubicBezTo>
                    <a:pt x="90549" y="60006"/>
                    <a:pt x="82099" y="73620"/>
                    <a:pt x="64897" y="85116"/>
                  </a:cubicBezTo>
                  <a:cubicBezTo>
                    <a:pt x="63388" y="86023"/>
                    <a:pt x="63388" y="86023"/>
                    <a:pt x="62181" y="8693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5CB15585-3C46-AE18-8000-51FF86977C2E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1284820" y="6611043"/>
              <a:ext cx="138819" cy="204508"/>
            </a:xfrm>
            <a:custGeom>
              <a:avLst/>
              <a:gdLst>
                <a:gd name="connsiteX0" fmla="*/ 139140 w 138819"/>
                <a:gd name="connsiteY0" fmla="*/ 134730 h 204508"/>
                <a:gd name="connsiteX1" fmla="*/ 108359 w 138819"/>
                <a:gd name="connsiteY1" fmla="*/ 134730 h 204508"/>
                <a:gd name="connsiteX2" fmla="*/ 108359 w 138819"/>
                <a:gd name="connsiteY2" fmla="*/ 106 h 204508"/>
                <a:gd name="connsiteX3" fmla="*/ 95080 w 138819"/>
                <a:gd name="connsiteY3" fmla="*/ 106 h 204508"/>
                <a:gd name="connsiteX4" fmla="*/ 321 w 138819"/>
                <a:gd name="connsiteY4" fmla="*/ 134730 h 204508"/>
                <a:gd name="connsiteX5" fmla="*/ 321 w 138819"/>
                <a:gd name="connsiteY5" fmla="*/ 154092 h 204508"/>
                <a:gd name="connsiteX6" fmla="*/ 85121 w 138819"/>
                <a:gd name="connsiteY6" fmla="*/ 154092 h 204508"/>
                <a:gd name="connsiteX7" fmla="*/ 85121 w 138819"/>
                <a:gd name="connsiteY7" fmla="*/ 204614 h 204508"/>
                <a:gd name="connsiteX8" fmla="*/ 108359 w 138819"/>
                <a:gd name="connsiteY8" fmla="*/ 204614 h 204508"/>
                <a:gd name="connsiteX9" fmla="*/ 108359 w 138819"/>
                <a:gd name="connsiteY9" fmla="*/ 154092 h 204508"/>
                <a:gd name="connsiteX10" fmla="*/ 139140 w 138819"/>
                <a:gd name="connsiteY10" fmla="*/ 154092 h 204508"/>
                <a:gd name="connsiteX11" fmla="*/ 139140 w 138819"/>
                <a:gd name="connsiteY11" fmla="*/ 134730 h 204508"/>
                <a:gd name="connsiteX12" fmla="*/ 84820 w 138819"/>
                <a:gd name="connsiteY12" fmla="*/ 134730 h 204508"/>
                <a:gd name="connsiteX13" fmla="*/ 12392 w 138819"/>
                <a:gd name="connsiteY13" fmla="*/ 134730 h 204508"/>
                <a:gd name="connsiteX14" fmla="*/ 84820 w 138819"/>
                <a:gd name="connsiteY14" fmla="*/ 30963 h 204508"/>
                <a:gd name="connsiteX15" fmla="*/ 84820 w 138819"/>
                <a:gd name="connsiteY15" fmla="*/ 134730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140" y="134730"/>
                  </a:moveTo>
                  <a:lnTo>
                    <a:pt x="108359" y="134730"/>
                  </a:lnTo>
                  <a:lnTo>
                    <a:pt x="108359" y="106"/>
                  </a:lnTo>
                  <a:lnTo>
                    <a:pt x="95080" y="106"/>
                  </a:lnTo>
                  <a:lnTo>
                    <a:pt x="321" y="134730"/>
                  </a:lnTo>
                  <a:lnTo>
                    <a:pt x="321" y="154092"/>
                  </a:lnTo>
                  <a:lnTo>
                    <a:pt x="85121" y="154092"/>
                  </a:lnTo>
                  <a:lnTo>
                    <a:pt x="85121" y="204614"/>
                  </a:lnTo>
                  <a:lnTo>
                    <a:pt x="108359" y="204614"/>
                  </a:lnTo>
                  <a:lnTo>
                    <a:pt x="108359" y="154092"/>
                  </a:lnTo>
                  <a:lnTo>
                    <a:pt x="139140" y="154092"/>
                  </a:lnTo>
                  <a:lnTo>
                    <a:pt x="139140" y="134730"/>
                  </a:lnTo>
                  <a:close/>
                  <a:moveTo>
                    <a:pt x="84820" y="134730"/>
                  </a:moveTo>
                  <a:lnTo>
                    <a:pt x="12392" y="134730"/>
                  </a:lnTo>
                  <a:lnTo>
                    <a:pt x="84820" y="30963"/>
                  </a:lnTo>
                  <a:lnTo>
                    <a:pt x="84820" y="13473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E49A4C31-6033-BAED-CDA7-4C61807B4476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1436276" y="6611043"/>
              <a:ext cx="138819" cy="204508"/>
            </a:xfrm>
            <a:custGeom>
              <a:avLst/>
              <a:gdLst>
                <a:gd name="connsiteX0" fmla="*/ 139145 w 138819"/>
                <a:gd name="connsiteY0" fmla="*/ 134730 h 204508"/>
                <a:gd name="connsiteX1" fmla="*/ 108364 w 138819"/>
                <a:gd name="connsiteY1" fmla="*/ 134730 h 204508"/>
                <a:gd name="connsiteX2" fmla="*/ 108364 w 138819"/>
                <a:gd name="connsiteY2" fmla="*/ 106 h 204508"/>
                <a:gd name="connsiteX3" fmla="*/ 95085 w 138819"/>
                <a:gd name="connsiteY3" fmla="*/ 106 h 204508"/>
                <a:gd name="connsiteX4" fmla="*/ 326 w 138819"/>
                <a:gd name="connsiteY4" fmla="*/ 134730 h 204508"/>
                <a:gd name="connsiteX5" fmla="*/ 326 w 138819"/>
                <a:gd name="connsiteY5" fmla="*/ 154092 h 204508"/>
                <a:gd name="connsiteX6" fmla="*/ 85126 w 138819"/>
                <a:gd name="connsiteY6" fmla="*/ 154092 h 204508"/>
                <a:gd name="connsiteX7" fmla="*/ 85126 w 138819"/>
                <a:gd name="connsiteY7" fmla="*/ 204614 h 204508"/>
                <a:gd name="connsiteX8" fmla="*/ 108364 w 138819"/>
                <a:gd name="connsiteY8" fmla="*/ 204614 h 204508"/>
                <a:gd name="connsiteX9" fmla="*/ 108364 w 138819"/>
                <a:gd name="connsiteY9" fmla="*/ 154092 h 204508"/>
                <a:gd name="connsiteX10" fmla="*/ 139145 w 138819"/>
                <a:gd name="connsiteY10" fmla="*/ 154092 h 204508"/>
                <a:gd name="connsiteX11" fmla="*/ 139145 w 138819"/>
                <a:gd name="connsiteY11" fmla="*/ 134730 h 204508"/>
                <a:gd name="connsiteX12" fmla="*/ 84825 w 138819"/>
                <a:gd name="connsiteY12" fmla="*/ 134730 h 204508"/>
                <a:gd name="connsiteX13" fmla="*/ 12397 w 138819"/>
                <a:gd name="connsiteY13" fmla="*/ 134730 h 204508"/>
                <a:gd name="connsiteX14" fmla="*/ 84825 w 138819"/>
                <a:gd name="connsiteY14" fmla="*/ 30963 h 204508"/>
                <a:gd name="connsiteX15" fmla="*/ 84825 w 138819"/>
                <a:gd name="connsiteY15" fmla="*/ 134730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145" y="134730"/>
                  </a:moveTo>
                  <a:lnTo>
                    <a:pt x="108364" y="134730"/>
                  </a:lnTo>
                  <a:lnTo>
                    <a:pt x="108364" y="106"/>
                  </a:lnTo>
                  <a:lnTo>
                    <a:pt x="95085" y="106"/>
                  </a:lnTo>
                  <a:lnTo>
                    <a:pt x="326" y="134730"/>
                  </a:lnTo>
                  <a:lnTo>
                    <a:pt x="326" y="154092"/>
                  </a:lnTo>
                  <a:lnTo>
                    <a:pt x="85126" y="154092"/>
                  </a:lnTo>
                  <a:lnTo>
                    <a:pt x="85126" y="204614"/>
                  </a:lnTo>
                  <a:lnTo>
                    <a:pt x="108364" y="204614"/>
                  </a:lnTo>
                  <a:lnTo>
                    <a:pt x="108364" y="154092"/>
                  </a:lnTo>
                  <a:lnTo>
                    <a:pt x="139145" y="154092"/>
                  </a:lnTo>
                  <a:lnTo>
                    <a:pt x="139145" y="134730"/>
                  </a:lnTo>
                  <a:close/>
                  <a:moveTo>
                    <a:pt x="84825" y="134730"/>
                  </a:moveTo>
                  <a:lnTo>
                    <a:pt x="12397" y="134730"/>
                  </a:lnTo>
                  <a:lnTo>
                    <a:pt x="84825" y="30963"/>
                  </a:lnTo>
                  <a:lnTo>
                    <a:pt x="84825" y="13473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2D3BC5AF-8936-D164-935A-92BE9B49336F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11587733" y="6611043"/>
              <a:ext cx="138819" cy="204508"/>
            </a:xfrm>
            <a:custGeom>
              <a:avLst/>
              <a:gdLst>
                <a:gd name="connsiteX0" fmla="*/ 139150 w 138819"/>
                <a:gd name="connsiteY0" fmla="*/ 134730 h 204508"/>
                <a:gd name="connsiteX1" fmla="*/ 108369 w 138819"/>
                <a:gd name="connsiteY1" fmla="*/ 134730 h 204508"/>
                <a:gd name="connsiteX2" fmla="*/ 108369 w 138819"/>
                <a:gd name="connsiteY2" fmla="*/ 106 h 204508"/>
                <a:gd name="connsiteX3" fmla="*/ 95090 w 138819"/>
                <a:gd name="connsiteY3" fmla="*/ 106 h 204508"/>
                <a:gd name="connsiteX4" fmla="*/ 331 w 138819"/>
                <a:gd name="connsiteY4" fmla="*/ 134730 h 204508"/>
                <a:gd name="connsiteX5" fmla="*/ 331 w 138819"/>
                <a:gd name="connsiteY5" fmla="*/ 154092 h 204508"/>
                <a:gd name="connsiteX6" fmla="*/ 85131 w 138819"/>
                <a:gd name="connsiteY6" fmla="*/ 154092 h 204508"/>
                <a:gd name="connsiteX7" fmla="*/ 85131 w 138819"/>
                <a:gd name="connsiteY7" fmla="*/ 204614 h 204508"/>
                <a:gd name="connsiteX8" fmla="*/ 108369 w 138819"/>
                <a:gd name="connsiteY8" fmla="*/ 204614 h 204508"/>
                <a:gd name="connsiteX9" fmla="*/ 108369 w 138819"/>
                <a:gd name="connsiteY9" fmla="*/ 154092 h 204508"/>
                <a:gd name="connsiteX10" fmla="*/ 139150 w 138819"/>
                <a:gd name="connsiteY10" fmla="*/ 154092 h 204508"/>
                <a:gd name="connsiteX11" fmla="*/ 139150 w 138819"/>
                <a:gd name="connsiteY11" fmla="*/ 134730 h 204508"/>
                <a:gd name="connsiteX12" fmla="*/ 84830 w 138819"/>
                <a:gd name="connsiteY12" fmla="*/ 134730 h 204508"/>
                <a:gd name="connsiteX13" fmla="*/ 12402 w 138819"/>
                <a:gd name="connsiteY13" fmla="*/ 134730 h 204508"/>
                <a:gd name="connsiteX14" fmla="*/ 84830 w 138819"/>
                <a:gd name="connsiteY14" fmla="*/ 30963 h 204508"/>
                <a:gd name="connsiteX15" fmla="*/ 84830 w 138819"/>
                <a:gd name="connsiteY15" fmla="*/ 134730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19" h="204508">
                  <a:moveTo>
                    <a:pt x="139150" y="134730"/>
                  </a:moveTo>
                  <a:lnTo>
                    <a:pt x="108369" y="134730"/>
                  </a:lnTo>
                  <a:lnTo>
                    <a:pt x="108369" y="106"/>
                  </a:lnTo>
                  <a:lnTo>
                    <a:pt x="95090" y="106"/>
                  </a:lnTo>
                  <a:lnTo>
                    <a:pt x="331" y="134730"/>
                  </a:lnTo>
                  <a:lnTo>
                    <a:pt x="331" y="154092"/>
                  </a:lnTo>
                  <a:lnTo>
                    <a:pt x="85131" y="154092"/>
                  </a:lnTo>
                  <a:lnTo>
                    <a:pt x="85131" y="204614"/>
                  </a:lnTo>
                  <a:lnTo>
                    <a:pt x="108369" y="204614"/>
                  </a:lnTo>
                  <a:lnTo>
                    <a:pt x="108369" y="154092"/>
                  </a:lnTo>
                  <a:lnTo>
                    <a:pt x="139150" y="154092"/>
                  </a:lnTo>
                  <a:lnTo>
                    <a:pt x="139150" y="134730"/>
                  </a:lnTo>
                  <a:close/>
                  <a:moveTo>
                    <a:pt x="84830" y="134730"/>
                  </a:moveTo>
                  <a:lnTo>
                    <a:pt x="12402" y="134730"/>
                  </a:lnTo>
                  <a:lnTo>
                    <a:pt x="84830" y="30963"/>
                  </a:lnTo>
                  <a:lnTo>
                    <a:pt x="84830" y="13473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783" name="Group 78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x)&amp; =\frac{(x-x_1)(x-x_2)}{(x_0-x_1)(x_0-x_2)} f(x_0)+\frac{(x-x_0)(x-x_2)}{(x_1-x_0)(x_1-x_2)} f(x_1) \\&#10;&amp;+\frac{(x-x_0)(x-x_1)}{(x_2-x_0)(x_2-x_1)} f(x_2)&#10;\end{aligned}&#10;$$&#10;}&#10;\end{document}" title="IguanaTex Shape Display">
            <a:extLst>
              <a:ext uri="{FF2B5EF4-FFF2-40B4-BE49-F238E27FC236}">
                <a16:creationId xmlns:a16="http://schemas.microsoft.com/office/drawing/2014/main" id="{18189314-2F15-D3D0-63BD-FB56EB830276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942481" y="3007302"/>
            <a:ext cx="7093853" cy="1555425"/>
            <a:chOff x="5668372" y="4850046"/>
            <a:chExt cx="7093853" cy="1555425"/>
          </a:xfrm>
        </p:grpSpPr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9C923D6A-1972-89F3-A765-E57ACD63621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668372" y="5077403"/>
              <a:ext cx="172372" cy="267736"/>
            </a:xfrm>
            <a:custGeom>
              <a:avLst/>
              <a:gdLst>
                <a:gd name="connsiteX0" fmla="*/ 55060 w 172372"/>
                <a:gd name="connsiteY0" fmla="*/ 85391 h 267736"/>
                <a:gd name="connsiteX1" fmla="*/ 82229 w 172372"/>
                <a:gd name="connsiteY1" fmla="*/ 85391 h 267736"/>
                <a:gd name="connsiteX2" fmla="*/ 55663 w 172372"/>
                <a:gd name="connsiteY2" fmla="*/ 212452 h 267736"/>
                <a:gd name="connsiteX3" fmla="*/ 26381 w 172372"/>
                <a:gd name="connsiteY3" fmla="*/ 261461 h 267736"/>
                <a:gd name="connsiteX4" fmla="*/ 20344 w 172372"/>
                <a:gd name="connsiteY4" fmla="*/ 256621 h 267736"/>
                <a:gd name="connsiteX5" fmla="*/ 21551 w 172372"/>
                <a:gd name="connsiteY5" fmla="*/ 253293 h 267736"/>
                <a:gd name="connsiteX6" fmla="*/ 23061 w 172372"/>
                <a:gd name="connsiteY6" fmla="*/ 248452 h 267736"/>
                <a:gd name="connsiteX7" fmla="*/ 11287 w 172372"/>
                <a:gd name="connsiteY7" fmla="*/ 236956 h 267736"/>
                <a:gd name="connsiteX8" fmla="*/ 118 w 172372"/>
                <a:gd name="connsiteY8" fmla="*/ 249360 h 267736"/>
                <a:gd name="connsiteX9" fmla="*/ 23966 w 172372"/>
                <a:gd name="connsiteY9" fmla="*/ 267814 h 267736"/>
                <a:gd name="connsiteX10" fmla="*/ 84342 w 172372"/>
                <a:gd name="connsiteY10" fmla="*/ 182199 h 267736"/>
                <a:gd name="connsiteX11" fmla="*/ 106077 w 172372"/>
                <a:gd name="connsiteY11" fmla="*/ 85391 h 267736"/>
                <a:gd name="connsiteX12" fmla="*/ 138982 w 172372"/>
                <a:gd name="connsiteY12" fmla="*/ 85391 h 267736"/>
                <a:gd name="connsiteX13" fmla="*/ 140793 w 172372"/>
                <a:gd name="connsiteY13" fmla="*/ 75710 h 267736"/>
                <a:gd name="connsiteX14" fmla="*/ 108190 w 172372"/>
                <a:gd name="connsiteY14" fmla="*/ 75710 h 267736"/>
                <a:gd name="connsiteX15" fmla="*/ 145019 w 172372"/>
                <a:gd name="connsiteY15" fmla="*/ 6734 h 267736"/>
                <a:gd name="connsiteX16" fmla="*/ 151661 w 172372"/>
                <a:gd name="connsiteY16" fmla="*/ 10364 h 267736"/>
                <a:gd name="connsiteX17" fmla="*/ 150453 w 172372"/>
                <a:gd name="connsiteY17" fmla="*/ 13389 h 267736"/>
                <a:gd name="connsiteX18" fmla="*/ 148642 w 172372"/>
                <a:gd name="connsiteY18" fmla="*/ 19742 h 267736"/>
                <a:gd name="connsiteX19" fmla="*/ 159811 w 172372"/>
                <a:gd name="connsiteY19" fmla="*/ 31843 h 267736"/>
                <a:gd name="connsiteX20" fmla="*/ 172490 w 172372"/>
                <a:gd name="connsiteY20" fmla="*/ 19742 h 267736"/>
                <a:gd name="connsiteX21" fmla="*/ 146529 w 172372"/>
                <a:gd name="connsiteY21" fmla="*/ 78 h 267736"/>
                <a:gd name="connsiteX22" fmla="*/ 109096 w 172372"/>
                <a:gd name="connsiteY22" fmla="*/ 20952 h 267736"/>
                <a:gd name="connsiteX23" fmla="*/ 84946 w 172372"/>
                <a:gd name="connsiteY23" fmla="*/ 75710 h 267736"/>
                <a:gd name="connsiteX24" fmla="*/ 57173 w 172372"/>
                <a:gd name="connsiteY24" fmla="*/ 75710 h 267736"/>
                <a:gd name="connsiteX25" fmla="*/ 55060 w 172372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372" h="267736">
                  <a:moveTo>
                    <a:pt x="55060" y="85391"/>
                  </a:moveTo>
                  <a:lnTo>
                    <a:pt x="82229" y="85391"/>
                  </a:lnTo>
                  <a:lnTo>
                    <a:pt x="55663" y="212452"/>
                  </a:lnTo>
                  <a:cubicBezTo>
                    <a:pt x="49022" y="244822"/>
                    <a:pt x="39060" y="261461"/>
                    <a:pt x="26381" y="261461"/>
                  </a:cubicBezTo>
                  <a:cubicBezTo>
                    <a:pt x="22759" y="261461"/>
                    <a:pt x="20344" y="259343"/>
                    <a:pt x="20344" y="256621"/>
                  </a:cubicBezTo>
                  <a:cubicBezTo>
                    <a:pt x="20344" y="255713"/>
                    <a:pt x="20646" y="254806"/>
                    <a:pt x="21551" y="253293"/>
                  </a:cubicBezTo>
                  <a:cubicBezTo>
                    <a:pt x="22759" y="251478"/>
                    <a:pt x="23061" y="250268"/>
                    <a:pt x="23061" y="248452"/>
                  </a:cubicBezTo>
                  <a:cubicBezTo>
                    <a:pt x="23061" y="242099"/>
                    <a:pt x="17627" y="236956"/>
                    <a:pt x="11287" y="236956"/>
                  </a:cubicBezTo>
                  <a:cubicBezTo>
                    <a:pt x="4948" y="236956"/>
                    <a:pt x="118" y="242402"/>
                    <a:pt x="118" y="249360"/>
                  </a:cubicBezTo>
                  <a:cubicBezTo>
                    <a:pt x="118" y="259646"/>
                    <a:pt x="10684" y="267814"/>
                    <a:pt x="23966" y="267814"/>
                  </a:cubicBezTo>
                  <a:cubicBezTo>
                    <a:pt x="50833" y="267814"/>
                    <a:pt x="71965" y="237864"/>
                    <a:pt x="84342" y="182199"/>
                  </a:cubicBezTo>
                  <a:lnTo>
                    <a:pt x="106077" y="85391"/>
                  </a:lnTo>
                  <a:lnTo>
                    <a:pt x="138982" y="85391"/>
                  </a:lnTo>
                  <a:lnTo>
                    <a:pt x="140793" y="75710"/>
                  </a:lnTo>
                  <a:lnTo>
                    <a:pt x="108190" y="75710"/>
                  </a:lnTo>
                  <a:cubicBezTo>
                    <a:pt x="116945" y="28213"/>
                    <a:pt x="128114" y="6734"/>
                    <a:pt x="145019" y="6734"/>
                  </a:cubicBezTo>
                  <a:cubicBezTo>
                    <a:pt x="148944" y="6734"/>
                    <a:pt x="151661" y="8246"/>
                    <a:pt x="151661" y="10364"/>
                  </a:cubicBezTo>
                  <a:cubicBezTo>
                    <a:pt x="151661" y="11271"/>
                    <a:pt x="151359" y="11877"/>
                    <a:pt x="150453" y="13389"/>
                  </a:cubicBezTo>
                  <a:cubicBezTo>
                    <a:pt x="149246" y="16112"/>
                    <a:pt x="148642" y="17625"/>
                    <a:pt x="148642" y="19742"/>
                  </a:cubicBezTo>
                  <a:cubicBezTo>
                    <a:pt x="148642" y="27003"/>
                    <a:pt x="153170" y="31843"/>
                    <a:pt x="159811" y="31843"/>
                  </a:cubicBezTo>
                  <a:cubicBezTo>
                    <a:pt x="166754" y="31843"/>
                    <a:pt x="172490" y="26398"/>
                    <a:pt x="172490" y="19742"/>
                  </a:cubicBezTo>
                  <a:cubicBezTo>
                    <a:pt x="172490" y="8549"/>
                    <a:pt x="161321" y="78"/>
                    <a:pt x="146529" y="78"/>
                  </a:cubicBezTo>
                  <a:cubicBezTo>
                    <a:pt x="131737" y="78"/>
                    <a:pt x="119963" y="6734"/>
                    <a:pt x="109096" y="20952"/>
                  </a:cubicBezTo>
                  <a:cubicBezTo>
                    <a:pt x="100039" y="32751"/>
                    <a:pt x="94002" y="46667"/>
                    <a:pt x="84946" y="75710"/>
                  </a:cubicBezTo>
                  <a:lnTo>
                    <a:pt x="57173" y="75710"/>
                  </a:lnTo>
                  <a:lnTo>
                    <a:pt x="55060" y="8539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7D907D14-DC6F-7A8D-A143-2C1282E9363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5811259" y="5177052"/>
              <a:ext cx="99408" cy="151335"/>
            </a:xfrm>
            <a:custGeom>
              <a:avLst/>
              <a:gdLst>
                <a:gd name="connsiteX0" fmla="*/ 99528 w 99408"/>
                <a:gd name="connsiteY0" fmla="*/ 120746 h 151335"/>
                <a:gd name="connsiteX1" fmla="*/ 96624 w 99408"/>
                <a:gd name="connsiteY1" fmla="*/ 119627 h 151335"/>
                <a:gd name="connsiteX2" fmla="*/ 75402 w 99408"/>
                <a:gd name="connsiteY2" fmla="*/ 134402 h 151335"/>
                <a:gd name="connsiteX3" fmla="*/ 22012 w 99408"/>
                <a:gd name="connsiteY3" fmla="*/ 134402 h 151335"/>
                <a:gd name="connsiteX4" fmla="*/ 59542 w 99408"/>
                <a:gd name="connsiteY4" fmla="*/ 95001 h 151335"/>
                <a:gd name="connsiteX5" fmla="*/ 88136 w 99408"/>
                <a:gd name="connsiteY5" fmla="*/ 39705 h 151335"/>
                <a:gd name="connsiteX6" fmla="*/ 46809 w 99408"/>
                <a:gd name="connsiteY6" fmla="*/ 80 h 151335"/>
                <a:gd name="connsiteX7" fmla="*/ 14641 w 99408"/>
                <a:gd name="connsiteY7" fmla="*/ 13960 h 151335"/>
                <a:gd name="connsiteX8" fmla="*/ 344 w 99408"/>
                <a:gd name="connsiteY8" fmla="*/ 44630 h 151335"/>
                <a:gd name="connsiteX9" fmla="*/ 5035 w 99408"/>
                <a:gd name="connsiteY9" fmla="*/ 45750 h 151335"/>
                <a:gd name="connsiteX10" fmla="*/ 37426 w 99408"/>
                <a:gd name="connsiteY10" fmla="*/ 16647 h 151335"/>
                <a:gd name="connsiteX11" fmla="*/ 68924 w 99408"/>
                <a:gd name="connsiteY11" fmla="*/ 48212 h 151335"/>
                <a:gd name="connsiteX12" fmla="*/ 39884 w 99408"/>
                <a:gd name="connsiteY12" fmla="*/ 106418 h 151335"/>
                <a:gd name="connsiteX13" fmla="*/ 120 w 99408"/>
                <a:gd name="connsiteY13" fmla="*/ 148730 h 151335"/>
                <a:gd name="connsiteX14" fmla="*/ 120 w 99408"/>
                <a:gd name="connsiteY14" fmla="*/ 151416 h 151335"/>
                <a:gd name="connsiteX15" fmla="*/ 87242 w 99408"/>
                <a:gd name="connsiteY15" fmla="*/ 151416 h 151335"/>
                <a:gd name="connsiteX16" fmla="*/ 99528 w 99408"/>
                <a:gd name="connsiteY16" fmla="*/ 120746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528" y="120746"/>
                  </a:moveTo>
                  <a:lnTo>
                    <a:pt x="96624" y="119627"/>
                  </a:lnTo>
                  <a:cubicBezTo>
                    <a:pt x="88359" y="132387"/>
                    <a:pt x="85455" y="134402"/>
                    <a:pt x="75402" y="134402"/>
                  </a:cubicBezTo>
                  <a:lnTo>
                    <a:pt x="22012" y="134402"/>
                  </a:lnTo>
                  <a:lnTo>
                    <a:pt x="59542" y="95001"/>
                  </a:lnTo>
                  <a:cubicBezTo>
                    <a:pt x="79423" y="74181"/>
                    <a:pt x="88136" y="57167"/>
                    <a:pt x="88136" y="39705"/>
                  </a:cubicBezTo>
                  <a:cubicBezTo>
                    <a:pt x="88136" y="17318"/>
                    <a:pt x="70041" y="80"/>
                    <a:pt x="46809" y="80"/>
                  </a:cubicBezTo>
                  <a:cubicBezTo>
                    <a:pt x="34522" y="80"/>
                    <a:pt x="22906" y="5005"/>
                    <a:pt x="14641" y="13960"/>
                  </a:cubicBezTo>
                  <a:cubicBezTo>
                    <a:pt x="7492" y="21572"/>
                    <a:pt x="4141" y="28736"/>
                    <a:pt x="344" y="44630"/>
                  </a:cubicBezTo>
                  <a:lnTo>
                    <a:pt x="5035" y="45750"/>
                  </a:lnTo>
                  <a:cubicBezTo>
                    <a:pt x="13970" y="23811"/>
                    <a:pt x="22012" y="16647"/>
                    <a:pt x="37426" y="16647"/>
                  </a:cubicBezTo>
                  <a:cubicBezTo>
                    <a:pt x="56191" y="16647"/>
                    <a:pt x="68924" y="29407"/>
                    <a:pt x="68924" y="48212"/>
                  </a:cubicBezTo>
                  <a:cubicBezTo>
                    <a:pt x="68924" y="65674"/>
                    <a:pt x="58648" y="86494"/>
                    <a:pt x="39884" y="106418"/>
                  </a:cubicBezTo>
                  <a:lnTo>
                    <a:pt x="120" y="148730"/>
                  </a:lnTo>
                  <a:lnTo>
                    <a:pt x="120" y="151416"/>
                  </a:lnTo>
                  <a:lnTo>
                    <a:pt x="87242" y="151416"/>
                  </a:lnTo>
                  <a:lnTo>
                    <a:pt x="99528" y="12074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885B8723-2483-7F11-D011-371C16D12011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961707" y="5055621"/>
              <a:ext cx="70035" cy="302526"/>
            </a:xfrm>
            <a:custGeom>
              <a:avLst/>
              <a:gdLst>
                <a:gd name="connsiteX0" fmla="*/ 70161 w 70035"/>
                <a:gd name="connsiteY0" fmla="*/ 299579 h 302526"/>
                <a:gd name="connsiteX1" fmla="*/ 65029 w 70035"/>
                <a:gd name="connsiteY1" fmla="*/ 292923 h 302526"/>
                <a:gd name="connsiteX2" fmla="*/ 17635 w 70035"/>
                <a:gd name="connsiteY2" fmla="*/ 151341 h 302526"/>
                <a:gd name="connsiteX3" fmla="*/ 66237 w 70035"/>
                <a:gd name="connsiteY3" fmla="*/ 8246 h 302526"/>
                <a:gd name="connsiteX4" fmla="*/ 70161 w 70035"/>
                <a:gd name="connsiteY4" fmla="*/ 3103 h 302526"/>
                <a:gd name="connsiteX5" fmla="*/ 67143 w 70035"/>
                <a:gd name="connsiteY5" fmla="*/ 77 h 302526"/>
                <a:gd name="connsiteX6" fmla="*/ 19144 w 70035"/>
                <a:gd name="connsiteY6" fmla="*/ 59070 h 302526"/>
                <a:gd name="connsiteX7" fmla="*/ 126 w 70035"/>
                <a:gd name="connsiteY7" fmla="*/ 151341 h 302526"/>
                <a:gd name="connsiteX8" fmla="*/ 20050 w 70035"/>
                <a:gd name="connsiteY8" fmla="*/ 245729 h 302526"/>
                <a:gd name="connsiteX9" fmla="*/ 67143 w 70035"/>
                <a:gd name="connsiteY9" fmla="*/ 302604 h 302526"/>
                <a:gd name="connsiteX10" fmla="*/ 70161 w 70035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161" y="299579"/>
                  </a:moveTo>
                  <a:cubicBezTo>
                    <a:pt x="70161" y="298671"/>
                    <a:pt x="70161" y="298066"/>
                    <a:pt x="65029" y="292923"/>
                  </a:cubicBezTo>
                  <a:cubicBezTo>
                    <a:pt x="27295" y="254805"/>
                    <a:pt x="17635" y="197627"/>
                    <a:pt x="17635" y="151341"/>
                  </a:cubicBezTo>
                  <a:cubicBezTo>
                    <a:pt x="17635" y="98701"/>
                    <a:pt x="29106" y="46061"/>
                    <a:pt x="66237" y="8246"/>
                  </a:cubicBezTo>
                  <a:cubicBezTo>
                    <a:pt x="70161" y="4615"/>
                    <a:pt x="70161" y="4010"/>
                    <a:pt x="70161" y="3103"/>
                  </a:cubicBezTo>
                  <a:cubicBezTo>
                    <a:pt x="70161" y="985"/>
                    <a:pt x="68954" y="77"/>
                    <a:pt x="67143" y="77"/>
                  </a:cubicBezTo>
                  <a:cubicBezTo>
                    <a:pt x="64124" y="77"/>
                    <a:pt x="36955" y="20649"/>
                    <a:pt x="19144" y="59070"/>
                  </a:cubicBezTo>
                  <a:cubicBezTo>
                    <a:pt x="3748" y="92348"/>
                    <a:pt x="126" y="125928"/>
                    <a:pt x="126" y="151341"/>
                  </a:cubicBezTo>
                  <a:cubicBezTo>
                    <a:pt x="126" y="174938"/>
                    <a:pt x="3446" y="211543"/>
                    <a:pt x="20050" y="245729"/>
                  </a:cubicBezTo>
                  <a:cubicBezTo>
                    <a:pt x="38162" y="282940"/>
                    <a:pt x="64124" y="302604"/>
                    <a:pt x="67143" y="302604"/>
                  </a:cubicBezTo>
                  <a:cubicBezTo>
                    <a:pt x="68954" y="302604"/>
                    <a:pt x="70161" y="301696"/>
                    <a:pt x="70161" y="29957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C8AA6CAA-BC4A-9C4E-55B8-2A0488C8B866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041234" y="5149102"/>
              <a:ext cx="143089" cy="136742"/>
            </a:xfrm>
            <a:custGeom>
              <a:avLst/>
              <a:gdLst>
                <a:gd name="connsiteX0" fmla="*/ 129635 w 143089"/>
                <a:gd name="connsiteY0" fmla="*/ 99912 h 136742"/>
                <a:gd name="connsiteX1" fmla="*/ 122993 w 143089"/>
                <a:gd name="connsiteY1" fmla="*/ 108080 h 136742"/>
                <a:gd name="connsiteX2" fmla="*/ 109107 w 143089"/>
                <a:gd name="connsiteY2" fmla="*/ 120181 h 136742"/>
                <a:gd name="connsiteX3" fmla="*/ 99749 w 143089"/>
                <a:gd name="connsiteY3" fmla="*/ 107778 h 136742"/>
                <a:gd name="connsiteX4" fmla="*/ 98541 w 143089"/>
                <a:gd name="connsiteY4" fmla="*/ 102635 h 136742"/>
                <a:gd name="connsiteX5" fmla="*/ 87674 w 143089"/>
                <a:gd name="connsiteY5" fmla="*/ 53625 h 136742"/>
                <a:gd name="connsiteX6" fmla="*/ 117258 w 143089"/>
                <a:gd name="connsiteY6" fmla="*/ 17019 h 136742"/>
                <a:gd name="connsiteX7" fmla="*/ 124503 w 143089"/>
                <a:gd name="connsiteY7" fmla="*/ 19440 h 136742"/>
                <a:gd name="connsiteX8" fmla="*/ 132653 w 143089"/>
                <a:gd name="connsiteY8" fmla="*/ 22162 h 136742"/>
                <a:gd name="connsiteX9" fmla="*/ 143219 w 143089"/>
                <a:gd name="connsiteY9" fmla="*/ 11271 h 136742"/>
                <a:gd name="connsiteX10" fmla="*/ 130842 w 143089"/>
                <a:gd name="connsiteY10" fmla="*/ 78 h 136742"/>
                <a:gd name="connsiteX11" fmla="*/ 85259 w 143089"/>
                <a:gd name="connsiteY11" fmla="*/ 43339 h 136742"/>
                <a:gd name="connsiteX12" fmla="*/ 81938 w 143089"/>
                <a:gd name="connsiteY12" fmla="*/ 26700 h 136742"/>
                <a:gd name="connsiteX13" fmla="*/ 66240 w 143089"/>
                <a:gd name="connsiteY13" fmla="*/ 78 h 136742"/>
                <a:gd name="connsiteX14" fmla="*/ 30921 w 143089"/>
                <a:gd name="connsiteY14" fmla="*/ 8851 h 136742"/>
                <a:gd name="connsiteX15" fmla="*/ 27600 w 143089"/>
                <a:gd name="connsiteY15" fmla="*/ 10061 h 136742"/>
                <a:gd name="connsiteX16" fmla="*/ 28807 w 143089"/>
                <a:gd name="connsiteY16" fmla="*/ 14599 h 136742"/>
                <a:gd name="connsiteX17" fmla="*/ 45713 w 143089"/>
                <a:gd name="connsiteY17" fmla="*/ 11271 h 136742"/>
                <a:gd name="connsiteX18" fmla="*/ 59297 w 143089"/>
                <a:gd name="connsiteY18" fmla="*/ 32146 h 136742"/>
                <a:gd name="connsiteX19" fmla="*/ 68051 w 143089"/>
                <a:gd name="connsiteY19" fmla="*/ 69357 h 136742"/>
                <a:gd name="connsiteX20" fmla="*/ 43298 w 143089"/>
                <a:gd name="connsiteY20" fmla="*/ 104752 h 136742"/>
                <a:gd name="connsiteX21" fmla="*/ 27902 w 143089"/>
                <a:gd name="connsiteY21" fmla="*/ 119274 h 136742"/>
                <a:gd name="connsiteX22" fmla="*/ 20053 w 143089"/>
                <a:gd name="connsiteY22" fmla="*/ 116551 h 136742"/>
                <a:gd name="connsiteX23" fmla="*/ 10393 w 143089"/>
                <a:gd name="connsiteY23" fmla="*/ 113526 h 136742"/>
                <a:gd name="connsiteX24" fmla="*/ 129 w 143089"/>
                <a:gd name="connsiteY24" fmla="*/ 124114 h 136742"/>
                <a:gd name="connsiteX25" fmla="*/ 15223 w 143089"/>
                <a:gd name="connsiteY25" fmla="*/ 136820 h 136742"/>
                <a:gd name="connsiteX26" fmla="*/ 43298 w 143089"/>
                <a:gd name="connsiteY26" fmla="*/ 115643 h 136742"/>
                <a:gd name="connsiteX27" fmla="*/ 70467 w 143089"/>
                <a:gd name="connsiteY27" fmla="*/ 80248 h 136742"/>
                <a:gd name="connsiteX28" fmla="*/ 79523 w 143089"/>
                <a:gd name="connsiteY28" fmla="*/ 116551 h 136742"/>
                <a:gd name="connsiteX29" fmla="*/ 97032 w 143089"/>
                <a:gd name="connsiteY29" fmla="*/ 136820 h 136742"/>
                <a:gd name="connsiteX30" fmla="*/ 133861 w 143089"/>
                <a:gd name="connsiteY30" fmla="*/ 102332 h 136742"/>
                <a:gd name="connsiteX31" fmla="*/ 129635 w 143089"/>
                <a:gd name="connsiteY31" fmla="*/ 9991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35" y="99912"/>
                  </a:moveTo>
                  <a:cubicBezTo>
                    <a:pt x="127219" y="102635"/>
                    <a:pt x="125710" y="104450"/>
                    <a:pt x="122993" y="108080"/>
                  </a:cubicBezTo>
                  <a:cubicBezTo>
                    <a:pt x="116050" y="117156"/>
                    <a:pt x="112428" y="120181"/>
                    <a:pt x="109107" y="120181"/>
                  </a:cubicBezTo>
                  <a:cubicBezTo>
                    <a:pt x="104579" y="120181"/>
                    <a:pt x="101862" y="116248"/>
                    <a:pt x="99749" y="107778"/>
                  </a:cubicBezTo>
                  <a:cubicBezTo>
                    <a:pt x="99145" y="105357"/>
                    <a:pt x="98843" y="103542"/>
                    <a:pt x="98541" y="102635"/>
                  </a:cubicBezTo>
                  <a:cubicBezTo>
                    <a:pt x="90994" y="72079"/>
                    <a:pt x="87674" y="58163"/>
                    <a:pt x="87674" y="53625"/>
                  </a:cubicBezTo>
                  <a:cubicBezTo>
                    <a:pt x="100956" y="30331"/>
                    <a:pt x="111824" y="17019"/>
                    <a:pt x="117258" y="17019"/>
                  </a:cubicBezTo>
                  <a:cubicBezTo>
                    <a:pt x="119069" y="17019"/>
                    <a:pt x="121484" y="17927"/>
                    <a:pt x="124503" y="19440"/>
                  </a:cubicBezTo>
                  <a:cubicBezTo>
                    <a:pt x="128125" y="21557"/>
                    <a:pt x="130238" y="22162"/>
                    <a:pt x="132653" y="22162"/>
                  </a:cubicBezTo>
                  <a:cubicBezTo>
                    <a:pt x="138993" y="22162"/>
                    <a:pt x="143219" y="17625"/>
                    <a:pt x="143219" y="11271"/>
                  </a:cubicBezTo>
                  <a:cubicBezTo>
                    <a:pt x="143219" y="4918"/>
                    <a:pt x="138087" y="78"/>
                    <a:pt x="130842" y="78"/>
                  </a:cubicBezTo>
                  <a:cubicBezTo>
                    <a:pt x="117559" y="78"/>
                    <a:pt x="106088" y="10969"/>
                    <a:pt x="85259" y="43339"/>
                  </a:cubicBezTo>
                  <a:lnTo>
                    <a:pt x="81938" y="26700"/>
                  </a:lnTo>
                  <a:cubicBezTo>
                    <a:pt x="77712" y="6128"/>
                    <a:pt x="74391" y="78"/>
                    <a:pt x="66240" y="78"/>
                  </a:cubicBezTo>
                  <a:cubicBezTo>
                    <a:pt x="59599" y="78"/>
                    <a:pt x="49335" y="2801"/>
                    <a:pt x="30921" y="8851"/>
                  </a:cubicBezTo>
                  <a:lnTo>
                    <a:pt x="27600" y="10061"/>
                  </a:lnTo>
                  <a:lnTo>
                    <a:pt x="28807" y="14599"/>
                  </a:lnTo>
                  <a:cubicBezTo>
                    <a:pt x="40279" y="11877"/>
                    <a:pt x="42996" y="11271"/>
                    <a:pt x="45713" y="11271"/>
                  </a:cubicBezTo>
                  <a:cubicBezTo>
                    <a:pt x="53260" y="11271"/>
                    <a:pt x="55071" y="13994"/>
                    <a:pt x="59297" y="32146"/>
                  </a:cubicBezTo>
                  <a:lnTo>
                    <a:pt x="68051" y="69357"/>
                  </a:lnTo>
                  <a:lnTo>
                    <a:pt x="43298" y="104752"/>
                  </a:lnTo>
                  <a:cubicBezTo>
                    <a:pt x="37260" y="113828"/>
                    <a:pt x="31222" y="119274"/>
                    <a:pt x="27902" y="119274"/>
                  </a:cubicBezTo>
                  <a:cubicBezTo>
                    <a:pt x="26091" y="119274"/>
                    <a:pt x="23072" y="118366"/>
                    <a:pt x="20053" y="116551"/>
                  </a:cubicBezTo>
                  <a:cubicBezTo>
                    <a:pt x="16129" y="114433"/>
                    <a:pt x="12808" y="113526"/>
                    <a:pt x="10393" y="113526"/>
                  </a:cubicBezTo>
                  <a:cubicBezTo>
                    <a:pt x="4657" y="113526"/>
                    <a:pt x="129" y="118063"/>
                    <a:pt x="129" y="124114"/>
                  </a:cubicBezTo>
                  <a:cubicBezTo>
                    <a:pt x="129" y="131980"/>
                    <a:pt x="6167" y="136820"/>
                    <a:pt x="15223" y="136820"/>
                  </a:cubicBezTo>
                  <a:cubicBezTo>
                    <a:pt x="24581" y="136820"/>
                    <a:pt x="28204" y="134097"/>
                    <a:pt x="43298" y="115643"/>
                  </a:cubicBezTo>
                  <a:cubicBezTo>
                    <a:pt x="51448" y="105962"/>
                    <a:pt x="57788" y="97794"/>
                    <a:pt x="70467" y="80248"/>
                  </a:cubicBezTo>
                  <a:lnTo>
                    <a:pt x="79523" y="116551"/>
                  </a:lnTo>
                  <a:cubicBezTo>
                    <a:pt x="83447" y="131980"/>
                    <a:pt x="87372" y="136820"/>
                    <a:pt x="97032" y="136820"/>
                  </a:cubicBezTo>
                  <a:cubicBezTo>
                    <a:pt x="108503" y="136820"/>
                    <a:pt x="116352" y="129559"/>
                    <a:pt x="133861" y="102332"/>
                  </a:cubicBezTo>
                  <a:lnTo>
                    <a:pt x="129635" y="9991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E082DE63-64F0-7964-0E02-C7E4D9BFDAF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202032" y="5055621"/>
              <a:ext cx="70035" cy="302526"/>
            </a:xfrm>
            <a:custGeom>
              <a:avLst/>
              <a:gdLst>
                <a:gd name="connsiteX0" fmla="*/ 70170 w 70035"/>
                <a:gd name="connsiteY0" fmla="*/ 151341 h 302526"/>
                <a:gd name="connsiteX1" fmla="*/ 50246 w 70035"/>
                <a:gd name="connsiteY1" fmla="*/ 56952 h 302526"/>
                <a:gd name="connsiteX2" fmla="*/ 3153 w 70035"/>
                <a:gd name="connsiteY2" fmla="*/ 77 h 302526"/>
                <a:gd name="connsiteX3" fmla="*/ 134 w 70035"/>
                <a:gd name="connsiteY3" fmla="*/ 3103 h 302526"/>
                <a:gd name="connsiteX4" fmla="*/ 5870 w 70035"/>
                <a:gd name="connsiteY4" fmla="*/ 10061 h 302526"/>
                <a:gd name="connsiteX5" fmla="*/ 52661 w 70035"/>
                <a:gd name="connsiteY5" fmla="*/ 151341 h 302526"/>
                <a:gd name="connsiteX6" fmla="*/ 4058 w 70035"/>
                <a:gd name="connsiteY6" fmla="*/ 294436 h 302526"/>
                <a:gd name="connsiteX7" fmla="*/ 134 w 70035"/>
                <a:gd name="connsiteY7" fmla="*/ 299579 h 302526"/>
                <a:gd name="connsiteX8" fmla="*/ 3153 w 70035"/>
                <a:gd name="connsiteY8" fmla="*/ 302604 h 302526"/>
                <a:gd name="connsiteX9" fmla="*/ 51151 w 70035"/>
                <a:gd name="connsiteY9" fmla="*/ 243611 h 302526"/>
                <a:gd name="connsiteX10" fmla="*/ 70170 w 70035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170" y="151341"/>
                  </a:moveTo>
                  <a:cubicBezTo>
                    <a:pt x="70170" y="127744"/>
                    <a:pt x="66849" y="91138"/>
                    <a:pt x="50246" y="56952"/>
                  </a:cubicBezTo>
                  <a:cubicBezTo>
                    <a:pt x="32133" y="19742"/>
                    <a:pt x="6171" y="77"/>
                    <a:pt x="3153" y="77"/>
                  </a:cubicBezTo>
                  <a:cubicBezTo>
                    <a:pt x="1341" y="77"/>
                    <a:pt x="134" y="1287"/>
                    <a:pt x="134" y="3103"/>
                  </a:cubicBezTo>
                  <a:cubicBezTo>
                    <a:pt x="134" y="4010"/>
                    <a:pt x="134" y="4615"/>
                    <a:pt x="5870" y="10061"/>
                  </a:cubicBezTo>
                  <a:cubicBezTo>
                    <a:pt x="35454" y="40011"/>
                    <a:pt x="52661" y="88113"/>
                    <a:pt x="52661" y="151341"/>
                  </a:cubicBezTo>
                  <a:cubicBezTo>
                    <a:pt x="52661" y="203073"/>
                    <a:pt x="41491" y="256317"/>
                    <a:pt x="4058" y="294436"/>
                  </a:cubicBezTo>
                  <a:cubicBezTo>
                    <a:pt x="134" y="298066"/>
                    <a:pt x="134" y="298671"/>
                    <a:pt x="134" y="299579"/>
                  </a:cubicBezTo>
                  <a:cubicBezTo>
                    <a:pt x="134" y="301394"/>
                    <a:pt x="1341" y="302604"/>
                    <a:pt x="3153" y="302604"/>
                  </a:cubicBezTo>
                  <a:cubicBezTo>
                    <a:pt x="6171" y="302604"/>
                    <a:pt x="33340" y="282032"/>
                    <a:pt x="51151" y="243611"/>
                  </a:cubicBezTo>
                  <a:cubicBezTo>
                    <a:pt x="66547" y="210333"/>
                    <a:pt x="70170" y="176753"/>
                    <a:pt x="70170" y="15134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3B627277-BA61-C55C-65AB-CEB9D44B8A2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386628" y="5171489"/>
              <a:ext cx="200748" cy="70791"/>
            </a:xfrm>
            <a:custGeom>
              <a:avLst/>
              <a:gdLst>
                <a:gd name="connsiteX0" fmla="*/ 190625 w 200748"/>
                <a:gd name="connsiteY0" fmla="*/ 12178 h 70791"/>
                <a:gd name="connsiteX1" fmla="*/ 200889 w 200748"/>
                <a:gd name="connsiteY1" fmla="*/ 6128 h 70791"/>
                <a:gd name="connsiteX2" fmla="*/ 190927 w 200748"/>
                <a:gd name="connsiteY2" fmla="*/ 77 h 70791"/>
                <a:gd name="connsiteX3" fmla="*/ 10103 w 200748"/>
                <a:gd name="connsiteY3" fmla="*/ 77 h 70791"/>
                <a:gd name="connsiteX4" fmla="*/ 141 w 200748"/>
                <a:gd name="connsiteY4" fmla="*/ 6128 h 70791"/>
                <a:gd name="connsiteX5" fmla="*/ 10404 w 200748"/>
                <a:gd name="connsiteY5" fmla="*/ 12178 h 70791"/>
                <a:gd name="connsiteX6" fmla="*/ 190625 w 200748"/>
                <a:gd name="connsiteY6" fmla="*/ 12178 h 70791"/>
                <a:gd name="connsiteX7" fmla="*/ 190927 w 200748"/>
                <a:gd name="connsiteY7" fmla="*/ 70869 h 70791"/>
                <a:gd name="connsiteX8" fmla="*/ 200889 w 200748"/>
                <a:gd name="connsiteY8" fmla="*/ 64818 h 70791"/>
                <a:gd name="connsiteX9" fmla="*/ 190625 w 200748"/>
                <a:gd name="connsiteY9" fmla="*/ 58768 h 70791"/>
                <a:gd name="connsiteX10" fmla="*/ 10404 w 200748"/>
                <a:gd name="connsiteY10" fmla="*/ 58768 h 70791"/>
                <a:gd name="connsiteX11" fmla="*/ 141 w 200748"/>
                <a:gd name="connsiteY11" fmla="*/ 64818 h 70791"/>
                <a:gd name="connsiteX12" fmla="*/ 10103 w 200748"/>
                <a:gd name="connsiteY12" fmla="*/ 70869 h 70791"/>
                <a:gd name="connsiteX13" fmla="*/ 190927 w 200748"/>
                <a:gd name="connsiteY13" fmla="*/ 7086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748" h="70791">
                  <a:moveTo>
                    <a:pt x="190625" y="12178"/>
                  </a:moveTo>
                  <a:cubicBezTo>
                    <a:pt x="195153" y="12178"/>
                    <a:pt x="200889" y="12178"/>
                    <a:pt x="200889" y="6128"/>
                  </a:cubicBezTo>
                  <a:cubicBezTo>
                    <a:pt x="200889" y="77"/>
                    <a:pt x="195153" y="77"/>
                    <a:pt x="190927" y="77"/>
                  </a:cubicBezTo>
                  <a:lnTo>
                    <a:pt x="10103" y="77"/>
                  </a:lnTo>
                  <a:cubicBezTo>
                    <a:pt x="5876" y="77"/>
                    <a:pt x="141" y="77"/>
                    <a:pt x="141" y="6128"/>
                  </a:cubicBezTo>
                  <a:cubicBezTo>
                    <a:pt x="141" y="12178"/>
                    <a:pt x="5876" y="12178"/>
                    <a:pt x="10404" y="12178"/>
                  </a:cubicBezTo>
                  <a:lnTo>
                    <a:pt x="190625" y="12178"/>
                  </a:lnTo>
                  <a:close/>
                  <a:moveTo>
                    <a:pt x="190927" y="70869"/>
                  </a:moveTo>
                  <a:cubicBezTo>
                    <a:pt x="195153" y="70869"/>
                    <a:pt x="200889" y="70869"/>
                    <a:pt x="200889" y="64818"/>
                  </a:cubicBezTo>
                  <a:cubicBezTo>
                    <a:pt x="200889" y="58768"/>
                    <a:pt x="195153" y="58768"/>
                    <a:pt x="190625" y="58768"/>
                  </a:cubicBezTo>
                  <a:lnTo>
                    <a:pt x="10404" y="58768"/>
                  </a:lnTo>
                  <a:cubicBezTo>
                    <a:pt x="5876" y="58768"/>
                    <a:pt x="141" y="58768"/>
                    <a:pt x="141" y="64818"/>
                  </a:cubicBezTo>
                  <a:cubicBezTo>
                    <a:pt x="141" y="70869"/>
                    <a:pt x="5876" y="70869"/>
                    <a:pt x="10103" y="70869"/>
                  </a:cubicBezTo>
                  <a:lnTo>
                    <a:pt x="190927" y="7086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ABB8331E-42C4-4765-CA70-4B6CD495E86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865097" y="4850046"/>
              <a:ext cx="70035" cy="302526"/>
            </a:xfrm>
            <a:custGeom>
              <a:avLst/>
              <a:gdLst>
                <a:gd name="connsiteX0" fmla="*/ 70191 w 70035"/>
                <a:gd name="connsiteY0" fmla="*/ 299572 h 302526"/>
                <a:gd name="connsiteX1" fmla="*/ 65059 w 70035"/>
                <a:gd name="connsiteY1" fmla="*/ 292916 h 302526"/>
                <a:gd name="connsiteX2" fmla="*/ 17664 w 70035"/>
                <a:gd name="connsiteY2" fmla="*/ 151334 h 302526"/>
                <a:gd name="connsiteX3" fmla="*/ 66267 w 70035"/>
                <a:gd name="connsiteY3" fmla="*/ 8239 h 302526"/>
                <a:gd name="connsiteX4" fmla="*/ 70191 w 70035"/>
                <a:gd name="connsiteY4" fmla="*/ 3096 h 302526"/>
                <a:gd name="connsiteX5" fmla="*/ 67172 w 70035"/>
                <a:gd name="connsiteY5" fmla="*/ 71 h 302526"/>
                <a:gd name="connsiteX6" fmla="*/ 19174 w 70035"/>
                <a:gd name="connsiteY6" fmla="*/ 59063 h 302526"/>
                <a:gd name="connsiteX7" fmla="*/ 155 w 70035"/>
                <a:gd name="connsiteY7" fmla="*/ 151334 h 302526"/>
                <a:gd name="connsiteX8" fmla="*/ 20079 w 70035"/>
                <a:gd name="connsiteY8" fmla="*/ 245722 h 302526"/>
                <a:gd name="connsiteX9" fmla="*/ 67172 w 70035"/>
                <a:gd name="connsiteY9" fmla="*/ 302597 h 302526"/>
                <a:gd name="connsiteX10" fmla="*/ 70191 w 700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191" y="299572"/>
                  </a:moveTo>
                  <a:cubicBezTo>
                    <a:pt x="70191" y="298664"/>
                    <a:pt x="70191" y="298059"/>
                    <a:pt x="65059" y="292916"/>
                  </a:cubicBezTo>
                  <a:cubicBezTo>
                    <a:pt x="27324" y="254798"/>
                    <a:pt x="17664" y="197621"/>
                    <a:pt x="17664" y="151334"/>
                  </a:cubicBezTo>
                  <a:cubicBezTo>
                    <a:pt x="17664" y="98694"/>
                    <a:pt x="29136" y="46055"/>
                    <a:pt x="66267" y="8239"/>
                  </a:cubicBezTo>
                  <a:cubicBezTo>
                    <a:pt x="70191" y="4608"/>
                    <a:pt x="70191" y="4003"/>
                    <a:pt x="70191" y="3096"/>
                  </a:cubicBezTo>
                  <a:cubicBezTo>
                    <a:pt x="70191" y="978"/>
                    <a:pt x="68983" y="71"/>
                    <a:pt x="67172" y="71"/>
                  </a:cubicBezTo>
                  <a:cubicBezTo>
                    <a:pt x="64153" y="71"/>
                    <a:pt x="36984" y="20642"/>
                    <a:pt x="19174" y="59063"/>
                  </a:cubicBezTo>
                  <a:cubicBezTo>
                    <a:pt x="3778" y="92341"/>
                    <a:pt x="155" y="125922"/>
                    <a:pt x="155" y="151334"/>
                  </a:cubicBezTo>
                  <a:cubicBezTo>
                    <a:pt x="155" y="174931"/>
                    <a:pt x="3476" y="211537"/>
                    <a:pt x="20079" y="245722"/>
                  </a:cubicBezTo>
                  <a:cubicBezTo>
                    <a:pt x="38192" y="282933"/>
                    <a:pt x="64153" y="302597"/>
                    <a:pt x="67172" y="302597"/>
                  </a:cubicBezTo>
                  <a:cubicBezTo>
                    <a:pt x="68983" y="302597"/>
                    <a:pt x="70191" y="301690"/>
                    <a:pt x="70191" y="29957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B2DCDAC-2455-93AC-D9B0-BB4DFEABC6F8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944624" y="4943526"/>
              <a:ext cx="143089" cy="136742"/>
            </a:xfrm>
            <a:custGeom>
              <a:avLst/>
              <a:gdLst>
                <a:gd name="connsiteX0" fmla="*/ 129664 w 143089"/>
                <a:gd name="connsiteY0" fmla="*/ 99905 h 136742"/>
                <a:gd name="connsiteX1" fmla="*/ 123023 w 143089"/>
                <a:gd name="connsiteY1" fmla="*/ 108073 h 136742"/>
                <a:gd name="connsiteX2" fmla="*/ 109137 w 143089"/>
                <a:gd name="connsiteY2" fmla="*/ 120174 h 136742"/>
                <a:gd name="connsiteX3" fmla="*/ 99778 w 143089"/>
                <a:gd name="connsiteY3" fmla="*/ 107771 h 136742"/>
                <a:gd name="connsiteX4" fmla="*/ 98571 w 143089"/>
                <a:gd name="connsiteY4" fmla="*/ 102628 h 136742"/>
                <a:gd name="connsiteX5" fmla="*/ 87703 w 143089"/>
                <a:gd name="connsiteY5" fmla="*/ 53618 h 136742"/>
                <a:gd name="connsiteX6" fmla="*/ 117287 w 143089"/>
                <a:gd name="connsiteY6" fmla="*/ 17013 h 136742"/>
                <a:gd name="connsiteX7" fmla="*/ 124532 w 143089"/>
                <a:gd name="connsiteY7" fmla="*/ 19433 h 136742"/>
                <a:gd name="connsiteX8" fmla="*/ 132683 w 143089"/>
                <a:gd name="connsiteY8" fmla="*/ 22156 h 136742"/>
                <a:gd name="connsiteX9" fmla="*/ 143249 w 143089"/>
                <a:gd name="connsiteY9" fmla="*/ 11265 h 136742"/>
                <a:gd name="connsiteX10" fmla="*/ 130872 w 143089"/>
                <a:gd name="connsiteY10" fmla="*/ 71 h 136742"/>
                <a:gd name="connsiteX11" fmla="*/ 85288 w 143089"/>
                <a:gd name="connsiteY11" fmla="*/ 43333 h 136742"/>
                <a:gd name="connsiteX12" fmla="*/ 81968 w 143089"/>
                <a:gd name="connsiteY12" fmla="*/ 26694 h 136742"/>
                <a:gd name="connsiteX13" fmla="*/ 66270 w 143089"/>
                <a:gd name="connsiteY13" fmla="*/ 71 h 136742"/>
                <a:gd name="connsiteX14" fmla="*/ 30950 w 143089"/>
                <a:gd name="connsiteY14" fmla="*/ 8845 h 136742"/>
                <a:gd name="connsiteX15" fmla="*/ 27630 w 143089"/>
                <a:gd name="connsiteY15" fmla="*/ 10055 h 136742"/>
                <a:gd name="connsiteX16" fmla="*/ 28837 w 143089"/>
                <a:gd name="connsiteY16" fmla="*/ 14593 h 136742"/>
                <a:gd name="connsiteX17" fmla="*/ 45742 w 143089"/>
                <a:gd name="connsiteY17" fmla="*/ 11265 h 136742"/>
                <a:gd name="connsiteX18" fmla="*/ 59327 w 143089"/>
                <a:gd name="connsiteY18" fmla="*/ 32139 h 136742"/>
                <a:gd name="connsiteX19" fmla="*/ 68081 w 143089"/>
                <a:gd name="connsiteY19" fmla="*/ 69350 h 136742"/>
                <a:gd name="connsiteX20" fmla="*/ 43327 w 143089"/>
                <a:gd name="connsiteY20" fmla="*/ 104745 h 136742"/>
                <a:gd name="connsiteX21" fmla="*/ 27931 w 143089"/>
                <a:gd name="connsiteY21" fmla="*/ 119267 h 136742"/>
                <a:gd name="connsiteX22" fmla="*/ 20083 w 143089"/>
                <a:gd name="connsiteY22" fmla="*/ 116544 h 136742"/>
                <a:gd name="connsiteX23" fmla="*/ 10423 w 143089"/>
                <a:gd name="connsiteY23" fmla="*/ 113519 h 136742"/>
                <a:gd name="connsiteX24" fmla="*/ 159 w 143089"/>
                <a:gd name="connsiteY24" fmla="*/ 124107 h 136742"/>
                <a:gd name="connsiteX25" fmla="*/ 15253 w 143089"/>
                <a:gd name="connsiteY25" fmla="*/ 136813 h 136742"/>
                <a:gd name="connsiteX26" fmla="*/ 43327 w 143089"/>
                <a:gd name="connsiteY26" fmla="*/ 115636 h 136742"/>
                <a:gd name="connsiteX27" fmla="*/ 70496 w 143089"/>
                <a:gd name="connsiteY27" fmla="*/ 80241 h 136742"/>
                <a:gd name="connsiteX28" fmla="*/ 79553 w 143089"/>
                <a:gd name="connsiteY28" fmla="*/ 116544 h 136742"/>
                <a:gd name="connsiteX29" fmla="*/ 97061 w 143089"/>
                <a:gd name="connsiteY29" fmla="*/ 136813 h 136742"/>
                <a:gd name="connsiteX30" fmla="*/ 133891 w 143089"/>
                <a:gd name="connsiteY30" fmla="*/ 102325 h 136742"/>
                <a:gd name="connsiteX31" fmla="*/ 129664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64" y="99905"/>
                  </a:moveTo>
                  <a:cubicBezTo>
                    <a:pt x="127249" y="102628"/>
                    <a:pt x="125740" y="104443"/>
                    <a:pt x="123023" y="108073"/>
                  </a:cubicBezTo>
                  <a:cubicBezTo>
                    <a:pt x="116080" y="117149"/>
                    <a:pt x="112457" y="120174"/>
                    <a:pt x="109137" y="120174"/>
                  </a:cubicBezTo>
                  <a:cubicBezTo>
                    <a:pt x="104608" y="120174"/>
                    <a:pt x="101891" y="116242"/>
                    <a:pt x="99778" y="107771"/>
                  </a:cubicBezTo>
                  <a:cubicBezTo>
                    <a:pt x="99175" y="105351"/>
                    <a:pt x="98873" y="103535"/>
                    <a:pt x="98571" y="102628"/>
                  </a:cubicBezTo>
                  <a:cubicBezTo>
                    <a:pt x="91024" y="72073"/>
                    <a:pt x="87703" y="58156"/>
                    <a:pt x="87703" y="53618"/>
                  </a:cubicBezTo>
                  <a:cubicBezTo>
                    <a:pt x="100986" y="30324"/>
                    <a:pt x="111853" y="17013"/>
                    <a:pt x="117287" y="17013"/>
                  </a:cubicBezTo>
                  <a:cubicBezTo>
                    <a:pt x="119099" y="17013"/>
                    <a:pt x="121514" y="17920"/>
                    <a:pt x="124532" y="19433"/>
                  </a:cubicBezTo>
                  <a:cubicBezTo>
                    <a:pt x="128155" y="21551"/>
                    <a:pt x="130268" y="22156"/>
                    <a:pt x="132683" y="22156"/>
                  </a:cubicBezTo>
                  <a:cubicBezTo>
                    <a:pt x="139022" y="22156"/>
                    <a:pt x="143249" y="17618"/>
                    <a:pt x="143249" y="11265"/>
                  </a:cubicBezTo>
                  <a:cubicBezTo>
                    <a:pt x="143249" y="4912"/>
                    <a:pt x="138117" y="71"/>
                    <a:pt x="130872" y="71"/>
                  </a:cubicBezTo>
                  <a:cubicBezTo>
                    <a:pt x="117589" y="71"/>
                    <a:pt x="106118" y="10962"/>
                    <a:pt x="85288" y="43333"/>
                  </a:cubicBezTo>
                  <a:lnTo>
                    <a:pt x="81968" y="26694"/>
                  </a:lnTo>
                  <a:cubicBezTo>
                    <a:pt x="77741" y="6122"/>
                    <a:pt x="74421" y="71"/>
                    <a:pt x="66270" y="71"/>
                  </a:cubicBezTo>
                  <a:cubicBezTo>
                    <a:pt x="59629" y="71"/>
                    <a:pt x="49365" y="2794"/>
                    <a:pt x="30950" y="8845"/>
                  </a:cubicBezTo>
                  <a:lnTo>
                    <a:pt x="27630" y="10055"/>
                  </a:lnTo>
                  <a:lnTo>
                    <a:pt x="28837" y="14593"/>
                  </a:lnTo>
                  <a:cubicBezTo>
                    <a:pt x="40308" y="11870"/>
                    <a:pt x="43025" y="11265"/>
                    <a:pt x="45742" y="11265"/>
                  </a:cubicBezTo>
                  <a:cubicBezTo>
                    <a:pt x="53289" y="11265"/>
                    <a:pt x="55100" y="13987"/>
                    <a:pt x="59327" y="32139"/>
                  </a:cubicBezTo>
                  <a:lnTo>
                    <a:pt x="68081" y="69350"/>
                  </a:lnTo>
                  <a:lnTo>
                    <a:pt x="43327" y="104745"/>
                  </a:lnTo>
                  <a:cubicBezTo>
                    <a:pt x="37290" y="113821"/>
                    <a:pt x="31252" y="119267"/>
                    <a:pt x="27931" y="119267"/>
                  </a:cubicBezTo>
                  <a:cubicBezTo>
                    <a:pt x="26120" y="119267"/>
                    <a:pt x="23101" y="118359"/>
                    <a:pt x="20083" y="116544"/>
                  </a:cubicBezTo>
                  <a:cubicBezTo>
                    <a:pt x="16158" y="114426"/>
                    <a:pt x="12838" y="113519"/>
                    <a:pt x="10423" y="113519"/>
                  </a:cubicBezTo>
                  <a:cubicBezTo>
                    <a:pt x="4687" y="113519"/>
                    <a:pt x="159" y="118057"/>
                    <a:pt x="159" y="124107"/>
                  </a:cubicBezTo>
                  <a:cubicBezTo>
                    <a:pt x="159" y="131973"/>
                    <a:pt x="6196" y="136813"/>
                    <a:pt x="15253" y="136813"/>
                  </a:cubicBezTo>
                  <a:cubicBezTo>
                    <a:pt x="24611" y="136813"/>
                    <a:pt x="28233" y="134091"/>
                    <a:pt x="43327" y="115636"/>
                  </a:cubicBezTo>
                  <a:cubicBezTo>
                    <a:pt x="51478" y="105956"/>
                    <a:pt x="57817" y="97787"/>
                    <a:pt x="70496" y="80241"/>
                  </a:cubicBezTo>
                  <a:lnTo>
                    <a:pt x="79553" y="116544"/>
                  </a:lnTo>
                  <a:cubicBezTo>
                    <a:pt x="83477" y="131973"/>
                    <a:pt x="87401" y="136813"/>
                    <a:pt x="97061" y="136813"/>
                  </a:cubicBezTo>
                  <a:cubicBezTo>
                    <a:pt x="108533" y="136813"/>
                    <a:pt x="116382" y="129553"/>
                    <a:pt x="133891" y="102325"/>
                  </a:cubicBezTo>
                  <a:lnTo>
                    <a:pt x="129664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9770E923-81CA-186D-0B23-F7942FEFD265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155355" y="4995258"/>
              <a:ext cx="184447" cy="12101"/>
            </a:xfrm>
            <a:custGeom>
              <a:avLst/>
              <a:gdLst>
                <a:gd name="connsiteX0" fmla="*/ 174046 w 184447"/>
                <a:gd name="connsiteY0" fmla="*/ 12172 h 12101"/>
                <a:gd name="connsiteX1" fmla="*/ 184612 w 184447"/>
                <a:gd name="connsiteY1" fmla="*/ 6122 h 12101"/>
                <a:gd name="connsiteX2" fmla="*/ 174046 w 184447"/>
                <a:gd name="connsiteY2" fmla="*/ 71 h 12101"/>
                <a:gd name="connsiteX3" fmla="*/ 10730 w 184447"/>
                <a:gd name="connsiteY3" fmla="*/ 71 h 12101"/>
                <a:gd name="connsiteX4" fmla="*/ 165 w 184447"/>
                <a:gd name="connsiteY4" fmla="*/ 6122 h 12101"/>
                <a:gd name="connsiteX5" fmla="*/ 10730 w 184447"/>
                <a:gd name="connsiteY5" fmla="*/ 12172 h 12101"/>
                <a:gd name="connsiteX6" fmla="*/ 174046 w 18444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46" y="12172"/>
                  </a:moveTo>
                  <a:cubicBezTo>
                    <a:pt x="179178" y="12172"/>
                    <a:pt x="184612" y="12172"/>
                    <a:pt x="184612" y="6122"/>
                  </a:cubicBezTo>
                  <a:cubicBezTo>
                    <a:pt x="184612" y="71"/>
                    <a:pt x="179178" y="71"/>
                    <a:pt x="174046" y="71"/>
                  </a:cubicBezTo>
                  <a:lnTo>
                    <a:pt x="10730" y="71"/>
                  </a:lnTo>
                  <a:cubicBezTo>
                    <a:pt x="5598" y="71"/>
                    <a:pt x="165" y="71"/>
                    <a:pt x="165" y="6122"/>
                  </a:cubicBezTo>
                  <a:cubicBezTo>
                    <a:pt x="165" y="12172"/>
                    <a:pt x="5598" y="12172"/>
                    <a:pt x="10730" y="12172"/>
                  </a:cubicBezTo>
                  <a:lnTo>
                    <a:pt x="174046" y="1217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BBD0269C-0C44-B931-EBC8-D8BBC564CDB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399667" y="4943526"/>
              <a:ext cx="143089" cy="136742"/>
            </a:xfrm>
            <a:custGeom>
              <a:avLst/>
              <a:gdLst>
                <a:gd name="connsiteX0" fmla="*/ 129679 w 143089"/>
                <a:gd name="connsiteY0" fmla="*/ 99905 h 136742"/>
                <a:gd name="connsiteX1" fmla="*/ 123038 w 143089"/>
                <a:gd name="connsiteY1" fmla="*/ 108073 h 136742"/>
                <a:gd name="connsiteX2" fmla="*/ 109152 w 143089"/>
                <a:gd name="connsiteY2" fmla="*/ 120174 h 136742"/>
                <a:gd name="connsiteX3" fmla="*/ 99793 w 143089"/>
                <a:gd name="connsiteY3" fmla="*/ 107771 h 136742"/>
                <a:gd name="connsiteX4" fmla="*/ 98586 w 143089"/>
                <a:gd name="connsiteY4" fmla="*/ 102628 h 136742"/>
                <a:gd name="connsiteX5" fmla="*/ 87718 w 143089"/>
                <a:gd name="connsiteY5" fmla="*/ 53618 h 136742"/>
                <a:gd name="connsiteX6" fmla="*/ 117302 w 143089"/>
                <a:gd name="connsiteY6" fmla="*/ 17013 h 136742"/>
                <a:gd name="connsiteX7" fmla="*/ 124547 w 143089"/>
                <a:gd name="connsiteY7" fmla="*/ 19433 h 136742"/>
                <a:gd name="connsiteX8" fmla="*/ 132698 w 143089"/>
                <a:gd name="connsiteY8" fmla="*/ 22156 h 136742"/>
                <a:gd name="connsiteX9" fmla="*/ 143264 w 143089"/>
                <a:gd name="connsiteY9" fmla="*/ 11265 h 136742"/>
                <a:gd name="connsiteX10" fmla="*/ 130887 w 143089"/>
                <a:gd name="connsiteY10" fmla="*/ 71 h 136742"/>
                <a:gd name="connsiteX11" fmla="*/ 85303 w 143089"/>
                <a:gd name="connsiteY11" fmla="*/ 43333 h 136742"/>
                <a:gd name="connsiteX12" fmla="*/ 81983 w 143089"/>
                <a:gd name="connsiteY12" fmla="*/ 26694 h 136742"/>
                <a:gd name="connsiteX13" fmla="*/ 66285 w 143089"/>
                <a:gd name="connsiteY13" fmla="*/ 71 h 136742"/>
                <a:gd name="connsiteX14" fmla="*/ 30965 w 143089"/>
                <a:gd name="connsiteY14" fmla="*/ 8845 h 136742"/>
                <a:gd name="connsiteX15" fmla="*/ 27645 w 143089"/>
                <a:gd name="connsiteY15" fmla="*/ 10055 h 136742"/>
                <a:gd name="connsiteX16" fmla="*/ 28852 w 143089"/>
                <a:gd name="connsiteY16" fmla="*/ 14593 h 136742"/>
                <a:gd name="connsiteX17" fmla="*/ 45757 w 143089"/>
                <a:gd name="connsiteY17" fmla="*/ 11265 h 136742"/>
                <a:gd name="connsiteX18" fmla="*/ 59342 w 143089"/>
                <a:gd name="connsiteY18" fmla="*/ 32139 h 136742"/>
                <a:gd name="connsiteX19" fmla="*/ 68096 w 143089"/>
                <a:gd name="connsiteY19" fmla="*/ 69350 h 136742"/>
                <a:gd name="connsiteX20" fmla="*/ 43342 w 143089"/>
                <a:gd name="connsiteY20" fmla="*/ 104745 h 136742"/>
                <a:gd name="connsiteX21" fmla="*/ 27946 w 143089"/>
                <a:gd name="connsiteY21" fmla="*/ 119267 h 136742"/>
                <a:gd name="connsiteX22" fmla="*/ 20098 w 143089"/>
                <a:gd name="connsiteY22" fmla="*/ 116544 h 136742"/>
                <a:gd name="connsiteX23" fmla="*/ 10438 w 143089"/>
                <a:gd name="connsiteY23" fmla="*/ 113519 h 136742"/>
                <a:gd name="connsiteX24" fmla="*/ 174 w 143089"/>
                <a:gd name="connsiteY24" fmla="*/ 124107 h 136742"/>
                <a:gd name="connsiteX25" fmla="*/ 15268 w 143089"/>
                <a:gd name="connsiteY25" fmla="*/ 136813 h 136742"/>
                <a:gd name="connsiteX26" fmla="*/ 43342 w 143089"/>
                <a:gd name="connsiteY26" fmla="*/ 115636 h 136742"/>
                <a:gd name="connsiteX27" fmla="*/ 70511 w 143089"/>
                <a:gd name="connsiteY27" fmla="*/ 80241 h 136742"/>
                <a:gd name="connsiteX28" fmla="*/ 79568 w 143089"/>
                <a:gd name="connsiteY28" fmla="*/ 116544 h 136742"/>
                <a:gd name="connsiteX29" fmla="*/ 97076 w 143089"/>
                <a:gd name="connsiteY29" fmla="*/ 136813 h 136742"/>
                <a:gd name="connsiteX30" fmla="*/ 133905 w 143089"/>
                <a:gd name="connsiteY30" fmla="*/ 102325 h 136742"/>
                <a:gd name="connsiteX31" fmla="*/ 129679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79" y="99905"/>
                  </a:moveTo>
                  <a:cubicBezTo>
                    <a:pt x="127264" y="102628"/>
                    <a:pt x="125755" y="104443"/>
                    <a:pt x="123038" y="108073"/>
                  </a:cubicBezTo>
                  <a:cubicBezTo>
                    <a:pt x="116095" y="117149"/>
                    <a:pt x="112472" y="120174"/>
                    <a:pt x="109152" y="120174"/>
                  </a:cubicBezTo>
                  <a:cubicBezTo>
                    <a:pt x="104623" y="120174"/>
                    <a:pt x="101906" y="116242"/>
                    <a:pt x="99793" y="107771"/>
                  </a:cubicBezTo>
                  <a:cubicBezTo>
                    <a:pt x="99190" y="105351"/>
                    <a:pt x="98888" y="103535"/>
                    <a:pt x="98586" y="102628"/>
                  </a:cubicBezTo>
                  <a:cubicBezTo>
                    <a:pt x="91039" y="72073"/>
                    <a:pt x="87718" y="58156"/>
                    <a:pt x="87718" y="53618"/>
                  </a:cubicBezTo>
                  <a:cubicBezTo>
                    <a:pt x="101001" y="30324"/>
                    <a:pt x="111868" y="17013"/>
                    <a:pt x="117302" y="17013"/>
                  </a:cubicBezTo>
                  <a:cubicBezTo>
                    <a:pt x="119113" y="17013"/>
                    <a:pt x="121528" y="17920"/>
                    <a:pt x="124547" y="19433"/>
                  </a:cubicBezTo>
                  <a:cubicBezTo>
                    <a:pt x="128170" y="21551"/>
                    <a:pt x="130283" y="22156"/>
                    <a:pt x="132698" y="22156"/>
                  </a:cubicBezTo>
                  <a:cubicBezTo>
                    <a:pt x="139037" y="22156"/>
                    <a:pt x="143264" y="17618"/>
                    <a:pt x="143264" y="11265"/>
                  </a:cubicBezTo>
                  <a:cubicBezTo>
                    <a:pt x="143264" y="4912"/>
                    <a:pt x="138132" y="71"/>
                    <a:pt x="130887" y="71"/>
                  </a:cubicBezTo>
                  <a:cubicBezTo>
                    <a:pt x="117604" y="71"/>
                    <a:pt x="106133" y="10962"/>
                    <a:pt x="85303" y="43333"/>
                  </a:cubicBezTo>
                  <a:lnTo>
                    <a:pt x="81983" y="26694"/>
                  </a:lnTo>
                  <a:cubicBezTo>
                    <a:pt x="77756" y="6122"/>
                    <a:pt x="74436" y="71"/>
                    <a:pt x="66285" y="71"/>
                  </a:cubicBezTo>
                  <a:cubicBezTo>
                    <a:pt x="59644" y="71"/>
                    <a:pt x="49380" y="2794"/>
                    <a:pt x="30965" y="8845"/>
                  </a:cubicBezTo>
                  <a:lnTo>
                    <a:pt x="27645" y="10055"/>
                  </a:lnTo>
                  <a:lnTo>
                    <a:pt x="28852" y="14593"/>
                  </a:lnTo>
                  <a:cubicBezTo>
                    <a:pt x="40323" y="11870"/>
                    <a:pt x="43040" y="11265"/>
                    <a:pt x="45757" y="11265"/>
                  </a:cubicBezTo>
                  <a:cubicBezTo>
                    <a:pt x="53304" y="11265"/>
                    <a:pt x="55115" y="13987"/>
                    <a:pt x="59342" y="32139"/>
                  </a:cubicBezTo>
                  <a:lnTo>
                    <a:pt x="68096" y="69350"/>
                  </a:lnTo>
                  <a:lnTo>
                    <a:pt x="43342" y="104745"/>
                  </a:lnTo>
                  <a:cubicBezTo>
                    <a:pt x="37305" y="113821"/>
                    <a:pt x="31267" y="119267"/>
                    <a:pt x="27946" y="119267"/>
                  </a:cubicBezTo>
                  <a:cubicBezTo>
                    <a:pt x="26135" y="119267"/>
                    <a:pt x="23116" y="118359"/>
                    <a:pt x="20098" y="116544"/>
                  </a:cubicBezTo>
                  <a:cubicBezTo>
                    <a:pt x="16173" y="114426"/>
                    <a:pt x="12853" y="113519"/>
                    <a:pt x="10438" y="113519"/>
                  </a:cubicBezTo>
                  <a:cubicBezTo>
                    <a:pt x="4702" y="113519"/>
                    <a:pt x="174" y="118057"/>
                    <a:pt x="174" y="124107"/>
                  </a:cubicBezTo>
                  <a:cubicBezTo>
                    <a:pt x="174" y="131973"/>
                    <a:pt x="6211" y="136813"/>
                    <a:pt x="15268" y="136813"/>
                  </a:cubicBezTo>
                  <a:cubicBezTo>
                    <a:pt x="24626" y="136813"/>
                    <a:pt x="28248" y="134091"/>
                    <a:pt x="43342" y="115636"/>
                  </a:cubicBezTo>
                  <a:cubicBezTo>
                    <a:pt x="51493" y="105956"/>
                    <a:pt x="57832" y="97787"/>
                    <a:pt x="70511" y="80241"/>
                  </a:cubicBezTo>
                  <a:lnTo>
                    <a:pt x="79568" y="116544"/>
                  </a:lnTo>
                  <a:cubicBezTo>
                    <a:pt x="83492" y="131973"/>
                    <a:pt x="87416" y="136813"/>
                    <a:pt x="97076" y="136813"/>
                  </a:cubicBezTo>
                  <a:cubicBezTo>
                    <a:pt x="108548" y="136813"/>
                    <a:pt x="116397" y="129553"/>
                    <a:pt x="133905" y="102325"/>
                  </a:cubicBezTo>
                  <a:lnTo>
                    <a:pt x="129679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83D70D09-DA37-DFF4-48F3-9877AA8FCFF7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567149" y="4971476"/>
              <a:ext cx="63219" cy="151335"/>
            </a:xfrm>
            <a:custGeom>
              <a:avLst/>
              <a:gdLst>
                <a:gd name="connsiteX0" fmla="*/ 40388 w 63219"/>
                <a:gd name="connsiteY0" fmla="*/ 74 h 151335"/>
                <a:gd name="connsiteX1" fmla="*/ 177 w 63219"/>
                <a:gd name="connsiteY1" fmla="*/ 20446 h 151335"/>
                <a:gd name="connsiteX2" fmla="*/ 177 w 63219"/>
                <a:gd name="connsiteY2" fmla="*/ 23580 h 151335"/>
                <a:gd name="connsiteX3" fmla="*/ 6209 w 63219"/>
                <a:gd name="connsiteY3" fmla="*/ 21117 h 151335"/>
                <a:gd name="connsiteX4" fmla="*/ 16261 w 63219"/>
                <a:gd name="connsiteY4" fmla="*/ 18655 h 151335"/>
                <a:gd name="connsiteX5" fmla="*/ 22963 w 63219"/>
                <a:gd name="connsiteY5" fmla="*/ 29177 h 151335"/>
                <a:gd name="connsiteX6" fmla="*/ 22963 w 63219"/>
                <a:gd name="connsiteY6" fmla="*/ 130590 h 151335"/>
                <a:gd name="connsiteX7" fmla="*/ 17602 w 63219"/>
                <a:gd name="connsiteY7" fmla="*/ 145141 h 151335"/>
                <a:gd name="connsiteX8" fmla="*/ 1741 w 63219"/>
                <a:gd name="connsiteY8" fmla="*/ 148051 h 151335"/>
                <a:gd name="connsiteX9" fmla="*/ 1741 w 63219"/>
                <a:gd name="connsiteY9" fmla="*/ 151409 h 151335"/>
                <a:gd name="connsiteX10" fmla="*/ 63397 w 63219"/>
                <a:gd name="connsiteY10" fmla="*/ 151409 h 151335"/>
                <a:gd name="connsiteX11" fmla="*/ 63397 w 63219"/>
                <a:gd name="connsiteY11" fmla="*/ 148051 h 151335"/>
                <a:gd name="connsiteX12" fmla="*/ 42175 w 63219"/>
                <a:gd name="connsiteY12" fmla="*/ 134843 h 151335"/>
                <a:gd name="connsiteX13" fmla="*/ 42175 w 63219"/>
                <a:gd name="connsiteY13" fmla="*/ 521 h 151335"/>
                <a:gd name="connsiteX14" fmla="*/ 40388 w 63219"/>
                <a:gd name="connsiteY14" fmla="*/ 74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388" y="74"/>
                  </a:moveTo>
                  <a:lnTo>
                    <a:pt x="177" y="20446"/>
                  </a:lnTo>
                  <a:lnTo>
                    <a:pt x="177" y="23580"/>
                  </a:lnTo>
                  <a:cubicBezTo>
                    <a:pt x="2858" y="22461"/>
                    <a:pt x="5315" y="21565"/>
                    <a:pt x="6209" y="21117"/>
                  </a:cubicBezTo>
                  <a:cubicBezTo>
                    <a:pt x="10230" y="19550"/>
                    <a:pt x="14028" y="18655"/>
                    <a:pt x="16261" y="18655"/>
                  </a:cubicBezTo>
                  <a:cubicBezTo>
                    <a:pt x="20953" y="18655"/>
                    <a:pt x="22963" y="22013"/>
                    <a:pt x="22963" y="29177"/>
                  </a:cubicBezTo>
                  <a:lnTo>
                    <a:pt x="22963" y="130590"/>
                  </a:lnTo>
                  <a:cubicBezTo>
                    <a:pt x="22963" y="137977"/>
                    <a:pt x="21176" y="143126"/>
                    <a:pt x="17602" y="145141"/>
                  </a:cubicBezTo>
                  <a:cubicBezTo>
                    <a:pt x="14251" y="147156"/>
                    <a:pt x="11124" y="147828"/>
                    <a:pt x="1741" y="148051"/>
                  </a:cubicBezTo>
                  <a:lnTo>
                    <a:pt x="1741" y="151409"/>
                  </a:lnTo>
                  <a:lnTo>
                    <a:pt x="63397" y="151409"/>
                  </a:lnTo>
                  <a:lnTo>
                    <a:pt x="63397" y="148051"/>
                  </a:lnTo>
                  <a:cubicBezTo>
                    <a:pt x="45749" y="147828"/>
                    <a:pt x="42175" y="145589"/>
                    <a:pt x="42175" y="134843"/>
                  </a:cubicBezTo>
                  <a:lnTo>
                    <a:pt x="42175" y="521"/>
                  </a:lnTo>
                  <a:lnTo>
                    <a:pt x="40388" y="7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311DB9D2-CC26-4C1E-9818-9DFB0A1315F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86824" y="4850046"/>
              <a:ext cx="70035" cy="302526"/>
            </a:xfrm>
            <a:custGeom>
              <a:avLst/>
              <a:gdLst>
                <a:gd name="connsiteX0" fmla="*/ 70218 w 70035"/>
                <a:gd name="connsiteY0" fmla="*/ 151334 h 302526"/>
                <a:gd name="connsiteX1" fmla="*/ 50294 w 70035"/>
                <a:gd name="connsiteY1" fmla="*/ 56946 h 302526"/>
                <a:gd name="connsiteX2" fmla="*/ 3202 w 70035"/>
                <a:gd name="connsiteY2" fmla="*/ 71 h 302526"/>
                <a:gd name="connsiteX3" fmla="*/ 183 w 70035"/>
                <a:gd name="connsiteY3" fmla="*/ 3096 h 302526"/>
                <a:gd name="connsiteX4" fmla="*/ 5918 w 70035"/>
                <a:gd name="connsiteY4" fmla="*/ 10054 h 302526"/>
                <a:gd name="connsiteX5" fmla="*/ 52709 w 70035"/>
                <a:gd name="connsiteY5" fmla="*/ 151334 h 302526"/>
                <a:gd name="connsiteX6" fmla="*/ 4107 w 70035"/>
                <a:gd name="connsiteY6" fmla="*/ 294429 h 302526"/>
                <a:gd name="connsiteX7" fmla="*/ 183 w 70035"/>
                <a:gd name="connsiteY7" fmla="*/ 299572 h 302526"/>
                <a:gd name="connsiteX8" fmla="*/ 3202 w 70035"/>
                <a:gd name="connsiteY8" fmla="*/ 302597 h 302526"/>
                <a:gd name="connsiteX9" fmla="*/ 51200 w 70035"/>
                <a:gd name="connsiteY9" fmla="*/ 243605 h 302526"/>
                <a:gd name="connsiteX10" fmla="*/ 70218 w 700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18" y="151334"/>
                  </a:moveTo>
                  <a:cubicBezTo>
                    <a:pt x="70218" y="127737"/>
                    <a:pt x="66898" y="91131"/>
                    <a:pt x="50294" y="56946"/>
                  </a:cubicBezTo>
                  <a:cubicBezTo>
                    <a:pt x="32182" y="19735"/>
                    <a:pt x="6220" y="71"/>
                    <a:pt x="3202" y="71"/>
                  </a:cubicBezTo>
                  <a:cubicBezTo>
                    <a:pt x="1390" y="71"/>
                    <a:pt x="183" y="1281"/>
                    <a:pt x="183" y="3096"/>
                  </a:cubicBezTo>
                  <a:cubicBezTo>
                    <a:pt x="183" y="4003"/>
                    <a:pt x="183" y="4608"/>
                    <a:pt x="5918" y="10054"/>
                  </a:cubicBezTo>
                  <a:cubicBezTo>
                    <a:pt x="35502" y="40004"/>
                    <a:pt x="52709" y="88106"/>
                    <a:pt x="52709" y="151334"/>
                  </a:cubicBezTo>
                  <a:cubicBezTo>
                    <a:pt x="52709" y="203066"/>
                    <a:pt x="41540" y="256311"/>
                    <a:pt x="4107" y="294429"/>
                  </a:cubicBezTo>
                  <a:cubicBezTo>
                    <a:pt x="183" y="298059"/>
                    <a:pt x="183" y="298664"/>
                    <a:pt x="183" y="299572"/>
                  </a:cubicBezTo>
                  <a:cubicBezTo>
                    <a:pt x="183" y="301387"/>
                    <a:pt x="1390" y="302597"/>
                    <a:pt x="3202" y="302597"/>
                  </a:cubicBezTo>
                  <a:cubicBezTo>
                    <a:pt x="6220" y="302597"/>
                    <a:pt x="33389" y="282025"/>
                    <a:pt x="51200" y="243605"/>
                  </a:cubicBezTo>
                  <a:cubicBezTo>
                    <a:pt x="66596" y="210327"/>
                    <a:pt x="70218" y="176746"/>
                    <a:pt x="70218" y="15133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258141A7-E3F0-9A87-2A71-A054CB110C75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817067" y="4850046"/>
              <a:ext cx="70035" cy="302526"/>
            </a:xfrm>
            <a:custGeom>
              <a:avLst/>
              <a:gdLst>
                <a:gd name="connsiteX0" fmla="*/ 70222 w 70035"/>
                <a:gd name="connsiteY0" fmla="*/ 299572 h 302526"/>
                <a:gd name="connsiteX1" fmla="*/ 65090 w 70035"/>
                <a:gd name="connsiteY1" fmla="*/ 292916 h 302526"/>
                <a:gd name="connsiteX2" fmla="*/ 17696 w 70035"/>
                <a:gd name="connsiteY2" fmla="*/ 151334 h 302526"/>
                <a:gd name="connsiteX3" fmla="*/ 66298 w 70035"/>
                <a:gd name="connsiteY3" fmla="*/ 8239 h 302526"/>
                <a:gd name="connsiteX4" fmla="*/ 70222 w 70035"/>
                <a:gd name="connsiteY4" fmla="*/ 3096 h 302526"/>
                <a:gd name="connsiteX5" fmla="*/ 67204 w 70035"/>
                <a:gd name="connsiteY5" fmla="*/ 71 h 302526"/>
                <a:gd name="connsiteX6" fmla="*/ 19205 w 70035"/>
                <a:gd name="connsiteY6" fmla="*/ 59063 h 302526"/>
                <a:gd name="connsiteX7" fmla="*/ 187 w 70035"/>
                <a:gd name="connsiteY7" fmla="*/ 151334 h 302526"/>
                <a:gd name="connsiteX8" fmla="*/ 20111 w 70035"/>
                <a:gd name="connsiteY8" fmla="*/ 245722 h 302526"/>
                <a:gd name="connsiteX9" fmla="*/ 67204 w 70035"/>
                <a:gd name="connsiteY9" fmla="*/ 302597 h 302526"/>
                <a:gd name="connsiteX10" fmla="*/ 70222 w 700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22" y="299572"/>
                  </a:moveTo>
                  <a:cubicBezTo>
                    <a:pt x="70222" y="298664"/>
                    <a:pt x="70222" y="298059"/>
                    <a:pt x="65090" y="292916"/>
                  </a:cubicBezTo>
                  <a:cubicBezTo>
                    <a:pt x="27356" y="254798"/>
                    <a:pt x="17696" y="197621"/>
                    <a:pt x="17696" y="151334"/>
                  </a:cubicBezTo>
                  <a:cubicBezTo>
                    <a:pt x="17696" y="98694"/>
                    <a:pt x="29167" y="46055"/>
                    <a:pt x="66298" y="8239"/>
                  </a:cubicBezTo>
                  <a:cubicBezTo>
                    <a:pt x="70222" y="4608"/>
                    <a:pt x="70222" y="4003"/>
                    <a:pt x="70222" y="3096"/>
                  </a:cubicBezTo>
                  <a:cubicBezTo>
                    <a:pt x="70222" y="978"/>
                    <a:pt x="69015" y="71"/>
                    <a:pt x="67204" y="71"/>
                  </a:cubicBezTo>
                  <a:cubicBezTo>
                    <a:pt x="64185" y="71"/>
                    <a:pt x="37016" y="20642"/>
                    <a:pt x="19205" y="59063"/>
                  </a:cubicBezTo>
                  <a:cubicBezTo>
                    <a:pt x="3809" y="92341"/>
                    <a:pt x="187" y="125922"/>
                    <a:pt x="187" y="151334"/>
                  </a:cubicBezTo>
                  <a:cubicBezTo>
                    <a:pt x="187" y="174931"/>
                    <a:pt x="3507" y="211537"/>
                    <a:pt x="20111" y="245722"/>
                  </a:cubicBezTo>
                  <a:cubicBezTo>
                    <a:pt x="38223" y="282933"/>
                    <a:pt x="64185" y="302597"/>
                    <a:pt x="67204" y="302597"/>
                  </a:cubicBezTo>
                  <a:cubicBezTo>
                    <a:pt x="69015" y="302597"/>
                    <a:pt x="70222" y="301690"/>
                    <a:pt x="70222" y="29957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B199B763-2ECB-281D-1208-66CFE307922F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896594" y="4943526"/>
              <a:ext cx="143089" cy="136742"/>
            </a:xfrm>
            <a:custGeom>
              <a:avLst/>
              <a:gdLst>
                <a:gd name="connsiteX0" fmla="*/ 129696 w 143089"/>
                <a:gd name="connsiteY0" fmla="*/ 99905 h 136742"/>
                <a:gd name="connsiteX1" fmla="*/ 123054 w 143089"/>
                <a:gd name="connsiteY1" fmla="*/ 108073 h 136742"/>
                <a:gd name="connsiteX2" fmla="*/ 109168 w 143089"/>
                <a:gd name="connsiteY2" fmla="*/ 120174 h 136742"/>
                <a:gd name="connsiteX3" fmla="*/ 99810 w 143089"/>
                <a:gd name="connsiteY3" fmla="*/ 107771 h 136742"/>
                <a:gd name="connsiteX4" fmla="*/ 98602 w 143089"/>
                <a:gd name="connsiteY4" fmla="*/ 102628 h 136742"/>
                <a:gd name="connsiteX5" fmla="*/ 87735 w 143089"/>
                <a:gd name="connsiteY5" fmla="*/ 53618 h 136742"/>
                <a:gd name="connsiteX6" fmla="*/ 117319 w 143089"/>
                <a:gd name="connsiteY6" fmla="*/ 17013 h 136742"/>
                <a:gd name="connsiteX7" fmla="*/ 124564 w 143089"/>
                <a:gd name="connsiteY7" fmla="*/ 19433 h 136742"/>
                <a:gd name="connsiteX8" fmla="*/ 132714 w 143089"/>
                <a:gd name="connsiteY8" fmla="*/ 22156 h 136742"/>
                <a:gd name="connsiteX9" fmla="*/ 143280 w 143089"/>
                <a:gd name="connsiteY9" fmla="*/ 11265 h 136742"/>
                <a:gd name="connsiteX10" fmla="*/ 130903 w 143089"/>
                <a:gd name="connsiteY10" fmla="*/ 71 h 136742"/>
                <a:gd name="connsiteX11" fmla="*/ 85320 w 143089"/>
                <a:gd name="connsiteY11" fmla="*/ 43333 h 136742"/>
                <a:gd name="connsiteX12" fmla="*/ 81999 w 143089"/>
                <a:gd name="connsiteY12" fmla="*/ 26694 h 136742"/>
                <a:gd name="connsiteX13" fmla="*/ 66301 w 143089"/>
                <a:gd name="connsiteY13" fmla="*/ 71 h 136742"/>
                <a:gd name="connsiteX14" fmla="*/ 30982 w 143089"/>
                <a:gd name="connsiteY14" fmla="*/ 8845 h 136742"/>
                <a:gd name="connsiteX15" fmla="*/ 27661 w 143089"/>
                <a:gd name="connsiteY15" fmla="*/ 10055 h 136742"/>
                <a:gd name="connsiteX16" fmla="*/ 28868 w 143089"/>
                <a:gd name="connsiteY16" fmla="*/ 14593 h 136742"/>
                <a:gd name="connsiteX17" fmla="*/ 45774 w 143089"/>
                <a:gd name="connsiteY17" fmla="*/ 11265 h 136742"/>
                <a:gd name="connsiteX18" fmla="*/ 59358 w 143089"/>
                <a:gd name="connsiteY18" fmla="*/ 32139 h 136742"/>
                <a:gd name="connsiteX19" fmla="*/ 68113 w 143089"/>
                <a:gd name="connsiteY19" fmla="*/ 69350 h 136742"/>
                <a:gd name="connsiteX20" fmla="*/ 43359 w 143089"/>
                <a:gd name="connsiteY20" fmla="*/ 104745 h 136742"/>
                <a:gd name="connsiteX21" fmla="*/ 27963 w 143089"/>
                <a:gd name="connsiteY21" fmla="*/ 119267 h 136742"/>
                <a:gd name="connsiteX22" fmla="*/ 20114 w 143089"/>
                <a:gd name="connsiteY22" fmla="*/ 116544 h 136742"/>
                <a:gd name="connsiteX23" fmla="*/ 10454 w 143089"/>
                <a:gd name="connsiteY23" fmla="*/ 113519 h 136742"/>
                <a:gd name="connsiteX24" fmla="*/ 190 w 143089"/>
                <a:gd name="connsiteY24" fmla="*/ 124107 h 136742"/>
                <a:gd name="connsiteX25" fmla="*/ 15284 w 143089"/>
                <a:gd name="connsiteY25" fmla="*/ 136813 h 136742"/>
                <a:gd name="connsiteX26" fmla="*/ 43359 w 143089"/>
                <a:gd name="connsiteY26" fmla="*/ 115636 h 136742"/>
                <a:gd name="connsiteX27" fmla="*/ 70528 w 143089"/>
                <a:gd name="connsiteY27" fmla="*/ 80241 h 136742"/>
                <a:gd name="connsiteX28" fmla="*/ 79584 w 143089"/>
                <a:gd name="connsiteY28" fmla="*/ 116544 h 136742"/>
                <a:gd name="connsiteX29" fmla="*/ 97093 w 143089"/>
                <a:gd name="connsiteY29" fmla="*/ 136813 h 136742"/>
                <a:gd name="connsiteX30" fmla="*/ 133922 w 143089"/>
                <a:gd name="connsiteY30" fmla="*/ 102325 h 136742"/>
                <a:gd name="connsiteX31" fmla="*/ 129696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96" y="99905"/>
                  </a:moveTo>
                  <a:cubicBezTo>
                    <a:pt x="127281" y="102628"/>
                    <a:pt x="125771" y="104443"/>
                    <a:pt x="123054" y="108073"/>
                  </a:cubicBezTo>
                  <a:cubicBezTo>
                    <a:pt x="116111" y="117149"/>
                    <a:pt x="112489" y="120174"/>
                    <a:pt x="109168" y="120174"/>
                  </a:cubicBezTo>
                  <a:cubicBezTo>
                    <a:pt x="104640" y="120174"/>
                    <a:pt x="101923" y="116242"/>
                    <a:pt x="99810" y="107771"/>
                  </a:cubicBezTo>
                  <a:cubicBezTo>
                    <a:pt x="99206" y="105351"/>
                    <a:pt x="98904" y="103535"/>
                    <a:pt x="98602" y="102628"/>
                  </a:cubicBezTo>
                  <a:cubicBezTo>
                    <a:pt x="91055" y="72073"/>
                    <a:pt x="87735" y="58156"/>
                    <a:pt x="87735" y="53618"/>
                  </a:cubicBezTo>
                  <a:cubicBezTo>
                    <a:pt x="101017" y="30324"/>
                    <a:pt x="111885" y="17013"/>
                    <a:pt x="117319" y="17013"/>
                  </a:cubicBezTo>
                  <a:cubicBezTo>
                    <a:pt x="119130" y="17013"/>
                    <a:pt x="121545" y="17920"/>
                    <a:pt x="124564" y="19433"/>
                  </a:cubicBezTo>
                  <a:cubicBezTo>
                    <a:pt x="128186" y="21551"/>
                    <a:pt x="130299" y="22156"/>
                    <a:pt x="132714" y="22156"/>
                  </a:cubicBezTo>
                  <a:cubicBezTo>
                    <a:pt x="139054" y="22156"/>
                    <a:pt x="143280" y="17618"/>
                    <a:pt x="143280" y="11265"/>
                  </a:cubicBezTo>
                  <a:cubicBezTo>
                    <a:pt x="143280" y="4912"/>
                    <a:pt x="138148" y="71"/>
                    <a:pt x="130903" y="71"/>
                  </a:cubicBezTo>
                  <a:cubicBezTo>
                    <a:pt x="117620" y="71"/>
                    <a:pt x="106149" y="10962"/>
                    <a:pt x="85320" y="43333"/>
                  </a:cubicBezTo>
                  <a:lnTo>
                    <a:pt x="81999" y="26694"/>
                  </a:lnTo>
                  <a:cubicBezTo>
                    <a:pt x="77773" y="6122"/>
                    <a:pt x="74452" y="71"/>
                    <a:pt x="66301" y="71"/>
                  </a:cubicBezTo>
                  <a:cubicBezTo>
                    <a:pt x="59660" y="71"/>
                    <a:pt x="49396" y="2794"/>
                    <a:pt x="30982" y="8845"/>
                  </a:cubicBezTo>
                  <a:lnTo>
                    <a:pt x="27661" y="10055"/>
                  </a:lnTo>
                  <a:lnTo>
                    <a:pt x="28868" y="14593"/>
                  </a:lnTo>
                  <a:cubicBezTo>
                    <a:pt x="40340" y="11870"/>
                    <a:pt x="43057" y="11265"/>
                    <a:pt x="45774" y="11265"/>
                  </a:cubicBezTo>
                  <a:cubicBezTo>
                    <a:pt x="53321" y="11265"/>
                    <a:pt x="55132" y="13987"/>
                    <a:pt x="59358" y="32139"/>
                  </a:cubicBezTo>
                  <a:lnTo>
                    <a:pt x="68113" y="69350"/>
                  </a:lnTo>
                  <a:lnTo>
                    <a:pt x="43359" y="104745"/>
                  </a:lnTo>
                  <a:cubicBezTo>
                    <a:pt x="37321" y="113821"/>
                    <a:pt x="31283" y="119267"/>
                    <a:pt x="27963" y="119267"/>
                  </a:cubicBezTo>
                  <a:cubicBezTo>
                    <a:pt x="26152" y="119267"/>
                    <a:pt x="23133" y="118359"/>
                    <a:pt x="20114" y="116544"/>
                  </a:cubicBezTo>
                  <a:cubicBezTo>
                    <a:pt x="16190" y="114426"/>
                    <a:pt x="12869" y="113519"/>
                    <a:pt x="10454" y="113519"/>
                  </a:cubicBezTo>
                  <a:cubicBezTo>
                    <a:pt x="4718" y="113519"/>
                    <a:pt x="190" y="118057"/>
                    <a:pt x="190" y="124107"/>
                  </a:cubicBezTo>
                  <a:cubicBezTo>
                    <a:pt x="190" y="131973"/>
                    <a:pt x="6228" y="136813"/>
                    <a:pt x="15284" y="136813"/>
                  </a:cubicBezTo>
                  <a:cubicBezTo>
                    <a:pt x="24642" y="136813"/>
                    <a:pt x="28265" y="134091"/>
                    <a:pt x="43359" y="115636"/>
                  </a:cubicBezTo>
                  <a:cubicBezTo>
                    <a:pt x="51509" y="105956"/>
                    <a:pt x="57849" y="97787"/>
                    <a:pt x="70528" y="80241"/>
                  </a:cubicBezTo>
                  <a:lnTo>
                    <a:pt x="79584" y="116544"/>
                  </a:lnTo>
                  <a:cubicBezTo>
                    <a:pt x="83508" y="131973"/>
                    <a:pt x="87433" y="136813"/>
                    <a:pt x="97093" y="136813"/>
                  </a:cubicBezTo>
                  <a:cubicBezTo>
                    <a:pt x="108564" y="136813"/>
                    <a:pt x="116413" y="129553"/>
                    <a:pt x="133922" y="102325"/>
                  </a:cubicBezTo>
                  <a:lnTo>
                    <a:pt x="129696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8BA52D1F-8800-693A-248D-217CB08A62DB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107325" y="4995258"/>
              <a:ext cx="184447" cy="12101"/>
            </a:xfrm>
            <a:custGeom>
              <a:avLst/>
              <a:gdLst>
                <a:gd name="connsiteX0" fmla="*/ 174077 w 184447"/>
                <a:gd name="connsiteY0" fmla="*/ 12172 h 12101"/>
                <a:gd name="connsiteX1" fmla="*/ 184643 w 184447"/>
                <a:gd name="connsiteY1" fmla="*/ 6122 h 12101"/>
                <a:gd name="connsiteX2" fmla="*/ 174077 w 184447"/>
                <a:gd name="connsiteY2" fmla="*/ 71 h 12101"/>
                <a:gd name="connsiteX3" fmla="*/ 10762 w 184447"/>
                <a:gd name="connsiteY3" fmla="*/ 71 h 12101"/>
                <a:gd name="connsiteX4" fmla="*/ 196 w 184447"/>
                <a:gd name="connsiteY4" fmla="*/ 6122 h 12101"/>
                <a:gd name="connsiteX5" fmla="*/ 10762 w 184447"/>
                <a:gd name="connsiteY5" fmla="*/ 12172 h 12101"/>
                <a:gd name="connsiteX6" fmla="*/ 174077 w 18444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77" y="12172"/>
                  </a:moveTo>
                  <a:cubicBezTo>
                    <a:pt x="179209" y="12172"/>
                    <a:pt x="184643" y="12172"/>
                    <a:pt x="184643" y="6122"/>
                  </a:cubicBezTo>
                  <a:cubicBezTo>
                    <a:pt x="184643" y="71"/>
                    <a:pt x="179209" y="71"/>
                    <a:pt x="174077" y="71"/>
                  </a:cubicBezTo>
                  <a:lnTo>
                    <a:pt x="10762" y="71"/>
                  </a:lnTo>
                  <a:cubicBezTo>
                    <a:pt x="5630" y="71"/>
                    <a:pt x="196" y="71"/>
                    <a:pt x="196" y="6122"/>
                  </a:cubicBezTo>
                  <a:cubicBezTo>
                    <a:pt x="196" y="12172"/>
                    <a:pt x="5630" y="12172"/>
                    <a:pt x="10762" y="12172"/>
                  </a:cubicBezTo>
                  <a:lnTo>
                    <a:pt x="174077" y="1217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118C65AD-89F2-573F-51E4-A7AB14A5D712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351637" y="4943526"/>
              <a:ext cx="143089" cy="136742"/>
            </a:xfrm>
            <a:custGeom>
              <a:avLst/>
              <a:gdLst>
                <a:gd name="connsiteX0" fmla="*/ 129711 w 143089"/>
                <a:gd name="connsiteY0" fmla="*/ 99905 h 136742"/>
                <a:gd name="connsiteX1" fmla="*/ 123069 w 143089"/>
                <a:gd name="connsiteY1" fmla="*/ 108073 h 136742"/>
                <a:gd name="connsiteX2" fmla="*/ 109183 w 143089"/>
                <a:gd name="connsiteY2" fmla="*/ 120174 h 136742"/>
                <a:gd name="connsiteX3" fmla="*/ 99825 w 143089"/>
                <a:gd name="connsiteY3" fmla="*/ 107771 h 136742"/>
                <a:gd name="connsiteX4" fmla="*/ 98617 w 143089"/>
                <a:gd name="connsiteY4" fmla="*/ 102628 h 136742"/>
                <a:gd name="connsiteX5" fmla="*/ 87749 w 143089"/>
                <a:gd name="connsiteY5" fmla="*/ 53618 h 136742"/>
                <a:gd name="connsiteX6" fmla="*/ 117334 w 143089"/>
                <a:gd name="connsiteY6" fmla="*/ 17013 h 136742"/>
                <a:gd name="connsiteX7" fmla="*/ 124579 w 143089"/>
                <a:gd name="connsiteY7" fmla="*/ 19433 h 136742"/>
                <a:gd name="connsiteX8" fmla="*/ 132729 w 143089"/>
                <a:gd name="connsiteY8" fmla="*/ 22156 h 136742"/>
                <a:gd name="connsiteX9" fmla="*/ 143295 w 143089"/>
                <a:gd name="connsiteY9" fmla="*/ 11265 h 136742"/>
                <a:gd name="connsiteX10" fmla="*/ 130918 w 143089"/>
                <a:gd name="connsiteY10" fmla="*/ 71 h 136742"/>
                <a:gd name="connsiteX11" fmla="*/ 85334 w 143089"/>
                <a:gd name="connsiteY11" fmla="*/ 43333 h 136742"/>
                <a:gd name="connsiteX12" fmla="*/ 82014 w 143089"/>
                <a:gd name="connsiteY12" fmla="*/ 26694 h 136742"/>
                <a:gd name="connsiteX13" fmla="*/ 66316 w 143089"/>
                <a:gd name="connsiteY13" fmla="*/ 71 h 136742"/>
                <a:gd name="connsiteX14" fmla="*/ 30997 w 143089"/>
                <a:gd name="connsiteY14" fmla="*/ 8845 h 136742"/>
                <a:gd name="connsiteX15" fmla="*/ 27676 w 143089"/>
                <a:gd name="connsiteY15" fmla="*/ 10055 h 136742"/>
                <a:gd name="connsiteX16" fmla="*/ 28883 w 143089"/>
                <a:gd name="connsiteY16" fmla="*/ 14593 h 136742"/>
                <a:gd name="connsiteX17" fmla="*/ 45789 w 143089"/>
                <a:gd name="connsiteY17" fmla="*/ 11265 h 136742"/>
                <a:gd name="connsiteX18" fmla="*/ 59373 w 143089"/>
                <a:gd name="connsiteY18" fmla="*/ 32139 h 136742"/>
                <a:gd name="connsiteX19" fmla="*/ 68127 w 143089"/>
                <a:gd name="connsiteY19" fmla="*/ 69350 h 136742"/>
                <a:gd name="connsiteX20" fmla="*/ 43374 w 143089"/>
                <a:gd name="connsiteY20" fmla="*/ 104745 h 136742"/>
                <a:gd name="connsiteX21" fmla="*/ 27978 w 143089"/>
                <a:gd name="connsiteY21" fmla="*/ 119267 h 136742"/>
                <a:gd name="connsiteX22" fmla="*/ 20129 w 143089"/>
                <a:gd name="connsiteY22" fmla="*/ 116544 h 136742"/>
                <a:gd name="connsiteX23" fmla="*/ 10469 w 143089"/>
                <a:gd name="connsiteY23" fmla="*/ 113519 h 136742"/>
                <a:gd name="connsiteX24" fmla="*/ 205 w 143089"/>
                <a:gd name="connsiteY24" fmla="*/ 124107 h 136742"/>
                <a:gd name="connsiteX25" fmla="*/ 15299 w 143089"/>
                <a:gd name="connsiteY25" fmla="*/ 136813 h 136742"/>
                <a:gd name="connsiteX26" fmla="*/ 43374 w 143089"/>
                <a:gd name="connsiteY26" fmla="*/ 115636 h 136742"/>
                <a:gd name="connsiteX27" fmla="*/ 70542 w 143089"/>
                <a:gd name="connsiteY27" fmla="*/ 80241 h 136742"/>
                <a:gd name="connsiteX28" fmla="*/ 79599 w 143089"/>
                <a:gd name="connsiteY28" fmla="*/ 116544 h 136742"/>
                <a:gd name="connsiteX29" fmla="*/ 97108 w 143089"/>
                <a:gd name="connsiteY29" fmla="*/ 136813 h 136742"/>
                <a:gd name="connsiteX30" fmla="*/ 133937 w 143089"/>
                <a:gd name="connsiteY30" fmla="*/ 102325 h 136742"/>
                <a:gd name="connsiteX31" fmla="*/ 129711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11" y="99905"/>
                  </a:moveTo>
                  <a:cubicBezTo>
                    <a:pt x="127295" y="102628"/>
                    <a:pt x="125786" y="104443"/>
                    <a:pt x="123069" y="108073"/>
                  </a:cubicBezTo>
                  <a:cubicBezTo>
                    <a:pt x="116126" y="117149"/>
                    <a:pt x="112503" y="120174"/>
                    <a:pt x="109183" y="120174"/>
                  </a:cubicBezTo>
                  <a:cubicBezTo>
                    <a:pt x="104655" y="120174"/>
                    <a:pt x="101938" y="116242"/>
                    <a:pt x="99825" y="107771"/>
                  </a:cubicBezTo>
                  <a:cubicBezTo>
                    <a:pt x="99221" y="105351"/>
                    <a:pt x="98919" y="103535"/>
                    <a:pt x="98617" y="102628"/>
                  </a:cubicBezTo>
                  <a:cubicBezTo>
                    <a:pt x="91070" y="72073"/>
                    <a:pt x="87749" y="58156"/>
                    <a:pt x="87749" y="53618"/>
                  </a:cubicBezTo>
                  <a:cubicBezTo>
                    <a:pt x="101032" y="30324"/>
                    <a:pt x="111900" y="17013"/>
                    <a:pt x="117334" y="17013"/>
                  </a:cubicBezTo>
                  <a:cubicBezTo>
                    <a:pt x="119145" y="17013"/>
                    <a:pt x="121560" y="17920"/>
                    <a:pt x="124579" y="19433"/>
                  </a:cubicBezTo>
                  <a:cubicBezTo>
                    <a:pt x="128201" y="21551"/>
                    <a:pt x="130314" y="22156"/>
                    <a:pt x="132729" y="22156"/>
                  </a:cubicBezTo>
                  <a:cubicBezTo>
                    <a:pt x="139069" y="22156"/>
                    <a:pt x="143295" y="17618"/>
                    <a:pt x="143295" y="11265"/>
                  </a:cubicBezTo>
                  <a:cubicBezTo>
                    <a:pt x="143295" y="4912"/>
                    <a:pt x="138163" y="71"/>
                    <a:pt x="130918" y="71"/>
                  </a:cubicBezTo>
                  <a:cubicBezTo>
                    <a:pt x="117635" y="71"/>
                    <a:pt x="106164" y="10962"/>
                    <a:pt x="85334" y="43333"/>
                  </a:cubicBezTo>
                  <a:lnTo>
                    <a:pt x="82014" y="26694"/>
                  </a:lnTo>
                  <a:cubicBezTo>
                    <a:pt x="77788" y="6122"/>
                    <a:pt x="74467" y="71"/>
                    <a:pt x="66316" y="71"/>
                  </a:cubicBezTo>
                  <a:cubicBezTo>
                    <a:pt x="59675" y="71"/>
                    <a:pt x="49411" y="2794"/>
                    <a:pt x="30997" y="8845"/>
                  </a:cubicBezTo>
                  <a:lnTo>
                    <a:pt x="27676" y="10055"/>
                  </a:lnTo>
                  <a:lnTo>
                    <a:pt x="28883" y="14593"/>
                  </a:lnTo>
                  <a:cubicBezTo>
                    <a:pt x="40355" y="11870"/>
                    <a:pt x="43072" y="11265"/>
                    <a:pt x="45789" y="11265"/>
                  </a:cubicBezTo>
                  <a:cubicBezTo>
                    <a:pt x="53335" y="11265"/>
                    <a:pt x="55147" y="13987"/>
                    <a:pt x="59373" y="32139"/>
                  </a:cubicBezTo>
                  <a:lnTo>
                    <a:pt x="68127" y="69350"/>
                  </a:lnTo>
                  <a:lnTo>
                    <a:pt x="43374" y="104745"/>
                  </a:lnTo>
                  <a:cubicBezTo>
                    <a:pt x="37336" y="113821"/>
                    <a:pt x="31298" y="119267"/>
                    <a:pt x="27978" y="119267"/>
                  </a:cubicBezTo>
                  <a:cubicBezTo>
                    <a:pt x="26166" y="119267"/>
                    <a:pt x="23148" y="118359"/>
                    <a:pt x="20129" y="116544"/>
                  </a:cubicBezTo>
                  <a:cubicBezTo>
                    <a:pt x="16205" y="114426"/>
                    <a:pt x="12884" y="113519"/>
                    <a:pt x="10469" y="113519"/>
                  </a:cubicBezTo>
                  <a:cubicBezTo>
                    <a:pt x="4733" y="113519"/>
                    <a:pt x="205" y="118057"/>
                    <a:pt x="205" y="124107"/>
                  </a:cubicBezTo>
                  <a:cubicBezTo>
                    <a:pt x="205" y="131973"/>
                    <a:pt x="6243" y="136813"/>
                    <a:pt x="15299" y="136813"/>
                  </a:cubicBezTo>
                  <a:cubicBezTo>
                    <a:pt x="24657" y="136813"/>
                    <a:pt x="28280" y="134091"/>
                    <a:pt x="43374" y="115636"/>
                  </a:cubicBezTo>
                  <a:cubicBezTo>
                    <a:pt x="51524" y="105956"/>
                    <a:pt x="57864" y="97787"/>
                    <a:pt x="70542" y="80241"/>
                  </a:cubicBezTo>
                  <a:lnTo>
                    <a:pt x="79599" y="116544"/>
                  </a:lnTo>
                  <a:cubicBezTo>
                    <a:pt x="83523" y="131973"/>
                    <a:pt x="87448" y="136813"/>
                    <a:pt x="97108" y="136813"/>
                  </a:cubicBezTo>
                  <a:cubicBezTo>
                    <a:pt x="108579" y="136813"/>
                    <a:pt x="116428" y="129553"/>
                    <a:pt x="133937" y="102325"/>
                  </a:cubicBezTo>
                  <a:lnTo>
                    <a:pt x="129711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BF2A5142-7891-440A-F93A-3BE6893426A6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501024" y="4971476"/>
              <a:ext cx="99408" cy="151335"/>
            </a:xfrm>
            <a:custGeom>
              <a:avLst/>
              <a:gdLst>
                <a:gd name="connsiteX0" fmla="*/ 99617 w 99408"/>
                <a:gd name="connsiteY0" fmla="*/ 120739 h 151335"/>
                <a:gd name="connsiteX1" fmla="*/ 96713 w 99408"/>
                <a:gd name="connsiteY1" fmla="*/ 119620 h 151335"/>
                <a:gd name="connsiteX2" fmla="*/ 75491 w 99408"/>
                <a:gd name="connsiteY2" fmla="*/ 134395 h 151335"/>
                <a:gd name="connsiteX3" fmla="*/ 22101 w 99408"/>
                <a:gd name="connsiteY3" fmla="*/ 134395 h 151335"/>
                <a:gd name="connsiteX4" fmla="*/ 59630 w 99408"/>
                <a:gd name="connsiteY4" fmla="*/ 94994 h 151335"/>
                <a:gd name="connsiteX5" fmla="*/ 88224 w 99408"/>
                <a:gd name="connsiteY5" fmla="*/ 39699 h 151335"/>
                <a:gd name="connsiteX6" fmla="*/ 46897 w 99408"/>
                <a:gd name="connsiteY6" fmla="*/ 74 h 151335"/>
                <a:gd name="connsiteX7" fmla="*/ 14729 w 99408"/>
                <a:gd name="connsiteY7" fmla="*/ 13954 h 151335"/>
                <a:gd name="connsiteX8" fmla="*/ 432 w 99408"/>
                <a:gd name="connsiteY8" fmla="*/ 44624 h 151335"/>
                <a:gd name="connsiteX9" fmla="*/ 5123 w 99408"/>
                <a:gd name="connsiteY9" fmla="*/ 45743 h 151335"/>
                <a:gd name="connsiteX10" fmla="*/ 37515 w 99408"/>
                <a:gd name="connsiteY10" fmla="*/ 16640 h 151335"/>
                <a:gd name="connsiteX11" fmla="*/ 69013 w 99408"/>
                <a:gd name="connsiteY11" fmla="*/ 48206 h 151335"/>
                <a:gd name="connsiteX12" fmla="*/ 39972 w 99408"/>
                <a:gd name="connsiteY12" fmla="*/ 106412 h 151335"/>
                <a:gd name="connsiteX13" fmla="*/ 209 w 99408"/>
                <a:gd name="connsiteY13" fmla="*/ 148723 h 151335"/>
                <a:gd name="connsiteX14" fmla="*/ 209 w 99408"/>
                <a:gd name="connsiteY14" fmla="*/ 151409 h 151335"/>
                <a:gd name="connsiteX15" fmla="*/ 87331 w 99408"/>
                <a:gd name="connsiteY15" fmla="*/ 151409 h 151335"/>
                <a:gd name="connsiteX16" fmla="*/ 99617 w 99408"/>
                <a:gd name="connsiteY16" fmla="*/ 120739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617" y="120739"/>
                  </a:moveTo>
                  <a:lnTo>
                    <a:pt x="96713" y="119620"/>
                  </a:lnTo>
                  <a:cubicBezTo>
                    <a:pt x="88447" y="132381"/>
                    <a:pt x="85543" y="134395"/>
                    <a:pt x="75491" y="134395"/>
                  </a:cubicBezTo>
                  <a:lnTo>
                    <a:pt x="22101" y="134395"/>
                  </a:lnTo>
                  <a:lnTo>
                    <a:pt x="59630" y="94994"/>
                  </a:lnTo>
                  <a:cubicBezTo>
                    <a:pt x="79512" y="74174"/>
                    <a:pt x="88224" y="57160"/>
                    <a:pt x="88224" y="39699"/>
                  </a:cubicBezTo>
                  <a:cubicBezTo>
                    <a:pt x="88224" y="17312"/>
                    <a:pt x="70130" y="74"/>
                    <a:pt x="46897" y="74"/>
                  </a:cubicBezTo>
                  <a:cubicBezTo>
                    <a:pt x="34611" y="74"/>
                    <a:pt x="22994" y="4999"/>
                    <a:pt x="14729" y="13954"/>
                  </a:cubicBezTo>
                  <a:cubicBezTo>
                    <a:pt x="7581" y="21565"/>
                    <a:pt x="4230" y="28729"/>
                    <a:pt x="432" y="44624"/>
                  </a:cubicBezTo>
                  <a:lnTo>
                    <a:pt x="5123" y="45743"/>
                  </a:lnTo>
                  <a:cubicBezTo>
                    <a:pt x="14059" y="23804"/>
                    <a:pt x="22101" y="16640"/>
                    <a:pt x="37515" y="16640"/>
                  </a:cubicBezTo>
                  <a:cubicBezTo>
                    <a:pt x="56279" y="16640"/>
                    <a:pt x="69013" y="29401"/>
                    <a:pt x="69013" y="48206"/>
                  </a:cubicBezTo>
                  <a:cubicBezTo>
                    <a:pt x="69013" y="65667"/>
                    <a:pt x="58737" y="86487"/>
                    <a:pt x="39972" y="106412"/>
                  </a:cubicBezTo>
                  <a:lnTo>
                    <a:pt x="209" y="148723"/>
                  </a:lnTo>
                  <a:lnTo>
                    <a:pt x="209" y="151409"/>
                  </a:lnTo>
                  <a:lnTo>
                    <a:pt x="87331" y="151409"/>
                  </a:lnTo>
                  <a:lnTo>
                    <a:pt x="99617" y="12073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E0F5C175-FE57-9F5E-BAA7-A50063B6B02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638794" y="4850046"/>
              <a:ext cx="70035" cy="302526"/>
            </a:xfrm>
            <a:custGeom>
              <a:avLst/>
              <a:gdLst>
                <a:gd name="connsiteX0" fmla="*/ 70250 w 70035"/>
                <a:gd name="connsiteY0" fmla="*/ 151334 h 302526"/>
                <a:gd name="connsiteX1" fmla="*/ 50326 w 70035"/>
                <a:gd name="connsiteY1" fmla="*/ 56946 h 302526"/>
                <a:gd name="connsiteX2" fmla="*/ 3233 w 70035"/>
                <a:gd name="connsiteY2" fmla="*/ 71 h 302526"/>
                <a:gd name="connsiteX3" fmla="*/ 214 w 70035"/>
                <a:gd name="connsiteY3" fmla="*/ 3096 h 302526"/>
                <a:gd name="connsiteX4" fmla="*/ 5950 w 70035"/>
                <a:gd name="connsiteY4" fmla="*/ 10054 h 302526"/>
                <a:gd name="connsiteX5" fmla="*/ 52741 w 70035"/>
                <a:gd name="connsiteY5" fmla="*/ 151334 h 302526"/>
                <a:gd name="connsiteX6" fmla="*/ 4138 w 70035"/>
                <a:gd name="connsiteY6" fmla="*/ 294429 h 302526"/>
                <a:gd name="connsiteX7" fmla="*/ 214 w 70035"/>
                <a:gd name="connsiteY7" fmla="*/ 299572 h 302526"/>
                <a:gd name="connsiteX8" fmla="*/ 3233 w 70035"/>
                <a:gd name="connsiteY8" fmla="*/ 302597 h 302526"/>
                <a:gd name="connsiteX9" fmla="*/ 51231 w 70035"/>
                <a:gd name="connsiteY9" fmla="*/ 243605 h 302526"/>
                <a:gd name="connsiteX10" fmla="*/ 70250 w 700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50" y="151334"/>
                  </a:moveTo>
                  <a:cubicBezTo>
                    <a:pt x="70250" y="127737"/>
                    <a:pt x="66929" y="91131"/>
                    <a:pt x="50326" y="56946"/>
                  </a:cubicBezTo>
                  <a:cubicBezTo>
                    <a:pt x="32213" y="19735"/>
                    <a:pt x="6252" y="71"/>
                    <a:pt x="3233" y="71"/>
                  </a:cubicBezTo>
                  <a:cubicBezTo>
                    <a:pt x="1422" y="71"/>
                    <a:pt x="214" y="1281"/>
                    <a:pt x="214" y="3096"/>
                  </a:cubicBezTo>
                  <a:cubicBezTo>
                    <a:pt x="214" y="4003"/>
                    <a:pt x="214" y="4608"/>
                    <a:pt x="5950" y="10054"/>
                  </a:cubicBezTo>
                  <a:cubicBezTo>
                    <a:pt x="35534" y="40004"/>
                    <a:pt x="52741" y="88106"/>
                    <a:pt x="52741" y="151334"/>
                  </a:cubicBezTo>
                  <a:cubicBezTo>
                    <a:pt x="52741" y="203066"/>
                    <a:pt x="41571" y="256311"/>
                    <a:pt x="4138" y="294429"/>
                  </a:cubicBezTo>
                  <a:cubicBezTo>
                    <a:pt x="214" y="298059"/>
                    <a:pt x="214" y="298664"/>
                    <a:pt x="214" y="299572"/>
                  </a:cubicBezTo>
                  <a:cubicBezTo>
                    <a:pt x="214" y="301387"/>
                    <a:pt x="1422" y="302597"/>
                    <a:pt x="3233" y="302597"/>
                  </a:cubicBezTo>
                  <a:cubicBezTo>
                    <a:pt x="6252" y="302597"/>
                    <a:pt x="33421" y="282025"/>
                    <a:pt x="51231" y="243605"/>
                  </a:cubicBezTo>
                  <a:cubicBezTo>
                    <a:pt x="66627" y="210327"/>
                    <a:pt x="70250" y="176746"/>
                    <a:pt x="70250" y="15133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CFEB02BD-1BF4-2C97-0A5F-ACEEBFBB28B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6708853" y="5200529"/>
              <a:ext cx="2156654" cy="12143"/>
            </a:xfrm>
            <a:custGeom>
              <a:avLst/>
              <a:gdLst>
                <a:gd name="connsiteX0" fmla="*/ 0 w 2156654"/>
                <a:gd name="connsiteY0" fmla="*/ 0 h 12143"/>
                <a:gd name="connsiteX1" fmla="*/ 2156654 w 2156654"/>
                <a:gd name="connsiteY1" fmla="*/ 0 h 12143"/>
                <a:gd name="connsiteX2" fmla="*/ 2156654 w 2156654"/>
                <a:gd name="connsiteY2" fmla="*/ 12144 h 12143"/>
                <a:gd name="connsiteX3" fmla="*/ 0 w 2156654"/>
                <a:gd name="connsiteY3" fmla="*/ 12144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6654" h="12143">
                  <a:moveTo>
                    <a:pt x="0" y="0"/>
                  </a:moveTo>
                  <a:lnTo>
                    <a:pt x="2156654" y="0"/>
                  </a:lnTo>
                  <a:lnTo>
                    <a:pt x="2156654" y="12144"/>
                  </a:lnTo>
                  <a:lnTo>
                    <a:pt x="0" y="1214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CA9C0DBF-82EE-F7C6-D55A-0C0BF4FAA9F0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738739" y="5263932"/>
              <a:ext cx="70035" cy="302526"/>
            </a:xfrm>
            <a:custGeom>
              <a:avLst/>
              <a:gdLst>
                <a:gd name="connsiteX0" fmla="*/ 70187 w 70035"/>
                <a:gd name="connsiteY0" fmla="*/ 299586 h 302526"/>
                <a:gd name="connsiteX1" fmla="*/ 65055 w 70035"/>
                <a:gd name="connsiteY1" fmla="*/ 292930 h 302526"/>
                <a:gd name="connsiteX2" fmla="*/ 17660 w 70035"/>
                <a:gd name="connsiteY2" fmla="*/ 151348 h 302526"/>
                <a:gd name="connsiteX3" fmla="*/ 66262 w 70035"/>
                <a:gd name="connsiteY3" fmla="*/ 8252 h 302526"/>
                <a:gd name="connsiteX4" fmla="*/ 70187 w 70035"/>
                <a:gd name="connsiteY4" fmla="*/ 3109 h 302526"/>
                <a:gd name="connsiteX5" fmla="*/ 67168 w 70035"/>
                <a:gd name="connsiteY5" fmla="*/ 84 h 302526"/>
                <a:gd name="connsiteX6" fmla="*/ 19170 w 70035"/>
                <a:gd name="connsiteY6" fmla="*/ 59077 h 302526"/>
                <a:gd name="connsiteX7" fmla="*/ 151 w 70035"/>
                <a:gd name="connsiteY7" fmla="*/ 151348 h 302526"/>
                <a:gd name="connsiteX8" fmla="*/ 20075 w 70035"/>
                <a:gd name="connsiteY8" fmla="*/ 245736 h 302526"/>
                <a:gd name="connsiteX9" fmla="*/ 67168 w 70035"/>
                <a:gd name="connsiteY9" fmla="*/ 302611 h 302526"/>
                <a:gd name="connsiteX10" fmla="*/ 70187 w 700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187" y="299586"/>
                  </a:moveTo>
                  <a:cubicBezTo>
                    <a:pt x="70187" y="298678"/>
                    <a:pt x="70187" y="298073"/>
                    <a:pt x="65055" y="292930"/>
                  </a:cubicBezTo>
                  <a:cubicBezTo>
                    <a:pt x="27320" y="254812"/>
                    <a:pt x="17660" y="197634"/>
                    <a:pt x="17660" y="151348"/>
                  </a:cubicBezTo>
                  <a:cubicBezTo>
                    <a:pt x="17660" y="98708"/>
                    <a:pt x="29132" y="46068"/>
                    <a:pt x="66262" y="8252"/>
                  </a:cubicBezTo>
                  <a:cubicBezTo>
                    <a:pt x="70187" y="4622"/>
                    <a:pt x="70187" y="4017"/>
                    <a:pt x="70187" y="3109"/>
                  </a:cubicBezTo>
                  <a:cubicBezTo>
                    <a:pt x="70187" y="992"/>
                    <a:pt x="68979" y="84"/>
                    <a:pt x="67168" y="84"/>
                  </a:cubicBezTo>
                  <a:cubicBezTo>
                    <a:pt x="64149" y="84"/>
                    <a:pt x="36980" y="20656"/>
                    <a:pt x="19170" y="59077"/>
                  </a:cubicBezTo>
                  <a:cubicBezTo>
                    <a:pt x="3774" y="92355"/>
                    <a:pt x="151" y="125935"/>
                    <a:pt x="151" y="151348"/>
                  </a:cubicBezTo>
                  <a:cubicBezTo>
                    <a:pt x="151" y="174945"/>
                    <a:pt x="3472" y="211550"/>
                    <a:pt x="20075" y="245736"/>
                  </a:cubicBezTo>
                  <a:cubicBezTo>
                    <a:pt x="38188" y="282947"/>
                    <a:pt x="64149" y="302611"/>
                    <a:pt x="67168" y="302611"/>
                  </a:cubicBezTo>
                  <a:cubicBezTo>
                    <a:pt x="68979" y="302611"/>
                    <a:pt x="70187" y="301703"/>
                    <a:pt x="70187" y="2995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A24662AF-01CB-1E4E-9B0F-DEE5AFDA759E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818266" y="5357413"/>
              <a:ext cx="143089" cy="136742"/>
            </a:xfrm>
            <a:custGeom>
              <a:avLst/>
              <a:gdLst>
                <a:gd name="connsiteX0" fmla="*/ 129660 w 143089"/>
                <a:gd name="connsiteY0" fmla="*/ 99919 h 136742"/>
                <a:gd name="connsiteX1" fmla="*/ 123019 w 143089"/>
                <a:gd name="connsiteY1" fmla="*/ 108087 h 136742"/>
                <a:gd name="connsiteX2" fmla="*/ 109132 w 143089"/>
                <a:gd name="connsiteY2" fmla="*/ 120188 h 136742"/>
                <a:gd name="connsiteX3" fmla="*/ 99774 w 143089"/>
                <a:gd name="connsiteY3" fmla="*/ 107784 h 136742"/>
                <a:gd name="connsiteX4" fmla="*/ 98567 w 143089"/>
                <a:gd name="connsiteY4" fmla="*/ 102641 h 136742"/>
                <a:gd name="connsiteX5" fmla="*/ 87699 w 143089"/>
                <a:gd name="connsiteY5" fmla="*/ 53632 h 136742"/>
                <a:gd name="connsiteX6" fmla="*/ 117283 w 143089"/>
                <a:gd name="connsiteY6" fmla="*/ 17026 h 136742"/>
                <a:gd name="connsiteX7" fmla="*/ 124528 w 143089"/>
                <a:gd name="connsiteY7" fmla="*/ 19447 h 136742"/>
                <a:gd name="connsiteX8" fmla="*/ 132679 w 143089"/>
                <a:gd name="connsiteY8" fmla="*/ 22169 h 136742"/>
                <a:gd name="connsiteX9" fmla="*/ 143245 w 143089"/>
                <a:gd name="connsiteY9" fmla="*/ 11278 h 136742"/>
                <a:gd name="connsiteX10" fmla="*/ 130868 w 143089"/>
                <a:gd name="connsiteY10" fmla="*/ 85 h 136742"/>
                <a:gd name="connsiteX11" fmla="*/ 85284 w 143089"/>
                <a:gd name="connsiteY11" fmla="*/ 43346 h 136742"/>
                <a:gd name="connsiteX12" fmla="*/ 81963 w 143089"/>
                <a:gd name="connsiteY12" fmla="*/ 26707 h 136742"/>
                <a:gd name="connsiteX13" fmla="*/ 66266 w 143089"/>
                <a:gd name="connsiteY13" fmla="*/ 85 h 136742"/>
                <a:gd name="connsiteX14" fmla="*/ 30946 w 143089"/>
                <a:gd name="connsiteY14" fmla="*/ 8858 h 136742"/>
                <a:gd name="connsiteX15" fmla="*/ 27625 w 143089"/>
                <a:gd name="connsiteY15" fmla="*/ 10068 h 136742"/>
                <a:gd name="connsiteX16" fmla="*/ 28833 w 143089"/>
                <a:gd name="connsiteY16" fmla="*/ 14606 h 136742"/>
                <a:gd name="connsiteX17" fmla="*/ 45738 w 143089"/>
                <a:gd name="connsiteY17" fmla="*/ 11278 h 136742"/>
                <a:gd name="connsiteX18" fmla="*/ 59323 w 143089"/>
                <a:gd name="connsiteY18" fmla="*/ 32153 h 136742"/>
                <a:gd name="connsiteX19" fmla="*/ 68077 w 143089"/>
                <a:gd name="connsiteY19" fmla="*/ 69363 h 136742"/>
                <a:gd name="connsiteX20" fmla="*/ 43323 w 143089"/>
                <a:gd name="connsiteY20" fmla="*/ 104759 h 136742"/>
                <a:gd name="connsiteX21" fmla="*/ 27927 w 143089"/>
                <a:gd name="connsiteY21" fmla="*/ 119280 h 136742"/>
                <a:gd name="connsiteX22" fmla="*/ 20079 w 143089"/>
                <a:gd name="connsiteY22" fmla="*/ 116558 h 136742"/>
                <a:gd name="connsiteX23" fmla="*/ 10418 w 143089"/>
                <a:gd name="connsiteY23" fmla="*/ 113532 h 136742"/>
                <a:gd name="connsiteX24" fmla="*/ 155 w 143089"/>
                <a:gd name="connsiteY24" fmla="*/ 124121 h 136742"/>
                <a:gd name="connsiteX25" fmla="*/ 15248 w 143089"/>
                <a:gd name="connsiteY25" fmla="*/ 136827 h 136742"/>
                <a:gd name="connsiteX26" fmla="*/ 43323 w 143089"/>
                <a:gd name="connsiteY26" fmla="*/ 115650 h 136742"/>
                <a:gd name="connsiteX27" fmla="*/ 70492 w 143089"/>
                <a:gd name="connsiteY27" fmla="*/ 80254 h 136742"/>
                <a:gd name="connsiteX28" fmla="*/ 79548 w 143089"/>
                <a:gd name="connsiteY28" fmla="*/ 116558 h 136742"/>
                <a:gd name="connsiteX29" fmla="*/ 97057 w 143089"/>
                <a:gd name="connsiteY29" fmla="*/ 136827 h 136742"/>
                <a:gd name="connsiteX30" fmla="*/ 133886 w 143089"/>
                <a:gd name="connsiteY30" fmla="*/ 102339 h 136742"/>
                <a:gd name="connsiteX31" fmla="*/ 129660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60" y="99919"/>
                  </a:moveTo>
                  <a:cubicBezTo>
                    <a:pt x="127245" y="102641"/>
                    <a:pt x="125736" y="104457"/>
                    <a:pt x="123019" y="108087"/>
                  </a:cubicBezTo>
                  <a:cubicBezTo>
                    <a:pt x="116076" y="117163"/>
                    <a:pt x="112453" y="120188"/>
                    <a:pt x="109132" y="120188"/>
                  </a:cubicBezTo>
                  <a:cubicBezTo>
                    <a:pt x="104604" y="120188"/>
                    <a:pt x="101887" y="116255"/>
                    <a:pt x="99774" y="107784"/>
                  </a:cubicBezTo>
                  <a:cubicBezTo>
                    <a:pt x="99170" y="105364"/>
                    <a:pt x="98869" y="103549"/>
                    <a:pt x="98567" y="102641"/>
                  </a:cubicBezTo>
                  <a:cubicBezTo>
                    <a:pt x="91020" y="72086"/>
                    <a:pt x="87699" y="58170"/>
                    <a:pt x="87699" y="53632"/>
                  </a:cubicBezTo>
                  <a:cubicBezTo>
                    <a:pt x="100982" y="30337"/>
                    <a:pt x="111849" y="17026"/>
                    <a:pt x="117283" y="17026"/>
                  </a:cubicBezTo>
                  <a:cubicBezTo>
                    <a:pt x="119094" y="17026"/>
                    <a:pt x="121509" y="17934"/>
                    <a:pt x="124528" y="19447"/>
                  </a:cubicBezTo>
                  <a:cubicBezTo>
                    <a:pt x="128151" y="21564"/>
                    <a:pt x="130264" y="22169"/>
                    <a:pt x="132679" y="22169"/>
                  </a:cubicBezTo>
                  <a:cubicBezTo>
                    <a:pt x="139018" y="22169"/>
                    <a:pt x="143245" y="17631"/>
                    <a:pt x="143245" y="11278"/>
                  </a:cubicBezTo>
                  <a:cubicBezTo>
                    <a:pt x="143245" y="4925"/>
                    <a:pt x="138113" y="85"/>
                    <a:pt x="130868" y="85"/>
                  </a:cubicBezTo>
                  <a:cubicBezTo>
                    <a:pt x="117585" y="85"/>
                    <a:pt x="106114" y="10976"/>
                    <a:pt x="85284" y="43346"/>
                  </a:cubicBezTo>
                  <a:lnTo>
                    <a:pt x="81963" y="26707"/>
                  </a:lnTo>
                  <a:cubicBezTo>
                    <a:pt x="77737" y="6135"/>
                    <a:pt x="74416" y="85"/>
                    <a:pt x="66266" y="85"/>
                  </a:cubicBezTo>
                  <a:cubicBezTo>
                    <a:pt x="59624" y="85"/>
                    <a:pt x="49361" y="2808"/>
                    <a:pt x="30946" y="8858"/>
                  </a:cubicBezTo>
                  <a:lnTo>
                    <a:pt x="27625" y="10068"/>
                  </a:lnTo>
                  <a:lnTo>
                    <a:pt x="28833" y="14606"/>
                  </a:lnTo>
                  <a:cubicBezTo>
                    <a:pt x="40304" y="11883"/>
                    <a:pt x="43021" y="11278"/>
                    <a:pt x="45738" y="11278"/>
                  </a:cubicBezTo>
                  <a:cubicBezTo>
                    <a:pt x="53285" y="11278"/>
                    <a:pt x="55096" y="14001"/>
                    <a:pt x="59323" y="32153"/>
                  </a:cubicBezTo>
                  <a:lnTo>
                    <a:pt x="68077" y="69363"/>
                  </a:lnTo>
                  <a:lnTo>
                    <a:pt x="43323" y="104759"/>
                  </a:lnTo>
                  <a:cubicBezTo>
                    <a:pt x="37286" y="113835"/>
                    <a:pt x="31248" y="119280"/>
                    <a:pt x="27927" y="119280"/>
                  </a:cubicBezTo>
                  <a:cubicBezTo>
                    <a:pt x="26116" y="119280"/>
                    <a:pt x="23097" y="118373"/>
                    <a:pt x="20079" y="116558"/>
                  </a:cubicBezTo>
                  <a:cubicBezTo>
                    <a:pt x="16154" y="114440"/>
                    <a:pt x="12833" y="113532"/>
                    <a:pt x="10418" y="113532"/>
                  </a:cubicBezTo>
                  <a:cubicBezTo>
                    <a:pt x="4683" y="113532"/>
                    <a:pt x="155" y="118070"/>
                    <a:pt x="155" y="124121"/>
                  </a:cubicBezTo>
                  <a:cubicBezTo>
                    <a:pt x="155" y="131987"/>
                    <a:pt x="6192" y="136827"/>
                    <a:pt x="15248" y="136827"/>
                  </a:cubicBezTo>
                  <a:cubicBezTo>
                    <a:pt x="24607" y="136827"/>
                    <a:pt x="28229" y="134104"/>
                    <a:pt x="43323" y="115650"/>
                  </a:cubicBezTo>
                  <a:cubicBezTo>
                    <a:pt x="51474" y="105969"/>
                    <a:pt x="57813" y="97801"/>
                    <a:pt x="70492" y="80254"/>
                  </a:cubicBezTo>
                  <a:lnTo>
                    <a:pt x="79548" y="116558"/>
                  </a:lnTo>
                  <a:cubicBezTo>
                    <a:pt x="83473" y="131987"/>
                    <a:pt x="87397" y="136827"/>
                    <a:pt x="97057" y="136827"/>
                  </a:cubicBezTo>
                  <a:cubicBezTo>
                    <a:pt x="108529" y="136827"/>
                    <a:pt x="116377" y="129566"/>
                    <a:pt x="133886" y="102339"/>
                  </a:cubicBezTo>
                  <a:lnTo>
                    <a:pt x="129660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90D0168E-7337-3CEA-3CCA-898E08681947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966313" y="5385363"/>
              <a:ext cx="100971" cy="154469"/>
            </a:xfrm>
            <a:custGeom>
              <a:avLst/>
              <a:gdLst>
                <a:gd name="connsiteX0" fmla="*/ 51538 w 100971"/>
                <a:gd name="connsiteY0" fmla="*/ 87 h 154469"/>
                <a:gd name="connsiteX1" fmla="*/ 21604 w 100971"/>
                <a:gd name="connsiteY1" fmla="*/ 11728 h 154469"/>
                <a:gd name="connsiteX2" fmla="*/ 158 w 100971"/>
                <a:gd name="connsiteY2" fmla="*/ 76203 h 154469"/>
                <a:gd name="connsiteX3" fmla="*/ 18030 w 100971"/>
                <a:gd name="connsiteY3" fmla="*/ 139334 h 154469"/>
                <a:gd name="connsiteX4" fmla="*/ 50644 w 100971"/>
                <a:gd name="connsiteY4" fmla="*/ 154557 h 154469"/>
                <a:gd name="connsiteX5" fmla="*/ 79685 w 100971"/>
                <a:gd name="connsiteY5" fmla="*/ 142916 h 154469"/>
                <a:gd name="connsiteX6" fmla="*/ 101130 w 100971"/>
                <a:gd name="connsiteY6" fmla="*/ 77546 h 154469"/>
                <a:gd name="connsiteX7" fmla="*/ 51538 w 100971"/>
                <a:gd name="connsiteY7" fmla="*/ 87 h 154469"/>
                <a:gd name="connsiteX8" fmla="*/ 50868 w 100971"/>
                <a:gd name="connsiteY8" fmla="*/ 5908 h 154469"/>
                <a:gd name="connsiteX9" fmla="*/ 79685 w 100971"/>
                <a:gd name="connsiteY9" fmla="*/ 77994 h 154469"/>
                <a:gd name="connsiteX10" fmla="*/ 50644 w 100971"/>
                <a:gd name="connsiteY10" fmla="*/ 148737 h 154469"/>
                <a:gd name="connsiteX11" fmla="*/ 21604 w 100971"/>
                <a:gd name="connsiteY11" fmla="*/ 78218 h 154469"/>
                <a:gd name="connsiteX12" fmla="*/ 50868 w 100971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538" y="87"/>
                  </a:moveTo>
                  <a:cubicBezTo>
                    <a:pt x="39251" y="87"/>
                    <a:pt x="29869" y="3893"/>
                    <a:pt x="21604" y="11728"/>
                  </a:cubicBezTo>
                  <a:cubicBezTo>
                    <a:pt x="8647" y="24265"/>
                    <a:pt x="158" y="50010"/>
                    <a:pt x="158" y="76203"/>
                  </a:cubicBezTo>
                  <a:cubicBezTo>
                    <a:pt x="158" y="100605"/>
                    <a:pt x="7530" y="126797"/>
                    <a:pt x="18030" y="139334"/>
                  </a:cubicBezTo>
                  <a:cubicBezTo>
                    <a:pt x="26295" y="149184"/>
                    <a:pt x="37688" y="154557"/>
                    <a:pt x="50644" y="154557"/>
                  </a:cubicBezTo>
                  <a:cubicBezTo>
                    <a:pt x="62037" y="154557"/>
                    <a:pt x="71643" y="150751"/>
                    <a:pt x="79685" y="142916"/>
                  </a:cubicBezTo>
                  <a:cubicBezTo>
                    <a:pt x="92641" y="130603"/>
                    <a:pt x="101130" y="104634"/>
                    <a:pt x="101130" y="77546"/>
                  </a:cubicBezTo>
                  <a:cubicBezTo>
                    <a:pt x="101130" y="31653"/>
                    <a:pt x="80802" y="87"/>
                    <a:pt x="51538" y="87"/>
                  </a:cubicBezTo>
                  <a:close/>
                  <a:moveTo>
                    <a:pt x="50868" y="5908"/>
                  </a:moveTo>
                  <a:cubicBezTo>
                    <a:pt x="69632" y="5908"/>
                    <a:pt x="79685" y="31205"/>
                    <a:pt x="79685" y="77994"/>
                  </a:cubicBezTo>
                  <a:cubicBezTo>
                    <a:pt x="79685" y="124782"/>
                    <a:pt x="69856" y="148737"/>
                    <a:pt x="50644" y="148737"/>
                  </a:cubicBezTo>
                  <a:cubicBezTo>
                    <a:pt x="31433" y="148737"/>
                    <a:pt x="21604" y="124783"/>
                    <a:pt x="21604" y="78218"/>
                  </a:cubicBezTo>
                  <a:cubicBezTo>
                    <a:pt x="21604" y="30757"/>
                    <a:pt x="31656" y="5908"/>
                    <a:pt x="50868" y="590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A0683D9F-10AC-BF82-464A-95BA4F7D99B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155355" y="5409145"/>
              <a:ext cx="184447" cy="12101"/>
            </a:xfrm>
            <a:custGeom>
              <a:avLst/>
              <a:gdLst>
                <a:gd name="connsiteX0" fmla="*/ 174046 w 184447"/>
                <a:gd name="connsiteY0" fmla="*/ 12186 h 12101"/>
                <a:gd name="connsiteX1" fmla="*/ 184612 w 184447"/>
                <a:gd name="connsiteY1" fmla="*/ 6135 h 12101"/>
                <a:gd name="connsiteX2" fmla="*/ 174046 w 184447"/>
                <a:gd name="connsiteY2" fmla="*/ 85 h 12101"/>
                <a:gd name="connsiteX3" fmla="*/ 10730 w 184447"/>
                <a:gd name="connsiteY3" fmla="*/ 85 h 12101"/>
                <a:gd name="connsiteX4" fmla="*/ 165 w 184447"/>
                <a:gd name="connsiteY4" fmla="*/ 6135 h 12101"/>
                <a:gd name="connsiteX5" fmla="*/ 10730 w 184447"/>
                <a:gd name="connsiteY5" fmla="*/ 12186 h 12101"/>
                <a:gd name="connsiteX6" fmla="*/ 174046 w 18444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46" y="12186"/>
                  </a:moveTo>
                  <a:cubicBezTo>
                    <a:pt x="179178" y="12186"/>
                    <a:pt x="184612" y="12186"/>
                    <a:pt x="184612" y="6135"/>
                  </a:cubicBezTo>
                  <a:cubicBezTo>
                    <a:pt x="184612" y="85"/>
                    <a:pt x="179178" y="85"/>
                    <a:pt x="174046" y="85"/>
                  </a:cubicBezTo>
                  <a:lnTo>
                    <a:pt x="10730" y="85"/>
                  </a:lnTo>
                  <a:cubicBezTo>
                    <a:pt x="5598" y="85"/>
                    <a:pt x="165" y="85"/>
                    <a:pt x="165" y="6135"/>
                  </a:cubicBezTo>
                  <a:cubicBezTo>
                    <a:pt x="165" y="12186"/>
                    <a:pt x="5598" y="12186"/>
                    <a:pt x="10730" y="12186"/>
                  </a:cubicBezTo>
                  <a:lnTo>
                    <a:pt x="174046" y="1218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63AB589D-7B91-CE46-CEE4-4E73001D2A6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399667" y="5357413"/>
              <a:ext cx="143089" cy="136742"/>
            </a:xfrm>
            <a:custGeom>
              <a:avLst/>
              <a:gdLst>
                <a:gd name="connsiteX0" fmla="*/ 129679 w 143089"/>
                <a:gd name="connsiteY0" fmla="*/ 99919 h 136742"/>
                <a:gd name="connsiteX1" fmla="*/ 123038 w 143089"/>
                <a:gd name="connsiteY1" fmla="*/ 108087 h 136742"/>
                <a:gd name="connsiteX2" fmla="*/ 109152 w 143089"/>
                <a:gd name="connsiteY2" fmla="*/ 120188 h 136742"/>
                <a:gd name="connsiteX3" fmla="*/ 99793 w 143089"/>
                <a:gd name="connsiteY3" fmla="*/ 107784 h 136742"/>
                <a:gd name="connsiteX4" fmla="*/ 98586 w 143089"/>
                <a:gd name="connsiteY4" fmla="*/ 102641 h 136742"/>
                <a:gd name="connsiteX5" fmla="*/ 87718 w 143089"/>
                <a:gd name="connsiteY5" fmla="*/ 53632 h 136742"/>
                <a:gd name="connsiteX6" fmla="*/ 117302 w 143089"/>
                <a:gd name="connsiteY6" fmla="*/ 17026 h 136742"/>
                <a:gd name="connsiteX7" fmla="*/ 124547 w 143089"/>
                <a:gd name="connsiteY7" fmla="*/ 19447 h 136742"/>
                <a:gd name="connsiteX8" fmla="*/ 132698 w 143089"/>
                <a:gd name="connsiteY8" fmla="*/ 22169 h 136742"/>
                <a:gd name="connsiteX9" fmla="*/ 143264 w 143089"/>
                <a:gd name="connsiteY9" fmla="*/ 11278 h 136742"/>
                <a:gd name="connsiteX10" fmla="*/ 130887 w 143089"/>
                <a:gd name="connsiteY10" fmla="*/ 85 h 136742"/>
                <a:gd name="connsiteX11" fmla="*/ 85303 w 143089"/>
                <a:gd name="connsiteY11" fmla="*/ 43346 h 136742"/>
                <a:gd name="connsiteX12" fmla="*/ 81983 w 143089"/>
                <a:gd name="connsiteY12" fmla="*/ 26707 h 136742"/>
                <a:gd name="connsiteX13" fmla="*/ 66285 w 143089"/>
                <a:gd name="connsiteY13" fmla="*/ 85 h 136742"/>
                <a:gd name="connsiteX14" fmla="*/ 30965 w 143089"/>
                <a:gd name="connsiteY14" fmla="*/ 8858 h 136742"/>
                <a:gd name="connsiteX15" fmla="*/ 27645 w 143089"/>
                <a:gd name="connsiteY15" fmla="*/ 10068 h 136742"/>
                <a:gd name="connsiteX16" fmla="*/ 28852 w 143089"/>
                <a:gd name="connsiteY16" fmla="*/ 14606 h 136742"/>
                <a:gd name="connsiteX17" fmla="*/ 45757 w 143089"/>
                <a:gd name="connsiteY17" fmla="*/ 11278 h 136742"/>
                <a:gd name="connsiteX18" fmla="*/ 59342 w 143089"/>
                <a:gd name="connsiteY18" fmla="*/ 32153 h 136742"/>
                <a:gd name="connsiteX19" fmla="*/ 68096 w 143089"/>
                <a:gd name="connsiteY19" fmla="*/ 69363 h 136742"/>
                <a:gd name="connsiteX20" fmla="*/ 43342 w 143089"/>
                <a:gd name="connsiteY20" fmla="*/ 104759 h 136742"/>
                <a:gd name="connsiteX21" fmla="*/ 27946 w 143089"/>
                <a:gd name="connsiteY21" fmla="*/ 119280 h 136742"/>
                <a:gd name="connsiteX22" fmla="*/ 20098 w 143089"/>
                <a:gd name="connsiteY22" fmla="*/ 116558 h 136742"/>
                <a:gd name="connsiteX23" fmla="*/ 10438 w 143089"/>
                <a:gd name="connsiteY23" fmla="*/ 113532 h 136742"/>
                <a:gd name="connsiteX24" fmla="*/ 174 w 143089"/>
                <a:gd name="connsiteY24" fmla="*/ 124121 h 136742"/>
                <a:gd name="connsiteX25" fmla="*/ 15268 w 143089"/>
                <a:gd name="connsiteY25" fmla="*/ 136827 h 136742"/>
                <a:gd name="connsiteX26" fmla="*/ 43342 w 143089"/>
                <a:gd name="connsiteY26" fmla="*/ 115650 h 136742"/>
                <a:gd name="connsiteX27" fmla="*/ 70511 w 143089"/>
                <a:gd name="connsiteY27" fmla="*/ 80254 h 136742"/>
                <a:gd name="connsiteX28" fmla="*/ 79568 w 143089"/>
                <a:gd name="connsiteY28" fmla="*/ 116558 h 136742"/>
                <a:gd name="connsiteX29" fmla="*/ 97076 w 143089"/>
                <a:gd name="connsiteY29" fmla="*/ 136827 h 136742"/>
                <a:gd name="connsiteX30" fmla="*/ 133905 w 143089"/>
                <a:gd name="connsiteY30" fmla="*/ 102339 h 136742"/>
                <a:gd name="connsiteX31" fmla="*/ 129679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79" y="99919"/>
                  </a:moveTo>
                  <a:cubicBezTo>
                    <a:pt x="127264" y="102641"/>
                    <a:pt x="125755" y="104457"/>
                    <a:pt x="123038" y="108087"/>
                  </a:cubicBezTo>
                  <a:cubicBezTo>
                    <a:pt x="116095" y="117163"/>
                    <a:pt x="112472" y="120188"/>
                    <a:pt x="109152" y="120188"/>
                  </a:cubicBezTo>
                  <a:cubicBezTo>
                    <a:pt x="104623" y="120188"/>
                    <a:pt x="101906" y="116255"/>
                    <a:pt x="99793" y="107784"/>
                  </a:cubicBezTo>
                  <a:cubicBezTo>
                    <a:pt x="99190" y="105364"/>
                    <a:pt x="98888" y="103549"/>
                    <a:pt x="98586" y="102641"/>
                  </a:cubicBezTo>
                  <a:cubicBezTo>
                    <a:pt x="91039" y="72086"/>
                    <a:pt x="87718" y="58170"/>
                    <a:pt x="87718" y="53632"/>
                  </a:cubicBezTo>
                  <a:cubicBezTo>
                    <a:pt x="101001" y="30337"/>
                    <a:pt x="111868" y="17026"/>
                    <a:pt x="117302" y="17026"/>
                  </a:cubicBezTo>
                  <a:cubicBezTo>
                    <a:pt x="119113" y="17026"/>
                    <a:pt x="121528" y="17934"/>
                    <a:pt x="124547" y="19447"/>
                  </a:cubicBezTo>
                  <a:cubicBezTo>
                    <a:pt x="128170" y="21564"/>
                    <a:pt x="130283" y="22169"/>
                    <a:pt x="132698" y="22169"/>
                  </a:cubicBezTo>
                  <a:cubicBezTo>
                    <a:pt x="139037" y="22169"/>
                    <a:pt x="143264" y="17631"/>
                    <a:pt x="143264" y="11278"/>
                  </a:cubicBezTo>
                  <a:cubicBezTo>
                    <a:pt x="143264" y="4925"/>
                    <a:pt x="138132" y="85"/>
                    <a:pt x="130887" y="85"/>
                  </a:cubicBezTo>
                  <a:cubicBezTo>
                    <a:pt x="117604" y="85"/>
                    <a:pt x="106133" y="10976"/>
                    <a:pt x="85303" y="43346"/>
                  </a:cubicBezTo>
                  <a:lnTo>
                    <a:pt x="81983" y="26707"/>
                  </a:lnTo>
                  <a:cubicBezTo>
                    <a:pt x="77756" y="6135"/>
                    <a:pt x="74436" y="85"/>
                    <a:pt x="66285" y="85"/>
                  </a:cubicBezTo>
                  <a:cubicBezTo>
                    <a:pt x="59644" y="85"/>
                    <a:pt x="49380" y="2808"/>
                    <a:pt x="30965" y="8858"/>
                  </a:cubicBezTo>
                  <a:lnTo>
                    <a:pt x="27645" y="10068"/>
                  </a:lnTo>
                  <a:lnTo>
                    <a:pt x="28852" y="14606"/>
                  </a:lnTo>
                  <a:cubicBezTo>
                    <a:pt x="40323" y="11883"/>
                    <a:pt x="43040" y="11278"/>
                    <a:pt x="45757" y="11278"/>
                  </a:cubicBezTo>
                  <a:cubicBezTo>
                    <a:pt x="53304" y="11278"/>
                    <a:pt x="55115" y="14001"/>
                    <a:pt x="59342" y="32153"/>
                  </a:cubicBezTo>
                  <a:lnTo>
                    <a:pt x="68096" y="69363"/>
                  </a:lnTo>
                  <a:lnTo>
                    <a:pt x="43342" y="104759"/>
                  </a:lnTo>
                  <a:cubicBezTo>
                    <a:pt x="37305" y="113835"/>
                    <a:pt x="31267" y="119280"/>
                    <a:pt x="27946" y="119280"/>
                  </a:cubicBezTo>
                  <a:cubicBezTo>
                    <a:pt x="26135" y="119280"/>
                    <a:pt x="23116" y="118373"/>
                    <a:pt x="20098" y="116558"/>
                  </a:cubicBezTo>
                  <a:cubicBezTo>
                    <a:pt x="16173" y="114440"/>
                    <a:pt x="12853" y="113532"/>
                    <a:pt x="10438" y="113532"/>
                  </a:cubicBezTo>
                  <a:cubicBezTo>
                    <a:pt x="4702" y="113532"/>
                    <a:pt x="174" y="118070"/>
                    <a:pt x="174" y="124121"/>
                  </a:cubicBezTo>
                  <a:cubicBezTo>
                    <a:pt x="174" y="131987"/>
                    <a:pt x="6211" y="136827"/>
                    <a:pt x="15268" y="136827"/>
                  </a:cubicBezTo>
                  <a:cubicBezTo>
                    <a:pt x="24626" y="136827"/>
                    <a:pt x="28248" y="134104"/>
                    <a:pt x="43342" y="115650"/>
                  </a:cubicBezTo>
                  <a:cubicBezTo>
                    <a:pt x="51493" y="105969"/>
                    <a:pt x="57832" y="97801"/>
                    <a:pt x="70511" y="80254"/>
                  </a:cubicBezTo>
                  <a:lnTo>
                    <a:pt x="79568" y="116558"/>
                  </a:lnTo>
                  <a:cubicBezTo>
                    <a:pt x="83492" y="131987"/>
                    <a:pt x="87416" y="136827"/>
                    <a:pt x="97076" y="136827"/>
                  </a:cubicBezTo>
                  <a:cubicBezTo>
                    <a:pt x="108548" y="136827"/>
                    <a:pt x="116397" y="129566"/>
                    <a:pt x="133905" y="102339"/>
                  </a:cubicBezTo>
                  <a:lnTo>
                    <a:pt x="129679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5D6EB457-6C72-7422-7080-7C28C388A29E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567149" y="5385363"/>
              <a:ext cx="63219" cy="151335"/>
            </a:xfrm>
            <a:custGeom>
              <a:avLst/>
              <a:gdLst>
                <a:gd name="connsiteX0" fmla="*/ 40388 w 63219"/>
                <a:gd name="connsiteY0" fmla="*/ 87 h 151335"/>
                <a:gd name="connsiteX1" fmla="*/ 177 w 63219"/>
                <a:gd name="connsiteY1" fmla="*/ 20459 h 151335"/>
                <a:gd name="connsiteX2" fmla="*/ 177 w 63219"/>
                <a:gd name="connsiteY2" fmla="*/ 23593 h 151335"/>
                <a:gd name="connsiteX3" fmla="*/ 6209 w 63219"/>
                <a:gd name="connsiteY3" fmla="*/ 21131 h 151335"/>
                <a:gd name="connsiteX4" fmla="*/ 16261 w 63219"/>
                <a:gd name="connsiteY4" fmla="*/ 18668 h 151335"/>
                <a:gd name="connsiteX5" fmla="*/ 22963 w 63219"/>
                <a:gd name="connsiteY5" fmla="*/ 29190 h 151335"/>
                <a:gd name="connsiteX6" fmla="*/ 22963 w 63219"/>
                <a:gd name="connsiteY6" fmla="*/ 130603 h 151335"/>
                <a:gd name="connsiteX7" fmla="*/ 17602 w 63219"/>
                <a:gd name="connsiteY7" fmla="*/ 145155 h 151335"/>
                <a:gd name="connsiteX8" fmla="*/ 1741 w 63219"/>
                <a:gd name="connsiteY8" fmla="*/ 148065 h 151335"/>
                <a:gd name="connsiteX9" fmla="*/ 1741 w 63219"/>
                <a:gd name="connsiteY9" fmla="*/ 151423 h 151335"/>
                <a:gd name="connsiteX10" fmla="*/ 63397 w 63219"/>
                <a:gd name="connsiteY10" fmla="*/ 151423 h 151335"/>
                <a:gd name="connsiteX11" fmla="*/ 63397 w 63219"/>
                <a:gd name="connsiteY11" fmla="*/ 148065 h 151335"/>
                <a:gd name="connsiteX12" fmla="*/ 42175 w 63219"/>
                <a:gd name="connsiteY12" fmla="*/ 134857 h 151335"/>
                <a:gd name="connsiteX13" fmla="*/ 42175 w 63219"/>
                <a:gd name="connsiteY13" fmla="*/ 535 h 151335"/>
                <a:gd name="connsiteX14" fmla="*/ 40388 w 63219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388" y="87"/>
                  </a:moveTo>
                  <a:lnTo>
                    <a:pt x="177" y="20459"/>
                  </a:lnTo>
                  <a:lnTo>
                    <a:pt x="177" y="23593"/>
                  </a:lnTo>
                  <a:cubicBezTo>
                    <a:pt x="2858" y="22474"/>
                    <a:pt x="5315" y="21579"/>
                    <a:pt x="6209" y="21131"/>
                  </a:cubicBezTo>
                  <a:cubicBezTo>
                    <a:pt x="10230" y="19564"/>
                    <a:pt x="14028" y="18668"/>
                    <a:pt x="16261" y="18668"/>
                  </a:cubicBezTo>
                  <a:cubicBezTo>
                    <a:pt x="20953" y="18668"/>
                    <a:pt x="22963" y="22026"/>
                    <a:pt x="22963" y="29190"/>
                  </a:cubicBezTo>
                  <a:lnTo>
                    <a:pt x="22963" y="130603"/>
                  </a:lnTo>
                  <a:cubicBezTo>
                    <a:pt x="22963" y="137991"/>
                    <a:pt x="21176" y="143140"/>
                    <a:pt x="17602" y="145155"/>
                  </a:cubicBezTo>
                  <a:cubicBezTo>
                    <a:pt x="14251" y="147169"/>
                    <a:pt x="11124" y="147841"/>
                    <a:pt x="1741" y="148065"/>
                  </a:cubicBezTo>
                  <a:lnTo>
                    <a:pt x="1741" y="151423"/>
                  </a:lnTo>
                  <a:lnTo>
                    <a:pt x="63397" y="151423"/>
                  </a:lnTo>
                  <a:lnTo>
                    <a:pt x="63397" y="148065"/>
                  </a:lnTo>
                  <a:cubicBezTo>
                    <a:pt x="45749" y="147841"/>
                    <a:pt x="42175" y="145602"/>
                    <a:pt x="42175" y="134857"/>
                  </a:cubicBezTo>
                  <a:lnTo>
                    <a:pt x="42175" y="535"/>
                  </a:lnTo>
                  <a:lnTo>
                    <a:pt x="40388" y="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03E4DFEB-D727-5D2A-2595-64661E12DBCE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686824" y="5263932"/>
              <a:ext cx="70035" cy="302526"/>
            </a:xfrm>
            <a:custGeom>
              <a:avLst/>
              <a:gdLst>
                <a:gd name="connsiteX0" fmla="*/ 70218 w 70035"/>
                <a:gd name="connsiteY0" fmla="*/ 151348 h 302526"/>
                <a:gd name="connsiteX1" fmla="*/ 50294 w 70035"/>
                <a:gd name="connsiteY1" fmla="*/ 56959 h 302526"/>
                <a:gd name="connsiteX2" fmla="*/ 3202 w 70035"/>
                <a:gd name="connsiteY2" fmla="*/ 84 h 302526"/>
                <a:gd name="connsiteX3" fmla="*/ 183 w 70035"/>
                <a:gd name="connsiteY3" fmla="*/ 3109 h 302526"/>
                <a:gd name="connsiteX4" fmla="*/ 5918 w 70035"/>
                <a:gd name="connsiteY4" fmla="*/ 10068 h 302526"/>
                <a:gd name="connsiteX5" fmla="*/ 52709 w 70035"/>
                <a:gd name="connsiteY5" fmla="*/ 151348 h 302526"/>
                <a:gd name="connsiteX6" fmla="*/ 4107 w 70035"/>
                <a:gd name="connsiteY6" fmla="*/ 294443 h 302526"/>
                <a:gd name="connsiteX7" fmla="*/ 183 w 70035"/>
                <a:gd name="connsiteY7" fmla="*/ 299586 h 302526"/>
                <a:gd name="connsiteX8" fmla="*/ 3202 w 70035"/>
                <a:gd name="connsiteY8" fmla="*/ 302611 h 302526"/>
                <a:gd name="connsiteX9" fmla="*/ 51200 w 70035"/>
                <a:gd name="connsiteY9" fmla="*/ 243618 h 302526"/>
                <a:gd name="connsiteX10" fmla="*/ 70218 w 700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18" y="151348"/>
                  </a:moveTo>
                  <a:cubicBezTo>
                    <a:pt x="70218" y="127750"/>
                    <a:pt x="66898" y="91145"/>
                    <a:pt x="50294" y="56959"/>
                  </a:cubicBezTo>
                  <a:cubicBezTo>
                    <a:pt x="32182" y="19748"/>
                    <a:pt x="6220" y="84"/>
                    <a:pt x="3202" y="84"/>
                  </a:cubicBezTo>
                  <a:cubicBezTo>
                    <a:pt x="1390" y="84"/>
                    <a:pt x="183" y="1294"/>
                    <a:pt x="183" y="3109"/>
                  </a:cubicBezTo>
                  <a:cubicBezTo>
                    <a:pt x="183" y="4017"/>
                    <a:pt x="183" y="4622"/>
                    <a:pt x="5918" y="10068"/>
                  </a:cubicBezTo>
                  <a:cubicBezTo>
                    <a:pt x="35502" y="40018"/>
                    <a:pt x="52709" y="88119"/>
                    <a:pt x="52709" y="151348"/>
                  </a:cubicBezTo>
                  <a:cubicBezTo>
                    <a:pt x="52709" y="203080"/>
                    <a:pt x="41540" y="256324"/>
                    <a:pt x="4107" y="294443"/>
                  </a:cubicBezTo>
                  <a:cubicBezTo>
                    <a:pt x="183" y="298073"/>
                    <a:pt x="183" y="298678"/>
                    <a:pt x="183" y="299586"/>
                  </a:cubicBezTo>
                  <a:cubicBezTo>
                    <a:pt x="183" y="301401"/>
                    <a:pt x="1390" y="302611"/>
                    <a:pt x="3202" y="302611"/>
                  </a:cubicBezTo>
                  <a:cubicBezTo>
                    <a:pt x="6220" y="302611"/>
                    <a:pt x="33389" y="282039"/>
                    <a:pt x="51200" y="243618"/>
                  </a:cubicBezTo>
                  <a:cubicBezTo>
                    <a:pt x="66596" y="210340"/>
                    <a:pt x="70218" y="176760"/>
                    <a:pt x="70218" y="1513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5B665A2E-AAF9-1369-DDA2-4C0BB62C342B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817067" y="5263932"/>
              <a:ext cx="70035" cy="302526"/>
            </a:xfrm>
            <a:custGeom>
              <a:avLst/>
              <a:gdLst>
                <a:gd name="connsiteX0" fmla="*/ 70222 w 70035"/>
                <a:gd name="connsiteY0" fmla="*/ 299586 h 302526"/>
                <a:gd name="connsiteX1" fmla="*/ 65090 w 70035"/>
                <a:gd name="connsiteY1" fmla="*/ 292930 h 302526"/>
                <a:gd name="connsiteX2" fmla="*/ 17696 w 70035"/>
                <a:gd name="connsiteY2" fmla="*/ 151348 h 302526"/>
                <a:gd name="connsiteX3" fmla="*/ 66298 w 70035"/>
                <a:gd name="connsiteY3" fmla="*/ 8252 h 302526"/>
                <a:gd name="connsiteX4" fmla="*/ 70222 w 70035"/>
                <a:gd name="connsiteY4" fmla="*/ 3109 h 302526"/>
                <a:gd name="connsiteX5" fmla="*/ 67204 w 70035"/>
                <a:gd name="connsiteY5" fmla="*/ 84 h 302526"/>
                <a:gd name="connsiteX6" fmla="*/ 19205 w 70035"/>
                <a:gd name="connsiteY6" fmla="*/ 59077 h 302526"/>
                <a:gd name="connsiteX7" fmla="*/ 187 w 70035"/>
                <a:gd name="connsiteY7" fmla="*/ 151348 h 302526"/>
                <a:gd name="connsiteX8" fmla="*/ 20111 w 70035"/>
                <a:gd name="connsiteY8" fmla="*/ 245736 h 302526"/>
                <a:gd name="connsiteX9" fmla="*/ 67204 w 70035"/>
                <a:gd name="connsiteY9" fmla="*/ 302611 h 302526"/>
                <a:gd name="connsiteX10" fmla="*/ 70222 w 700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22" y="299586"/>
                  </a:moveTo>
                  <a:cubicBezTo>
                    <a:pt x="70222" y="298678"/>
                    <a:pt x="70222" y="298073"/>
                    <a:pt x="65090" y="292930"/>
                  </a:cubicBezTo>
                  <a:cubicBezTo>
                    <a:pt x="27356" y="254812"/>
                    <a:pt x="17696" y="197634"/>
                    <a:pt x="17696" y="151348"/>
                  </a:cubicBezTo>
                  <a:cubicBezTo>
                    <a:pt x="17696" y="98708"/>
                    <a:pt x="29167" y="46068"/>
                    <a:pt x="66298" y="8252"/>
                  </a:cubicBezTo>
                  <a:cubicBezTo>
                    <a:pt x="70222" y="4622"/>
                    <a:pt x="70222" y="4017"/>
                    <a:pt x="70222" y="3109"/>
                  </a:cubicBezTo>
                  <a:cubicBezTo>
                    <a:pt x="70222" y="992"/>
                    <a:pt x="69015" y="84"/>
                    <a:pt x="67204" y="84"/>
                  </a:cubicBezTo>
                  <a:cubicBezTo>
                    <a:pt x="64185" y="84"/>
                    <a:pt x="37016" y="20656"/>
                    <a:pt x="19205" y="59077"/>
                  </a:cubicBezTo>
                  <a:cubicBezTo>
                    <a:pt x="3809" y="92355"/>
                    <a:pt x="187" y="125935"/>
                    <a:pt x="187" y="151348"/>
                  </a:cubicBezTo>
                  <a:cubicBezTo>
                    <a:pt x="187" y="174945"/>
                    <a:pt x="3507" y="211550"/>
                    <a:pt x="20111" y="245736"/>
                  </a:cubicBezTo>
                  <a:cubicBezTo>
                    <a:pt x="38223" y="282947"/>
                    <a:pt x="64185" y="302611"/>
                    <a:pt x="67204" y="302611"/>
                  </a:cubicBezTo>
                  <a:cubicBezTo>
                    <a:pt x="69015" y="302611"/>
                    <a:pt x="70222" y="301703"/>
                    <a:pt x="70222" y="2995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DA2D3C17-E7E6-4BCA-090A-0D308536A33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896594" y="5357413"/>
              <a:ext cx="143089" cy="136742"/>
            </a:xfrm>
            <a:custGeom>
              <a:avLst/>
              <a:gdLst>
                <a:gd name="connsiteX0" fmla="*/ 129696 w 143089"/>
                <a:gd name="connsiteY0" fmla="*/ 99919 h 136742"/>
                <a:gd name="connsiteX1" fmla="*/ 123054 w 143089"/>
                <a:gd name="connsiteY1" fmla="*/ 108087 h 136742"/>
                <a:gd name="connsiteX2" fmla="*/ 109168 w 143089"/>
                <a:gd name="connsiteY2" fmla="*/ 120188 h 136742"/>
                <a:gd name="connsiteX3" fmla="*/ 99810 w 143089"/>
                <a:gd name="connsiteY3" fmla="*/ 107784 h 136742"/>
                <a:gd name="connsiteX4" fmla="*/ 98602 w 143089"/>
                <a:gd name="connsiteY4" fmla="*/ 102641 h 136742"/>
                <a:gd name="connsiteX5" fmla="*/ 87735 w 143089"/>
                <a:gd name="connsiteY5" fmla="*/ 53632 h 136742"/>
                <a:gd name="connsiteX6" fmla="*/ 117319 w 143089"/>
                <a:gd name="connsiteY6" fmla="*/ 17026 h 136742"/>
                <a:gd name="connsiteX7" fmla="*/ 124564 w 143089"/>
                <a:gd name="connsiteY7" fmla="*/ 19447 h 136742"/>
                <a:gd name="connsiteX8" fmla="*/ 132714 w 143089"/>
                <a:gd name="connsiteY8" fmla="*/ 22169 h 136742"/>
                <a:gd name="connsiteX9" fmla="*/ 143280 w 143089"/>
                <a:gd name="connsiteY9" fmla="*/ 11278 h 136742"/>
                <a:gd name="connsiteX10" fmla="*/ 130903 w 143089"/>
                <a:gd name="connsiteY10" fmla="*/ 85 h 136742"/>
                <a:gd name="connsiteX11" fmla="*/ 85320 w 143089"/>
                <a:gd name="connsiteY11" fmla="*/ 43346 h 136742"/>
                <a:gd name="connsiteX12" fmla="*/ 81999 w 143089"/>
                <a:gd name="connsiteY12" fmla="*/ 26707 h 136742"/>
                <a:gd name="connsiteX13" fmla="*/ 66301 w 143089"/>
                <a:gd name="connsiteY13" fmla="*/ 85 h 136742"/>
                <a:gd name="connsiteX14" fmla="*/ 30982 w 143089"/>
                <a:gd name="connsiteY14" fmla="*/ 8858 h 136742"/>
                <a:gd name="connsiteX15" fmla="*/ 27661 w 143089"/>
                <a:gd name="connsiteY15" fmla="*/ 10068 h 136742"/>
                <a:gd name="connsiteX16" fmla="*/ 28868 w 143089"/>
                <a:gd name="connsiteY16" fmla="*/ 14606 h 136742"/>
                <a:gd name="connsiteX17" fmla="*/ 45774 w 143089"/>
                <a:gd name="connsiteY17" fmla="*/ 11278 h 136742"/>
                <a:gd name="connsiteX18" fmla="*/ 59358 w 143089"/>
                <a:gd name="connsiteY18" fmla="*/ 32153 h 136742"/>
                <a:gd name="connsiteX19" fmla="*/ 68113 w 143089"/>
                <a:gd name="connsiteY19" fmla="*/ 69363 h 136742"/>
                <a:gd name="connsiteX20" fmla="*/ 43359 w 143089"/>
                <a:gd name="connsiteY20" fmla="*/ 104759 h 136742"/>
                <a:gd name="connsiteX21" fmla="*/ 27963 w 143089"/>
                <a:gd name="connsiteY21" fmla="*/ 119280 h 136742"/>
                <a:gd name="connsiteX22" fmla="*/ 20114 w 143089"/>
                <a:gd name="connsiteY22" fmla="*/ 116558 h 136742"/>
                <a:gd name="connsiteX23" fmla="*/ 10454 w 143089"/>
                <a:gd name="connsiteY23" fmla="*/ 113532 h 136742"/>
                <a:gd name="connsiteX24" fmla="*/ 190 w 143089"/>
                <a:gd name="connsiteY24" fmla="*/ 124121 h 136742"/>
                <a:gd name="connsiteX25" fmla="*/ 15284 w 143089"/>
                <a:gd name="connsiteY25" fmla="*/ 136827 h 136742"/>
                <a:gd name="connsiteX26" fmla="*/ 43359 w 143089"/>
                <a:gd name="connsiteY26" fmla="*/ 115650 h 136742"/>
                <a:gd name="connsiteX27" fmla="*/ 70528 w 143089"/>
                <a:gd name="connsiteY27" fmla="*/ 80254 h 136742"/>
                <a:gd name="connsiteX28" fmla="*/ 79584 w 143089"/>
                <a:gd name="connsiteY28" fmla="*/ 116558 h 136742"/>
                <a:gd name="connsiteX29" fmla="*/ 97093 w 143089"/>
                <a:gd name="connsiteY29" fmla="*/ 136827 h 136742"/>
                <a:gd name="connsiteX30" fmla="*/ 133922 w 143089"/>
                <a:gd name="connsiteY30" fmla="*/ 102339 h 136742"/>
                <a:gd name="connsiteX31" fmla="*/ 129696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96" y="99919"/>
                  </a:moveTo>
                  <a:cubicBezTo>
                    <a:pt x="127281" y="102641"/>
                    <a:pt x="125771" y="104457"/>
                    <a:pt x="123054" y="108087"/>
                  </a:cubicBezTo>
                  <a:cubicBezTo>
                    <a:pt x="116111" y="117163"/>
                    <a:pt x="112489" y="120188"/>
                    <a:pt x="109168" y="120188"/>
                  </a:cubicBezTo>
                  <a:cubicBezTo>
                    <a:pt x="104640" y="120188"/>
                    <a:pt x="101923" y="116255"/>
                    <a:pt x="99810" y="107784"/>
                  </a:cubicBezTo>
                  <a:cubicBezTo>
                    <a:pt x="99206" y="105364"/>
                    <a:pt x="98904" y="103549"/>
                    <a:pt x="98602" y="102641"/>
                  </a:cubicBezTo>
                  <a:cubicBezTo>
                    <a:pt x="91055" y="72086"/>
                    <a:pt x="87735" y="58170"/>
                    <a:pt x="87735" y="53632"/>
                  </a:cubicBezTo>
                  <a:cubicBezTo>
                    <a:pt x="101017" y="30337"/>
                    <a:pt x="111885" y="17026"/>
                    <a:pt x="117319" y="17026"/>
                  </a:cubicBezTo>
                  <a:cubicBezTo>
                    <a:pt x="119130" y="17026"/>
                    <a:pt x="121545" y="17934"/>
                    <a:pt x="124564" y="19447"/>
                  </a:cubicBezTo>
                  <a:cubicBezTo>
                    <a:pt x="128186" y="21564"/>
                    <a:pt x="130299" y="22169"/>
                    <a:pt x="132714" y="22169"/>
                  </a:cubicBezTo>
                  <a:cubicBezTo>
                    <a:pt x="139054" y="22169"/>
                    <a:pt x="143280" y="17631"/>
                    <a:pt x="143280" y="11278"/>
                  </a:cubicBezTo>
                  <a:cubicBezTo>
                    <a:pt x="143280" y="4925"/>
                    <a:pt x="138148" y="85"/>
                    <a:pt x="130903" y="85"/>
                  </a:cubicBezTo>
                  <a:cubicBezTo>
                    <a:pt x="117620" y="85"/>
                    <a:pt x="106149" y="10976"/>
                    <a:pt x="85320" y="43346"/>
                  </a:cubicBezTo>
                  <a:lnTo>
                    <a:pt x="81999" y="26707"/>
                  </a:lnTo>
                  <a:cubicBezTo>
                    <a:pt x="77773" y="6135"/>
                    <a:pt x="74452" y="85"/>
                    <a:pt x="66301" y="85"/>
                  </a:cubicBezTo>
                  <a:cubicBezTo>
                    <a:pt x="59660" y="85"/>
                    <a:pt x="49396" y="2808"/>
                    <a:pt x="30982" y="8858"/>
                  </a:cubicBezTo>
                  <a:lnTo>
                    <a:pt x="27661" y="10068"/>
                  </a:lnTo>
                  <a:lnTo>
                    <a:pt x="28868" y="14606"/>
                  </a:lnTo>
                  <a:cubicBezTo>
                    <a:pt x="40340" y="11883"/>
                    <a:pt x="43057" y="11278"/>
                    <a:pt x="45774" y="11278"/>
                  </a:cubicBezTo>
                  <a:cubicBezTo>
                    <a:pt x="53321" y="11278"/>
                    <a:pt x="55132" y="14001"/>
                    <a:pt x="59358" y="32153"/>
                  </a:cubicBezTo>
                  <a:lnTo>
                    <a:pt x="68113" y="69363"/>
                  </a:lnTo>
                  <a:lnTo>
                    <a:pt x="43359" y="104759"/>
                  </a:lnTo>
                  <a:cubicBezTo>
                    <a:pt x="37321" y="113835"/>
                    <a:pt x="31283" y="119280"/>
                    <a:pt x="27963" y="119280"/>
                  </a:cubicBezTo>
                  <a:cubicBezTo>
                    <a:pt x="26152" y="119280"/>
                    <a:pt x="23133" y="118373"/>
                    <a:pt x="20114" y="116558"/>
                  </a:cubicBezTo>
                  <a:cubicBezTo>
                    <a:pt x="16190" y="114440"/>
                    <a:pt x="12869" y="113532"/>
                    <a:pt x="10454" y="113532"/>
                  </a:cubicBezTo>
                  <a:cubicBezTo>
                    <a:pt x="4718" y="113532"/>
                    <a:pt x="190" y="118070"/>
                    <a:pt x="190" y="124121"/>
                  </a:cubicBezTo>
                  <a:cubicBezTo>
                    <a:pt x="190" y="131987"/>
                    <a:pt x="6228" y="136827"/>
                    <a:pt x="15284" y="136827"/>
                  </a:cubicBezTo>
                  <a:cubicBezTo>
                    <a:pt x="24642" y="136827"/>
                    <a:pt x="28265" y="134104"/>
                    <a:pt x="43359" y="115650"/>
                  </a:cubicBezTo>
                  <a:cubicBezTo>
                    <a:pt x="51509" y="105969"/>
                    <a:pt x="57849" y="97801"/>
                    <a:pt x="70528" y="80254"/>
                  </a:cubicBezTo>
                  <a:lnTo>
                    <a:pt x="79584" y="116558"/>
                  </a:lnTo>
                  <a:cubicBezTo>
                    <a:pt x="83508" y="131987"/>
                    <a:pt x="87433" y="136827"/>
                    <a:pt x="97093" y="136827"/>
                  </a:cubicBezTo>
                  <a:cubicBezTo>
                    <a:pt x="108564" y="136827"/>
                    <a:pt x="116413" y="129566"/>
                    <a:pt x="133922" y="102339"/>
                  </a:cubicBezTo>
                  <a:lnTo>
                    <a:pt x="129696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B6C05843-FA3E-0D45-A9A9-FAE6E12552A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044641" y="5385363"/>
              <a:ext cx="100971" cy="154469"/>
            </a:xfrm>
            <a:custGeom>
              <a:avLst/>
              <a:gdLst>
                <a:gd name="connsiteX0" fmla="*/ 51573 w 100971"/>
                <a:gd name="connsiteY0" fmla="*/ 87 h 154469"/>
                <a:gd name="connsiteX1" fmla="*/ 21639 w 100971"/>
                <a:gd name="connsiteY1" fmla="*/ 11728 h 154469"/>
                <a:gd name="connsiteX2" fmla="*/ 194 w 100971"/>
                <a:gd name="connsiteY2" fmla="*/ 76203 h 154469"/>
                <a:gd name="connsiteX3" fmla="*/ 18065 w 100971"/>
                <a:gd name="connsiteY3" fmla="*/ 139334 h 154469"/>
                <a:gd name="connsiteX4" fmla="*/ 50680 w 100971"/>
                <a:gd name="connsiteY4" fmla="*/ 154557 h 154469"/>
                <a:gd name="connsiteX5" fmla="*/ 79720 w 100971"/>
                <a:gd name="connsiteY5" fmla="*/ 142916 h 154469"/>
                <a:gd name="connsiteX6" fmla="*/ 101166 w 100971"/>
                <a:gd name="connsiteY6" fmla="*/ 77546 h 154469"/>
                <a:gd name="connsiteX7" fmla="*/ 51573 w 100971"/>
                <a:gd name="connsiteY7" fmla="*/ 87 h 154469"/>
                <a:gd name="connsiteX8" fmla="*/ 50903 w 100971"/>
                <a:gd name="connsiteY8" fmla="*/ 5908 h 154469"/>
                <a:gd name="connsiteX9" fmla="*/ 79720 w 100971"/>
                <a:gd name="connsiteY9" fmla="*/ 77994 h 154469"/>
                <a:gd name="connsiteX10" fmla="*/ 50680 w 100971"/>
                <a:gd name="connsiteY10" fmla="*/ 148737 h 154469"/>
                <a:gd name="connsiteX11" fmla="*/ 21639 w 100971"/>
                <a:gd name="connsiteY11" fmla="*/ 78218 h 154469"/>
                <a:gd name="connsiteX12" fmla="*/ 50903 w 100971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573" y="87"/>
                  </a:moveTo>
                  <a:cubicBezTo>
                    <a:pt x="39287" y="87"/>
                    <a:pt x="29905" y="3893"/>
                    <a:pt x="21639" y="11728"/>
                  </a:cubicBezTo>
                  <a:cubicBezTo>
                    <a:pt x="8683" y="24265"/>
                    <a:pt x="194" y="50010"/>
                    <a:pt x="194" y="76203"/>
                  </a:cubicBezTo>
                  <a:cubicBezTo>
                    <a:pt x="194" y="100605"/>
                    <a:pt x="7566" y="126797"/>
                    <a:pt x="18065" y="139334"/>
                  </a:cubicBezTo>
                  <a:cubicBezTo>
                    <a:pt x="26330" y="149184"/>
                    <a:pt x="37723" y="154557"/>
                    <a:pt x="50680" y="154557"/>
                  </a:cubicBezTo>
                  <a:cubicBezTo>
                    <a:pt x="62073" y="154557"/>
                    <a:pt x="71678" y="150751"/>
                    <a:pt x="79720" y="142916"/>
                  </a:cubicBezTo>
                  <a:cubicBezTo>
                    <a:pt x="92677" y="130603"/>
                    <a:pt x="101166" y="104634"/>
                    <a:pt x="101166" y="77546"/>
                  </a:cubicBezTo>
                  <a:cubicBezTo>
                    <a:pt x="101166" y="31653"/>
                    <a:pt x="80837" y="87"/>
                    <a:pt x="51573" y="87"/>
                  </a:cubicBezTo>
                  <a:close/>
                  <a:moveTo>
                    <a:pt x="50903" y="5908"/>
                  </a:moveTo>
                  <a:cubicBezTo>
                    <a:pt x="69668" y="5908"/>
                    <a:pt x="79720" y="31205"/>
                    <a:pt x="79720" y="77994"/>
                  </a:cubicBezTo>
                  <a:cubicBezTo>
                    <a:pt x="79720" y="124782"/>
                    <a:pt x="69891" y="148737"/>
                    <a:pt x="50680" y="148737"/>
                  </a:cubicBezTo>
                  <a:cubicBezTo>
                    <a:pt x="31468" y="148737"/>
                    <a:pt x="21639" y="124783"/>
                    <a:pt x="21639" y="78218"/>
                  </a:cubicBezTo>
                  <a:cubicBezTo>
                    <a:pt x="21639" y="30757"/>
                    <a:pt x="31692" y="5908"/>
                    <a:pt x="50903" y="590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D5A45551-7F5D-E2D3-72BF-5623943B55B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233683" y="5409145"/>
              <a:ext cx="184447" cy="12101"/>
            </a:xfrm>
            <a:custGeom>
              <a:avLst/>
              <a:gdLst>
                <a:gd name="connsiteX0" fmla="*/ 174082 w 184447"/>
                <a:gd name="connsiteY0" fmla="*/ 12186 h 12101"/>
                <a:gd name="connsiteX1" fmla="*/ 184647 w 184447"/>
                <a:gd name="connsiteY1" fmla="*/ 6135 h 12101"/>
                <a:gd name="connsiteX2" fmla="*/ 174082 w 184447"/>
                <a:gd name="connsiteY2" fmla="*/ 85 h 12101"/>
                <a:gd name="connsiteX3" fmla="*/ 10766 w 184447"/>
                <a:gd name="connsiteY3" fmla="*/ 85 h 12101"/>
                <a:gd name="connsiteX4" fmla="*/ 200 w 184447"/>
                <a:gd name="connsiteY4" fmla="*/ 6135 h 12101"/>
                <a:gd name="connsiteX5" fmla="*/ 10766 w 184447"/>
                <a:gd name="connsiteY5" fmla="*/ 12186 h 12101"/>
                <a:gd name="connsiteX6" fmla="*/ 174082 w 18444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82" y="12186"/>
                  </a:moveTo>
                  <a:cubicBezTo>
                    <a:pt x="179213" y="12186"/>
                    <a:pt x="184647" y="12186"/>
                    <a:pt x="184647" y="6135"/>
                  </a:cubicBezTo>
                  <a:cubicBezTo>
                    <a:pt x="184647" y="85"/>
                    <a:pt x="179213" y="85"/>
                    <a:pt x="174082" y="85"/>
                  </a:cubicBezTo>
                  <a:lnTo>
                    <a:pt x="10766" y="85"/>
                  </a:lnTo>
                  <a:cubicBezTo>
                    <a:pt x="5634" y="85"/>
                    <a:pt x="200" y="85"/>
                    <a:pt x="200" y="6135"/>
                  </a:cubicBezTo>
                  <a:cubicBezTo>
                    <a:pt x="200" y="12186"/>
                    <a:pt x="5634" y="12186"/>
                    <a:pt x="10766" y="12186"/>
                  </a:cubicBezTo>
                  <a:lnTo>
                    <a:pt x="174082" y="1218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3FA41C71-49DF-1C4B-FC41-D6D28C0ABBA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477996" y="5357413"/>
              <a:ext cx="143089" cy="136742"/>
            </a:xfrm>
            <a:custGeom>
              <a:avLst/>
              <a:gdLst>
                <a:gd name="connsiteX0" fmla="*/ 129715 w 143089"/>
                <a:gd name="connsiteY0" fmla="*/ 99919 h 136742"/>
                <a:gd name="connsiteX1" fmla="*/ 123073 w 143089"/>
                <a:gd name="connsiteY1" fmla="*/ 108087 h 136742"/>
                <a:gd name="connsiteX2" fmla="*/ 109187 w 143089"/>
                <a:gd name="connsiteY2" fmla="*/ 120188 h 136742"/>
                <a:gd name="connsiteX3" fmla="*/ 99829 w 143089"/>
                <a:gd name="connsiteY3" fmla="*/ 107784 h 136742"/>
                <a:gd name="connsiteX4" fmla="*/ 98621 w 143089"/>
                <a:gd name="connsiteY4" fmla="*/ 102641 h 136742"/>
                <a:gd name="connsiteX5" fmla="*/ 87754 w 143089"/>
                <a:gd name="connsiteY5" fmla="*/ 53632 h 136742"/>
                <a:gd name="connsiteX6" fmla="*/ 117338 w 143089"/>
                <a:gd name="connsiteY6" fmla="*/ 17026 h 136742"/>
                <a:gd name="connsiteX7" fmla="*/ 124583 w 143089"/>
                <a:gd name="connsiteY7" fmla="*/ 19447 h 136742"/>
                <a:gd name="connsiteX8" fmla="*/ 132733 w 143089"/>
                <a:gd name="connsiteY8" fmla="*/ 22169 h 136742"/>
                <a:gd name="connsiteX9" fmla="*/ 143299 w 143089"/>
                <a:gd name="connsiteY9" fmla="*/ 11278 h 136742"/>
                <a:gd name="connsiteX10" fmla="*/ 130922 w 143089"/>
                <a:gd name="connsiteY10" fmla="*/ 85 h 136742"/>
                <a:gd name="connsiteX11" fmla="*/ 85339 w 143089"/>
                <a:gd name="connsiteY11" fmla="*/ 43346 h 136742"/>
                <a:gd name="connsiteX12" fmla="*/ 82018 w 143089"/>
                <a:gd name="connsiteY12" fmla="*/ 26707 h 136742"/>
                <a:gd name="connsiteX13" fmla="*/ 66320 w 143089"/>
                <a:gd name="connsiteY13" fmla="*/ 85 h 136742"/>
                <a:gd name="connsiteX14" fmla="*/ 31001 w 143089"/>
                <a:gd name="connsiteY14" fmla="*/ 8858 h 136742"/>
                <a:gd name="connsiteX15" fmla="*/ 27680 w 143089"/>
                <a:gd name="connsiteY15" fmla="*/ 10068 h 136742"/>
                <a:gd name="connsiteX16" fmla="*/ 28888 w 143089"/>
                <a:gd name="connsiteY16" fmla="*/ 14606 h 136742"/>
                <a:gd name="connsiteX17" fmla="*/ 45793 w 143089"/>
                <a:gd name="connsiteY17" fmla="*/ 11278 h 136742"/>
                <a:gd name="connsiteX18" fmla="*/ 59377 w 143089"/>
                <a:gd name="connsiteY18" fmla="*/ 32153 h 136742"/>
                <a:gd name="connsiteX19" fmla="*/ 68132 w 143089"/>
                <a:gd name="connsiteY19" fmla="*/ 69363 h 136742"/>
                <a:gd name="connsiteX20" fmla="*/ 43378 w 143089"/>
                <a:gd name="connsiteY20" fmla="*/ 104759 h 136742"/>
                <a:gd name="connsiteX21" fmla="*/ 27982 w 143089"/>
                <a:gd name="connsiteY21" fmla="*/ 119280 h 136742"/>
                <a:gd name="connsiteX22" fmla="*/ 20133 w 143089"/>
                <a:gd name="connsiteY22" fmla="*/ 116558 h 136742"/>
                <a:gd name="connsiteX23" fmla="*/ 10473 w 143089"/>
                <a:gd name="connsiteY23" fmla="*/ 113532 h 136742"/>
                <a:gd name="connsiteX24" fmla="*/ 209 w 143089"/>
                <a:gd name="connsiteY24" fmla="*/ 124121 h 136742"/>
                <a:gd name="connsiteX25" fmla="*/ 15303 w 143089"/>
                <a:gd name="connsiteY25" fmla="*/ 136827 h 136742"/>
                <a:gd name="connsiteX26" fmla="*/ 43378 w 143089"/>
                <a:gd name="connsiteY26" fmla="*/ 115650 h 136742"/>
                <a:gd name="connsiteX27" fmla="*/ 70547 w 143089"/>
                <a:gd name="connsiteY27" fmla="*/ 80254 h 136742"/>
                <a:gd name="connsiteX28" fmla="*/ 79603 w 143089"/>
                <a:gd name="connsiteY28" fmla="*/ 116558 h 136742"/>
                <a:gd name="connsiteX29" fmla="*/ 97112 w 143089"/>
                <a:gd name="connsiteY29" fmla="*/ 136827 h 136742"/>
                <a:gd name="connsiteX30" fmla="*/ 133941 w 143089"/>
                <a:gd name="connsiteY30" fmla="*/ 102339 h 136742"/>
                <a:gd name="connsiteX31" fmla="*/ 129715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15" y="99919"/>
                  </a:moveTo>
                  <a:cubicBezTo>
                    <a:pt x="127300" y="102641"/>
                    <a:pt x="125790" y="104457"/>
                    <a:pt x="123073" y="108087"/>
                  </a:cubicBezTo>
                  <a:cubicBezTo>
                    <a:pt x="116130" y="117163"/>
                    <a:pt x="112508" y="120188"/>
                    <a:pt x="109187" y="120188"/>
                  </a:cubicBezTo>
                  <a:cubicBezTo>
                    <a:pt x="104659" y="120188"/>
                    <a:pt x="101942" y="116255"/>
                    <a:pt x="99829" y="107784"/>
                  </a:cubicBezTo>
                  <a:cubicBezTo>
                    <a:pt x="99225" y="105364"/>
                    <a:pt x="98923" y="103549"/>
                    <a:pt x="98621" y="102641"/>
                  </a:cubicBezTo>
                  <a:cubicBezTo>
                    <a:pt x="91074" y="72086"/>
                    <a:pt x="87754" y="58170"/>
                    <a:pt x="87754" y="53632"/>
                  </a:cubicBezTo>
                  <a:cubicBezTo>
                    <a:pt x="101036" y="30337"/>
                    <a:pt x="111904" y="17026"/>
                    <a:pt x="117338" y="17026"/>
                  </a:cubicBezTo>
                  <a:cubicBezTo>
                    <a:pt x="119149" y="17026"/>
                    <a:pt x="121564" y="17934"/>
                    <a:pt x="124583" y="19447"/>
                  </a:cubicBezTo>
                  <a:cubicBezTo>
                    <a:pt x="128205" y="21564"/>
                    <a:pt x="130318" y="22169"/>
                    <a:pt x="132733" y="22169"/>
                  </a:cubicBezTo>
                  <a:cubicBezTo>
                    <a:pt x="139073" y="22169"/>
                    <a:pt x="143299" y="17631"/>
                    <a:pt x="143299" y="11278"/>
                  </a:cubicBezTo>
                  <a:cubicBezTo>
                    <a:pt x="143299" y="4925"/>
                    <a:pt x="138167" y="85"/>
                    <a:pt x="130922" y="85"/>
                  </a:cubicBezTo>
                  <a:cubicBezTo>
                    <a:pt x="117640" y="85"/>
                    <a:pt x="106168" y="10976"/>
                    <a:pt x="85339" y="43346"/>
                  </a:cubicBezTo>
                  <a:lnTo>
                    <a:pt x="82018" y="26707"/>
                  </a:lnTo>
                  <a:cubicBezTo>
                    <a:pt x="77792" y="6135"/>
                    <a:pt x="74471" y="85"/>
                    <a:pt x="66320" y="85"/>
                  </a:cubicBezTo>
                  <a:cubicBezTo>
                    <a:pt x="59679" y="85"/>
                    <a:pt x="49415" y="2808"/>
                    <a:pt x="31001" y="8858"/>
                  </a:cubicBezTo>
                  <a:lnTo>
                    <a:pt x="27680" y="10068"/>
                  </a:lnTo>
                  <a:lnTo>
                    <a:pt x="28888" y="14606"/>
                  </a:lnTo>
                  <a:cubicBezTo>
                    <a:pt x="40359" y="11883"/>
                    <a:pt x="43076" y="11278"/>
                    <a:pt x="45793" y="11278"/>
                  </a:cubicBezTo>
                  <a:cubicBezTo>
                    <a:pt x="53340" y="11278"/>
                    <a:pt x="55151" y="14001"/>
                    <a:pt x="59377" y="32153"/>
                  </a:cubicBezTo>
                  <a:lnTo>
                    <a:pt x="68132" y="69363"/>
                  </a:lnTo>
                  <a:lnTo>
                    <a:pt x="43378" y="104759"/>
                  </a:lnTo>
                  <a:cubicBezTo>
                    <a:pt x="37340" y="113835"/>
                    <a:pt x="31303" y="119280"/>
                    <a:pt x="27982" y="119280"/>
                  </a:cubicBezTo>
                  <a:cubicBezTo>
                    <a:pt x="26171" y="119280"/>
                    <a:pt x="23152" y="118373"/>
                    <a:pt x="20133" y="116558"/>
                  </a:cubicBezTo>
                  <a:cubicBezTo>
                    <a:pt x="16209" y="114440"/>
                    <a:pt x="12888" y="113532"/>
                    <a:pt x="10473" y="113532"/>
                  </a:cubicBezTo>
                  <a:cubicBezTo>
                    <a:pt x="4737" y="113532"/>
                    <a:pt x="209" y="118070"/>
                    <a:pt x="209" y="124121"/>
                  </a:cubicBezTo>
                  <a:cubicBezTo>
                    <a:pt x="209" y="131987"/>
                    <a:pt x="6247" y="136827"/>
                    <a:pt x="15303" y="136827"/>
                  </a:cubicBezTo>
                  <a:cubicBezTo>
                    <a:pt x="24661" y="136827"/>
                    <a:pt x="28284" y="134104"/>
                    <a:pt x="43378" y="115650"/>
                  </a:cubicBezTo>
                  <a:cubicBezTo>
                    <a:pt x="51528" y="105969"/>
                    <a:pt x="57868" y="97801"/>
                    <a:pt x="70547" y="80254"/>
                  </a:cubicBezTo>
                  <a:lnTo>
                    <a:pt x="79603" y="116558"/>
                  </a:lnTo>
                  <a:cubicBezTo>
                    <a:pt x="83527" y="131987"/>
                    <a:pt x="87452" y="136827"/>
                    <a:pt x="97112" y="136827"/>
                  </a:cubicBezTo>
                  <a:cubicBezTo>
                    <a:pt x="108583" y="136827"/>
                    <a:pt x="116432" y="129566"/>
                    <a:pt x="133941" y="102339"/>
                  </a:cubicBezTo>
                  <a:lnTo>
                    <a:pt x="129715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E568A2E-9C65-3D13-A7CD-B4227E671A87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627383" y="5385363"/>
              <a:ext cx="99408" cy="151335"/>
            </a:xfrm>
            <a:custGeom>
              <a:avLst/>
              <a:gdLst>
                <a:gd name="connsiteX0" fmla="*/ 99621 w 99408"/>
                <a:gd name="connsiteY0" fmla="*/ 120753 h 151335"/>
                <a:gd name="connsiteX1" fmla="*/ 96717 w 99408"/>
                <a:gd name="connsiteY1" fmla="*/ 119634 h 151335"/>
                <a:gd name="connsiteX2" fmla="*/ 75495 w 99408"/>
                <a:gd name="connsiteY2" fmla="*/ 134409 h 151335"/>
                <a:gd name="connsiteX3" fmla="*/ 22105 w 99408"/>
                <a:gd name="connsiteY3" fmla="*/ 134409 h 151335"/>
                <a:gd name="connsiteX4" fmla="*/ 59634 w 99408"/>
                <a:gd name="connsiteY4" fmla="*/ 95008 h 151335"/>
                <a:gd name="connsiteX5" fmla="*/ 88228 w 99408"/>
                <a:gd name="connsiteY5" fmla="*/ 39712 h 151335"/>
                <a:gd name="connsiteX6" fmla="*/ 46901 w 99408"/>
                <a:gd name="connsiteY6" fmla="*/ 87 h 151335"/>
                <a:gd name="connsiteX7" fmla="*/ 14733 w 99408"/>
                <a:gd name="connsiteY7" fmla="*/ 13967 h 151335"/>
                <a:gd name="connsiteX8" fmla="*/ 436 w 99408"/>
                <a:gd name="connsiteY8" fmla="*/ 44637 h 151335"/>
                <a:gd name="connsiteX9" fmla="*/ 5127 w 99408"/>
                <a:gd name="connsiteY9" fmla="*/ 45757 h 151335"/>
                <a:gd name="connsiteX10" fmla="*/ 37519 w 99408"/>
                <a:gd name="connsiteY10" fmla="*/ 16654 h 151335"/>
                <a:gd name="connsiteX11" fmla="*/ 69017 w 99408"/>
                <a:gd name="connsiteY11" fmla="*/ 48219 h 151335"/>
                <a:gd name="connsiteX12" fmla="*/ 39976 w 99408"/>
                <a:gd name="connsiteY12" fmla="*/ 106425 h 151335"/>
                <a:gd name="connsiteX13" fmla="*/ 213 w 99408"/>
                <a:gd name="connsiteY13" fmla="*/ 148737 h 151335"/>
                <a:gd name="connsiteX14" fmla="*/ 213 w 99408"/>
                <a:gd name="connsiteY14" fmla="*/ 151423 h 151335"/>
                <a:gd name="connsiteX15" fmla="*/ 87335 w 99408"/>
                <a:gd name="connsiteY15" fmla="*/ 151423 h 151335"/>
                <a:gd name="connsiteX16" fmla="*/ 99621 w 99408"/>
                <a:gd name="connsiteY16" fmla="*/ 12075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621" y="120753"/>
                  </a:moveTo>
                  <a:lnTo>
                    <a:pt x="96717" y="119634"/>
                  </a:lnTo>
                  <a:cubicBezTo>
                    <a:pt x="88452" y="132394"/>
                    <a:pt x="85548" y="134409"/>
                    <a:pt x="75495" y="134409"/>
                  </a:cubicBezTo>
                  <a:lnTo>
                    <a:pt x="22105" y="134409"/>
                  </a:lnTo>
                  <a:lnTo>
                    <a:pt x="59634" y="95008"/>
                  </a:lnTo>
                  <a:cubicBezTo>
                    <a:pt x="79516" y="74188"/>
                    <a:pt x="88228" y="57174"/>
                    <a:pt x="88228" y="39712"/>
                  </a:cubicBezTo>
                  <a:cubicBezTo>
                    <a:pt x="88228" y="17325"/>
                    <a:pt x="70134" y="87"/>
                    <a:pt x="46901" y="87"/>
                  </a:cubicBezTo>
                  <a:cubicBezTo>
                    <a:pt x="34615" y="87"/>
                    <a:pt x="22999" y="5012"/>
                    <a:pt x="14733" y="13967"/>
                  </a:cubicBezTo>
                  <a:cubicBezTo>
                    <a:pt x="7585" y="21579"/>
                    <a:pt x="4234" y="28743"/>
                    <a:pt x="436" y="44637"/>
                  </a:cubicBezTo>
                  <a:lnTo>
                    <a:pt x="5127" y="45757"/>
                  </a:lnTo>
                  <a:cubicBezTo>
                    <a:pt x="14063" y="23817"/>
                    <a:pt x="22105" y="16654"/>
                    <a:pt x="37519" y="16654"/>
                  </a:cubicBezTo>
                  <a:cubicBezTo>
                    <a:pt x="56284" y="16654"/>
                    <a:pt x="69017" y="29414"/>
                    <a:pt x="69017" y="48219"/>
                  </a:cubicBezTo>
                  <a:cubicBezTo>
                    <a:pt x="69017" y="65681"/>
                    <a:pt x="58741" y="86501"/>
                    <a:pt x="39976" y="106425"/>
                  </a:cubicBezTo>
                  <a:lnTo>
                    <a:pt x="213" y="148737"/>
                  </a:lnTo>
                  <a:lnTo>
                    <a:pt x="213" y="151423"/>
                  </a:lnTo>
                  <a:lnTo>
                    <a:pt x="87335" y="151423"/>
                  </a:lnTo>
                  <a:lnTo>
                    <a:pt x="99621" y="12075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4ACB98DB-0758-9F64-BA59-C35BAFF73C7D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765152" y="5263932"/>
              <a:ext cx="70035" cy="302526"/>
            </a:xfrm>
            <a:custGeom>
              <a:avLst/>
              <a:gdLst>
                <a:gd name="connsiteX0" fmla="*/ 70254 w 70035"/>
                <a:gd name="connsiteY0" fmla="*/ 151348 h 302526"/>
                <a:gd name="connsiteX1" fmla="*/ 50330 w 70035"/>
                <a:gd name="connsiteY1" fmla="*/ 56959 h 302526"/>
                <a:gd name="connsiteX2" fmla="*/ 3237 w 70035"/>
                <a:gd name="connsiteY2" fmla="*/ 84 h 302526"/>
                <a:gd name="connsiteX3" fmla="*/ 218 w 70035"/>
                <a:gd name="connsiteY3" fmla="*/ 3109 h 302526"/>
                <a:gd name="connsiteX4" fmla="*/ 5954 w 70035"/>
                <a:gd name="connsiteY4" fmla="*/ 10068 h 302526"/>
                <a:gd name="connsiteX5" fmla="*/ 52745 w 70035"/>
                <a:gd name="connsiteY5" fmla="*/ 151348 h 302526"/>
                <a:gd name="connsiteX6" fmla="*/ 4143 w 70035"/>
                <a:gd name="connsiteY6" fmla="*/ 294443 h 302526"/>
                <a:gd name="connsiteX7" fmla="*/ 218 w 70035"/>
                <a:gd name="connsiteY7" fmla="*/ 299586 h 302526"/>
                <a:gd name="connsiteX8" fmla="*/ 3237 w 70035"/>
                <a:gd name="connsiteY8" fmla="*/ 302611 h 302526"/>
                <a:gd name="connsiteX9" fmla="*/ 51236 w 70035"/>
                <a:gd name="connsiteY9" fmla="*/ 243618 h 302526"/>
                <a:gd name="connsiteX10" fmla="*/ 70254 w 700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54" y="151348"/>
                  </a:moveTo>
                  <a:cubicBezTo>
                    <a:pt x="70254" y="127750"/>
                    <a:pt x="66933" y="91145"/>
                    <a:pt x="50330" y="56959"/>
                  </a:cubicBezTo>
                  <a:cubicBezTo>
                    <a:pt x="32217" y="19748"/>
                    <a:pt x="6256" y="84"/>
                    <a:pt x="3237" y="84"/>
                  </a:cubicBezTo>
                  <a:cubicBezTo>
                    <a:pt x="1426" y="84"/>
                    <a:pt x="218" y="1294"/>
                    <a:pt x="218" y="3109"/>
                  </a:cubicBezTo>
                  <a:cubicBezTo>
                    <a:pt x="218" y="4017"/>
                    <a:pt x="218" y="4622"/>
                    <a:pt x="5954" y="10068"/>
                  </a:cubicBezTo>
                  <a:cubicBezTo>
                    <a:pt x="35538" y="40018"/>
                    <a:pt x="52745" y="88119"/>
                    <a:pt x="52745" y="151348"/>
                  </a:cubicBezTo>
                  <a:cubicBezTo>
                    <a:pt x="52745" y="203080"/>
                    <a:pt x="41575" y="256324"/>
                    <a:pt x="4143" y="294443"/>
                  </a:cubicBezTo>
                  <a:cubicBezTo>
                    <a:pt x="218" y="298073"/>
                    <a:pt x="218" y="298678"/>
                    <a:pt x="218" y="299586"/>
                  </a:cubicBezTo>
                  <a:cubicBezTo>
                    <a:pt x="218" y="301401"/>
                    <a:pt x="1426" y="302611"/>
                    <a:pt x="3237" y="302611"/>
                  </a:cubicBezTo>
                  <a:cubicBezTo>
                    <a:pt x="6256" y="302611"/>
                    <a:pt x="33425" y="282039"/>
                    <a:pt x="51236" y="243618"/>
                  </a:cubicBezTo>
                  <a:cubicBezTo>
                    <a:pt x="66631" y="210340"/>
                    <a:pt x="70254" y="176760"/>
                    <a:pt x="70254" y="1513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42D57E0C-23AC-26C1-D62D-2294F4224A9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902943" y="5077403"/>
              <a:ext cx="172372" cy="267736"/>
            </a:xfrm>
            <a:custGeom>
              <a:avLst/>
              <a:gdLst>
                <a:gd name="connsiteX0" fmla="*/ 55166 w 172372"/>
                <a:gd name="connsiteY0" fmla="*/ 85391 h 267736"/>
                <a:gd name="connsiteX1" fmla="*/ 82335 w 172372"/>
                <a:gd name="connsiteY1" fmla="*/ 85391 h 267736"/>
                <a:gd name="connsiteX2" fmla="*/ 55770 w 172372"/>
                <a:gd name="connsiteY2" fmla="*/ 212452 h 267736"/>
                <a:gd name="connsiteX3" fmla="*/ 26488 w 172372"/>
                <a:gd name="connsiteY3" fmla="*/ 261461 h 267736"/>
                <a:gd name="connsiteX4" fmla="*/ 20450 w 172372"/>
                <a:gd name="connsiteY4" fmla="*/ 256621 h 267736"/>
                <a:gd name="connsiteX5" fmla="*/ 21658 w 172372"/>
                <a:gd name="connsiteY5" fmla="*/ 253293 h 267736"/>
                <a:gd name="connsiteX6" fmla="*/ 23167 w 172372"/>
                <a:gd name="connsiteY6" fmla="*/ 248452 h 267736"/>
                <a:gd name="connsiteX7" fmla="*/ 11394 w 172372"/>
                <a:gd name="connsiteY7" fmla="*/ 236956 h 267736"/>
                <a:gd name="connsiteX8" fmla="*/ 224 w 172372"/>
                <a:gd name="connsiteY8" fmla="*/ 249360 h 267736"/>
                <a:gd name="connsiteX9" fmla="*/ 24073 w 172372"/>
                <a:gd name="connsiteY9" fmla="*/ 267814 h 267736"/>
                <a:gd name="connsiteX10" fmla="*/ 84448 w 172372"/>
                <a:gd name="connsiteY10" fmla="*/ 182199 h 267736"/>
                <a:gd name="connsiteX11" fmla="*/ 106183 w 172372"/>
                <a:gd name="connsiteY11" fmla="*/ 85391 h 267736"/>
                <a:gd name="connsiteX12" fmla="*/ 139088 w 172372"/>
                <a:gd name="connsiteY12" fmla="*/ 85391 h 267736"/>
                <a:gd name="connsiteX13" fmla="*/ 140899 w 172372"/>
                <a:gd name="connsiteY13" fmla="*/ 75710 h 267736"/>
                <a:gd name="connsiteX14" fmla="*/ 108297 w 172372"/>
                <a:gd name="connsiteY14" fmla="*/ 75710 h 267736"/>
                <a:gd name="connsiteX15" fmla="*/ 145126 w 172372"/>
                <a:gd name="connsiteY15" fmla="*/ 6734 h 267736"/>
                <a:gd name="connsiteX16" fmla="*/ 151767 w 172372"/>
                <a:gd name="connsiteY16" fmla="*/ 10364 h 267736"/>
                <a:gd name="connsiteX17" fmla="*/ 150559 w 172372"/>
                <a:gd name="connsiteY17" fmla="*/ 13389 h 267736"/>
                <a:gd name="connsiteX18" fmla="*/ 148748 w 172372"/>
                <a:gd name="connsiteY18" fmla="*/ 19742 h 267736"/>
                <a:gd name="connsiteX19" fmla="*/ 159918 w 172372"/>
                <a:gd name="connsiteY19" fmla="*/ 31843 h 267736"/>
                <a:gd name="connsiteX20" fmla="*/ 172596 w 172372"/>
                <a:gd name="connsiteY20" fmla="*/ 19742 h 267736"/>
                <a:gd name="connsiteX21" fmla="*/ 146635 w 172372"/>
                <a:gd name="connsiteY21" fmla="*/ 78 h 267736"/>
                <a:gd name="connsiteX22" fmla="*/ 109202 w 172372"/>
                <a:gd name="connsiteY22" fmla="*/ 20952 h 267736"/>
                <a:gd name="connsiteX23" fmla="*/ 85052 w 172372"/>
                <a:gd name="connsiteY23" fmla="*/ 75710 h 267736"/>
                <a:gd name="connsiteX24" fmla="*/ 57279 w 172372"/>
                <a:gd name="connsiteY24" fmla="*/ 75710 h 267736"/>
                <a:gd name="connsiteX25" fmla="*/ 55166 w 172372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372" h="267736">
                  <a:moveTo>
                    <a:pt x="55166" y="85391"/>
                  </a:moveTo>
                  <a:lnTo>
                    <a:pt x="82335" y="85391"/>
                  </a:lnTo>
                  <a:lnTo>
                    <a:pt x="55770" y="212452"/>
                  </a:lnTo>
                  <a:cubicBezTo>
                    <a:pt x="49129" y="244822"/>
                    <a:pt x="39167" y="261461"/>
                    <a:pt x="26488" y="261461"/>
                  </a:cubicBezTo>
                  <a:cubicBezTo>
                    <a:pt x="22865" y="261461"/>
                    <a:pt x="20450" y="259343"/>
                    <a:pt x="20450" y="256621"/>
                  </a:cubicBezTo>
                  <a:cubicBezTo>
                    <a:pt x="20450" y="255713"/>
                    <a:pt x="20752" y="254806"/>
                    <a:pt x="21658" y="253293"/>
                  </a:cubicBezTo>
                  <a:cubicBezTo>
                    <a:pt x="22865" y="251478"/>
                    <a:pt x="23167" y="250268"/>
                    <a:pt x="23167" y="248452"/>
                  </a:cubicBezTo>
                  <a:cubicBezTo>
                    <a:pt x="23167" y="242099"/>
                    <a:pt x="17733" y="236956"/>
                    <a:pt x="11394" y="236956"/>
                  </a:cubicBezTo>
                  <a:cubicBezTo>
                    <a:pt x="5054" y="236956"/>
                    <a:pt x="224" y="242402"/>
                    <a:pt x="224" y="249360"/>
                  </a:cubicBezTo>
                  <a:cubicBezTo>
                    <a:pt x="224" y="259646"/>
                    <a:pt x="10790" y="267814"/>
                    <a:pt x="24073" y="267814"/>
                  </a:cubicBezTo>
                  <a:cubicBezTo>
                    <a:pt x="50940" y="267814"/>
                    <a:pt x="72071" y="237864"/>
                    <a:pt x="84448" y="182199"/>
                  </a:cubicBezTo>
                  <a:lnTo>
                    <a:pt x="106183" y="85391"/>
                  </a:lnTo>
                  <a:lnTo>
                    <a:pt x="139088" y="85391"/>
                  </a:lnTo>
                  <a:lnTo>
                    <a:pt x="140899" y="75710"/>
                  </a:lnTo>
                  <a:lnTo>
                    <a:pt x="108297" y="75710"/>
                  </a:lnTo>
                  <a:cubicBezTo>
                    <a:pt x="117051" y="28213"/>
                    <a:pt x="128220" y="6734"/>
                    <a:pt x="145126" y="6734"/>
                  </a:cubicBezTo>
                  <a:cubicBezTo>
                    <a:pt x="149050" y="6734"/>
                    <a:pt x="151767" y="8246"/>
                    <a:pt x="151767" y="10364"/>
                  </a:cubicBezTo>
                  <a:cubicBezTo>
                    <a:pt x="151767" y="11271"/>
                    <a:pt x="151465" y="11877"/>
                    <a:pt x="150559" y="13389"/>
                  </a:cubicBezTo>
                  <a:cubicBezTo>
                    <a:pt x="149352" y="16112"/>
                    <a:pt x="148748" y="17625"/>
                    <a:pt x="148748" y="19742"/>
                  </a:cubicBezTo>
                  <a:cubicBezTo>
                    <a:pt x="148748" y="27003"/>
                    <a:pt x="153276" y="31843"/>
                    <a:pt x="159918" y="31843"/>
                  </a:cubicBezTo>
                  <a:cubicBezTo>
                    <a:pt x="166861" y="31843"/>
                    <a:pt x="172596" y="26398"/>
                    <a:pt x="172596" y="19742"/>
                  </a:cubicBezTo>
                  <a:cubicBezTo>
                    <a:pt x="172596" y="8549"/>
                    <a:pt x="161427" y="78"/>
                    <a:pt x="146635" y="78"/>
                  </a:cubicBezTo>
                  <a:cubicBezTo>
                    <a:pt x="131843" y="78"/>
                    <a:pt x="120070" y="6734"/>
                    <a:pt x="109202" y="20952"/>
                  </a:cubicBezTo>
                  <a:cubicBezTo>
                    <a:pt x="100146" y="32751"/>
                    <a:pt x="94108" y="46667"/>
                    <a:pt x="85052" y="75710"/>
                  </a:cubicBezTo>
                  <a:lnTo>
                    <a:pt x="57279" y="75710"/>
                  </a:lnTo>
                  <a:lnTo>
                    <a:pt x="55166" y="8539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92246D1F-5B98-7D13-923C-A999C1E6A601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105677" y="5055621"/>
              <a:ext cx="70035" cy="302526"/>
            </a:xfrm>
            <a:custGeom>
              <a:avLst/>
              <a:gdLst>
                <a:gd name="connsiteX0" fmla="*/ 70265 w 70035"/>
                <a:gd name="connsiteY0" fmla="*/ 299579 h 302526"/>
                <a:gd name="connsiteX1" fmla="*/ 65133 w 70035"/>
                <a:gd name="connsiteY1" fmla="*/ 292923 h 302526"/>
                <a:gd name="connsiteX2" fmla="*/ 17738 w 70035"/>
                <a:gd name="connsiteY2" fmla="*/ 151341 h 302526"/>
                <a:gd name="connsiteX3" fmla="*/ 66340 w 70035"/>
                <a:gd name="connsiteY3" fmla="*/ 8246 h 302526"/>
                <a:gd name="connsiteX4" fmla="*/ 70265 w 70035"/>
                <a:gd name="connsiteY4" fmla="*/ 3103 h 302526"/>
                <a:gd name="connsiteX5" fmla="*/ 67246 w 70035"/>
                <a:gd name="connsiteY5" fmla="*/ 77 h 302526"/>
                <a:gd name="connsiteX6" fmla="*/ 19247 w 70035"/>
                <a:gd name="connsiteY6" fmla="*/ 59070 h 302526"/>
                <a:gd name="connsiteX7" fmla="*/ 229 w 70035"/>
                <a:gd name="connsiteY7" fmla="*/ 151341 h 302526"/>
                <a:gd name="connsiteX8" fmla="*/ 20153 w 70035"/>
                <a:gd name="connsiteY8" fmla="*/ 245729 h 302526"/>
                <a:gd name="connsiteX9" fmla="*/ 67246 w 70035"/>
                <a:gd name="connsiteY9" fmla="*/ 302604 h 302526"/>
                <a:gd name="connsiteX10" fmla="*/ 70265 w 70035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65" y="299579"/>
                  </a:moveTo>
                  <a:cubicBezTo>
                    <a:pt x="70265" y="298671"/>
                    <a:pt x="70265" y="298066"/>
                    <a:pt x="65133" y="292923"/>
                  </a:cubicBezTo>
                  <a:cubicBezTo>
                    <a:pt x="27398" y="254805"/>
                    <a:pt x="17738" y="197627"/>
                    <a:pt x="17738" y="151341"/>
                  </a:cubicBezTo>
                  <a:cubicBezTo>
                    <a:pt x="17738" y="98701"/>
                    <a:pt x="29209" y="46061"/>
                    <a:pt x="66340" y="8246"/>
                  </a:cubicBezTo>
                  <a:cubicBezTo>
                    <a:pt x="70265" y="4615"/>
                    <a:pt x="70265" y="4010"/>
                    <a:pt x="70265" y="3103"/>
                  </a:cubicBezTo>
                  <a:cubicBezTo>
                    <a:pt x="70265" y="985"/>
                    <a:pt x="69057" y="77"/>
                    <a:pt x="67246" y="77"/>
                  </a:cubicBezTo>
                  <a:cubicBezTo>
                    <a:pt x="64227" y="77"/>
                    <a:pt x="37058" y="20649"/>
                    <a:pt x="19247" y="59070"/>
                  </a:cubicBezTo>
                  <a:cubicBezTo>
                    <a:pt x="3852" y="92348"/>
                    <a:pt x="229" y="125928"/>
                    <a:pt x="229" y="151341"/>
                  </a:cubicBezTo>
                  <a:cubicBezTo>
                    <a:pt x="229" y="174938"/>
                    <a:pt x="3550" y="211543"/>
                    <a:pt x="20153" y="245729"/>
                  </a:cubicBezTo>
                  <a:cubicBezTo>
                    <a:pt x="38266" y="282940"/>
                    <a:pt x="64227" y="302604"/>
                    <a:pt x="67246" y="302604"/>
                  </a:cubicBezTo>
                  <a:cubicBezTo>
                    <a:pt x="69057" y="302604"/>
                    <a:pt x="70265" y="301696"/>
                    <a:pt x="70265" y="29957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8C85BFDA-9281-62D0-DBDC-82B063E4DF42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185204" y="5149102"/>
              <a:ext cx="143089" cy="136742"/>
            </a:xfrm>
            <a:custGeom>
              <a:avLst/>
              <a:gdLst>
                <a:gd name="connsiteX0" fmla="*/ 129738 w 143089"/>
                <a:gd name="connsiteY0" fmla="*/ 99912 h 136742"/>
                <a:gd name="connsiteX1" fmla="*/ 123097 w 143089"/>
                <a:gd name="connsiteY1" fmla="*/ 108080 h 136742"/>
                <a:gd name="connsiteX2" fmla="*/ 109210 w 143089"/>
                <a:gd name="connsiteY2" fmla="*/ 120181 h 136742"/>
                <a:gd name="connsiteX3" fmla="*/ 99852 w 143089"/>
                <a:gd name="connsiteY3" fmla="*/ 107778 h 136742"/>
                <a:gd name="connsiteX4" fmla="*/ 98645 w 143089"/>
                <a:gd name="connsiteY4" fmla="*/ 102635 h 136742"/>
                <a:gd name="connsiteX5" fmla="*/ 87777 w 143089"/>
                <a:gd name="connsiteY5" fmla="*/ 53625 h 136742"/>
                <a:gd name="connsiteX6" fmla="*/ 117361 w 143089"/>
                <a:gd name="connsiteY6" fmla="*/ 17019 h 136742"/>
                <a:gd name="connsiteX7" fmla="*/ 124606 w 143089"/>
                <a:gd name="connsiteY7" fmla="*/ 19440 h 136742"/>
                <a:gd name="connsiteX8" fmla="*/ 132757 w 143089"/>
                <a:gd name="connsiteY8" fmla="*/ 22162 h 136742"/>
                <a:gd name="connsiteX9" fmla="*/ 143322 w 143089"/>
                <a:gd name="connsiteY9" fmla="*/ 11271 h 136742"/>
                <a:gd name="connsiteX10" fmla="*/ 130945 w 143089"/>
                <a:gd name="connsiteY10" fmla="*/ 78 h 136742"/>
                <a:gd name="connsiteX11" fmla="*/ 85362 w 143089"/>
                <a:gd name="connsiteY11" fmla="*/ 43339 h 136742"/>
                <a:gd name="connsiteX12" fmla="*/ 82041 w 143089"/>
                <a:gd name="connsiteY12" fmla="*/ 26700 h 136742"/>
                <a:gd name="connsiteX13" fmla="*/ 66344 w 143089"/>
                <a:gd name="connsiteY13" fmla="*/ 78 h 136742"/>
                <a:gd name="connsiteX14" fmla="*/ 31024 w 143089"/>
                <a:gd name="connsiteY14" fmla="*/ 8851 h 136742"/>
                <a:gd name="connsiteX15" fmla="*/ 27703 w 143089"/>
                <a:gd name="connsiteY15" fmla="*/ 10061 h 136742"/>
                <a:gd name="connsiteX16" fmla="*/ 28911 w 143089"/>
                <a:gd name="connsiteY16" fmla="*/ 14599 h 136742"/>
                <a:gd name="connsiteX17" fmla="*/ 45816 w 143089"/>
                <a:gd name="connsiteY17" fmla="*/ 11271 h 136742"/>
                <a:gd name="connsiteX18" fmla="*/ 59400 w 143089"/>
                <a:gd name="connsiteY18" fmla="*/ 32146 h 136742"/>
                <a:gd name="connsiteX19" fmla="*/ 68155 w 143089"/>
                <a:gd name="connsiteY19" fmla="*/ 69357 h 136742"/>
                <a:gd name="connsiteX20" fmla="*/ 43401 w 143089"/>
                <a:gd name="connsiteY20" fmla="*/ 104752 h 136742"/>
                <a:gd name="connsiteX21" fmla="*/ 28005 w 143089"/>
                <a:gd name="connsiteY21" fmla="*/ 119274 h 136742"/>
                <a:gd name="connsiteX22" fmla="*/ 20156 w 143089"/>
                <a:gd name="connsiteY22" fmla="*/ 116551 h 136742"/>
                <a:gd name="connsiteX23" fmla="*/ 10496 w 143089"/>
                <a:gd name="connsiteY23" fmla="*/ 113526 h 136742"/>
                <a:gd name="connsiteX24" fmla="*/ 232 w 143089"/>
                <a:gd name="connsiteY24" fmla="*/ 124114 h 136742"/>
                <a:gd name="connsiteX25" fmla="*/ 15326 w 143089"/>
                <a:gd name="connsiteY25" fmla="*/ 136820 h 136742"/>
                <a:gd name="connsiteX26" fmla="*/ 43401 w 143089"/>
                <a:gd name="connsiteY26" fmla="*/ 115643 h 136742"/>
                <a:gd name="connsiteX27" fmla="*/ 70570 w 143089"/>
                <a:gd name="connsiteY27" fmla="*/ 80248 h 136742"/>
                <a:gd name="connsiteX28" fmla="*/ 79626 w 143089"/>
                <a:gd name="connsiteY28" fmla="*/ 116551 h 136742"/>
                <a:gd name="connsiteX29" fmla="*/ 97135 w 143089"/>
                <a:gd name="connsiteY29" fmla="*/ 136820 h 136742"/>
                <a:gd name="connsiteX30" fmla="*/ 133964 w 143089"/>
                <a:gd name="connsiteY30" fmla="*/ 102332 h 136742"/>
                <a:gd name="connsiteX31" fmla="*/ 129738 w 143089"/>
                <a:gd name="connsiteY31" fmla="*/ 9991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38" y="99912"/>
                  </a:moveTo>
                  <a:cubicBezTo>
                    <a:pt x="127323" y="102635"/>
                    <a:pt x="125813" y="104450"/>
                    <a:pt x="123097" y="108080"/>
                  </a:cubicBezTo>
                  <a:cubicBezTo>
                    <a:pt x="116153" y="117156"/>
                    <a:pt x="112531" y="120181"/>
                    <a:pt x="109210" y="120181"/>
                  </a:cubicBezTo>
                  <a:cubicBezTo>
                    <a:pt x="104682" y="120181"/>
                    <a:pt x="101965" y="116248"/>
                    <a:pt x="99852" y="107778"/>
                  </a:cubicBezTo>
                  <a:cubicBezTo>
                    <a:pt x="99248" y="105357"/>
                    <a:pt x="98946" y="103542"/>
                    <a:pt x="98645" y="102635"/>
                  </a:cubicBezTo>
                  <a:cubicBezTo>
                    <a:pt x="91098" y="72079"/>
                    <a:pt x="87777" y="58163"/>
                    <a:pt x="87777" y="53625"/>
                  </a:cubicBezTo>
                  <a:cubicBezTo>
                    <a:pt x="101060" y="30331"/>
                    <a:pt x="111927" y="17019"/>
                    <a:pt x="117361" y="17019"/>
                  </a:cubicBezTo>
                  <a:cubicBezTo>
                    <a:pt x="119172" y="17019"/>
                    <a:pt x="121587" y="17927"/>
                    <a:pt x="124606" y="19440"/>
                  </a:cubicBezTo>
                  <a:cubicBezTo>
                    <a:pt x="128229" y="21557"/>
                    <a:pt x="130342" y="22162"/>
                    <a:pt x="132757" y="22162"/>
                  </a:cubicBezTo>
                  <a:cubicBezTo>
                    <a:pt x="139096" y="22162"/>
                    <a:pt x="143322" y="17625"/>
                    <a:pt x="143322" y="11271"/>
                  </a:cubicBezTo>
                  <a:cubicBezTo>
                    <a:pt x="143322" y="4918"/>
                    <a:pt x="138190" y="78"/>
                    <a:pt x="130945" y="78"/>
                  </a:cubicBezTo>
                  <a:cubicBezTo>
                    <a:pt x="117663" y="78"/>
                    <a:pt x="106191" y="10969"/>
                    <a:pt x="85362" y="43339"/>
                  </a:cubicBezTo>
                  <a:lnTo>
                    <a:pt x="82041" y="26700"/>
                  </a:lnTo>
                  <a:cubicBezTo>
                    <a:pt x="77815" y="6128"/>
                    <a:pt x="74494" y="78"/>
                    <a:pt x="66344" y="78"/>
                  </a:cubicBezTo>
                  <a:cubicBezTo>
                    <a:pt x="59702" y="78"/>
                    <a:pt x="49438" y="2801"/>
                    <a:pt x="31024" y="8851"/>
                  </a:cubicBezTo>
                  <a:lnTo>
                    <a:pt x="27703" y="10061"/>
                  </a:lnTo>
                  <a:lnTo>
                    <a:pt x="28911" y="14599"/>
                  </a:lnTo>
                  <a:cubicBezTo>
                    <a:pt x="40382" y="11877"/>
                    <a:pt x="43099" y="11271"/>
                    <a:pt x="45816" y="11271"/>
                  </a:cubicBezTo>
                  <a:cubicBezTo>
                    <a:pt x="53363" y="11271"/>
                    <a:pt x="55174" y="13994"/>
                    <a:pt x="59400" y="32146"/>
                  </a:cubicBezTo>
                  <a:lnTo>
                    <a:pt x="68155" y="69357"/>
                  </a:lnTo>
                  <a:lnTo>
                    <a:pt x="43401" y="104752"/>
                  </a:lnTo>
                  <a:cubicBezTo>
                    <a:pt x="37363" y="113828"/>
                    <a:pt x="31326" y="119274"/>
                    <a:pt x="28005" y="119274"/>
                  </a:cubicBezTo>
                  <a:cubicBezTo>
                    <a:pt x="26194" y="119274"/>
                    <a:pt x="23175" y="118366"/>
                    <a:pt x="20156" y="116551"/>
                  </a:cubicBezTo>
                  <a:cubicBezTo>
                    <a:pt x="16232" y="114433"/>
                    <a:pt x="12911" y="113526"/>
                    <a:pt x="10496" y="113526"/>
                  </a:cubicBezTo>
                  <a:cubicBezTo>
                    <a:pt x="4761" y="113526"/>
                    <a:pt x="232" y="118063"/>
                    <a:pt x="232" y="124114"/>
                  </a:cubicBezTo>
                  <a:cubicBezTo>
                    <a:pt x="232" y="131980"/>
                    <a:pt x="6270" y="136820"/>
                    <a:pt x="15326" y="136820"/>
                  </a:cubicBezTo>
                  <a:cubicBezTo>
                    <a:pt x="24685" y="136820"/>
                    <a:pt x="28307" y="134097"/>
                    <a:pt x="43401" y="115643"/>
                  </a:cubicBezTo>
                  <a:cubicBezTo>
                    <a:pt x="51552" y="105962"/>
                    <a:pt x="57891" y="97794"/>
                    <a:pt x="70570" y="80248"/>
                  </a:cubicBezTo>
                  <a:lnTo>
                    <a:pt x="79626" y="116551"/>
                  </a:lnTo>
                  <a:cubicBezTo>
                    <a:pt x="83551" y="131980"/>
                    <a:pt x="87475" y="136820"/>
                    <a:pt x="97135" y="136820"/>
                  </a:cubicBezTo>
                  <a:cubicBezTo>
                    <a:pt x="108606" y="136820"/>
                    <a:pt x="116455" y="129559"/>
                    <a:pt x="133964" y="102332"/>
                  </a:cubicBezTo>
                  <a:lnTo>
                    <a:pt x="129738" y="9991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0AFF40BB-0F51-63D6-DCF9-FF948E2BF23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333251" y="5177052"/>
              <a:ext cx="100971" cy="154469"/>
            </a:xfrm>
            <a:custGeom>
              <a:avLst/>
              <a:gdLst>
                <a:gd name="connsiteX0" fmla="*/ 51616 w 100971"/>
                <a:gd name="connsiteY0" fmla="*/ 80 h 154469"/>
                <a:gd name="connsiteX1" fmla="*/ 21682 w 100971"/>
                <a:gd name="connsiteY1" fmla="*/ 11722 h 154469"/>
                <a:gd name="connsiteX2" fmla="*/ 236 w 100971"/>
                <a:gd name="connsiteY2" fmla="*/ 76196 h 154469"/>
                <a:gd name="connsiteX3" fmla="*/ 18107 w 100971"/>
                <a:gd name="connsiteY3" fmla="*/ 139327 h 154469"/>
                <a:gd name="connsiteX4" fmla="*/ 50722 w 100971"/>
                <a:gd name="connsiteY4" fmla="*/ 154550 h 154469"/>
                <a:gd name="connsiteX5" fmla="*/ 79763 w 100971"/>
                <a:gd name="connsiteY5" fmla="*/ 142909 h 154469"/>
                <a:gd name="connsiteX6" fmla="*/ 101208 w 100971"/>
                <a:gd name="connsiteY6" fmla="*/ 77539 h 154469"/>
                <a:gd name="connsiteX7" fmla="*/ 51616 w 100971"/>
                <a:gd name="connsiteY7" fmla="*/ 80 h 154469"/>
                <a:gd name="connsiteX8" fmla="*/ 50946 w 100971"/>
                <a:gd name="connsiteY8" fmla="*/ 5901 h 154469"/>
                <a:gd name="connsiteX9" fmla="*/ 79763 w 100971"/>
                <a:gd name="connsiteY9" fmla="*/ 77987 h 154469"/>
                <a:gd name="connsiteX10" fmla="*/ 50722 w 100971"/>
                <a:gd name="connsiteY10" fmla="*/ 148730 h 154469"/>
                <a:gd name="connsiteX11" fmla="*/ 21682 w 100971"/>
                <a:gd name="connsiteY11" fmla="*/ 78211 h 154469"/>
                <a:gd name="connsiteX12" fmla="*/ 50946 w 100971"/>
                <a:gd name="connsiteY12" fmla="*/ 5901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616" y="80"/>
                  </a:moveTo>
                  <a:cubicBezTo>
                    <a:pt x="39329" y="80"/>
                    <a:pt x="29947" y="3886"/>
                    <a:pt x="21682" y="11722"/>
                  </a:cubicBezTo>
                  <a:cubicBezTo>
                    <a:pt x="8725" y="24258"/>
                    <a:pt x="236" y="50003"/>
                    <a:pt x="236" y="76196"/>
                  </a:cubicBezTo>
                  <a:cubicBezTo>
                    <a:pt x="236" y="100598"/>
                    <a:pt x="7608" y="126791"/>
                    <a:pt x="18107" y="139327"/>
                  </a:cubicBezTo>
                  <a:cubicBezTo>
                    <a:pt x="26373" y="149177"/>
                    <a:pt x="37766" y="154550"/>
                    <a:pt x="50722" y="154550"/>
                  </a:cubicBezTo>
                  <a:cubicBezTo>
                    <a:pt x="62115" y="154550"/>
                    <a:pt x="71721" y="150745"/>
                    <a:pt x="79763" y="142909"/>
                  </a:cubicBezTo>
                  <a:cubicBezTo>
                    <a:pt x="92719" y="130596"/>
                    <a:pt x="101208" y="104627"/>
                    <a:pt x="101208" y="77539"/>
                  </a:cubicBezTo>
                  <a:cubicBezTo>
                    <a:pt x="101208" y="31646"/>
                    <a:pt x="80880" y="80"/>
                    <a:pt x="51616" y="80"/>
                  </a:cubicBezTo>
                  <a:close/>
                  <a:moveTo>
                    <a:pt x="50946" y="5901"/>
                  </a:moveTo>
                  <a:cubicBezTo>
                    <a:pt x="69710" y="5901"/>
                    <a:pt x="79763" y="31198"/>
                    <a:pt x="79763" y="77987"/>
                  </a:cubicBezTo>
                  <a:cubicBezTo>
                    <a:pt x="79763" y="124776"/>
                    <a:pt x="69934" y="148730"/>
                    <a:pt x="50722" y="148730"/>
                  </a:cubicBezTo>
                  <a:cubicBezTo>
                    <a:pt x="31511" y="148730"/>
                    <a:pt x="21682" y="124776"/>
                    <a:pt x="21682" y="78211"/>
                  </a:cubicBezTo>
                  <a:cubicBezTo>
                    <a:pt x="21682" y="30750"/>
                    <a:pt x="31734" y="5901"/>
                    <a:pt x="50946" y="590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75EEBAC-3E2C-2ABD-6204-9316D7CA233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472361" y="5055621"/>
              <a:ext cx="70035" cy="302526"/>
            </a:xfrm>
            <a:custGeom>
              <a:avLst/>
              <a:gdLst>
                <a:gd name="connsiteX0" fmla="*/ 70277 w 70035"/>
                <a:gd name="connsiteY0" fmla="*/ 151341 h 302526"/>
                <a:gd name="connsiteX1" fmla="*/ 50353 w 70035"/>
                <a:gd name="connsiteY1" fmla="*/ 56952 h 302526"/>
                <a:gd name="connsiteX2" fmla="*/ 3260 w 70035"/>
                <a:gd name="connsiteY2" fmla="*/ 77 h 302526"/>
                <a:gd name="connsiteX3" fmla="*/ 241 w 70035"/>
                <a:gd name="connsiteY3" fmla="*/ 3103 h 302526"/>
                <a:gd name="connsiteX4" fmla="*/ 5977 w 70035"/>
                <a:gd name="connsiteY4" fmla="*/ 10061 h 302526"/>
                <a:gd name="connsiteX5" fmla="*/ 52768 w 70035"/>
                <a:gd name="connsiteY5" fmla="*/ 151341 h 302526"/>
                <a:gd name="connsiteX6" fmla="*/ 4166 w 70035"/>
                <a:gd name="connsiteY6" fmla="*/ 294436 h 302526"/>
                <a:gd name="connsiteX7" fmla="*/ 241 w 70035"/>
                <a:gd name="connsiteY7" fmla="*/ 299579 h 302526"/>
                <a:gd name="connsiteX8" fmla="*/ 3260 w 70035"/>
                <a:gd name="connsiteY8" fmla="*/ 302604 h 302526"/>
                <a:gd name="connsiteX9" fmla="*/ 51259 w 70035"/>
                <a:gd name="connsiteY9" fmla="*/ 243611 h 302526"/>
                <a:gd name="connsiteX10" fmla="*/ 70277 w 70035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77" y="151341"/>
                  </a:moveTo>
                  <a:cubicBezTo>
                    <a:pt x="70277" y="127744"/>
                    <a:pt x="66956" y="91138"/>
                    <a:pt x="50353" y="56952"/>
                  </a:cubicBezTo>
                  <a:cubicBezTo>
                    <a:pt x="32240" y="19742"/>
                    <a:pt x="6279" y="77"/>
                    <a:pt x="3260" y="77"/>
                  </a:cubicBezTo>
                  <a:cubicBezTo>
                    <a:pt x="1449" y="77"/>
                    <a:pt x="241" y="1287"/>
                    <a:pt x="241" y="3103"/>
                  </a:cubicBezTo>
                  <a:cubicBezTo>
                    <a:pt x="241" y="4010"/>
                    <a:pt x="241" y="4615"/>
                    <a:pt x="5977" y="10061"/>
                  </a:cubicBezTo>
                  <a:cubicBezTo>
                    <a:pt x="35561" y="40011"/>
                    <a:pt x="52768" y="88113"/>
                    <a:pt x="52768" y="151341"/>
                  </a:cubicBezTo>
                  <a:cubicBezTo>
                    <a:pt x="52768" y="203073"/>
                    <a:pt x="41599" y="256317"/>
                    <a:pt x="4166" y="294436"/>
                  </a:cubicBezTo>
                  <a:cubicBezTo>
                    <a:pt x="241" y="298066"/>
                    <a:pt x="241" y="298671"/>
                    <a:pt x="241" y="299579"/>
                  </a:cubicBezTo>
                  <a:cubicBezTo>
                    <a:pt x="241" y="301394"/>
                    <a:pt x="1449" y="302604"/>
                    <a:pt x="3260" y="302604"/>
                  </a:cubicBezTo>
                  <a:cubicBezTo>
                    <a:pt x="6279" y="302604"/>
                    <a:pt x="33448" y="282032"/>
                    <a:pt x="51259" y="243611"/>
                  </a:cubicBezTo>
                  <a:cubicBezTo>
                    <a:pt x="66655" y="210333"/>
                    <a:pt x="70277" y="176753"/>
                    <a:pt x="70277" y="15134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F77E5B66-BD2E-1ACD-DB4A-177731590B61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631707" y="5106143"/>
              <a:ext cx="200748" cy="201482"/>
            </a:xfrm>
            <a:custGeom>
              <a:avLst/>
              <a:gdLst>
                <a:gd name="connsiteX0" fmla="*/ 106810 w 200748"/>
                <a:gd name="connsiteY0" fmla="*/ 106869 h 201482"/>
                <a:gd name="connsiteX1" fmla="*/ 191034 w 200748"/>
                <a:gd name="connsiteY1" fmla="*/ 106869 h 201482"/>
                <a:gd name="connsiteX2" fmla="*/ 200996 w 200748"/>
                <a:gd name="connsiteY2" fmla="*/ 100819 h 201482"/>
                <a:gd name="connsiteX3" fmla="*/ 191034 w 200748"/>
                <a:gd name="connsiteY3" fmla="*/ 94768 h 201482"/>
                <a:gd name="connsiteX4" fmla="*/ 106810 w 200748"/>
                <a:gd name="connsiteY4" fmla="*/ 94768 h 201482"/>
                <a:gd name="connsiteX5" fmla="*/ 106810 w 200748"/>
                <a:gd name="connsiteY5" fmla="*/ 10061 h 201482"/>
                <a:gd name="connsiteX6" fmla="*/ 100772 w 200748"/>
                <a:gd name="connsiteY6" fmla="*/ 77 h 201482"/>
                <a:gd name="connsiteX7" fmla="*/ 94735 w 200748"/>
                <a:gd name="connsiteY7" fmla="*/ 10061 h 201482"/>
                <a:gd name="connsiteX8" fmla="*/ 94735 w 200748"/>
                <a:gd name="connsiteY8" fmla="*/ 94768 h 201482"/>
                <a:gd name="connsiteX9" fmla="*/ 10209 w 200748"/>
                <a:gd name="connsiteY9" fmla="*/ 94768 h 201482"/>
                <a:gd name="connsiteX10" fmla="*/ 247 w 200748"/>
                <a:gd name="connsiteY10" fmla="*/ 100819 h 201482"/>
                <a:gd name="connsiteX11" fmla="*/ 10209 w 200748"/>
                <a:gd name="connsiteY11" fmla="*/ 106869 h 201482"/>
                <a:gd name="connsiteX12" fmla="*/ 94735 w 200748"/>
                <a:gd name="connsiteY12" fmla="*/ 106869 h 201482"/>
                <a:gd name="connsiteX13" fmla="*/ 94735 w 200748"/>
                <a:gd name="connsiteY13" fmla="*/ 191577 h 201482"/>
                <a:gd name="connsiteX14" fmla="*/ 100772 w 200748"/>
                <a:gd name="connsiteY14" fmla="*/ 201560 h 201482"/>
                <a:gd name="connsiteX15" fmla="*/ 106810 w 200748"/>
                <a:gd name="connsiteY15" fmla="*/ 191577 h 201482"/>
                <a:gd name="connsiteX16" fmla="*/ 106810 w 200748"/>
                <a:gd name="connsiteY16" fmla="*/ 106869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748" h="201482">
                  <a:moveTo>
                    <a:pt x="106810" y="106869"/>
                  </a:moveTo>
                  <a:lnTo>
                    <a:pt x="191034" y="106869"/>
                  </a:lnTo>
                  <a:cubicBezTo>
                    <a:pt x="195260" y="106869"/>
                    <a:pt x="200996" y="106869"/>
                    <a:pt x="200996" y="100819"/>
                  </a:cubicBezTo>
                  <a:cubicBezTo>
                    <a:pt x="200996" y="94768"/>
                    <a:pt x="195260" y="94768"/>
                    <a:pt x="191034" y="94768"/>
                  </a:cubicBezTo>
                  <a:lnTo>
                    <a:pt x="106810" y="94768"/>
                  </a:lnTo>
                  <a:lnTo>
                    <a:pt x="106810" y="10061"/>
                  </a:lnTo>
                  <a:cubicBezTo>
                    <a:pt x="106810" y="5825"/>
                    <a:pt x="106810" y="77"/>
                    <a:pt x="100772" y="77"/>
                  </a:cubicBezTo>
                  <a:cubicBezTo>
                    <a:pt x="94735" y="77"/>
                    <a:pt x="94735" y="5825"/>
                    <a:pt x="94735" y="10061"/>
                  </a:cubicBezTo>
                  <a:lnTo>
                    <a:pt x="94735" y="94768"/>
                  </a:lnTo>
                  <a:lnTo>
                    <a:pt x="10209" y="94768"/>
                  </a:lnTo>
                  <a:cubicBezTo>
                    <a:pt x="5983" y="94768"/>
                    <a:pt x="247" y="94768"/>
                    <a:pt x="247" y="100819"/>
                  </a:cubicBezTo>
                  <a:cubicBezTo>
                    <a:pt x="247" y="106869"/>
                    <a:pt x="5983" y="106869"/>
                    <a:pt x="10209" y="106869"/>
                  </a:cubicBezTo>
                  <a:lnTo>
                    <a:pt x="94735" y="106869"/>
                  </a:lnTo>
                  <a:lnTo>
                    <a:pt x="94735" y="191577"/>
                  </a:lnTo>
                  <a:cubicBezTo>
                    <a:pt x="94735" y="195812"/>
                    <a:pt x="94735" y="201560"/>
                    <a:pt x="100772" y="201560"/>
                  </a:cubicBezTo>
                  <a:cubicBezTo>
                    <a:pt x="106810" y="201560"/>
                    <a:pt x="106810" y="195812"/>
                    <a:pt x="106810" y="191577"/>
                  </a:cubicBezTo>
                  <a:lnTo>
                    <a:pt x="106810" y="10686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7D02BDE5-5791-95AD-93F8-E0DF849887A1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084926" y="4850046"/>
              <a:ext cx="70035" cy="302526"/>
            </a:xfrm>
            <a:custGeom>
              <a:avLst/>
              <a:gdLst>
                <a:gd name="connsiteX0" fmla="*/ 70297 w 70035"/>
                <a:gd name="connsiteY0" fmla="*/ 299572 h 302526"/>
                <a:gd name="connsiteX1" fmla="*/ 65165 w 70035"/>
                <a:gd name="connsiteY1" fmla="*/ 292916 h 302526"/>
                <a:gd name="connsiteX2" fmla="*/ 17770 w 70035"/>
                <a:gd name="connsiteY2" fmla="*/ 151334 h 302526"/>
                <a:gd name="connsiteX3" fmla="*/ 66372 w 70035"/>
                <a:gd name="connsiteY3" fmla="*/ 8239 h 302526"/>
                <a:gd name="connsiteX4" fmla="*/ 70297 w 70035"/>
                <a:gd name="connsiteY4" fmla="*/ 3096 h 302526"/>
                <a:gd name="connsiteX5" fmla="*/ 67278 w 70035"/>
                <a:gd name="connsiteY5" fmla="*/ 71 h 302526"/>
                <a:gd name="connsiteX6" fmla="*/ 19280 w 70035"/>
                <a:gd name="connsiteY6" fmla="*/ 59063 h 302526"/>
                <a:gd name="connsiteX7" fmla="*/ 261 w 70035"/>
                <a:gd name="connsiteY7" fmla="*/ 151334 h 302526"/>
                <a:gd name="connsiteX8" fmla="*/ 20185 w 70035"/>
                <a:gd name="connsiteY8" fmla="*/ 245722 h 302526"/>
                <a:gd name="connsiteX9" fmla="*/ 67278 w 70035"/>
                <a:gd name="connsiteY9" fmla="*/ 302597 h 302526"/>
                <a:gd name="connsiteX10" fmla="*/ 70297 w 700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97" y="299572"/>
                  </a:moveTo>
                  <a:cubicBezTo>
                    <a:pt x="70297" y="298664"/>
                    <a:pt x="70297" y="298059"/>
                    <a:pt x="65165" y="292916"/>
                  </a:cubicBezTo>
                  <a:cubicBezTo>
                    <a:pt x="27430" y="254798"/>
                    <a:pt x="17770" y="197621"/>
                    <a:pt x="17770" y="151334"/>
                  </a:cubicBezTo>
                  <a:cubicBezTo>
                    <a:pt x="17770" y="98694"/>
                    <a:pt x="29242" y="46055"/>
                    <a:pt x="66372" y="8239"/>
                  </a:cubicBezTo>
                  <a:cubicBezTo>
                    <a:pt x="70297" y="4608"/>
                    <a:pt x="70297" y="4003"/>
                    <a:pt x="70297" y="3096"/>
                  </a:cubicBezTo>
                  <a:cubicBezTo>
                    <a:pt x="70297" y="978"/>
                    <a:pt x="69089" y="71"/>
                    <a:pt x="67278" y="71"/>
                  </a:cubicBezTo>
                  <a:cubicBezTo>
                    <a:pt x="64259" y="71"/>
                    <a:pt x="37090" y="20642"/>
                    <a:pt x="19280" y="59063"/>
                  </a:cubicBezTo>
                  <a:cubicBezTo>
                    <a:pt x="3884" y="92341"/>
                    <a:pt x="261" y="125922"/>
                    <a:pt x="261" y="151334"/>
                  </a:cubicBezTo>
                  <a:cubicBezTo>
                    <a:pt x="261" y="174931"/>
                    <a:pt x="3582" y="211537"/>
                    <a:pt x="20185" y="245722"/>
                  </a:cubicBezTo>
                  <a:cubicBezTo>
                    <a:pt x="38298" y="282933"/>
                    <a:pt x="64259" y="302597"/>
                    <a:pt x="67278" y="302597"/>
                  </a:cubicBezTo>
                  <a:cubicBezTo>
                    <a:pt x="69089" y="302597"/>
                    <a:pt x="70297" y="301690"/>
                    <a:pt x="70297" y="29957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47418E7D-2C7B-E5D1-26C0-9C5BA3C77C53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164453" y="4943526"/>
              <a:ext cx="143089" cy="136742"/>
            </a:xfrm>
            <a:custGeom>
              <a:avLst/>
              <a:gdLst>
                <a:gd name="connsiteX0" fmla="*/ 129770 w 143089"/>
                <a:gd name="connsiteY0" fmla="*/ 99905 h 136742"/>
                <a:gd name="connsiteX1" fmla="*/ 123129 w 143089"/>
                <a:gd name="connsiteY1" fmla="*/ 108073 h 136742"/>
                <a:gd name="connsiteX2" fmla="*/ 109242 w 143089"/>
                <a:gd name="connsiteY2" fmla="*/ 120174 h 136742"/>
                <a:gd name="connsiteX3" fmla="*/ 99884 w 143089"/>
                <a:gd name="connsiteY3" fmla="*/ 107771 h 136742"/>
                <a:gd name="connsiteX4" fmla="*/ 98677 w 143089"/>
                <a:gd name="connsiteY4" fmla="*/ 102628 h 136742"/>
                <a:gd name="connsiteX5" fmla="*/ 87809 w 143089"/>
                <a:gd name="connsiteY5" fmla="*/ 53618 h 136742"/>
                <a:gd name="connsiteX6" fmla="*/ 117393 w 143089"/>
                <a:gd name="connsiteY6" fmla="*/ 17013 h 136742"/>
                <a:gd name="connsiteX7" fmla="*/ 124638 w 143089"/>
                <a:gd name="connsiteY7" fmla="*/ 19433 h 136742"/>
                <a:gd name="connsiteX8" fmla="*/ 132789 w 143089"/>
                <a:gd name="connsiteY8" fmla="*/ 22156 h 136742"/>
                <a:gd name="connsiteX9" fmla="*/ 143355 w 143089"/>
                <a:gd name="connsiteY9" fmla="*/ 11265 h 136742"/>
                <a:gd name="connsiteX10" fmla="*/ 130978 w 143089"/>
                <a:gd name="connsiteY10" fmla="*/ 71 h 136742"/>
                <a:gd name="connsiteX11" fmla="*/ 85394 w 143089"/>
                <a:gd name="connsiteY11" fmla="*/ 43333 h 136742"/>
                <a:gd name="connsiteX12" fmla="*/ 82073 w 143089"/>
                <a:gd name="connsiteY12" fmla="*/ 26694 h 136742"/>
                <a:gd name="connsiteX13" fmla="*/ 66376 w 143089"/>
                <a:gd name="connsiteY13" fmla="*/ 71 h 136742"/>
                <a:gd name="connsiteX14" fmla="*/ 31056 w 143089"/>
                <a:gd name="connsiteY14" fmla="*/ 8845 h 136742"/>
                <a:gd name="connsiteX15" fmla="*/ 27735 w 143089"/>
                <a:gd name="connsiteY15" fmla="*/ 10055 h 136742"/>
                <a:gd name="connsiteX16" fmla="*/ 28943 w 143089"/>
                <a:gd name="connsiteY16" fmla="*/ 14593 h 136742"/>
                <a:gd name="connsiteX17" fmla="*/ 45848 w 143089"/>
                <a:gd name="connsiteY17" fmla="*/ 11265 h 136742"/>
                <a:gd name="connsiteX18" fmla="*/ 59433 w 143089"/>
                <a:gd name="connsiteY18" fmla="*/ 32139 h 136742"/>
                <a:gd name="connsiteX19" fmla="*/ 68187 w 143089"/>
                <a:gd name="connsiteY19" fmla="*/ 69350 h 136742"/>
                <a:gd name="connsiteX20" fmla="*/ 43433 w 143089"/>
                <a:gd name="connsiteY20" fmla="*/ 104745 h 136742"/>
                <a:gd name="connsiteX21" fmla="*/ 28037 w 143089"/>
                <a:gd name="connsiteY21" fmla="*/ 119267 h 136742"/>
                <a:gd name="connsiteX22" fmla="*/ 20189 w 143089"/>
                <a:gd name="connsiteY22" fmla="*/ 116544 h 136742"/>
                <a:gd name="connsiteX23" fmla="*/ 10528 w 143089"/>
                <a:gd name="connsiteY23" fmla="*/ 113519 h 136742"/>
                <a:gd name="connsiteX24" fmla="*/ 265 w 143089"/>
                <a:gd name="connsiteY24" fmla="*/ 124107 h 136742"/>
                <a:gd name="connsiteX25" fmla="*/ 15358 w 143089"/>
                <a:gd name="connsiteY25" fmla="*/ 136813 h 136742"/>
                <a:gd name="connsiteX26" fmla="*/ 43433 w 143089"/>
                <a:gd name="connsiteY26" fmla="*/ 115636 h 136742"/>
                <a:gd name="connsiteX27" fmla="*/ 70602 w 143089"/>
                <a:gd name="connsiteY27" fmla="*/ 80241 h 136742"/>
                <a:gd name="connsiteX28" fmla="*/ 79658 w 143089"/>
                <a:gd name="connsiteY28" fmla="*/ 116544 h 136742"/>
                <a:gd name="connsiteX29" fmla="*/ 97167 w 143089"/>
                <a:gd name="connsiteY29" fmla="*/ 136813 h 136742"/>
                <a:gd name="connsiteX30" fmla="*/ 133996 w 143089"/>
                <a:gd name="connsiteY30" fmla="*/ 102325 h 136742"/>
                <a:gd name="connsiteX31" fmla="*/ 129770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70" y="99905"/>
                  </a:moveTo>
                  <a:cubicBezTo>
                    <a:pt x="127355" y="102628"/>
                    <a:pt x="125846" y="104443"/>
                    <a:pt x="123129" y="108073"/>
                  </a:cubicBezTo>
                  <a:cubicBezTo>
                    <a:pt x="116186" y="117149"/>
                    <a:pt x="112563" y="120174"/>
                    <a:pt x="109242" y="120174"/>
                  </a:cubicBezTo>
                  <a:cubicBezTo>
                    <a:pt x="104714" y="120174"/>
                    <a:pt x="101997" y="116242"/>
                    <a:pt x="99884" y="107771"/>
                  </a:cubicBezTo>
                  <a:cubicBezTo>
                    <a:pt x="99280" y="105351"/>
                    <a:pt x="98979" y="103535"/>
                    <a:pt x="98677" y="102628"/>
                  </a:cubicBezTo>
                  <a:cubicBezTo>
                    <a:pt x="91130" y="72073"/>
                    <a:pt x="87809" y="58156"/>
                    <a:pt x="87809" y="53618"/>
                  </a:cubicBezTo>
                  <a:cubicBezTo>
                    <a:pt x="101092" y="30324"/>
                    <a:pt x="111959" y="17013"/>
                    <a:pt x="117393" y="17013"/>
                  </a:cubicBezTo>
                  <a:cubicBezTo>
                    <a:pt x="119204" y="17013"/>
                    <a:pt x="121619" y="17920"/>
                    <a:pt x="124638" y="19433"/>
                  </a:cubicBezTo>
                  <a:cubicBezTo>
                    <a:pt x="128261" y="21551"/>
                    <a:pt x="130374" y="22156"/>
                    <a:pt x="132789" y="22156"/>
                  </a:cubicBezTo>
                  <a:cubicBezTo>
                    <a:pt x="139128" y="22156"/>
                    <a:pt x="143355" y="17618"/>
                    <a:pt x="143355" y="11265"/>
                  </a:cubicBezTo>
                  <a:cubicBezTo>
                    <a:pt x="143355" y="4912"/>
                    <a:pt x="138223" y="71"/>
                    <a:pt x="130978" y="71"/>
                  </a:cubicBezTo>
                  <a:cubicBezTo>
                    <a:pt x="117695" y="71"/>
                    <a:pt x="106224" y="10962"/>
                    <a:pt x="85394" y="43333"/>
                  </a:cubicBezTo>
                  <a:lnTo>
                    <a:pt x="82073" y="26694"/>
                  </a:lnTo>
                  <a:cubicBezTo>
                    <a:pt x="77847" y="6122"/>
                    <a:pt x="74527" y="71"/>
                    <a:pt x="66376" y="71"/>
                  </a:cubicBezTo>
                  <a:cubicBezTo>
                    <a:pt x="59734" y="71"/>
                    <a:pt x="49471" y="2794"/>
                    <a:pt x="31056" y="8845"/>
                  </a:cubicBezTo>
                  <a:lnTo>
                    <a:pt x="27735" y="10055"/>
                  </a:lnTo>
                  <a:lnTo>
                    <a:pt x="28943" y="14593"/>
                  </a:lnTo>
                  <a:cubicBezTo>
                    <a:pt x="40414" y="11870"/>
                    <a:pt x="43131" y="11265"/>
                    <a:pt x="45848" y="11265"/>
                  </a:cubicBezTo>
                  <a:cubicBezTo>
                    <a:pt x="53395" y="11265"/>
                    <a:pt x="55206" y="13987"/>
                    <a:pt x="59433" y="32139"/>
                  </a:cubicBezTo>
                  <a:lnTo>
                    <a:pt x="68187" y="69350"/>
                  </a:lnTo>
                  <a:lnTo>
                    <a:pt x="43433" y="104745"/>
                  </a:lnTo>
                  <a:cubicBezTo>
                    <a:pt x="37396" y="113821"/>
                    <a:pt x="31358" y="119267"/>
                    <a:pt x="28037" y="119267"/>
                  </a:cubicBezTo>
                  <a:cubicBezTo>
                    <a:pt x="26226" y="119267"/>
                    <a:pt x="23207" y="118359"/>
                    <a:pt x="20189" y="116544"/>
                  </a:cubicBezTo>
                  <a:cubicBezTo>
                    <a:pt x="16264" y="114426"/>
                    <a:pt x="12943" y="113519"/>
                    <a:pt x="10528" y="113519"/>
                  </a:cubicBezTo>
                  <a:cubicBezTo>
                    <a:pt x="4793" y="113519"/>
                    <a:pt x="265" y="118057"/>
                    <a:pt x="265" y="124107"/>
                  </a:cubicBezTo>
                  <a:cubicBezTo>
                    <a:pt x="265" y="131973"/>
                    <a:pt x="6302" y="136813"/>
                    <a:pt x="15358" y="136813"/>
                  </a:cubicBezTo>
                  <a:cubicBezTo>
                    <a:pt x="24717" y="136813"/>
                    <a:pt x="28339" y="134091"/>
                    <a:pt x="43433" y="115636"/>
                  </a:cubicBezTo>
                  <a:cubicBezTo>
                    <a:pt x="51584" y="105956"/>
                    <a:pt x="57923" y="97787"/>
                    <a:pt x="70602" y="80241"/>
                  </a:cubicBezTo>
                  <a:lnTo>
                    <a:pt x="79658" y="116544"/>
                  </a:lnTo>
                  <a:cubicBezTo>
                    <a:pt x="83583" y="131973"/>
                    <a:pt x="87507" y="136813"/>
                    <a:pt x="97167" y="136813"/>
                  </a:cubicBezTo>
                  <a:cubicBezTo>
                    <a:pt x="108639" y="136813"/>
                    <a:pt x="116487" y="129553"/>
                    <a:pt x="133996" y="102325"/>
                  </a:cubicBezTo>
                  <a:lnTo>
                    <a:pt x="129770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FB03756-4A71-8951-5B1E-4A5D9BB229C4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375184" y="4995258"/>
              <a:ext cx="184447" cy="12101"/>
            </a:xfrm>
            <a:custGeom>
              <a:avLst/>
              <a:gdLst>
                <a:gd name="connsiteX0" fmla="*/ 174152 w 184447"/>
                <a:gd name="connsiteY0" fmla="*/ 12172 h 12101"/>
                <a:gd name="connsiteX1" fmla="*/ 184718 w 184447"/>
                <a:gd name="connsiteY1" fmla="*/ 6122 h 12101"/>
                <a:gd name="connsiteX2" fmla="*/ 174152 w 184447"/>
                <a:gd name="connsiteY2" fmla="*/ 71 h 12101"/>
                <a:gd name="connsiteX3" fmla="*/ 10836 w 184447"/>
                <a:gd name="connsiteY3" fmla="*/ 71 h 12101"/>
                <a:gd name="connsiteX4" fmla="*/ 270 w 184447"/>
                <a:gd name="connsiteY4" fmla="*/ 6122 h 12101"/>
                <a:gd name="connsiteX5" fmla="*/ 10836 w 184447"/>
                <a:gd name="connsiteY5" fmla="*/ 12172 h 12101"/>
                <a:gd name="connsiteX6" fmla="*/ 174152 w 18444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152" y="12172"/>
                  </a:moveTo>
                  <a:cubicBezTo>
                    <a:pt x="179284" y="12172"/>
                    <a:pt x="184718" y="12172"/>
                    <a:pt x="184718" y="6122"/>
                  </a:cubicBezTo>
                  <a:cubicBezTo>
                    <a:pt x="184718" y="71"/>
                    <a:pt x="179284" y="71"/>
                    <a:pt x="174152" y="71"/>
                  </a:cubicBezTo>
                  <a:lnTo>
                    <a:pt x="10836" y="71"/>
                  </a:lnTo>
                  <a:cubicBezTo>
                    <a:pt x="5704" y="71"/>
                    <a:pt x="270" y="71"/>
                    <a:pt x="270" y="6122"/>
                  </a:cubicBezTo>
                  <a:cubicBezTo>
                    <a:pt x="270" y="12172"/>
                    <a:pt x="5704" y="12172"/>
                    <a:pt x="10836" y="12172"/>
                  </a:cubicBezTo>
                  <a:lnTo>
                    <a:pt x="174152" y="1217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1B2B2F04-38FB-50D1-C7D3-FF9ACCF3B7BC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619496" y="4943526"/>
              <a:ext cx="143089" cy="136742"/>
            </a:xfrm>
            <a:custGeom>
              <a:avLst/>
              <a:gdLst>
                <a:gd name="connsiteX0" fmla="*/ 129785 w 143089"/>
                <a:gd name="connsiteY0" fmla="*/ 99905 h 136742"/>
                <a:gd name="connsiteX1" fmla="*/ 123144 w 143089"/>
                <a:gd name="connsiteY1" fmla="*/ 108073 h 136742"/>
                <a:gd name="connsiteX2" fmla="*/ 109257 w 143089"/>
                <a:gd name="connsiteY2" fmla="*/ 120174 h 136742"/>
                <a:gd name="connsiteX3" fmla="*/ 99899 w 143089"/>
                <a:gd name="connsiteY3" fmla="*/ 107771 h 136742"/>
                <a:gd name="connsiteX4" fmla="*/ 98692 w 143089"/>
                <a:gd name="connsiteY4" fmla="*/ 102628 h 136742"/>
                <a:gd name="connsiteX5" fmla="*/ 87824 w 143089"/>
                <a:gd name="connsiteY5" fmla="*/ 53618 h 136742"/>
                <a:gd name="connsiteX6" fmla="*/ 117408 w 143089"/>
                <a:gd name="connsiteY6" fmla="*/ 17013 h 136742"/>
                <a:gd name="connsiteX7" fmla="*/ 124653 w 143089"/>
                <a:gd name="connsiteY7" fmla="*/ 19433 h 136742"/>
                <a:gd name="connsiteX8" fmla="*/ 132804 w 143089"/>
                <a:gd name="connsiteY8" fmla="*/ 22156 h 136742"/>
                <a:gd name="connsiteX9" fmla="*/ 143370 w 143089"/>
                <a:gd name="connsiteY9" fmla="*/ 11265 h 136742"/>
                <a:gd name="connsiteX10" fmla="*/ 130993 w 143089"/>
                <a:gd name="connsiteY10" fmla="*/ 71 h 136742"/>
                <a:gd name="connsiteX11" fmla="*/ 85409 w 143089"/>
                <a:gd name="connsiteY11" fmla="*/ 43333 h 136742"/>
                <a:gd name="connsiteX12" fmla="*/ 82088 w 143089"/>
                <a:gd name="connsiteY12" fmla="*/ 26694 h 136742"/>
                <a:gd name="connsiteX13" fmla="*/ 66391 w 143089"/>
                <a:gd name="connsiteY13" fmla="*/ 71 h 136742"/>
                <a:gd name="connsiteX14" fmla="*/ 31071 w 143089"/>
                <a:gd name="connsiteY14" fmla="*/ 8845 h 136742"/>
                <a:gd name="connsiteX15" fmla="*/ 27750 w 143089"/>
                <a:gd name="connsiteY15" fmla="*/ 10055 h 136742"/>
                <a:gd name="connsiteX16" fmla="*/ 28958 w 143089"/>
                <a:gd name="connsiteY16" fmla="*/ 14593 h 136742"/>
                <a:gd name="connsiteX17" fmla="*/ 45863 w 143089"/>
                <a:gd name="connsiteY17" fmla="*/ 11265 h 136742"/>
                <a:gd name="connsiteX18" fmla="*/ 59448 w 143089"/>
                <a:gd name="connsiteY18" fmla="*/ 32139 h 136742"/>
                <a:gd name="connsiteX19" fmla="*/ 68202 w 143089"/>
                <a:gd name="connsiteY19" fmla="*/ 69350 h 136742"/>
                <a:gd name="connsiteX20" fmla="*/ 43448 w 143089"/>
                <a:gd name="connsiteY20" fmla="*/ 104745 h 136742"/>
                <a:gd name="connsiteX21" fmla="*/ 28052 w 143089"/>
                <a:gd name="connsiteY21" fmla="*/ 119267 h 136742"/>
                <a:gd name="connsiteX22" fmla="*/ 20203 w 143089"/>
                <a:gd name="connsiteY22" fmla="*/ 116544 h 136742"/>
                <a:gd name="connsiteX23" fmla="*/ 10543 w 143089"/>
                <a:gd name="connsiteY23" fmla="*/ 113519 h 136742"/>
                <a:gd name="connsiteX24" fmla="*/ 280 w 143089"/>
                <a:gd name="connsiteY24" fmla="*/ 124107 h 136742"/>
                <a:gd name="connsiteX25" fmla="*/ 15373 w 143089"/>
                <a:gd name="connsiteY25" fmla="*/ 136813 h 136742"/>
                <a:gd name="connsiteX26" fmla="*/ 43448 w 143089"/>
                <a:gd name="connsiteY26" fmla="*/ 115636 h 136742"/>
                <a:gd name="connsiteX27" fmla="*/ 70617 w 143089"/>
                <a:gd name="connsiteY27" fmla="*/ 80241 h 136742"/>
                <a:gd name="connsiteX28" fmla="*/ 79673 w 143089"/>
                <a:gd name="connsiteY28" fmla="*/ 116544 h 136742"/>
                <a:gd name="connsiteX29" fmla="*/ 97182 w 143089"/>
                <a:gd name="connsiteY29" fmla="*/ 136813 h 136742"/>
                <a:gd name="connsiteX30" fmla="*/ 134011 w 143089"/>
                <a:gd name="connsiteY30" fmla="*/ 102325 h 136742"/>
                <a:gd name="connsiteX31" fmla="*/ 129785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85" y="99905"/>
                  </a:moveTo>
                  <a:cubicBezTo>
                    <a:pt x="127370" y="102628"/>
                    <a:pt x="125861" y="104443"/>
                    <a:pt x="123144" y="108073"/>
                  </a:cubicBezTo>
                  <a:cubicBezTo>
                    <a:pt x="116201" y="117149"/>
                    <a:pt x="112578" y="120174"/>
                    <a:pt x="109257" y="120174"/>
                  </a:cubicBezTo>
                  <a:cubicBezTo>
                    <a:pt x="104729" y="120174"/>
                    <a:pt x="102012" y="116242"/>
                    <a:pt x="99899" y="107771"/>
                  </a:cubicBezTo>
                  <a:cubicBezTo>
                    <a:pt x="99295" y="105351"/>
                    <a:pt x="98994" y="103535"/>
                    <a:pt x="98692" y="102628"/>
                  </a:cubicBezTo>
                  <a:cubicBezTo>
                    <a:pt x="91145" y="72073"/>
                    <a:pt x="87824" y="58156"/>
                    <a:pt x="87824" y="53618"/>
                  </a:cubicBezTo>
                  <a:cubicBezTo>
                    <a:pt x="101107" y="30324"/>
                    <a:pt x="111974" y="17013"/>
                    <a:pt x="117408" y="17013"/>
                  </a:cubicBezTo>
                  <a:cubicBezTo>
                    <a:pt x="119219" y="17013"/>
                    <a:pt x="121634" y="17920"/>
                    <a:pt x="124653" y="19433"/>
                  </a:cubicBezTo>
                  <a:cubicBezTo>
                    <a:pt x="128276" y="21551"/>
                    <a:pt x="130389" y="22156"/>
                    <a:pt x="132804" y="22156"/>
                  </a:cubicBezTo>
                  <a:cubicBezTo>
                    <a:pt x="139143" y="22156"/>
                    <a:pt x="143370" y="17618"/>
                    <a:pt x="143370" y="11265"/>
                  </a:cubicBezTo>
                  <a:cubicBezTo>
                    <a:pt x="143370" y="4912"/>
                    <a:pt x="138238" y="71"/>
                    <a:pt x="130993" y="71"/>
                  </a:cubicBezTo>
                  <a:cubicBezTo>
                    <a:pt x="117710" y="71"/>
                    <a:pt x="106239" y="10962"/>
                    <a:pt x="85409" y="43333"/>
                  </a:cubicBezTo>
                  <a:lnTo>
                    <a:pt x="82088" y="26694"/>
                  </a:lnTo>
                  <a:cubicBezTo>
                    <a:pt x="77862" y="6122"/>
                    <a:pt x="74541" y="71"/>
                    <a:pt x="66391" y="71"/>
                  </a:cubicBezTo>
                  <a:cubicBezTo>
                    <a:pt x="59749" y="71"/>
                    <a:pt x="49486" y="2794"/>
                    <a:pt x="31071" y="8845"/>
                  </a:cubicBezTo>
                  <a:lnTo>
                    <a:pt x="27750" y="10055"/>
                  </a:lnTo>
                  <a:lnTo>
                    <a:pt x="28958" y="14593"/>
                  </a:lnTo>
                  <a:cubicBezTo>
                    <a:pt x="40429" y="11870"/>
                    <a:pt x="43146" y="11265"/>
                    <a:pt x="45863" y="11265"/>
                  </a:cubicBezTo>
                  <a:cubicBezTo>
                    <a:pt x="53410" y="11265"/>
                    <a:pt x="55221" y="13987"/>
                    <a:pt x="59448" y="32139"/>
                  </a:cubicBezTo>
                  <a:lnTo>
                    <a:pt x="68202" y="69350"/>
                  </a:lnTo>
                  <a:lnTo>
                    <a:pt x="43448" y="104745"/>
                  </a:lnTo>
                  <a:cubicBezTo>
                    <a:pt x="37411" y="113821"/>
                    <a:pt x="31373" y="119267"/>
                    <a:pt x="28052" y="119267"/>
                  </a:cubicBezTo>
                  <a:cubicBezTo>
                    <a:pt x="26241" y="119267"/>
                    <a:pt x="23222" y="118359"/>
                    <a:pt x="20203" y="116544"/>
                  </a:cubicBezTo>
                  <a:cubicBezTo>
                    <a:pt x="16279" y="114426"/>
                    <a:pt x="12958" y="113519"/>
                    <a:pt x="10543" y="113519"/>
                  </a:cubicBezTo>
                  <a:cubicBezTo>
                    <a:pt x="4808" y="113519"/>
                    <a:pt x="280" y="118057"/>
                    <a:pt x="280" y="124107"/>
                  </a:cubicBezTo>
                  <a:cubicBezTo>
                    <a:pt x="280" y="131973"/>
                    <a:pt x="6317" y="136813"/>
                    <a:pt x="15373" y="136813"/>
                  </a:cubicBezTo>
                  <a:cubicBezTo>
                    <a:pt x="24732" y="136813"/>
                    <a:pt x="28354" y="134091"/>
                    <a:pt x="43448" y="115636"/>
                  </a:cubicBezTo>
                  <a:cubicBezTo>
                    <a:pt x="51599" y="105956"/>
                    <a:pt x="57938" y="97787"/>
                    <a:pt x="70617" y="80241"/>
                  </a:cubicBezTo>
                  <a:lnTo>
                    <a:pt x="79673" y="116544"/>
                  </a:lnTo>
                  <a:cubicBezTo>
                    <a:pt x="83598" y="131973"/>
                    <a:pt x="87522" y="136813"/>
                    <a:pt x="97182" y="136813"/>
                  </a:cubicBezTo>
                  <a:cubicBezTo>
                    <a:pt x="108654" y="136813"/>
                    <a:pt x="116502" y="129553"/>
                    <a:pt x="134011" y="102325"/>
                  </a:cubicBezTo>
                  <a:lnTo>
                    <a:pt x="129785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85BA0BF4-82BC-E12F-4CE2-EE188BA1D3C2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767543" y="4971476"/>
              <a:ext cx="100971" cy="154469"/>
            </a:xfrm>
            <a:custGeom>
              <a:avLst/>
              <a:gdLst>
                <a:gd name="connsiteX0" fmla="*/ 51663 w 100971"/>
                <a:gd name="connsiteY0" fmla="*/ 74 h 154469"/>
                <a:gd name="connsiteX1" fmla="*/ 21729 w 100971"/>
                <a:gd name="connsiteY1" fmla="*/ 11715 h 154469"/>
                <a:gd name="connsiteX2" fmla="*/ 283 w 100971"/>
                <a:gd name="connsiteY2" fmla="*/ 76189 h 154469"/>
                <a:gd name="connsiteX3" fmla="*/ 18154 w 100971"/>
                <a:gd name="connsiteY3" fmla="*/ 139320 h 154469"/>
                <a:gd name="connsiteX4" fmla="*/ 50769 w 100971"/>
                <a:gd name="connsiteY4" fmla="*/ 154544 h 154469"/>
                <a:gd name="connsiteX5" fmla="*/ 79810 w 100971"/>
                <a:gd name="connsiteY5" fmla="*/ 142902 h 154469"/>
                <a:gd name="connsiteX6" fmla="*/ 101255 w 100971"/>
                <a:gd name="connsiteY6" fmla="*/ 77532 h 154469"/>
                <a:gd name="connsiteX7" fmla="*/ 51663 w 100971"/>
                <a:gd name="connsiteY7" fmla="*/ 74 h 154469"/>
                <a:gd name="connsiteX8" fmla="*/ 50993 w 100971"/>
                <a:gd name="connsiteY8" fmla="*/ 5894 h 154469"/>
                <a:gd name="connsiteX9" fmla="*/ 79810 w 100971"/>
                <a:gd name="connsiteY9" fmla="*/ 77980 h 154469"/>
                <a:gd name="connsiteX10" fmla="*/ 50769 w 100971"/>
                <a:gd name="connsiteY10" fmla="*/ 148723 h 154469"/>
                <a:gd name="connsiteX11" fmla="*/ 21729 w 100971"/>
                <a:gd name="connsiteY11" fmla="*/ 78204 h 154469"/>
                <a:gd name="connsiteX12" fmla="*/ 50993 w 100971"/>
                <a:gd name="connsiteY12" fmla="*/ 5894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663" y="74"/>
                  </a:moveTo>
                  <a:cubicBezTo>
                    <a:pt x="39376" y="74"/>
                    <a:pt x="29994" y="3879"/>
                    <a:pt x="21729" y="11715"/>
                  </a:cubicBezTo>
                  <a:cubicBezTo>
                    <a:pt x="8772" y="24252"/>
                    <a:pt x="283" y="49997"/>
                    <a:pt x="283" y="76189"/>
                  </a:cubicBezTo>
                  <a:cubicBezTo>
                    <a:pt x="283" y="100591"/>
                    <a:pt x="7655" y="126784"/>
                    <a:pt x="18154" y="139320"/>
                  </a:cubicBezTo>
                  <a:cubicBezTo>
                    <a:pt x="26420" y="149171"/>
                    <a:pt x="37813" y="154544"/>
                    <a:pt x="50769" y="154544"/>
                  </a:cubicBezTo>
                  <a:cubicBezTo>
                    <a:pt x="62162" y="154544"/>
                    <a:pt x="71768" y="150738"/>
                    <a:pt x="79810" y="142902"/>
                  </a:cubicBezTo>
                  <a:cubicBezTo>
                    <a:pt x="92766" y="130590"/>
                    <a:pt x="101255" y="104621"/>
                    <a:pt x="101255" y="77532"/>
                  </a:cubicBezTo>
                  <a:cubicBezTo>
                    <a:pt x="101255" y="31639"/>
                    <a:pt x="80927" y="74"/>
                    <a:pt x="51663" y="74"/>
                  </a:cubicBezTo>
                  <a:close/>
                  <a:moveTo>
                    <a:pt x="50993" y="5894"/>
                  </a:moveTo>
                  <a:cubicBezTo>
                    <a:pt x="69757" y="5894"/>
                    <a:pt x="79810" y="31191"/>
                    <a:pt x="79810" y="77980"/>
                  </a:cubicBezTo>
                  <a:cubicBezTo>
                    <a:pt x="79810" y="124769"/>
                    <a:pt x="69981" y="148723"/>
                    <a:pt x="50769" y="148723"/>
                  </a:cubicBezTo>
                  <a:cubicBezTo>
                    <a:pt x="31558" y="148723"/>
                    <a:pt x="21729" y="124769"/>
                    <a:pt x="21729" y="78204"/>
                  </a:cubicBezTo>
                  <a:cubicBezTo>
                    <a:pt x="21729" y="30744"/>
                    <a:pt x="31781" y="5894"/>
                    <a:pt x="50993" y="589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8884A8AD-746B-9CB6-507A-6CD6A9567DB2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906653" y="4850046"/>
              <a:ext cx="70035" cy="302526"/>
            </a:xfrm>
            <a:custGeom>
              <a:avLst/>
              <a:gdLst>
                <a:gd name="connsiteX0" fmla="*/ 70324 w 70035"/>
                <a:gd name="connsiteY0" fmla="*/ 151334 h 302526"/>
                <a:gd name="connsiteX1" fmla="*/ 50400 w 70035"/>
                <a:gd name="connsiteY1" fmla="*/ 56946 h 302526"/>
                <a:gd name="connsiteX2" fmla="*/ 3307 w 70035"/>
                <a:gd name="connsiteY2" fmla="*/ 71 h 302526"/>
                <a:gd name="connsiteX3" fmla="*/ 289 w 70035"/>
                <a:gd name="connsiteY3" fmla="*/ 3096 h 302526"/>
                <a:gd name="connsiteX4" fmla="*/ 6024 w 70035"/>
                <a:gd name="connsiteY4" fmla="*/ 10054 h 302526"/>
                <a:gd name="connsiteX5" fmla="*/ 52815 w 70035"/>
                <a:gd name="connsiteY5" fmla="*/ 151334 h 302526"/>
                <a:gd name="connsiteX6" fmla="*/ 4213 w 70035"/>
                <a:gd name="connsiteY6" fmla="*/ 294429 h 302526"/>
                <a:gd name="connsiteX7" fmla="*/ 289 w 70035"/>
                <a:gd name="connsiteY7" fmla="*/ 299572 h 302526"/>
                <a:gd name="connsiteX8" fmla="*/ 3307 w 70035"/>
                <a:gd name="connsiteY8" fmla="*/ 302597 h 302526"/>
                <a:gd name="connsiteX9" fmla="*/ 51306 w 70035"/>
                <a:gd name="connsiteY9" fmla="*/ 243605 h 302526"/>
                <a:gd name="connsiteX10" fmla="*/ 70324 w 700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24" y="151334"/>
                  </a:moveTo>
                  <a:cubicBezTo>
                    <a:pt x="70324" y="127737"/>
                    <a:pt x="67004" y="91131"/>
                    <a:pt x="50400" y="56946"/>
                  </a:cubicBezTo>
                  <a:cubicBezTo>
                    <a:pt x="32288" y="19735"/>
                    <a:pt x="6326" y="71"/>
                    <a:pt x="3307" y="71"/>
                  </a:cubicBezTo>
                  <a:cubicBezTo>
                    <a:pt x="1496" y="71"/>
                    <a:pt x="289" y="1281"/>
                    <a:pt x="289" y="3096"/>
                  </a:cubicBezTo>
                  <a:cubicBezTo>
                    <a:pt x="289" y="4003"/>
                    <a:pt x="289" y="4608"/>
                    <a:pt x="6024" y="10054"/>
                  </a:cubicBezTo>
                  <a:cubicBezTo>
                    <a:pt x="35608" y="40004"/>
                    <a:pt x="52815" y="88106"/>
                    <a:pt x="52815" y="151334"/>
                  </a:cubicBezTo>
                  <a:cubicBezTo>
                    <a:pt x="52815" y="203066"/>
                    <a:pt x="41646" y="256311"/>
                    <a:pt x="4213" y="294429"/>
                  </a:cubicBezTo>
                  <a:cubicBezTo>
                    <a:pt x="289" y="298059"/>
                    <a:pt x="289" y="298664"/>
                    <a:pt x="289" y="299572"/>
                  </a:cubicBezTo>
                  <a:cubicBezTo>
                    <a:pt x="289" y="301387"/>
                    <a:pt x="1496" y="302597"/>
                    <a:pt x="3307" y="302597"/>
                  </a:cubicBezTo>
                  <a:cubicBezTo>
                    <a:pt x="6326" y="302597"/>
                    <a:pt x="33495" y="282025"/>
                    <a:pt x="51306" y="243605"/>
                  </a:cubicBezTo>
                  <a:cubicBezTo>
                    <a:pt x="66702" y="210327"/>
                    <a:pt x="70324" y="176746"/>
                    <a:pt x="70324" y="15133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12029051-79E6-50C5-F323-09EE5455CCD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036896" y="4850046"/>
              <a:ext cx="70035" cy="302526"/>
            </a:xfrm>
            <a:custGeom>
              <a:avLst/>
              <a:gdLst>
                <a:gd name="connsiteX0" fmla="*/ 70328 w 70035"/>
                <a:gd name="connsiteY0" fmla="*/ 299572 h 302526"/>
                <a:gd name="connsiteX1" fmla="*/ 65196 w 70035"/>
                <a:gd name="connsiteY1" fmla="*/ 292916 h 302526"/>
                <a:gd name="connsiteX2" fmla="*/ 17801 w 70035"/>
                <a:gd name="connsiteY2" fmla="*/ 151334 h 302526"/>
                <a:gd name="connsiteX3" fmla="*/ 66404 w 70035"/>
                <a:gd name="connsiteY3" fmla="*/ 8239 h 302526"/>
                <a:gd name="connsiteX4" fmla="*/ 70328 w 70035"/>
                <a:gd name="connsiteY4" fmla="*/ 3096 h 302526"/>
                <a:gd name="connsiteX5" fmla="*/ 67309 w 70035"/>
                <a:gd name="connsiteY5" fmla="*/ 71 h 302526"/>
                <a:gd name="connsiteX6" fmla="*/ 19311 w 70035"/>
                <a:gd name="connsiteY6" fmla="*/ 59063 h 302526"/>
                <a:gd name="connsiteX7" fmla="*/ 293 w 70035"/>
                <a:gd name="connsiteY7" fmla="*/ 151334 h 302526"/>
                <a:gd name="connsiteX8" fmla="*/ 20217 w 70035"/>
                <a:gd name="connsiteY8" fmla="*/ 245722 h 302526"/>
                <a:gd name="connsiteX9" fmla="*/ 67309 w 70035"/>
                <a:gd name="connsiteY9" fmla="*/ 302597 h 302526"/>
                <a:gd name="connsiteX10" fmla="*/ 70328 w 70035"/>
                <a:gd name="connsiteY10" fmla="*/ 2995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28" y="299572"/>
                  </a:moveTo>
                  <a:cubicBezTo>
                    <a:pt x="70328" y="298664"/>
                    <a:pt x="70328" y="298059"/>
                    <a:pt x="65196" y="292916"/>
                  </a:cubicBezTo>
                  <a:cubicBezTo>
                    <a:pt x="27462" y="254798"/>
                    <a:pt x="17801" y="197621"/>
                    <a:pt x="17801" y="151334"/>
                  </a:cubicBezTo>
                  <a:cubicBezTo>
                    <a:pt x="17801" y="98694"/>
                    <a:pt x="29273" y="46055"/>
                    <a:pt x="66404" y="8239"/>
                  </a:cubicBezTo>
                  <a:cubicBezTo>
                    <a:pt x="70328" y="4608"/>
                    <a:pt x="70328" y="4003"/>
                    <a:pt x="70328" y="3096"/>
                  </a:cubicBezTo>
                  <a:cubicBezTo>
                    <a:pt x="70328" y="978"/>
                    <a:pt x="69121" y="71"/>
                    <a:pt x="67309" y="71"/>
                  </a:cubicBezTo>
                  <a:cubicBezTo>
                    <a:pt x="64291" y="71"/>
                    <a:pt x="37122" y="20642"/>
                    <a:pt x="19311" y="59063"/>
                  </a:cubicBezTo>
                  <a:cubicBezTo>
                    <a:pt x="3915" y="92341"/>
                    <a:pt x="293" y="125922"/>
                    <a:pt x="293" y="151334"/>
                  </a:cubicBezTo>
                  <a:cubicBezTo>
                    <a:pt x="293" y="174931"/>
                    <a:pt x="3613" y="211537"/>
                    <a:pt x="20217" y="245722"/>
                  </a:cubicBezTo>
                  <a:cubicBezTo>
                    <a:pt x="38329" y="282933"/>
                    <a:pt x="64291" y="302597"/>
                    <a:pt x="67309" y="302597"/>
                  </a:cubicBezTo>
                  <a:cubicBezTo>
                    <a:pt x="69121" y="302597"/>
                    <a:pt x="70328" y="301690"/>
                    <a:pt x="70328" y="29957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8232BADF-1184-8FF0-DD16-1CC309016174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116423" y="4943526"/>
              <a:ext cx="143089" cy="136742"/>
            </a:xfrm>
            <a:custGeom>
              <a:avLst/>
              <a:gdLst>
                <a:gd name="connsiteX0" fmla="*/ 129801 w 143089"/>
                <a:gd name="connsiteY0" fmla="*/ 99905 h 136742"/>
                <a:gd name="connsiteX1" fmla="*/ 123160 w 143089"/>
                <a:gd name="connsiteY1" fmla="*/ 108073 h 136742"/>
                <a:gd name="connsiteX2" fmla="*/ 109274 w 143089"/>
                <a:gd name="connsiteY2" fmla="*/ 120174 h 136742"/>
                <a:gd name="connsiteX3" fmla="*/ 99916 w 143089"/>
                <a:gd name="connsiteY3" fmla="*/ 107771 h 136742"/>
                <a:gd name="connsiteX4" fmla="*/ 98708 w 143089"/>
                <a:gd name="connsiteY4" fmla="*/ 102628 h 136742"/>
                <a:gd name="connsiteX5" fmla="*/ 87840 w 143089"/>
                <a:gd name="connsiteY5" fmla="*/ 53618 h 136742"/>
                <a:gd name="connsiteX6" fmla="*/ 117424 w 143089"/>
                <a:gd name="connsiteY6" fmla="*/ 17013 h 136742"/>
                <a:gd name="connsiteX7" fmla="*/ 124669 w 143089"/>
                <a:gd name="connsiteY7" fmla="*/ 19433 h 136742"/>
                <a:gd name="connsiteX8" fmla="*/ 132820 w 143089"/>
                <a:gd name="connsiteY8" fmla="*/ 22156 h 136742"/>
                <a:gd name="connsiteX9" fmla="*/ 143386 w 143089"/>
                <a:gd name="connsiteY9" fmla="*/ 11265 h 136742"/>
                <a:gd name="connsiteX10" fmla="*/ 131009 w 143089"/>
                <a:gd name="connsiteY10" fmla="*/ 71 h 136742"/>
                <a:gd name="connsiteX11" fmla="*/ 85425 w 143089"/>
                <a:gd name="connsiteY11" fmla="*/ 43333 h 136742"/>
                <a:gd name="connsiteX12" fmla="*/ 82105 w 143089"/>
                <a:gd name="connsiteY12" fmla="*/ 26694 h 136742"/>
                <a:gd name="connsiteX13" fmla="*/ 66407 w 143089"/>
                <a:gd name="connsiteY13" fmla="*/ 71 h 136742"/>
                <a:gd name="connsiteX14" fmla="*/ 31087 w 143089"/>
                <a:gd name="connsiteY14" fmla="*/ 8845 h 136742"/>
                <a:gd name="connsiteX15" fmla="*/ 27767 w 143089"/>
                <a:gd name="connsiteY15" fmla="*/ 10055 h 136742"/>
                <a:gd name="connsiteX16" fmla="*/ 28974 w 143089"/>
                <a:gd name="connsiteY16" fmla="*/ 14593 h 136742"/>
                <a:gd name="connsiteX17" fmla="*/ 45879 w 143089"/>
                <a:gd name="connsiteY17" fmla="*/ 11265 h 136742"/>
                <a:gd name="connsiteX18" fmla="*/ 59464 w 143089"/>
                <a:gd name="connsiteY18" fmla="*/ 32139 h 136742"/>
                <a:gd name="connsiteX19" fmla="*/ 68218 w 143089"/>
                <a:gd name="connsiteY19" fmla="*/ 69350 h 136742"/>
                <a:gd name="connsiteX20" fmla="*/ 43464 w 143089"/>
                <a:gd name="connsiteY20" fmla="*/ 104745 h 136742"/>
                <a:gd name="connsiteX21" fmla="*/ 28069 w 143089"/>
                <a:gd name="connsiteY21" fmla="*/ 119267 h 136742"/>
                <a:gd name="connsiteX22" fmla="*/ 20220 w 143089"/>
                <a:gd name="connsiteY22" fmla="*/ 116544 h 136742"/>
                <a:gd name="connsiteX23" fmla="*/ 10560 w 143089"/>
                <a:gd name="connsiteY23" fmla="*/ 113519 h 136742"/>
                <a:gd name="connsiteX24" fmla="*/ 296 w 143089"/>
                <a:gd name="connsiteY24" fmla="*/ 124107 h 136742"/>
                <a:gd name="connsiteX25" fmla="*/ 15390 w 143089"/>
                <a:gd name="connsiteY25" fmla="*/ 136813 h 136742"/>
                <a:gd name="connsiteX26" fmla="*/ 43464 w 143089"/>
                <a:gd name="connsiteY26" fmla="*/ 115636 h 136742"/>
                <a:gd name="connsiteX27" fmla="*/ 70633 w 143089"/>
                <a:gd name="connsiteY27" fmla="*/ 80241 h 136742"/>
                <a:gd name="connsiteX28" fmla="*/ 79690 w 143089"/>
                <a:gd name="connsiteY28" fmla="*/ 116544 h 136742"/>
                <a:gd name="connsiteX29" fmla="*/ 97199 w 143089"/>
                <a:gd name="connsiteY29" fmla="*/ 136813 h 136742"/>
                <a:gd name="connsiteX30" fmla="*/ 134028 w 143089"/>
                <a:gd name="connsiteY30" fmla="*/ 102325 h 136742"/>
                <a:gd name="connsiteX31" fmla="*/ 129801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801" y="99905"/>
                  </a:moveTo>
                  <a:cubicBezTo>
                    <a:pt x="127386" y="102628"/>
                    <a:pt x="125877" y="104443"/>
                    <a:pt x="123160" y="108073"/>
                  </a:cubicBezTo>
                  <a:cubicBezTo>
                    <a:pt x="116217" y="117149"/>
                    <a:pt x="112594" y="120174"/>
                    <a:pt x="109274" y="120174"/>
                  </a:cubicBezTo>
                  <a:cubicBezTo>
                    <a:pt x="104746" y="120174"/>
                    <a:pt x="102029" y="116242"/>
                    <a:pt x="99916" y="107771"/>
                  </a:cubicBezTo>
                  <a:cubicBezTo>
                    <a:pt x="99312" y="105351"/>
                    <a:pt x="99010" y="103535"/>
                    <a:pt x="98708" y="102628"/>
                  </a:cubicBezTo>
                  <a:cubicBezTo>
                    <a:pt x="91161" y="72073"/>
                    <a:pt x="87840" y="58156"/>
                    <a:pt x="87840" y="53618"/>
                  </a:cubicBezTo>
                  <a:cubicBezTo>
                    <a:pt x="101123" y="30324"/>
                    <a:pt x="111991" y="17013"/>
                    <a:pt x="117424" y="17013"/>
                  </a:cubicBezTo>
                  <a:cubicBezTo>
                    <a:pt x="119236" y="17013"/>
                    <a:pt x="121651" y="17920"/>
                    <a:pt x="124669" y="19433"/>
                  </a:cubicBezTo>
                  <a:cubicBezTo>
                    <a:pt x="128292" y="21551"/>
                    <a:pt x="130405" y="22156"/>
                    <a:pt x="132820" y="22156"/>
                  </a:cubicBezTo>
                  <a:cubicBezTo>
                    <a:pt x="139160" y="22156"/>
                    <a:pt x="143386" y="17618"/>
                    <a:pt x="143386" y="11265"/>
                  </a:cubicBezTo>
                  <a:cubicBezTo>
                    <a:pt x="143386" y="4912"/>
                    <a:pt x="138254" y="71"/>
                    <a:pt x="131009" y="71"/>
                  </a:cubicBezTo>
                  <a:cubicBezTo>
                    <a:pt x="117726" y="71"/>
                    <a:pt x="106255" y="10962"/>
                    <a:pt x="85425" y="43333"/>
                  </a:cubicBezTo>
                  <a:lnTo>
                    <a:pt x="82105" y="26694"/>
                  </a:lnTo>
                  <a:cubicBezTo>
                    <a:pt x="77878" y="6122"/>
                    <a:pt x="74558" y="71"/>
                    <a:pt x="66407" y="71"/>
                  </a:cubicBezTo>
                  <a:cubicBezTo>
                    <a:pt x="59766" y="71"/>
                    <a:pt x="49502" y="2794"/>
                    <a:pt x="31087" y="8845"/>
                  </a:cubicBezTo>
                  <a:lnTo>
                    <a:pt x="27767" y="10055"/>
                  </a:lnTo>
                  <a:lnTo>
                    <a:pt x="28974" y="14593"/>
                  </a:lnTo>
                  <a:cubicBezTo>
                    <a:pt x="40446" y="11870"/>
                    <a:pt x="43163" y="11265"/>
                    <a:pt x="45879" y="11265"/>
                  </a:cubicBezTo>
                  <a:cubicBezTo>
                    <a:pt x="53426" y="11265"/>
                    <a:pt x="55238" y="13987"/>
                    <a:pt x="59464" y="32139"/>
                  </a:cubicBezTo>
                  <a:lnTo>
                    <a:pt x="68218" y="69350"/>
                  </a:lnTo>
                  <a:lnTo>
                    <a:pt x="43464" y="104745"/>
                  </a:lnTo>
                  <a:cubicBezTo>
                    <a:pt x="37427" y="113821"/>
                    <a:pt x="31389" y="119267"/>
                    <a:pt x="28069" y="119267"/>
                  </a:cubicBezTo>
                  <a:cubicBezTo>
                    <a:pt x="26257" y="119267"/>
                    <a:pt x="23239" y="118359"/>
                    <a:pt x="20220" y="116544"/>
                  </a:cubicBezTo>
                  <a:cubicBezTo>
                    <a:pt x="16295" y="114426"/>
                    <a:pt x="12975" y="113519"/>
                    <a:pt x="10560" y="113519"/>
                  </a:cubicBezTo>
                  <a:cubicBezTo>
                    <a:pt x="4824" y="113519"/>
                    <a:pt x="296" y="118057"/>
                    <a:pt x="296" y="124107"/>
                  </a:cubicBezTo>
                  <a:cubicBezTo>
                    <a:pt x="296" y="131973"/>
                    <a:pt x="6333" y="136813"/>
                    <a:pt x="15390" y="136813"/>
                  </a:cubicBezTo>
                  <a:cubicBezTo>
                    <a:pt x="24748" y="136813"/>
                    <a:pt x="28371" y="134091"/>
                    <a:pt x="43464" y="115636"/>
                  </a:cubicBezTo>
                  <a:cubicBezTo>
                    <a:pt x="51615" y="105956"/>
                    <a:pt x="57955" y="97787"/>
                    <a:pt x="70633" y="80241"/>
                  </a:cubicBezTo>
                  <a:lnTo>
                    <a:pt x="79690" y="116544"/>
                  </a:lnTo>
                  <a:cubicBezTo>
                    <a:pt x="83614" y="131973"/>
                    <a:pt x="87539" y="136813"/>
                    <a:pt x="97199" y="136813"/>
                  </a:cubicBezTo>
                  <a:cubicBezTo>
                    <a:pt x="108670" y="136813"/>
                    <a:pt x="116519" y="129553"/>
                    <a:pt x="134028" y="102325"/>
                  </a:cubicBezTo>
                  <a:lnTo>
                    <a:pt x="129801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B7BF9DA7-E21B-D270-7DEF-353F56955700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327154" y="4995258"/>
              <a:ext cx="184447" cy="12101"/>
            </a:xfrm>
            <a:custGeom>
              <a:avLst/>
              <a:gdLst>
                <a:gd name="connsiteX0" fmla="*/ 174183 w 184447"/>
                <a:gd name="connsiteY0" fmla="*/ 12172 h 12101"/>
                <a:gd name="connsiteX1" fmla="*/ 184749 w 184447"/>
                <a:gd name="connsiteY1" fmla="*/ 6122 h 12101"/>
                <a:gd name="connsiteX2" fmla="*/ 174183 w 184447"/>
                <a:gd name="connsiteY2" fmla="*/ 71 h 12101"/>
                <a:gd name="connsiteX3" fmla="*/ 10867 w 184447"/>
                <a:gd name="connsiteY3" fmla="*/ 71 h 12101"/>
                <a:gd name="connsiteX4" fmla="*/ 302 w 184447"/>
                <a:gd name="connsiteY4" fmla="*/ 6122 h 12101"/>
                <a:gd name="connsiteX5" fmla="*/ 10867 w 184447"/>
                <a:gd name="connsiteY5" fmla="*/ 12172 h 12101"/>
                <a:gd name="connsiteX6" fmla="*/ 174183 w 184447"/>
                <a:gd name="connsiteY6" fmla="*/ 12172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183" y="12172"/>
                  </a:moveTo>
                  <a:cubicBezTo>
                    <a:pt x="179315" y="12172"/>
                    <a:pt x="184749" y="12172"/>
                    <a:pt x="184749" y="6122"/>
                  </a:cubicBezTo>
                  <a:cubicBezTo>
                    <a:pt x="184749" y="71"/>
                    <a:pt x="179315" y="71"/>
                    <a:pt x="174183" y="71"/>
                  </a:cubicBezTo>
                  <a:lnTo>
                    <a:pt x="10867" y="71"/>
                  </a:lnTo>
                  <a:cubicBezTo>
                    <a:pt x="5736" y="71"/>
                    <a:pt x="302" y="71"/>
                    <a:pt x="302" y="6122"/>
                  </a:cubicBezTo>
                  <a:cubicBezTo>
                    <a:pt x="302" y="12172"/>
                    <a:pt x="5736" y="12172"/>
                    <a:pt x="10867" y="12172"/>
                  </a:cubicBezTo>
                  <a:lnTo>
                    <a:pt x="174183" y="1217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4DDDFA6F-DAEB-2BFF-C39B-4701E1489411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571466" y="4943526"/>
              <a:ext cx="143089" cy="136742"/>
            </a:xfrm>
            <a:custGeom>
              <a:avLst/>
              <a:gdLst>
                <a:gd name="connsiteX0" fmla="*/ 129816 w 143089"/>
                <a:gd name="connsiteY0" fmla="*/ 99905 h 136742"/>
                <a:gd name="connsiteX1" fmla="*/ 123175 w 143089"/>
                <a:gd name="connsiteY1" fmla="*/ 108073 h 136742"/>
                <a:gd name="connsiteX2" fmla="*/ 109289 w 143089"/>
                <a:gd name="connsiteY2" fmla="*/ 120174 h 136742"/>
                <a:gd name="connsiteX3" fmla="*/ 99930 w 143089"/>
                <a:gd name="connsiteY3" fmla="*/ 107771 h 136742"/>
                <a:gd name="connsiteX4" fmla="*/ 98723 w 143089"/>
                <a:gd name="connsiteY4" fmla="*/ 102628 h 136742"/>
                <a:gd name="connsiteX5" fmla="*/ 87855 w 143089"/>
                <a:gd name="connsiteY5" fmla="*/ 53618 h 136742"/>
                <a:gd name="connsiteX6" fmla="*/ 117439 w 143089"/>
                <a:gd name="connsiteY6" fmla="*/ 17013 h 136742"/>
                <a:gd name="connsiteX7" fmla="*/ 124684 w 143089"/>
                <a:gd name="connsiteY7" fmla="*/ 19433 h 136742"/>
                <a:gd name="connsiteX8" fmla="*/ 132835 w 143089"/>
                <a:gd name="connsiteY8" fmla="*/ 22156 h 136742"/>
                <a:gd name="connsiteX9" fmla="*/ 143401 w 143089"/>
                <a:gd name="connsiteY9" fmla="*/ 11265 h 136742"/>
                <a:gd name="connsiteX10" fmla="*/ 131024 w 143089"/>
                <a:gd name="connsiteY10" fmla="*/ 71 h 136742"/>
                <a:gd name="connsiteX11" fmla="*/ 85440 w 143089"/>
                <a:gd name="connsiteY11" fmla="*/ 43333 h 136742"/>
                <a:gd name="connsiteX12" fmla="*/ 82120 w 143089"/>
                <a:gd name="connsiteY12" fmla="*/ 26694 h 136742"/>
                <a:gd name="connsiteX13" fmla="*/ 66422 w 143089"/>
                <a:gd name="connsiteY13" fmla="*/ 71 h 136742"/>
                <a:gd name="connsiteX14" fmla="*/ 31102 w 143089"/>
                <a:gd name="connsiteY14" fmla="*/ 8845 h 136742"/>
                <a:gd name="connsiteX15" fmla="*/ 27782 w 143089"/>
                <a:gd name="connsiteY15" fmla="*/ 10055 h 136742"/>
                <a:gd name="connsiteX16" fmla="*/ 28989 w 143089"/>
                <a:gd name="connsiteY16" fmla="*/ 14593 h 136742"/>
                <a:gd name="connsiteX17" fmla="*/ 45894 w 143089"/>
                <a:gd name="connsiteY17" fmla="*/ 11265 h 136742"/>
                <a:gd name="connsiteX18" fmla="*/ 59479 w 143089"/>
                <a:gd name="connsiteY18" fmla="*/ 32139 h 136742"/>
                <a:gd name="connsiteX19" fmla="*/ 68233 w 143089"/>
                <a:gd name="connsiteY19" fmla="*/ 69350 h 136742"/>
                <a:gd name="connsiteX20" fmla="*/ 43479 w 143089"/>
                <a:gd name="connsiteY20" fmla="*/ 104745 h 136742"/>
                <a:gd name="connsiteX21" fmla="*/ 28084 w 143089"/>
                <a:gd name="connsiteY21" fmla="*/ 119267 h 136742"/>
                <a:gd name="connsiteX22" fmla="*/ 20235 w 143089"/>
                <a:gd name="connsiteY22" fmla="*/ 116544 h 136742"/>
                <a:gd name="connsiteX23" fmla="*/ 10575 w 143089"/>
                <a:gd name="connsiteY23" fmla="*/ 113519 h 136742"/>
                <a:gd name="connsiteX24" fmla="*/ 311 w 143089"/>
                <a:gd name="connsiteY24" fmla="*/ 124107 h 136742"/>
                <a:gd name="connsiteX25" fmla="*/ 15405 w 143089"/>
                <a:gd name="connsiteY25" fmla="*/ 136813 h 136742"/>
                <a:gd name="connsiteX26" fmla="*/ 43479 w 143089"/>
                <a:gd name="connsiteY26" fmla="*/ 115636 h 136742"/>
                <a:gd name="connsiteX27" fmla="*/ 70648 w 143089"/>
                <a:gd name="connsiteY27" fmla="*/ 80241 h 136742"/>
                <a:gd name="connsiteX28" fmla="*/ 79705 w 143089"/>
                <a:gd name="connsiteY28" fmla="*/ 116544 h 136742"/>
                <a:gd name="connsiteX29" fmla="*/ 97214 w 143089"/>
                <a:gd name="connsiteY29" fmla="*/ 136813 h 136742"/>
                <a:gd name="connsiteX30" fmla="*/ 134043 w 143089"/>
                <a:gd name="connsiteY30" fmla="*/ 102325 h 136742"/>
                <a:gd name="connsiteX31" fmla="*/ 129816 w 143089"/>
                <a:gd name="connsiteY31" fmla="*/ 9990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816" y="99905"/>
                  </a:moveTo>
                  <a:cubicBezTo>
                    <a:pt x="127401" y="102628"/>
                    <a:pt x="125892" y="104443"/>
                    <a:pt x="123175" y="108073"/>
                  </a:cubicBezTo>
                  <a:cubicBezTo>
                    <a:pt x="116232" y="117149"/>
                    <a:pt x="112609" y="120174"/>
                    <a:pt x="109289" y="120174"/>
                  </a:cubicBezTo>
                  <a:cubicBezTo>
                    <a:pt x="104761" y="120174"/>
                    <a:pt x="102044" y="116242"/>
                    <a:pt x="99930" y="107771"/>
                  </a:cubicBezTo>
                  <a:cubicBezTo>
                    <a:pt x="99327" y="105351"/>
                    <a:pt x="99025" y="103535"/>
                    <a:pt x="98723" y="102628"/>
                  </a:cubicBezTo>
                  <a:cubicBezTo>
                    <a:pt x="91176" y="72073"/>
                    <a:pt x="87855" y="58156"/>
                    <a:pt x="87855" y="53618"/>
                  </a:cubicBezTo>
                  <a:cubicBezTo>
                    <a:pt x="101138" y="30324"/>
                    <a:pt x="112006" y="17013"/>
                    <a:pt x="117439" y="17013"/>
                  </a:cubicBezTo>
                  <a:cubicBezTo>
                    <a:pt x="119251" y="17013"/>
                    <a:pt x="121666" y="17920"/>
                    <a:pt x="124684" y="19433"/>
                  </a:cubicBezTo>
                  <a:cubicBezTo>
                    <a:pt x="128307" y="21551"/>
                    <a:pt x="130420" y="22156"/>
                    <a:pt x="132835" y="22156"/>
                  </a:cubicBezTo>
                  <a:cubicBezTo>
                    <a:pt x="139175" y="22156"/>
                    <a:pt x="143401" y="17618"/>
                    <a:pt x="143401" y="11265"/>
                  </a:cubicBezTo>
                  <a:cubicBezTo>
                    <a:pt x="143401" y="4912"/>
                    <a:pt x="138269" y="71"/>
                    <a:pt x="131024" y="71"/>
                  </a:cubicBezTo>
                  <a:cubicBezTo>
                    <a:pt x="117741" y="71"/>
                    <a:pt x="106270" y="10962"/>
                    <a:pt x="85440" y="43333"/>
                  </a:cubicBezTo>
                  <a:lnTo>
                    <a:pt x="82120" y="26694"/>
                  </a:lnTo>
                  <a:cubicBezTo>
                    <a:pt x="77893" y="6122"/>
                    <a:pt x="74573" y="71"/>
                    <a:pt x="66422" y="71"/>
                  </a:cubicBezTo>
                  <a:cubicBezTo>
                    <a:pt x="59781" y="71"/>
                    <a:pt x="49517" y="2794"/>
                    <a:pt x="31102" y="8845"/>
                  </a:cubicBezTo>
                  <a:lnTo>
                    <a:pt x="27782" y="10055"/>
                  </a:lnTo>
                  <a:lnTo>
                    <a:pt x="28989" y="14593"/>
                  </a:lnTo>
                  <a:cubicBezTo>
                    <a:pt x="40461" y="11870"/>
                    <a:pt x="43177" y="11265"/>
                    <a:pt x="45894" y="11265"/>
                  </a:cubicBezTo>
                  <a:cubicBezTo>
                    <a:pt x="53441" y="11265"/>
                    <a:pt x="55253" y="13987"/>
                    <a:pt x="59479" y="32139"/>
                  </a:cubicBezTo>
                  <a:lnTo>
                    <a:pt x="68233" y="69350"/>
                  </a:lnTo>
                  <a:lnTo>
                    <a:pt x="43479" y="104745"/>
                  </a:lnTo>
                  <a:cubicBezTo>
                    <a:pt x="37442" y="113821"/>
                    <a:pt x="31404" y="119267"/>
                    <a:pt x="28084" y="119267"/>
                  </a:cubicBezTo>
                  <a:cubicBezTo>
                    <a:pt x="26272" y="119267"/>
                    <a:pt x="23254" y="118359"/>
                    <a:pt x="20235" y="116544"/>
                  </a:cubicBezTo>
                  <a:cubicBezTo>
                    <a:pt x="16310" y="114426"/>
                    <a:pt x="12990" y="113519"/>
                    <a:pt x="10575" y="113519"/>
                  </a:cubicBezTo>
                  <a:cubicBezTo>
                    <a:pt x="4839" y="113519"/>
                    <a:pt x="311" y="118057"/>
                    <a:pt x="311" y="124107"/>
                  </a:cubicBezTo>
                  <a:cubicBezTo>
                    <a:pt x="311" y="131973"/>
                    <a:pt x="6348" y="136813"/>
                    <a:pt x="15405" y="136813"/>
                  </a:cubicBezTo>
                  <a:cubicBezTo>
                    <a:pt x="24763" y="136813"/>
                    <a:pt x="28385" y="134091"/>
                    <a:pt x="43479" y="115636"/>
                  </a:cubicBezTo>
                  <a:cubicBezTo>
                    <a:pt x="51630" y="105956"/>
                    <a:pt x="57969" y="97787"/>
                    <a:pt x="70648" y="80241"/>
                  </a:cubicBezTo>
                  <a:lnTo>
                    <a:pt x="79705" y="116544"/>
                  </a:lnTo>
                  <a:cubicBezTo>
                    <a:pt x="83629" y="131973"/>
                    <a:pt x="87554" y="136813"/>
                    <a:pt x="97214" y="136813"/>
                  </a:cubicBezTo>
                  <a:cubicBezTo>
                    <a:pt x="108685" y="136813"/>
                    <a:pt x="116534" y="129553"/>
                    <a:pt x="134043" y="102325"/>
                  </a:cubicBezTo>
                  <a:lnTo>
                    <a:pt x="129816" y="9990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F7740E1F-3FEB-309E-BF44-3BCBE322C8A6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720853" y="4971476"/>
              <a:ext cx="99408" cy="151335"/>
            </a:xfrm>
            <a:custGeom>
              <a:avLst/>
              <a:gdLst>
                <a:gd name="connsiteX0" fmla="*/ 99723 w 99408"/>
                <a:gd name="connsiteY0" fmla="*/ 120739 h 151335"/>
                <a:gd name="connsiteX1" fmla="*/ 96819 w 99408"/>
                <a:gd name="connsiteY1" fmla="*/ 119620 h 151335"/>
                <a:gd name="connsiteX2" fmla="*/ 75597 w 99408"/>
                <a:gd name="connsiteY2" fmla="*/ 134395 h 151335"/>
                <a:gd name="connsiteX3" fmla="*/ 22207 w 99408"/>
                <a:gd name="connsiteY3" fmla="*/ 134395 h 151335"/>
                <a:gd name="connsiteX4" fmla="*/ 59736 w 99408"/>
                <a:gd name="connsiteY4" fmla="*/ 94994 h 151335"/>
                <a:gd name="connsiteX5" fmla="*/ 88330 w 99408"/>
                <a:gd name="connsiteY5" fmla="*/ 39699 h 151335"/>
                <a:gd name="connsiteX6" fmla="*/ 47003 w 99408"/>
                <a:gd name="connsiteY6" fmla="*/ 74 h 151335"/>
                <a:gd name="connsiteX7" fmla="*/ 14835 w 99408"/>
                <a:gd name="connsiteY7" fmla="*/ 13954 h 151335"/>
                <a:gd name="connsiteX8" fmla="*/ 538 w 99408"/>
                <a:gd name="connsiteY8" fmla="*/ 44624 h 151335"/>
                <a:gd name="connsiteX9" fmla="*/ 5229 w 99408"/>
                <a:gd name="connsiteY9" fmla="*/ 45743 h 151335"/>
                <a:gd name="connsiteX10" fmla="*/ 37621 w 99408"/>
                <a:gd name="connsiteY10" fmla="*/ 16640 h 151335"/>
                <a:gd name="connsiteX11" fmla="*/ 69119 w 99408"/>
                <a:gd name="connsiteY11" fmla="*/ 48206 h 151335"/>
                <a:gd name="connsiteX12" fmla="*/ 40078 w 99408"/>
                <a:gd name="connsiteY12" fmla="*/ 106412 h 151335"/>
                <a:gd name="connsiteX13" fmla="*/ 315 w 99408"/>
                <a:gd name="connsiteY13" fmla="*/ 148723 h 151335"/>
                <a:gd name="connsiteX14" fmla="*/ 315 w 99408"/>
                <a:gd name="connsiteY14" fmla="*/ 151409 h 151335"/>
                <a:gd name="connsiteX15" fmla="*/ 87436 w 99408"/>
                <a:gd name="connsiteY15" fmla="*/ 151409 h 151335"/>
                <a:gd name="connsiteX16" fmla="*/ 99723 w 99408"/>
                <a:gd name="connsiteY16" fmla="*/ 120739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723" y="120739"/>
                  </a:moveTo>
                  <a:lnTo>
                    <a:pt x="96819" y="119620"/>
                  </a:lnTo>
                  <a:cubicBezTo>
                    <a:pt x="88553" y="132381"/>
                    <a:pt x="85649" y="134395"/>
                    <a:pt x="75597" y="134395"/>
                  </a:cubicBezTo>
                  <a:lnTo>
                    <a:pt x="22207" y="134395"/>
                  </a:lnTo>
                  <a:lnTo>
                    <a:pt x="59736" y="94994"/>
                  </a:lnTo>
                  <a:cubicBezTo>
                    <a:pt x="79618" y="74174"/>
                    <a:pt x="88330" y="57160"/>
                    <a:pt x="88330" y="39699"/>
                  </a:cubicBezTo>
                  <a:cubicBezTo>
                    <a:pt x="88330" y="17312"/>
                    <a:pt x="70235" y="74"/>
                    <a:pt x="47003" y="74"/>
                  </a:cubicBezTo>
                  <a:cubicBezTo>
                    <a:pt x="34717" y="74"/>
                    <a:pt x="23100" y="4999"/>
                    <a:pt x="14835" y="13954"/>
                  </a:cubicBezTo>
                  <a:cubicBezTo>
                    <a:pt x="7686" y="21565"/>
                    <a:pt x="4336" y="28729"/>
                    <a:pt x="538" y="44624"/>
                  </a:cubicBezTo>
                  <a:lnTo>
                    <a:pt x="5229" y="45743"/>
                  </a:lnTo>
                  <a:cubicBezTo>
                    <a:pt x="14165" y="23804"/>
                    <a:pt x="22207" y="16640"/>
                    <a:pt x="37621" y="16640"/>
                  </a:cubicBezTo>
                  <a:cubicBezTo>
                    <a:pt x="56385" y="16640"/>
                    <a:pt x="69119" y="29401"/>
                    <a:pt x="69119" y="48206"/>
                  </a:cubicBezTo>
                  <a:cubicBezTo>
                    <a:pt x="69119" y="65667"/>
                    <a:pt x="58843" y="86487"/>
                    <a:pt x="40078" y="106412"/>
                  </a:cubicBezTo>
                  <a:lnTo>
                    <a:pt x="315" y="148723"/>
                  </a:lnTo>
                  <a:lnTo>
                    <a:pt x="315" y="151409"/>
                  </a:lnTo>
                  <a:lnTo>
                    <a:pt x="87436" y="151409"/>
                  </a:lnTo>
                  <a:lnTo>
                    <a:pt x="99723" y="12073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C3BBFFC2-E5F8-1985-8CE0-B87563AD75B7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858623" y="4850046"/>
              <a:ext cx="70035" cy="302526"/>
            </a:xfrm>
            <a:custGeom>
              <a:avLst/>
              <a:gdLst>
                <a:gd name="connsiteX0" fmla="*/ 70356 w 70035"/>
                <a:gd name="connsiteY0" fmla="*/ 151334 h 302526"/>
                <a:gd name="connsiteX1" fmla="*/ 50432 w 70035"/>
                <a:gd name="connsiteY1" fmla="*/ 56946 h 302526"/>
                <a:gd name="connsiteX2" fmla="*/ 3339 w 70035"/>
                <a:gd name="connsiteY2" fmla="*/ 71 h 302526"/>
                <a:gd name="connsiteX3" fmla="*/ 320 w 70035"/>
                <a:gd name="connsiteY3" fmla="*/ 3096 h 302526"/>
                <a:gd name="connsiteX4" fmla="*/ 6056 w 70035"/>
                <a:gd name="connsiteY4" fmla="*/ 10054 h 302526"/>
                <a:gd name="connsiteX5" fmla="*/ 52847 w 70035"/>
                <a:gd name="connsiteY5" fmla="*/ 151334 h 302526"/>
                <a:gd name="connsiteX6" fmla="*/ 4244 w 70035"/>
                <a:gd name="connsiteY6" fmla="*/ 294429 h 302526"/>
                <a:gd name="connsiteX7" fmla="*/ 320 w 70035"/>
                <a:gd name="connsiteY7" fmla="*/ 299572 h 302526"/>
                <a:gd name="connsiteX8" fmla="*/ 3339 w 70035"/>
                <a:gd name="connsiteY8" fmla="*/ 302597 h 302526"/>
                <a:gd name="connsiteX9" fmla="*/ 51337 w 70035"/>
                <a:gd name="connsiteY9" fmla="*/ 243605 h 302526"/>
                <a:gd name="connsiteX10" fmla="*/ 70356 w 70035"/>
                <a:gd name="connsiteY10" fmla="*/ 15133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56" y="151334"/>
                  </a:moveTo>
                  <a:cubicBezTo>
                    <a:pt x="70356" y="127737"/>
                    <a:pt x="67035" y="91131"/>
                    <a:pt x="50432" y="56946"/>
                  </a:cubicBezTo>
                  <a:cubicBezTo>
                    <a:pt x="32319" y="19735"/>
                    <a:pt x="6357" y="71"/>
                    <a:pt x="3339" y="71"/>
                  </a:cubicBezTo>
                  <a:cubicBezTo>
                    <a:pt x="1527" y="71"/>
                    <a:pt x="320" y="1281"/>
                    <a:pt x="320" y="3096"/>
                  </a:cubicBezTo>
                  <a:cubicBezTo>
                    <a:pt x="320" y="4003"/>
                    <a:pt x="320" y="4608"/>
                    <a:pt x="6056" y="10054"/>
                  </a:cubicBezTo>
                  <a:cubicBezTo>
                    <a:pt x="35640" y="40004"/>
                    <a:pt x="52847" y="88106"/>
                    <a:pt x="52847" y="151334"/>
                  </a:cubicBezTo>
                  <a:cubicBezTo>
                    <a:pt x="52847" y="203066"/>
                    <a:pt x="41677" y="256311"/>
                    <a:pt x="4244" y="294429"/>
                  </a:cubicBezTo>
                  <a:cubicBezTo>
                    <a:pt x="320" y="298059"/>
                    <a:pt x="320" y="298664"/>
                    <a:pt x="320" y="299572"/>
                  </a:cubicBezTo>
                  <a:cubicBezTo>
                    <a:pt x="320" y="301387"/>
                    <a:pt x="1527" y="302597"/>
                    <a:pt x="3339" y="302597"/>
                  </a:cubicBezTo>
                  <a:cubicBezTo>
                    <a:pt x="6357" y="302597"/>
                    <a:pt x="33526" y="282025"/>
                    <a:pt x="51337" y="243605"/>
                  </a:cubicBezTo>
                  <a:cubicBezTo>
                    <a:pt x="66733" y="210327"/>
                    <a:pt x="70356" y="176746"/>
                    <a:pt x="70356" y="15133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DB6B43F1-769C-0FFD-7F8F-C390BF7D926D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9928682" y="5200529"/>
              <a:ext cx="2156654" cy="12143"/>
            </a:xfrm>
            <a:custGeom>
              <a:avLst/>
              <a:gdLst>
                <a:gd name="connsiteX0" fmla="*/ 0 w 2156654"/>
                <a:gd name="connsiteY0" fmla="*/ 0 h 12143"/>
                <a:gd name="connsiteX1" fmla="*/ 2156654 w 2156654"/>
                <a:gd name="connsiteY1" fmla="*/ 0 h 12143"/>
                <a:gd name="connsiteX2" fmla="*/ 2156654 w 2156654"/>
                <a:gd name="connsiteY2" fmla="*/ 12144 h 12143"/>
                <a:gd name="connsiteX3" fmla="*/ 0 w 2156654"/>
                <a:gd name="connsiteY3" fmla="*/ 12144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6654" h="12143">
                  <a:moveTo>
                    <a:pt x="0" y="0"/>
                  </a:moveTo>
                  <a:lnTo>
                    <a:pt x="2156654" y="0"/>
                  </a:lnTo>
                  <a:lnTo>
                    <a:pt x="2156654" y="12144"/>
                  </a:lnTo>
                  <a:lnTo>
                    <a:pt x="0" y="1214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40663D0A-BD7F-DE20-557E-FA9A8061D443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9958568" y="5263932"/>
              <a:ext cx="70035" cy="302526"/>
            </a:xfrm>
            <a:custGeom>
              <a:avLst/>
              <a:gdLst>
                <a:gd name="connsiteX0" fmla="*/ 70293 w 70035"/>
                <a:gd name="connsiteY0" fmla="*/ 299586 h 302526"/>
                <a:gd name="connsiteX1" fmla="*/ 65161 w 70035"/>
                <a:gd name="connsiteY1" fmla="*/ 292930 h 302526"/>
                <a:gd name="connsiteX2" fmla="*/ 17766 w 70035"/>
                <a:gd name="connsiteY2" fmla="*/ 151348 h 302526"/>
                <a:gd name="connsiteX3" fmla="*/ 66368 w 70035"/>
                <a:gd name="connsiteY3" fmla="*/ 8252 h 302526"/>
                <a:gd name="connsiteX4" fmla="*/ 70293 w 70035"/>
                <a:gd name="connsiteY4" fmla="*/ 3109 h 302526"/>
                <a:gd name="connsiteX5" fmla="*/ 67274 w 70035"/>
                <a:gd name="connsiteY5" fmla="*/ 84 h 302526"/>
                <a:gd name="connsiteX6" fmla="*/ 19275 w 70035"/>
                <a:gd name="connsiteY6" fmla="*/ 59077 h 302526"/>
                <a:gd name="connsiteX7" fmla="*/ 257 w 70035"/>
                <a:gd name="connsiteY7" fmla="*/ 151348 h 302526"/>
                <a:gd name="connsiteX8" fmla="*/ 20181 w 70035"/>
                <a:gd name="connsiteY8" fmla="*/ 245736 h 302526"/>
                <a:gd name="connsiteX9" fmla="*/ 67274 w 70035"/>
                <a:gd name="connsiteY9" fmla="*/ 302611 h 302526"/>
                <a:gd name="connsiteX10" fmla="*/ 70293 w 700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93" y="299586"/>
                  </a:moveTo>
                  <a:cubicBezTo>
                    <a:pt x="70293" y="298678"/>
                    <a:pt x="70293" y="298073"/>
                    <a:pt x="65161" y="292930"/>
                  </a:cubicBezTo>
                  <a:cubicBezTo>
                    <a:pt x="27426" y="254812"/>
                    <a:pt x="17766" y="197634"/>
                    <a:pt x="17766" y="151348"/>
                  </a:cubicBezTo>
                  <a:cubicBezTo>
                    <a:pt x="17766" y="98708"/>
                    <a:pt x="29237" y="46068"/>
                    <a:pt x="66368" y="8252"/>
                  </a:cubicBezTo>
                  <a:cubicBezTo>
                    <a:pt x="70293" y="4622"/>
                    <a:pt x="70293" y="4017"/>
                    <a:pt x="70293" y="3109"/>
                  </a:cubicBezTo>
                  <a:cubicBezTo>
                    <a:pt x="70293" y="992"/>
                    <a:pt x="69085" y="84"/>
                    <a:pt x="67274" y="84"/>
                  </a:cubicBezTo>
                  <a:cubicBezTo>
                    <a:pt x="64255" y="84"/>
                    <a:pt x="37086" y="20656"/>
                    <a:pt x="19275" y="59077"/>
                  </a:cubicBezTo>
                  <a:cubicBezTo>
                    <a:pt x="3880" y="92355"/>
                    <a:pt x="257" y="125935"/>
                    <a:pt x="257" y="151348"/>
                  </a:cubicBezTo>
                  <a:cubicBezTo>
                    <a:pt x="257" y="174945"/>
                    <a:pt x="3578" y="211550"/>
                    <a:pt x="20181" y="245736"/>
                  </a:cubicBezTo>
                  <a:cubicBezTo>
                    <a:pt x="38294" y="282947"/>
                    <a:pt x="64255" y="302611"/>
                    <a:pt x="67274" y="302611"/>
                  </a:cubicBezTo>
                  <a:cubicBezTo>
                    <a:pt x="69085" y="302611"/>
                    <a:pt x="70293" y="301703"/>
                    <a:pt x="70293" y="2995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A306631B-E7E9-0983-F697-30380428832B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038095" y="5357413"/>
              <a:ext cx="143089" cy="136742"/>
            </a:xfrm>
            <a:custGeom>
              <a:avLst/>
              <a:gdLst>
                <a:gd name="connsiteX0" fmla="*/ 129766 w 143089"/>
                <a:gd name="connsiteY0" fmla="*/ 99919 h 136742"/>
                <a:gd name="connsiteX1" fmla="*/ 123125 w 143089"/>
                <a:gd name="connsiteY1" fmla="*/ 108087 h 136742"/>
                <a:gd name="connsiteX2" fmla="*/ 109238 w 143089"/>
                <a:gd name="connsiteY2" fmla="*/ 120188 h 136742"/>
                <a:gd name="connsiteX3" fmla="*/ 99880 w 143089"/>
                <a:gd name="connsiteY3" fmla="*/ 107784 h 136742"/>
                <a:gd name="connsiteX4" fmla="*/ 98673 w 143089"/>
                <a:gd name="connsiteY4" fmla="*/ 102641 h 136742"/>
                <a:gd name="connsiteX5" fmla="*/ 87805 w 143089"/>
                <a:gd name="connsiteY5" fmla="*/ 53632 h 136742"/>
                <a:gd name="connsiteX6" fmla="*/ 117389 w 143089"/>
                <a:gd name="connsiteY6" fmla="*/ 17026 h 136742"/>
                <a:gd name="connsiteX7" fmla="*/ 124634 w 143089"/>
                <a:gd name="connsiteY7" fmla="*/ 19447 h 136742"/>
                <a:gd name="connsiteX8" fmla="*/ 132785 w 143089"/>
                <a:gd name="connsiteY8" fmla="*/ 22169 h 136742"/>
                <a:gd name="connsiteX9" fmla="*/ 143350 w 143089"/>
                <a:gd name="connsiteY9" fmla="*/ 11278 h 136742"/>
                <a:gd name="connsiteX10" fmla="*/ 130973 w 143089"/>
                <a:gd name="connsiteY10" fmla="*/ 85 h 136742"/>
                <a:gd name="connsiteX11" fmla="*/ 85390 w 143089"/>
                <a:gd name="connsiteY11" fmla="*/ 43346 h 136742"/>
                <a:gd name="connsiteX12" fmla="*/ 82069 w 143089"/>
                <a:gd name="connsiteY12" fmla="*/ 26707 h 136742"/>
                <a:gd name="connsiteX13" fmla="*/ 66372 w 143089"/>
                <a:gd name="connsiteY13" fmla="*/ 85 h 136742"/>
                <a:gd name="connsiteX14" fmla="*/ 31052 w 143089"/>
                <a:gd name="connsiteY14" fmla="*/ 8858 h 136742"/>
                <a:gd name="connsiteX15" fmla="*/ 27731 w 143089"/>
                <a:gd name="connsiteY15" fmla="*/ 10068 h 136742"/>
                <a:gd name="connsiteX16" fmla="*/ 28939 w 143089"/>
                <a:gd name="connsiteY16" fmla="*/ 14606 h 136742"/>
                <a:gd name="connsiteX17" fmla="*/ 45844 w 143089"/>
                <a:gd name="connsiteY17" fmla="*/ 11278 h 136742"/>
                <a:gd name="connsiteX18" fmla="*/ 59428 w 143089"/>
                <a:gd name="connsiteY18" fmla="*/ 32153 h 136742"/>
                <a:gd name="connsiteX19" fmla="*/ 68183 w 143089"/>
                <a:gd name="connsiteY19" fmla="*/ 69363 h 136742"/>
                <a:gd name="connsiteX20" fmla="*/ 43429 w 143089"/>
                <a:gd name="connsiteY20" fmla="*/ 104759 h 136742"/>
                <a:gd name="connsiteX21" fmla="*/ 28033 w 143089"/>
                <a:gd name="connsiteY21" fmla="*/ 119280 h 136742"/>
                <a:gd name="connsiteX22" fmla="*/ 20184 w 143089"/>
                <a:gd name="connsiteY22" fmla="*/ 116558 h 136742"/>
                <a:gd name="connsiteX23" fmla="*/ 10524 w 143089"/>
                <a:gd name="connsiteY23" fmla="*/ 113532 h 136742"/>
                <a:gd name="connsiteX24" fmla="*/ 260 w 143089"/>
                <a:gd name="connsiteY24" fmla="*/ 124121 h 136742"/>
                <a:gd name="connsiteX25" fmla="*/ 15354 w 143089"/>
                <a:gd name="connsiteY25" fmla="*/ 136827 h 136742"/>
                <a:gd name="connsiteX26" fmla="*/ 43429 w 143089"/>
                <a:gd name="connsiteY26" fmla="*/ 115650 h 136742"/>
                <a:gd name="connsiteX27" fmla="*/ 70598 w 143089"/>
                <a:gd name="connsiteY27" fmla="*/ 80254 h 136742"/>
                <a:gd name="connsiteX28" fmla="*/ 79654 w 143089"/>
                <a:gd name="connsiteY28" fmla="*/ 116558 h 136742"/>
                <a:gd name="connsiteX29" fmla="*/ 97163 w 143089"/>
                <a:gd name="connsiteY29" fmla="*/ 136827 h 136742"/>
                <a:gd name="connsiteX30" fmla="*/ 133992 w 143089"/>
                <a:gd name="connsiteY30" fmla="*/ 102339 h 136742"/>
                <a:gd name="connsiteX31" fmla="*/ 129766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66" y="99919"/>
                  </a:moveTo>
                  <a:cubicBezTo>
                    <a:pt x="127351" y="102641"/>
                    <a:pt x="125842" y="104457"/>
                    <a:pt x="123125" y="108087"/>
                  </a:cubicBezTo>
                  <a:cubicBezTo>
                    <a:pt x="116181" y="117163"/>
                    <a:pt x="112559" y="120188"/>
                    <a:pt x="109238" y="120188"/>
                  </a:cubicBezTo>
                  <a:cubicBezTo>
                    <a:pt x="104710" y="120188"/>
                    <a:pt x="101993" y="116255"/>
                    <a:pt x="99880" y="107784"/>
                  </a:cubicBezTo>
                  <a:cubicBezTo>
                    <a:pt x="99276" y="105364"/>
                    <a:pt x="98974" y="103549"/>
                    <a:pt x="98673" y="102641"/>
                  </a:cubicBezTo>
                  <a:cubicBezTo>
                    <a:pt x="91126" y="72086"/>
                    <a:pt x="87805" y="58170"/>
                    <a:pt x="87805" y="53632"/>
                  </a:cubicBezTo>
                  <a:cubicBezTo>
                    <a:pt x="101088" y="30337"/>
                    <a:pt x="111955" y="17026"/>
                    <a:pt x="117389" y="17026"/>
                  </a:cubicBezTo>
                  <a:cubicBezTo>
                    <a:pt x="119200" y="17026"/>
                    <a:pt x="121615" y="17934"/>
                    <a:pt x="124634" y="19447"/>
                  </a:cubicBezTo>
                  <a:cubicBezTo>
                    <a:pt x="128257" y="21564"/>
                    <a:pt x="130370" y="22169"/>
                    <a:pt x="132785" y="22169"/>
                  </a:cubicBezTo>
                  <a:cubicBezTo>
                    <a:pt x="139124" y="22169"/>
                    <a:pt x="143350" y="17631"/>
                    <a:pt x="143350" y="11278"/>
                  </a:cubicBezTo>
                  <a:cubicBezTo>
                    <a:pt x="143350" y="4925"/>
                    <a:pt x="138219" y="85"/>
                    <a:pt x="130973" y="85"/>
                  </a:cubicBezTo>
                  <a:cubicBezTo>
                    <a:pt x="117691" y="85"/>
                    <a:pt x="106219" y="10976"/>
                    <a:pt x="85390" y="43346"/>
                  </a:cubicBezTo>
                  <a:lnTo>
                    <a:pt x="82069" y="26707"/>
                  </a:lnTo>
                  <a:cubicBezTo>
                    <a:pt x="77843" y="6135"/>
                    <a:pt x="74522" y="85"/>
                    <a:pt x="66372" y="85"/>
                  </a:cubicBezTo>
                  <a:cubicBezTo>
                    <a:pt x="59730" y="85"/>
                    <a:pt x="49467" y="2808"/>
                    <a:pt x="31052" y="8858"/>
                  </a:cubicBezTo>
                  <a:lnTo>
                    <a:pt x="27731" y="10068"/>
                  </a:lnTo>
                  <a:lnTo>
                    <a:pt x="28939" y="14606"/>
                  </a:lnTo>
                  <a:cubicBezTo>
                    <a:pt x="40410" y="11883"/>
                    <a:pt x="43127" y="11278"/>
                    <a:pt x="45844" y="11278"/>
                  </a:cubicBezTo>
                  <a:cubicBezTo>
                    <a:pt x="53391" y="11278"/>
                    <a:pt x="55202" y="14001"/>
                    <a:pt x="59428" y="32153"/>
                  </a:cubicBezTo>
                  <a:lnTo>
                    <a:pt x="68183" y="69363"/>
                  </a:lnTo>
                  <a:lnTo>
                    <a:pt x="43429" y="104759"/>
                  </a:lnTo>
                  <a:cubicBezTo>
                    <a:pt x="37391" y="113835"/>
                    <a:pt x="31354" y="119280"/>
                    <a:pt x="28033" y="119280"/>
                  </a:cubicBezTo>
                  <a:cubicBezTo>
                    <a:pt x="26222" y="119280"/>
                    <a:pt x="23203" y="118373"/>
                    <a:pt x="20184" y="116558"/>
                  </a:cubicBezTo>
                  <a:cubicBezTo>
                    <a:pt x="16260" y="114440"/>
                    <a:pt x="12939" y="113532"/>
                    <a:pt x="10524" y="113532"/>
                  </a:cubicBezTo>
                  <a:cubicBezTo>
                    <a:pt x="4789" y="113532"/>
                    <a:pt x="260" y="118070"/>
                    <a:pt x="260" y="124121"/>
                  </a:cubicBezTo>
                  <a:cubicBezTo>
                    <a:pt x="260" y="131987"/>
                    <a:pt x="6298" y="136827"/>
                    <a:pt x="15354" y="136827"/>
                  </a:cubicBezTo>
                  <a:cubicBezTo>
                    <a:pt x="24713" y="136827"/>
                    <a:pt x="28335" y="134104"/>
                    <a:pt x="43429" y="115650"/>
                  </a:cubicBezTo>
                  <a:cubicBezTo>
                    <a:pt x="51580" y="105969"/>
                    <a:pt x="57919" y="97801"/>
                    <a:pt x="70598" y="80254"/>
                  </a:cubicBezTo>
                  <a:lnTo>
                    <a:pt x="79654" y="116558"/>
                  </a:lnTo>
                  <a:cubicBezTo>
                    <a:pt x="83579" y="131987"/>
                    <a:pt x="87503" y="136827"/>
                    <a:pt x="97163" y="136827"/>
                  </a:cubicBezTo>
                  <a:cubicBezTo>
                    <a:pt x="108635" y="136827"/>
                    <a:pt x="116483" y="129566"/>
                    <a:pt x="133992" y="102339"/>
                  </a:cubicBezTo>
                  <a:lnTo>
                    <a:pt x="129766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3332F233-DFAE-502C-C790-A23E8A9210E0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0205577" y="5385363"/>
              <a:ext cx="63219" cy="151335"/>
            </a:xfrm>
            <a:custGeom>
              <a:avLst/>
              <a:gdLst>
                <a:gd name="connsiteX0" fmla="*/ 40474 w 63219"/>
                <a:gd name="connsiteY0" fmla="*/ 87 h 151335"/>
                <a:gd name="connsiteX1" fmla="*/ 264 w 63219"/>
                <a:gd name="connsiteY1" fmla="*/ 20459 h 151335"/>
                <a:gd name="connsiteX2" fmla="*/ 264 w 63219"/>
                <a:gd name="connsiteY2" fmla="*/ 23593 h 151335"/>
                <a:gd name="connsiteX3" fmla="*/ 6296 w 63219"/>
                <a:gd name="connsiteY3" fmla="*/ 21131 h 151335"/>
                <a:gd name="connsiteX4" fmla="*/ 16348 w 63219"/>
                <a:gd name="connsiteY4" fmla="*/ 18668 h 151335"/>
                <a:gd name="connsiteX5" fmla="*/ 23050 w 63219"/>
                <a:gd name="connsiteY5" fmla="*/ 29190 h 151335"/>
                <a:gd name="connsiteX6" fmla="*/ 23050 w 63219"/>
                <a:gd name="connsiteY6" fmla="*/ 130603 h 151335"/>
                <a:gd name="connsiteX7" fmla="*/ 17689 w 63219"/>
                <a:gd name="connsiteY7" fmla="*/ 145155 h 151335"/>
                <a:gd name="connsiteX8" fmla="*/ 1828 w 63219"/>
                <a:gd name="connsiteY8" fmla="*/ 148065 h 151335"/>
                <a:gd name="connsiteX9" fmla="*/ 1828 w 63219"/>
                <a:gd name="connsiteY9" fmla="*/ 151423 h 151335"/>
                <a:gd name="connsiteX10" fmla="*/ 63483 w 63219"/>
                <a:gd name="connsiteY10" fmla="*/ 151423 h 151335"/>
                <a:gd name="connsiteX11" fmla="*/ 63483 w 63219"/>
                <a:gd name="connsiteY11" fmla="*/ 148065 h 151335"/>
                <a:gd name="connsiteX12" fmla="*/ 42261 w 63219"/>
                <a:gd name="connsiteY12" fmla="*/ 134857 h 151335"/>
                <a:gd name="connsiteX13" fmla="*/ 42261 w 63219"/>
                <a:gd name="connsiteY13" fmla="*/ 535 h 151335"/>
                <a:gd name="connsiteX14" fmla="*/ 40474 w 63219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474" y="87"/>
                  </a:moveTo>
                  <a:lnTo>
                    <a:pt x="264" y="20459"/>
                  </a:lnTo>
                  <a:lnTo>
                    <a:pt x="264" y="23593"/>
                  </a:lnTo>
                  <a:cubicBezTo>
                    <a:pt x="2945" y="22474"/>
                    <a:pt x="5402" y="21579"/>
                    <a:pt x="6296" y="21131"/>
                  </a:cubicBezTo>
                  <a:cubicBezTo>
                    <a:pt x="10317" y="19564"/>
                    <a:pt x="14114" y="18668"/>
                    <a:pt x="16348" y="18668"/>
                  </a:cubicBezTo>
                  <a:cubicBezTo>
                    <a:pt x="21039" y="18668"/>
                    <a:pt x="23050" y="22026"/>
                    <a:pt x="23050" y="29190"/>
                  </a:cubicBezTo>
                  <a:lnTo>
                    <a:pt x="23050" y="130603"/>
                  </a:lnTo>
                  <a:cubicBezTo>
                    <a:pt x="23050" y="137991"/>
                    <a:pt x="21263" y="143140"/>
                    <a:pt x="17689" y="145155"/>
                  </a:cubicBezTo>
                  <a:cubicBezTo>
                    <a:pt x="14338" y="147169"/>
                    <a:pt x="11210" y="147841"/>
                    <a:pt x="1828" y="148065"/>
                  </a:cubicBezTo>
                  <a:lnTo>
                    <a:pt x="1828" y="151423"/>
                  </a:lnTo>
                  <a:lnTo>
                    <a:pt x="63483" y="151423"/>
                  </a:lnTo>
                  <a:lnTo>
                    <a:pt x="63483" y="148065"/>
                  </a:lnTo>
                  <a:cubicBezTo>
                    <a:pt x="45836" y="147841"/>
                    <a:pt x="42261" y="145602"/>
                    <a:pt x="42261" y="134857"/>
                  </a:cubicBezTo>
                  <a:lnTo>
                    <a:pt x="42261" y="535"/>
                  </a:lnTo>
                  <a:lnTo>
                    <a:pt x="40474" y="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112BD317-CE30-2B84-7313-9CE8C96CA956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375184" y="5409145"/>
              <a:ext cx="184447" cy="12101"/>
            </a:xfrm>
            <a:custGeom>
              <a:avLst/>
              <a:gdLst>
                <a:gd name="connsiteX0" fmla="*/ 174152 w 184447"/>
                <a:gd name="connsiteY0" fmla="*/ 12186 h 12101"/>
                <a:gd name="connsiteX1" fmla="*/ 184718 w 184447"/>
                <a:gd name="connsiteY1" fmla="*/ 6135 h 12101"/>
                <a:gd name="connsiteX2" fmla="*/ 174152 w 184447"/>
                <a:gd name="connsiteY2" fmla="*/ 85 h 12101"/>
                <a:gd name="connsiteX3" fmla="*/ 10836 w 184447"/>
                <a:gd name="connsiteY3" fmla="*/ 85 h 12101"/>
                <a:gd name="connsiteX4" fmla="*/ 270 w 184447"/>
                <a:gd name="connsiteY4" fmla="*/ 6135 h 12101"/>
                <a:gd name="connsiteX5" fmla="*/ 10836 w 184447"/>
                <a:gd name="connsiteY5" fmla="*/ 12186 h 12101"/>
                <a:gd name="connsiteX6" fmla="*/ 174152 w 18444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152" y="12186"/>
                  </a:moveTo>
                  <a:cubicBezTo>
                    <a:pt x="179284" y="12186"/>
                    <a:pt x="184718" y="12186"/>
                    <a:pt x="184718" y="6135"/>
                  </a:cubicBezTo>
                  <a:cubicBezTo>
                    <a:pt x="184718" y="85"/>
                    <a:pt x="179284" y="85"/>
                    <a:pt x="174152" y="85"/>
                  </a:cubicBezTo>
                  <a:lnTo>
                    <a:pt x="10836" y="85"/>
                  </a:lnTo>
                  <a:cubicBezTo>
                    <a:pt x="5704" y="85"/>
                    <a:pt x="270" y="85"/>
                    <a:pt x="270" y="6135"/>
                  </a:cubicBezTo>
                  <a:cubicBezTo>
                    <a:pt x="270" y="12186"/>
                    <a:pt x="5704" y="12186"/>
                    <a:pt x="10836" y="12186"/>
                  </a:cubicBezTo>
                  <a:lnTo>
                    <a:pt x="174152" y="1218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AA4A133C-9F6D-A0F2-EEAA-53BB3D6A7265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619496" y="5357413"/>
              <a:ext cx="143089" cy="136742"/>
            </a:xfrm>
            <a:custGeom>
              <a:avLst/>
              <a:gdLst>
                <a:gd name="connsiteX0" fmla="*/ 129785 w 143089"/>
                <a:gd name="connsiteY0" fmla="*/ 99919 h 136742"/>
                <a:gd name="connsiteX1" fmla="*/ 123144 w 143089"/>
                <a:gd name="connsiteY1" fmla="*/ 108087 h 136742"/>
                <a:gd name="connsiteX2" fmla="*/ 109257 w 143089"/>
                <a:gd name="connsiteY2" fmla="*/ 120188 h 136742"/>
                <a:gd name="connsiteX3" fmla="*/ 99899 w 143089"/>
                <a:gd name="connsiteY3" fmla="*/ 107784 h 136742"/>
                <a:gd name="connsiteX4" fmla="*/ 98692 w 143089"/>
                <a:gd name="connsiteY4" fmla="*/ 102641 h 136742"/>
                <a:gd name="connsiteX5" fmla="*/ 87824 w 143089"/>
                <a:gd name="connsiteY5" fmla="*/ 53632 h 136742"/>
                <a:gd name="connsiteX6" fmla="*/ 117408 w 143089"/>
                <a:gd name="connsiteY6" fmla="*/ 17026 h 136742"/>
                <a:gd name="connsiteX7" fmla="*/ 124653 w 143089"/>
                <a:gd name="connsiteY7" fmla="*/ 19447 h 136742"/>
                <a:gd name="connsiteX8" fmla="*/ 132804 w 143089"/>
                <a:gd name="connsiteY8" fmla="*/ 22169 h 136742"/>
                <a:gd name="connsiteX9" fmla="*/ 143370 w 143089"/>
                <a:gd name="connsiteY9" fmla="*/ 11278 h 136742"/>
                <a:gd name="connsiteX10" fmla="*/ 130993 w 143089"/>
                <a:gd name="connsiteY10" fmla="*/ 85 h 136742"/>
                <a:gd name="connsiteX11" fmla="*/ 85409 w 143089"/>
                <a:gd name="connsiteY11" fmla="*/ 43346 h 136742"/>
                <a:gd name="connsiteX12" fmla="*/ 82088 w 143089"/>
                <a:gd name="connsiteY12" fmla="*/ 26707 h 136742"/>
                <a:gd name="connsiteX13" fmla="*/ 66391 w 143089"/>
                <a:gd name="connsiteY13" fmla="*/ 85 h 136742"/>
                <a:gd name="connsiteX14" fmla="*/ 31071 w 143089"/>
                <a:gd name="connsiteY14" fmla="*/ 8858 h 136742"/>
                <a:gd name="connsiteX15" fmla="*/ 27750 w 143089"/>
                <a:gd name="connsiteY15" fmla="*/ 10068 h 136742"/>
                <a:gd name="connsiteX16" fmla="*/ 28958 w 143089"/>
                <a:gd name="connsiteY16" fmla="*/ 14606 h 136742"/>
                <a:gd name="connsiteX17" fmla="*/ 45863 w 143089"/>
                <a:gd name="connsiteY17" fmla="*/ 11278 h 136742"/>
                <a:gd name="connsiteX18" fmla="*/ 59448 w 143089"/>
                <a:gd name="connsiteY18" fmla="*/ 32153 h 136742"/>
                <a:gd name="connsiteX19" fmla="*/ 68202 w 143089"/>
                <a:gd name="connsiteY19" fmla="*/ 69363 h 136742"/>
                <a:gd name="connsiteX20" fmla="*/ 43448 w 143089"/>
                <a:gd name="connsiteY20" fmla="*/ 104759 h 136742"/>
                <a:gd name="connsiteX21" fmla="*/ 28052 w 143089"/>
                <a:gd name="connsiteY21" fmla="*/ 119280 h 136742"/>
                <a:gd name="connsiteX22" fmla="*/ 20203 w 143089"/>
                <a:gd name="connsiteY22" fmla="*/ 116558 h 136742"/>
                <a:gd name="connsiteX23" fmla="*/ 10543 w 143089"/>
                <a:gd name="connsiteY23" fmla="*/ 113532 h 136742"/>
                <a:gd name="connsiteX24" fmla="*/ 280 w 143089"/>
                <a:gd name="connsiteY24" fmla="*/ 124121 h 136742"/>
                <a:gd name="connsiteX25" fmla="*/ 15373 w 143089"/>
                <a:gd name="connsiteY25" fmla="*/ 136827 h 136742"/>
                <a:gd name="connsiteX26" fmla="*/ 43448 w 143089"/>
                <a:gd name="connsiteY26" fmla="*/ 115650 h 136742"/>
                <a:gd name="connsiteX27" fmla="*/ 70617 w 143089"/>
                <a:gd name="connsiteY27" fmla="*/ 80254 h 136742"/>
                <a:gd name="connsiteX28" fmla="*/ 79673 w 143089"/>
                <a:gd name="connsiteY28" fmla="*/ 116558 h 136742"/>
                <a:gd name="connsiteX29" fmla="*/ 97182 w 143089"/>
                <a:gd name="connsiteY29" fmla="*/ 136827 h 136742"/>
                <a:gd name="connsiteX30" fmla="*/ 134011 w 143089"/>
                <a:gd name="connsiteY30" fmla="*/ 102339 h 136742"/>
                <a:gd name="connsiteX31" fmla="*/ 129785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85" y="99919"/>
                  </a:moveTo>
                  <a:cubicBezTo>
                    <a:pt x="127370" y="102641"/>
                    <a:pt x="125861" y="104457"/>
                    <a:pt x="123144" y="108087"/>
                  </a:cubicBezTo>
                  <a:cubicBezTo>
                    <a:pt x="116201" y="117163"/>
                    <a:pt x="112578" y="120188"/>
                    <a:pt x="109257" y="120188"/>
                  </a:cubicBezTo>
                  <a:cubicBezTo>
                    <a:pt x="104729" y="120188"/>
                    <a:pt x="102012" y="116255"/>
                    <a:pt x="99899" y="107784"/>
                  </a:cubicBezTo>
                  <a:cubicBezTo>
                    <a:pt x="99295" y="105364"/>
                    <a:pt x="98994" y="103549"/>
                    <a:pt x="98692" y="102641"/>
                  </a:cubicBezTo>
                  <a:cubicBezTo>
                    <a:pt x="91145" y="72086"/>
                    <a:pt x="87824" y="58170"/>
                    <a:pt x="87824" y="53632"/>
                  </a:cubicBezTo>
                  <a:cubicBezTo>
                    <a:pt x="101107" y="30337"/>
                    <a:pt x="111974" y="17026"/>
                    <a:pt x="117408" y="17026"/>
                  </a:cubicBezTo>
                  <a:cubicBezTo>
                    <a:pt x="119219" y="17026"/>
                    <a:pt x="121634" y="17934"/>
                    <a:pt x="124653" y="19447"/>
                  </a:cubicBezTo>
                  <a:cubicBezTo>
                    <a:pt x="128276" y="21564"/>
                    <a:pt x="130389" y="22169"/>
                    <a:pt x="132804" y="22169"/>
                  </a:cubicBezTo>
                  <a:cubicBezTo>
                    <a:pt x="139143" y="22169"/>
                    <a:pt x="143370" y="17631"/>
                    <a:pt x="143370" y="11278"/>
                  </a:cubicBezTo>
                  <a:cubicBezTo>
                    <a:pt x="143370" y="4925"/>
                    <a:pt x="138238" y="85"/>
                    <a:pt x="130993" y="85"/>
                  </a:cubicBezTo>
                  <a:cubicBezTo>
                    <a:pt x="117710" y="85"/>
                    <a:pt x="106239" y="10976"/>
                    <a:pt x="85409" y="43346"/>
                  </a:cubicBezTo>
                  <a:lnTo>
                    <a:pt x="82088" y="26707"/>
                  </a:lnTo>
                  <a:cubicBezTo>
                    <a:pt x="77862" y="6135"/>
                    <a:pt x="74541" y="85"/>
                    <a:pt x="66391" y="85"/>
                  </a:cubicBezTo>
                  <a:cubicBezTo>
                    <a:pt x="59749" y="85"/>
                    <a:pt x="49486" y="2808"/>
                    <a:pt x="31071" y="8858"/>
                  </a:cubicBezTo>
                  <a:lnTo>
                    <a:pt x="27750" y="10068"/>
                  </a:lnTo>
                  <a:lnTo>
                    <a:pt x="28958" y="14606"/>
                  </a:lnTo>
                  <a:cubicBezTo>
                    <a:pt x="40429" y="11883"/>
                    <a:pt x="43146" y="11278"/>
                    <a:pt x="45863" y="11278"/>
                  </a:cubicBezTo>
                  <a:cubicBezTo>
                    <a:pt x="53410" y="11278"/>
                    <a:pt x="55221" y="14001"/>
                    <a:pt x="59448" y="32153"/>
                  </a:cubicBezTo>
                  <a:lnTo>
                    <a:pt x="68202" y="69363"/>
                  </a:lnTo>
                  <a:lnTo>
                    <a:pt x="43448" y="104759"/>
                  </a:lnTo>
                  <a:cubicBezTo>
                    <a:pt x="37411" y="113835"/>
                    <a:pt x="31373" y="119280"/>
                    <a:pt x="28052" y="119280"/>
                  </a:cubicBezTo>
                  <a:cubicBezTo>
                    <a:pt x="26241" y="119280"/>
                    <a:pt x="23222" y="118373"/>
                    <a:pt x="20203" y="116558"/>
                  </a:cubicBezTo>
                  <a:cubicBezTo>
                    <a:pt x="16279" y="114440"/>
                    <a:pt x="12958" y="113532"/>
                    <a:pt x="10543" y="113532"/>
                  </a:cubicBezTo>
                  <a:cubicBezTo>
                    <a:pt x="4808" y="113532"/>
                    <a:pt x="280" y="118070"/>
                    <a:pt x="280" y="124121"/>
                  </a:cubicBezTo>
                  <a:cubicBezTo>
                    <a:pt x="280" y="131987"/>
                    <a:pt x="6317" y="136827"/>
                    <a:pt x="15373" y="136827"/>
                  </a:cubicBezTo>
                  <a:cubicBezTo>
                    <a:pt x="24732" y="136827"/>
                    <a:pt x="28354" y="134104"/>
                    <a:pt x="43448" y="115650"/>
                  </a:cubicBezTo>
                  <a:cubicBezTo>
                    <a:pt x="51599" y="105969"/>
                    <a:pt x="57938" y="97801"/>
                    <a:pt x="70617" y="80254"/>
                  </a:cubicBezTo>
                  <a:lnTo>
                    <a:pt x="79673" y="116558"/>
                  </a:lnTo>
                  <a:cubicBezTo>
                    <a:pt x="83598" y="131987"/>
                    <a:pt x="87522" y="136827"/>
                    <a:pt x="97182" y="136827"/>
                  </a:cubicBezTo>
                  <a:cubicBezTo>
                    <a:pt x="108654" y="136827"/>
                    <a:pt x="116502" y="129566"/>
                    <a:pt x="134011" y="102339"/>
                  </a:cubicBezTo>
                  <a:lnTo>
                    <a:pt x="129785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C28D89A0-B486-2107-7463-47E6D5183C89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767543" y="5385363"/>
              <a:ext cx="100971" cy="154469"/>
            </a:xfrm>
            <a:custGeom>
              <a:avLst/>
              <a:gdLst>
                <a:gd name="connsiteX0" fmla="*/ 51663 w 100971"/>
                <a:gd name="connsiteY0" fmla="*/ 87 h 154469"/>
                <a:gd name="connsiteX1" fmla="*/ 21729 w 100971"/>
                <a:gd name="connsiteY1" fmla="*/ 11728 h 154469"/>
                <a:gd name="connsiteX2" fmla="*/ 283 w 100971"/>
                <a:gd name="connsiteY2" fmla="*/ 76203 h 154469"/>
                <a:gd name="connsiteX3" fmla="*/ 18154 w 100971"/>
                <a:gd name="connsiteY3" fmla="*/ 139334 h 154469"/>
                <a:gd name="connsiteX4" fmla="*/ 50769 w 100971"/>
                <a:gd name="connsiteY4" fmla="*/ 154557 h 154469"/>
                <a:gd name="connsiteX5" fmla="*/ 79810 w 100971"/>
                <a:gd name="connsiteY5" fmla="*/ 142916 h 154469"/>
                <a:gd name="connsiteX6" fmla="*/ 101255 w 100971"/>
                <a:gd name="connsiteY6" fmla="*/ 77546 h 154469"/>
                <a:gd name="connsiteX7" fmla="*/ 51663 w 100971"/>
                <a:gd name="connsiteY7" fmla="*/ 87 h 154469"/>
                <a:gd name="connsiteX8" fmla="*/ 50993 w 100971"/>
                <a:gd name="connsiteY8" fmla="*/ 5908 h 154469"/>
                <a:gd name="connsiteX9" fmla="*/ 79810 w 100971"/>
                <a:gd name="connsiteY9" fmla="*/ 77994 h 154469"/>
                <a:gd name="connsiteX10" fmla="*/ 50769 w 100971"/>
                <a:gd name="connsiteY10" fmla="*/ 148737 h 154469"/>
                <a:gd name="connsiteX11" fmla="*/ 21729 w 100971"/>
                <a:gd name="connsiteY11" fmla="*/ 78218 h 154469"/>
                <a:gd name="connsiteX12" fmla="*/ 50993 w 100971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663" y="87"/>
                  </a:moveTo>
                  <a:cubicBezTo>
                    <a:pt x="39376" y="87"/>
                    <a:pt x="29994" y="3893"/>
                    <a:pt x="21729" y="11728"/>
                  </a:cubicBezTo>
                  <a:cubicBezTo>
                    <a:pt x="8772" y="24265"/>
                    <a:pt x="283" y="50010"/>
                    <a:pt x="283" y="76203"/>
                  </a:cubicBezTo>
                  <a:cubicBezTo>
                    <a:pt x="283" y="100605"/>
                    <a:pt x="7655" y="126797"/>
                    <a:pt x="18154" y="139334"/>
                  </a:cubicBezTo>
                  <a:cubicBezTo>
                    <a:pt x="26420" y="149184"/>
                    <a:pt x="37813" y="154557"/>
                    <a:pt x="50769" y="154557"/>
                  </a:cubicBezTo>
                  <a:cubicBezTo>
                    <a:pt x="62162" y="154557"/>
                    <a:pt x="71768" y="150751"/>
                    <a:pt x="79810" y="142916"/>
                  </a:cubicBezTo>
                  <a:cubicBezTo>
                    <a:pt x="92766" y="130603"/>
                    <a:pt x="101255" y="104634"/>
                    <a:pt x="101255" y="77546"/>
                  </a:cubicBezTo>
                  <a:cubicBezTo>
                    <a:pt x="101255" y="31653"/>
                    <a:pt x="80927" y="87"/>
                    <a:pt x="51663" y="87"/>
                  </a:cubicBezTo>
                  <a:close/>
                  <a:moveTo>
                    <a:pt x="50993" y="5908"/>
                  </a:moveTo>
                  <a:cubicBezTo>
                    <a:pt x="69757" y="5908"/>
                    <a:pt x="79810" y="31205"/>
                    <a:pt x="79810" y="77994"/>
                  </a:cubicBezTo>
                  <a:cubicBezTo>
                    <a:pt x="79810" y="124782"/>
                    <a:pt x="69981" y="148737"/>
                    <a:pt x="50769" y="148737"/>
                  </a:cubicBezTo>
                  <a:cubicBezTo>
                    <a:pt x="31558" y="148737"/>
                    <a:pt x="21729" y="124783"/>
                    <a:pt x="21729" y="78218"/>
                  </a:cubicBezTo>
                  <a:cubicBezTo>
                    <a:pt x="21729" y="30757"/>
                    <a:pt x="31781" y="5908"/>
                    <a:pt x="50993" y="590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22286682-DC8D-9265-0AAC-5BBBB76BC868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906653" y="5263932"/>
              <a:ext cx="70035" cy="302526"/>
            </a:xfrm>
            <a:custGeom>
              <a:avLst/>
              <a:gdLst>
                <a:gd name="connsiteX0" fmla="*/ 70324 w 70035"/>
                <a:gd name="connsiteY0" fmla="*/ 151348 h 302526"/>
                <a:gd name="connsiteX1" fmla="*/ 50400 w 70035"/>
                <a:gd name="connsiteY1" fmla="*/ 56959 h 302526"/>
                <a:gd name="connsiteX2" fmla="*/ 3307 w 70035"/>
                <a:gd name="connsiteY2" fmla="*/ 84 h 302526"/>
                <a:gd name="connsiteX3" fmla="*/ 289 w 70035"/>
                <a:gd name="connsiteY3" fmla="*/ 3109 h 302526"/>
                <a:gd name="connsiteX4" fmla="*/ 6024 w 70035"/>
                <a:gd name="connsiteY4" fmla="*/ 10068 h 302526"/>
                <a:gd name="connsiteX5" fmla="*/ 52815 w 70035"/>
                <a:gd name="connsiteY5" fmla="*/ 151348 h 302526"/>
                <a:gd name="connsiteX6" fmla="*/ 4213 w 70035"/>
                <a:gd name="connsiteY6" fmla="*/ 294443 h 302526"/>
                <a:gd name="connsiteX7" fmla="*/ 289 w 70035"/>
                <a:gd name="connsiteY7" fmla="*/ 299586 h 302526"/>
                <a:gd name="connsiteX8" fmla="*/ 3307 w 70035"/>
                <a:gd name="connsiteY8" fmla="*/ 302611 h 302526"/>
                <a:gd name="connsiteX9" fmla="*/ 51306 w 70035"/>
                <a:gd name="connsiteY9" fmla="*/ 243618 h 302526"/>
                <a:gd name="connsiteX10" fmla="*/ 70324 w 700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24" y="151348"/>
                  </a:moveTo>
                  <a:cubicBezTo>
                    <a:pt x="70324" y="127750"/>
                    <a:pt x="67004" y="91145"/>
                    <a:pt x="50400" y="56959"/>
                  </a:cubicBezTo>
                  <a:cubicBezTo>
                    <a:pt x="32288" y="19748"/>
                    <a:pt x="6326" y="84"/>
                    <a:pt x="3307" y="84"/>
                  </a:cubicBezTo>
                  <a:cubicBezTo>
                    <a:pt x="1496" y="84"/>
                    <a:pt x="289" y="1294"/>
                    <a:pt x="289" y="3109"/>
                  </a:cubicBezTo>
                  <a:cubicBezTo>
                    <a:pt x="289" y="4017"/>
                    <a:pt x="289" y="4622"/>
                    <a:pt x="6024" y="10068"/>
                  </a:cubicBezTo>
                  <a:cubicBezTo>
                    <a:pt x="35608" y="40018"/>
                    <a:pt x="52815" y="88119"/>
                    <a:pt x="52815" y="151348"/>
                  </a:cubicBezTo>
                  <a:cubicBezTo>
                    <a:pt x="52815" y="203080"/>
                    <a:pt x="41646" y="256324"/>
                    <a:pt x="4213" y="294443"/>
                  </a:cubicBezTo>
                  <a:cubicBezTo>
                    <a:pt x="289" y="298073"/>
                    <a:pt x="289" y="298678"/>
                    <a:pt x="289" y="299586"/>
                  </a:cubicBezTo>
                  <a:cubicBezTo>
                    <a:pt x="289" y="301401"/>
                    <a:pt x="1496" y="302611"/>
                    <a:pt x="3307" y="302611"/>
                  </a:cubicBezTo>
                  <a:cubicBezTo>
                    <a:pt x="6326" y="302611"/>
                    <a:pt x="33495" y="282039"/>
                    <a:pt x="51306" y="243618"/>
                  </a:cubicBezTo>
                  <a:cubicBezTo>
                    <a:pt x="66702" y="210340"/>
                    <a:pt x="70324" y="176760"/>
                    <a:pt x="70324" y="1513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265067E3-D505-3565-3A39-D10C87719E90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1036896" y="5263932"/>
              <a:ext cx="70035" cy="302526"/>
            </a:xfrm>
            <a:custGeom>
              <a:avLst/>
              <a:gdLst>
                <a:gd name="connsiteX0" fmla="*/ 70328 w 70035"/>
                <a:gd name="connsiteY0" fmla="*/ 299586 h 302526"/>
                <a:gd name="connsiteX1" fmla="*/ 65196 w 70035"/>
                <a:gd name="connsiteY1" fmla="*/ 292930 h 302526"/>
                <a:gd name="connsiteX2" fmla="*/ 17801 w 70035"/>
                <a:gd name="connsiteY2" fmla="*/ 151348 h 302526"/>
                <a:gd name="connsiteX3" fmla="*/ 66404 w 70035"/>
                <a:gd name="connsiteY3" fmla="*/ 8252 h 302526"/>
                <a:gd name="connsiteX4" fmla="*/ 70328 w 70035"/>
                <a:gd name="connsiteY4" fmla="*/ 3109 h 302526"/>
                <a:gd name="connsiteX5" fmla="*/ 67309 w 70035"/>
                <a:gd name="connsiteY5" fmla="*/ 84 h 302526"/>
                <a:gd name="connsiteX6" fmla="*/ 19311 w 70035"/>
                <a:gd name="connsiteY6" fmla="*/ 59077 h 302526"/>
                <a:gd name="connsiteX7" fmla="*/ 293 w 70035"/>
                <a:gd name="connsiteY7" fmla="*/ 151348 h 302526"/>
                <a:gd name="connsiteX8" fmla="*/ 20217 w 70035"/>
                <a:gd name="connsiteY8" fmla="*/ 245736 h 302526"/>
                <a:gd name="connsiteX9" fmla="*/ 67309 w 70035"/>
                <a:gd name="connsiteY9" fmla="*/ 302611 h 302526"/>
                <a:gd name="connsiteX10" fmla="*/ 70328 w 70035"/>
                <a:gd name="connsiteY10" fmla="*/ 29958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28" y="299586"/>
                  </a:moveTo>
                  <a:cubicBezTo>
                    <a:pt x="70328" y="298678"/>
                    <a:pt x="70328" y="298073"/>
                    <a:pt x="65196" y="292930"/>
                  </a:cubicBezTo>
                  <a:cubicBezTo>
                    <a:pt x="27462" y="254812"/>
                    <a:pt x="17801" y="197634"/>
                    <a:pt x="17801" y="151348"/>
                  </a:cubicBezTo>
                  <a:cubicBezTo>
                    <a:pt x="17801" y="98708"/>
                    <a:pt x="29273" y="46068"/>
                    <a:pt x="66404" y="8252"/>
                  </a:cubicBezTo>
                  <a:cubicBezTo>
                    <a:pt x="70328" y="4622"/>
                    <a:pt x="70328" y="4017"/>
                    <a:pt x="70328" y="3109"/>
                  </a:cubicBezTo>
                  <a:cubicBezTo>
                    <a:pt x="70328" y="992"/>
                    <a:pt x="69121" y="84"/>
                    <a:pt x="67309" y="84"/>
                  </a:cubicBezTo>
                  <a:cubicBezTo>
                    <a:pt x="64291" y="84"/>
                    <a:pt x="37122" y="20656"/>
                    <a:pt x="19311" y="59077"/>
                  </a:cubicBezTo>
                  <a:cubicBezTo>
                    <a:pt x="3915" y="92355"/>
                    <a:pt x="293" y="125935"/>
                    <a:pt x="293" y="151348"/>
                  </a:cubicBezTo>
                  <a:cubicBezTo>
                    <a:pt x="293" y="174945"/>
                    <a:pt x="3613" y="211550"/>
                    <a:pt x="20217" y="245736"/>
                  </a:cubicBezTo>
                  <a:cubicBezTo>
                    <a:pt x="38329" y="282947"/>
                    <a:pt x="64291" y="302611"/>
                    <a:pt x="67309" y="302611"/>
                  </a:cubicBezTo>
                  <a:cubicBezTo>
                    <a:pt x="69121" y="302611"/>
                    <a:pt x="70328" y="301703"/>
                    <a:pt x="70328" y="2995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32314FF9-D544-EF3D-021E-4281E120216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1116423" y="5357413"/>
              <a:ext cx="143089" cy="136742"/>
            </a:xfrm>
            <a:custGeom>
              <a:avLst/>
              <a:gdLst>
                <a:gd name="connsiteX0" fmla="*/ 129801 w 143089"/>
                <a:gd name="connsiteY0" fmla="*/ 99919 h 136742"/>
                <a:gd name="connsiteX1" fmla="*/ 123160 w 143089"/>
                <a:gd name="connsiteY1" fmla="*/ 108087 h 136742"/>
                <a:gd name="connsiteX2" fmla="*/ 109274 w 143089"/>
                <a:gd name="connsiteY2" fmla="*/ 120188 h 136742"/>
                <a:gd name="connsiteX3" fmla="*/ 99916 w 143089"/>
                <a:gd name="connsiteY3" fmla="*/ 107784 h 136742"/>
                <a:gd name="connsiteX4" fmla="*/ 98708 w 143089"/>
                <a:gd name="connsiteY4" fmla="*/ 102641 h 136742"/>
                <a:gd name="connsiteX5" fmla="*/ 87840 w 143089"/>
                <a:gd name="connsiteY5" fmla="*/ 53632 h 136742"/>
                <a:gd name="connsiteX6" fmla="*/ 117424 w 143089"/>
                <a:gd name="connsiteY6" fmla="*/ 17026 h 136742"/>
                <a:gd name="connsiteX7" fmla="*/ 124669 w 143089"/>
                <a:gd name="connsiteY7" fmla="*/ 19447 h 136742"/>
                <a:gd name="connsiteX8" fmla="*/ 132820 w 143089"/>
                <a:gd name="connsiteY8" fmla="*/ 22169 h 136742"/>
                <a:gd name="connsiteX9" fmla="*/ 143386 w 143089"/>
                <a:gd name="connsiteY9" fmla="*/ 11278 h 136742"/>
                <a:gd name="connsiteX10" fmla="*/ 131009 w 143089"/>
                <a:gd name="connsiteY10" fmla="*/ 85 h 136742"/>
                <a:gd name="connsiteX11" fmla="*/ 85425 w 143089"/>
                <a:gd name="connsiteY11" fmla="*/ 43346 h 136742"/>
                <a:gd name="connsiteX12" fmla="*/ 82105 w 143089"/>
                <a:gd name="connsiteY12" fmla="*/ 26707 h 136742"/>
                <a:gd name="connsiteX13" fmla="*/ 66407 w 143089"/>
                <a:gd name="connsiteY13" fmla="*/ 85 h 136742"/>
                <a:gd name="connsiteX14" fmla="*/ 31087 w 143089"/>
                <a:gd name="connsiteY14" fmla="*/ 8858 h 136742"/>
                <a:gd name="connsiteX15" fmla="*/ 27767 w 143089"/>
                <a:gd name="connsiteY15" fmla="*/ 10068 h 136742"/>
                <a:gd name="connsiteX16" fmla="*/ 28974 w 143089"/>
                <a:gd name="connsiteY16" fmla="*/ 14606 h 136742"/>
                <a:gd name="connsiteX17" fmla="*/ 45879 w 143089"/>
                <a:gd name="connsiteY17" fmla="*/ 11278 h 136742"/>
                <a:gd name="connsiteX18" fmla="*/ 59464 w 143089"/>
                <a:gd name="connsiteY18" fmla="*/ 32153 h 136742"/>
                <a:gd name="connsiteX19" fmla="*/ 68218 w 143089"/>
                <a:gd name="connsiteY19" fmla="*/ 69363 h 136742"/>
                <a:gd name="connsiteX20" fmla="*/ 43464 w 143089"/>
                <a:gd name="connsiteY20" fmla="*/ 104759 h 136742"/>
                <a:gd name="connsiteX21" fmla="*/ 28069 w 143089"/>
                <a:gd name="connsiteY21" fmla="*/ 119280 h 136742"/>
                <a:gd name="connsiteX22" fmla="*/ 20220 w 143089"/>
                <a:gd name="connsiteY22" fmla="*/ 116558 h 136742"/>
                <a:gd name="connsiteX23" fmla="*/ 10560 w 143089"/>
                <a:gd name="connsiteY23" fmla="*/ 113532 h 136742"/>
                <a:gd name="connsiteX24" fmla="*/ 296 w 143089"/>
                <a:gd name="connsiteY24" fmla="*/ 124121 h 136742"/>
                <a:gd name="connsiteX25" fmla="*/ 15390 w 143089"/>
                <a:gd name="connsiteY25" fmla="*/ 136827 h 136742"/>
                <a:gd name="connsiteX26" fmla="*/ 43464 w 143089"/>
                <a:gd name="connsiteY26" fmla="*/ 115650 h 136742"/>
                <a:gd name="connsiteX27" fmla="*/ 70633 w 143089"/>
                <a:gd name="connsiteY27" fmla="*/ 80254 h 136742"/>
                <a:gd name="connsiteX28" fmla="*/ 79690 w 143089"/>
                <a:gd name="connsiteY28" fmla="*/ 116558 h 136742"/>
                <a:gd name="connsiteX29" fmla="*/ 97199 w 143089"/>
                <a:gd name="connsiteY29" fmla="*/ 136827 h 136742"/>
                <a:gd name="connsiteX30" fmla="*/ 134028 w 143089"/>
                <a:gd name="connsiteY30" fmla="*/ 102339 h 136742"/>
                <a:gd name="connsiteX31" fmla="*/ 129801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801" y="99919"/>
                  </a:moveTo>
                  <a:cubicBezTo>
                    <a:pt x="127386" y="102641"/>
                    <a:pt x="125877" y="104457"/>
                    <a:pt x="123160" y="108087"/>
                  </a:cubicBezTo>
                  <a:cubicBezTo>
                    <a:pt x="116217" y="117163"/>
                    <a:pt x="112594" y="120188"/>
                    <a:pt x="109274" y="120188"/>
                  </a:cubicBezTo>
                  <a:cubicBezTo>
                    <a:pt x="104746" y="120188"/>
                    <a:pt x="102029" y="116255"/>
                    <a:pt x="99916" y="107784"/>
                  </a:cubicBezTo>
                  <a:cubicBezTo>
                    <a:pt x="99312" y="105364"/>
                    <a:pt x="99010" y="103549"/>
                    <a:pt x="98708" y="102641"/>
                  </a:cubicBezTo>
                  <a:cubicBezTo>
                    <a:pt x="91161" y="72086"/>
                    <a:pt x="87840" y="58170"/>
                    <a:pt x="87840" y="53632"/>
                  </a:cubicBezTo>
                  <a:cubicBezTo>
                    <a:pt x="101123" y="30337"/>
                    <a:pt x="111991" y="17026"/>
                    <a:pt x="117424" y="17026"/>
                  </a:cubicBezTo>
                  <a:cubicBezTo>
                    <a:pt x="119236" y="17026"/>
                    <a:pt x="121651" y="17934"/>
                    <a:pt x="124669" y="19447"/>
                  </a:cubicBezTo>
                  <a:cubicBezTo>
                    <a:pt x="128292" y="21564"/>
                    <a:pt x="130405" y="22169"/>
                    <a:pt x="132820" y="22169"/>
                  </a:cubicBezTo>
                  <a:cubicBezTo>
                    <a:pt x="139160" y="22169"/>
                    <a:pt x="143386" y="17631"/>
                    <a:pt x="143386" y="11278"/>
                  </a:cubicBezTo>
                  <a:cubicBezTo>
                    <a:pt x="143386" y="4925"/>
                    <a:pt x="138254" y="85"/>
                    <a:pt x="131009" y="85"/>
                  </a:cubicBezTo>
                  <a:cubicBezTo>
                    <a:pt x="117726" y="85"/>
                    <a:pt x="106255" y="10976"/>
                    <a:pt x="85425" y="43346"/>
                  </a:cubicBezTo>
                  <a:lnTo>
                    <a:pt x="82105" y="26707"/>
                  </a:lnTo>
                  <a:cubicBezTo>
                    <a:pt x="77878" y="6135"/>
                    <a:pt x="74558" y="85"/>
                    <a:pt x="66407" y="85"/>
                  </a:cubicBezTo>
                  <a:cubicBezTo>
                    <a:pt x="59766" y="85"/>
                    <a:pt x="49502" y="2808"/>
                    <a:pt x="31087" y="8858"/>
                  </a:cubicBezTo>
                  <a:lnTo>
                    <a:pt x="27767" y="10068"/>
                  </a:lnTo>
                  <a:lnTo>
                    <a:pt x="28974" y="14606"/>
                  </a:lnTo>
                  <a:cubicBezTo>
                    <a:pt x="40446" y="11883"/>
                    <a:pt x="43163" y="11278"/>
                    <a:pt x="45879" y="11278"/>
                  </a:cubicBezTo>
                  <a:cubicBezTo>
                    <a:pt x="53426" y="11278"/>
                    <a:pt x="55238" y="14001"/>
                    <a:pt x="59464" y="32153"/>
                  </a:cubicBezTo>
                  <a:lnTo>
                    <a:pt x="68218" y="69363"/>
                  </a:lnTo>
                  <a:lnTo>
                    <a:pt x="43464" y="104759"/>
                  </a:lnTo>
                  <a:cubicBezTo>
                    <a:pt x="37427" y="113835"/>
                    <a:pt x="31389" y="119280"/>
                    <a:pt x="28069" y="119280"/>
                  </a:cubicBezTo>
                  <a:cubicBezTo>
                    <a:pt x="26257" y="119280"/>
                    <a:pt x="23239" y="118373"/>
                    <a:pt x="20220" y="116558"/>
                  </a:cubicBezTo>
                  <a:cubicBezTo>
                    <a:pt x="16295" y="114440"/>
                    <a:pt x="12975" y="113532"/>
                    <a:pt x="10560" y="113532"/>
                  </a:cubicBezTo>
                  <a:cubicBezTo>
                    <a:pt x="4824" y="113532"/>
                    <a:pt x="296" y="118070"/>
                    <a:pt x="296" y="124121"/>
                  </a:cubicBezTo>
                  <a:cubicBezTo>
                    <a:pt x="296" y="131987"/>
                    <a:pt x="6333" y="136827"/>
                    <a:pt x="15390" y="136827"/>
                  </a:cubicBezTo>
                  <a:cubicBezTo>
                    <a:pt x="24748" y="136827"/>
                    <a:pt x="28371" y="134104"/>
                    <a:pt x="43464" y="115650"/>
                  </a:cubicBezTo>
                  <a:cubicBezTo>
                    <a:pt x="51615" y="105969"/>
                    <a:pt x="57955" y="97801"/>
                    <a:pt x="70633" y="80254"/>
                  </a:cubicBezTo>
                  <a:lnTo>
                    <a:pt x="79690" y="116558"/>
                  </a:lnTo>
                  <a:cubicBezTo>
                    <a:pt x="83614" y="131987"/>
                    <a:pt x="87539" y="136827"/>
                    <a:pt x="97199" y="136827"/>
                  </a:cubicBezTo>
                  <a:cubicBezTo>
                    <a:pt x="108670" y="136827"/>
                    <a:pt x="116519" y="129566"/>
                    <a:pt x="134028" y="102339"/>
                  </a:cubicBezTo>
                  <a:lnTo>
                    <a:pt x="129801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F8D111A4-461B-2875-4212-6EB6A87533E5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1283905" y="5385363"/>
              <a:ext cx="63219" cy="151335"/>
            </a:xfrm>
            <a:custGeom>
              <a:avLst/>
              <a:gdLst>
                <a:gd name="connsiteX0" fmla="*/ 40510 w 63219"/>
                <a:gd name="connsiteY0" fmla="*/ 87 h 151335"/>
                <a:gd name="connsiteX1" fmla="*/ 300 w 63219"/>
                <a:gd name="connsiteY1" fmla="*/ 20459 h 151335"/>
                <a:gd name="connsiteX2" fmla="*/ 300 w 63219"/>
                <a:gd name="connsiteY2" fmla="*/ 23593 h 151335"/>
                <a:gd name="connsiteX3" fmla="*/ 6331 w 63219"/>
                <a:gd name="connsiteY3" fmla="*/ 21131 h 151335"/>
                <a:gd name="connsiteX4" fmla="*/ 16384 w 63219"/>
                <a:gd name="connsiteY4" fmla="*/ 18668 h 151335"/>
                <a:gd name="connsiteX5" fmla="*/ 23085 w 63219"/>
                <a:gd name="connsiteY5" fmla="*/ 29190 h 151335"/>
                <a:gd name="connsiteX6" fmla="*/ 23085 w 63219"/>
                <a:gd name="connsiteY6" fmla="*/ 130603 h 151335"/>
                <a:gd name="connsiteX7" fmla="*/ 17724 w 63219"/>
                <a:gd name="connsiteY7" fmla="*/ 145155 h 151335"/>
                <a:gd name="connsiteX8" fmla="*/ 1863 w 63219"/>
                <a:gd name="connsiteY8" fmla="*/ 148065 h 151335"/>
                <a:gd name="connsiteX9" fmla="*/ 1863 w 63219"/>
                <a:gd name="connsiteY9" fmla="*/ 151423 h 151335"/>
                <a:gd name="connsiteX10" fmla="*/ 63519 w 63219"/>
                <a:gd name="connsiteY10" fmla="*/ 151423 h 151335"/>
                <a:gd name="connsiteX11" fmla="*/ 63519 w 63219"/>
                <a:gd name="connsiteY11" fmla="*/ 148065 h 151335"/>
                <a:gd name="connsiteX12" fmla="*/ 42297 w 63219"/>
                <a:gd name="connsiteY12" fmla="*/ 134857 h 151335"/>
                <a:gd name="connsiteX13" fmla="*/ 42297 w 63219"/>
                <a:gd name="connsiteY13" fmla="*/ 535 h 151335"/>
                <a:gd name="connsiteX14" fmla="*/ 40510 w 63219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510" y="87"/>
                  </a:moveTo>
                  <a:lnTo>
                    <a:pt x="300" y="20459"/>
                  </a:lnTo>
                  <a:lnTo>
                    <a:pt x="300" y="23593"/>
                  </a:lnTo>
                  <a:cubicBezTo>
                    <a:pt x="2980" y="22474"/>
                    <a:pt x="5438" y="21579"/>
                    <a:pt x="6331" y="21131"/>
                  </a:cubicBezTo>
                  <a:cubicBezTo>
                    <a:pt x="10352" y="19564"/>
                    <a:pt x="14150" y="18668"/>
                    <a:pt x="16384" y="18668"/>
                  </a:cubicBezTo>
                  <a:cubicBezTo>
                    <a:pt x="21075" y="18668"/>
                    <a:pt x="23085" y="22026"/>
                    <a:pt x="23085" y="29190"/>
                  </a:cubicBezTo>
                  <a:lnTo>
                    <a:pt x="23085" y="130603"/>
                  </a:lnTo>
                  <a:cubicBezTo>
                    <a:pt x="23085" y="137991"/>
                    <a:pt x="21298" y="143140"/>
                    <a:pt x="17724" y="145155"/>
                  </a:cubicBezTo>
                  <a:cubicBezTo>
                    <a:pt x="14373" y="147169"/>
                    <a:pt x="11246" y="147841"/>
                    <a:pt x="1863" y="148065"/>
                  </a:cubicBezTo>
                  <a:lnTo>
                    <a:pt x="1863" y="151423"/>
                  </a:lnTo>
                  <a:lnTo>
                    <a:pt x="63519" y="151423"/>
                  </a:lnTo>
                  <a:lnTo>
                    <a:pt x="63519" y="148065"/>
                  </a:lnTo>
                  <a:cubicBezTo>
                    <a:pt x="45871" y="147841"/>
                    <a:pt x="42297" y="145602"/>
                    <a:pt x="42297" y="134857"/>
                  </a:cubicBezTo>
                  <a:lnTo>
                    <a:pt x="42297" y="535"/>
                  </a:lnTo>
                  <a:lnTo>
                    <a:pt x="40510" y="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FAAB3E29-9A10-7959-B083-01E27620C91C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1453512" y="5409145"/>
              <a:ext cx="184447" cy="12101"/>
            </a:xfrm>
            <a:custGeom>
              <a:avLst/>
              <a:gdLst>
                <a:gd name="connsiteX0" fmla="*/ 174187 w 184447"/>
                <a:gd name="connsiteY0" fmla="*/ 12186 h 12101"/>
                <a:gd name="connsiteX1" fmla="*/ 184753 w 184447"/>
                <a:gd name="connsiteY1" fmla="*/ 6135 h 12101"/>
                <a:gd name="connsiteX2" fmla="*/ 174187 w 184447"/>
                <a:gd name="connsiteY2" fmla="*/ 85 h 12101"/>
                <a:gd name="connsiteX3" fmla="*/ 10872 w 184447"/>
                <a:gd name="connsiteY3" fmla="*/ 85 h 12101"/>
                <a:gd name="connsiteX4" fmla="*/ 306 w 184447"/>
                <a:gd name="connsiteY4" fmla="*/ 6135 h 12101"/>
                <a:gd name="connsiteX5" fmla="*/ 10872 w 184447"/>
                <a:gd name="connsiteY5" fmla="*/ 12186 h 12101"/>
                <a:gd name="connsiteX6" fmla="*/ 174187 w 184447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187" y="12186"/>
                  </a:moveTo>
                  <a:cubicBezTo>
                    <a:pt x="179319" y="12186"/>
                    <a:pt x="184753" y="12186"/>
                    <a:pt x="184753" y="6135"/>
                  </a:cubicBezTo>
                  <a:cubicBezTo>
                    <a:pt x="184753" y="85"/>
                    <a:pt x="179319" y="85"/>
                    <a:pt x="174187" y="85"/>
                  </a:cubicBezTo>
                  <a:lnTo>
                    <a:pt x="10872" y="85"/>
                  </a:lnTo>
                  <a:cubicBezTo>
                    <a:pt x="5740" y="85"/>
                    <a:pt x="306" y="85"/>
                    <a:pt x="306" y="6135"/>
                  </a:cubicBezTo>
                  <a:cubicBezTo>
                    <a:pt x="306" y="12186"/>
                    <a:pt x="5740" y="12186"/>
                    <a:pt x="10872" y="12186"/>
                  </a:cubicBezTo>
                  <a:lnTo>
                    <a:pt x="174187" y="1218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1A78EA31-C7A0-057F-CDFC-32A4E1A82D82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1697825" y="5357413"/>
              <a:ext cx="143089" cy="136742"/>
            </a:xfrm>
            <a:custGeom>
              <a:avLst/>
              <a:gdLst>
                <a:gd name="connsiteX0" fmla="*/ 129821 w 143089"/>
                <a:gd name="connsiteY0" fmla="*/ 99919 h 136742"/>
                <a:gd name="connsiteX1" fmla="*/ 123179 w 143089"/>
                <a:gd name="connsiteY1" fmla="*/ 108087 h 136742"/>
                <a:gd name="connsiteX2" fmla="*/ 109293 w 143089"/>
                <a:gd name="connsiteY2" fmla="*/ 120188 h 136742"/>
                <a:gd name="connsiteX3" fmla="*/ 99935 w 143089"/>
                <a:gd name="connsiteY3" fmla="*/ 107784 h 136742"/>
                <a:gd name="connsiteX4" fmla="*/ 98727 w 143089"/>
                <a:gd name="connsiteY4" fmla="*/ 102641 h 136742"/>
                <a:gd name="connsiteX5" fmla="*/ 87860 w 143089"/>
                <a:gd name="connsiteY5" fmla="*/ 53632 h 136742"/>
                <a:gd name="connsiteX6" fmla="*/ 117444 w 143089"/>
                <a:gd name="connsiteY6" fmla="*/ 17026 h 136742"/>
                <a:gd name="connsiteX7" fmla="*/ 124689 w 143089"/>
                <a:gd name="connsiteY7" fmla="*/ 19447 h 136742"/>
                <a:gd name="connsiteX8" fmla="*/ 132839 w 143089"/>
                <a:gd name="connsiteY8" fmla="*/ 22169 h 136742"/>
                <a:gd name="connsiteX9" fmla="*/ 143405 w 143089"/>
                <a:gd name="connsiteY9" fmla="*/ 11278 h 136742"/>
                <a:gd name="connsiteX10" fmla="*/ 131028 w 143089"/>
                <a:gd name="connsiteY10" fmla="*/ 85 h 136742"/>
                <a:gd name="connsiteX11" fmla="*/ 85445 w 143089"/>
                <a:gd name="connsiteY11" fmla="*/ 43346 h 136742"/>
                <a:gd name="connsiteX12" fmla="*/ 82124 w 143089"/>
                <a:gd name="connsiteY12" fmla="*/ 26707 h 136742"/>
                <a:gd name="connsiteX13" fmla="*/ 66426 w 143089"/>
                <a:gd name="connsiteY13" fmla="*/ 85 h 136742"/>
                <a:gd name="connsiteX14" fmla="*/ 31107 w 143089"/>
                <a:gd name="connsiteY14" fmla="*/ 8858 h 136742"/>
                <a:gd name="connsiteX15" fmla="*/ 27786 w 143089"/>
                <a:gd name="connsiteY15" fmla="*/ 10068 h 136742"/>
                <a:gd name="connsiteX16" fmla="*/ 28993 w 143089"/>
                <a:gd name="connsiteY16" fmla="*/ 14606 h 136742"/>
                <a:gd name="connsiteX17" fmla="*/ 45899 w 143089"/>
                <a:gd name="connsiteY17" fmla="*/ 11278 h 136742"/>
                <a:gd name="connsiteX18" fmla="*/ 59483 w 143089"/>
                <a:gd name="connsiteY18" fmla="*/ 32153 h 136742"/>
                <a:gd name="connsiteX19" fmla="*/ 68237 w 143089"/>
                <a:gd name="connsiteY19" fmla="*/ 69363 h 136742"/>
                <a:gd name="connsiteX20" fmla="*/ 43484 w 143089"/>
                <a:gd name="connsiteY20" fmla="*/ 104759 h 136742"/>
                <a:gd name="connsiteX21" fmla="*/ 28088 w 143089"/>
                <a:gd name="connsiteY21" fmla="*/ 119280 h 136742"/>
                <a:gd name="connsiteX22" fmla="*/ 20239 w 143089"/>
                <a:gd name="connsiteY22" fmla="*/ 116558 h 136742"/>
                <a:gd name="connsiteX23" fmla="*/ 10579 w 143089"/>
                <a:gd name="connsiteY23" fmla="*/ 113532 h 136742"/>
                <a:gd name="connsiteX24" fmla="*/ 315 w 143089"/>
                <a:gd name="connsiteY24" fmla="*/ 124121 h 136742"/>
                <a:gd name="connsiteX25" fmla="*/ 15409 w 143089"/>
                <a:gd name="connsiteY25" fmla="*/ 136827 h 136742"/>
                <a:gd name="connsiteX26" fmla="*/ 43484 w 143089"/>
                <a:gd name="connsiteY26" fmla="*/ 115650 h 136742"/>
                <a:gd name="connsiteX27" fmla="*/ 70652 w 143089"/>
                <a:gd name="connsiteY27" fmla="*/ 80254 h 136742"/>
                <a:gd name="connsiteX28" fmla="*/ 79709 w 143089"/>
                <a:gd name="connsiteY28" fmla="*/ 116558 h 136742"/>
                <a:gd name="connsiteX29" fmla="*/ 97218 w 143089"/>
                <a:gd name="connsiteY29" fmla="*/ 136827 h 136742"/>
                <a:gd name="connsiteX30" fmla="*/ 134047 w 143089"/>
                <a:gd name="connsiteY30" fmla="*/ 102339 h 136742"/>
                <a:gd name="connsiteX31" fmla="*/ 129821 w 143089"/>
                <a:gd name="connsiteY31" fmla="*/ 9991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821" y="99919"/>
                  </a:moveTo>
                  <a:cubicBezTo>
                    <a:pt x="127405" y="102641"/>
                    <a:pt x="125896" y="104457"/>
                    <a:pt x="123179" y="108087"/>
                  </a:cubicBezTo>
                  <a:cubicBezTo>
                    <a:pt x="116236" y="117163"/>
                    <a:pt x="112613" y="120188"/>
                    <a:pt x="109293" y="120188"/>
                  </a:cubicBezTo>
                  <a:cubicBezTo>
                    <a:pt x="104765" y="120188"/>
                    <a:pt x="102048" y="116255"/>
                    <a:pt x="99935" y="107784"/>
                  </a:cubicBezTo>
                  <a:cubicBezTo>
                    <a:pt x="99331" y="105364"/>
                    <a:pt x="99029" y="103549"/>
                    <a:pt x="98727" y="102641"/>
                  </a:cubicBezTo>
                  <a:cubicBezTo>
                    <a:pt x="91180" y="72086"/>
                    <a:pt x="87860" y="58170"/>
                    <a:pt x="87860" y="53632"/>
                  </a:cubicBezTo>
                  <a:cubicBezTo>
                    <a:pt x="101142" y="30337"/>
                    <a:pt x="112010" y="17026"/>
                    <a:pt x="117444" y="17026"/>
                  </a:cubicBezTo>
                  <a:cubicBezTo>
                    <a:pt x="119255" y="17026"/>
                    <a:pt x="121670" y="17934"/>
                    <a:pt x="124689" y="19447"/>
                  </a:cubicBezTo>
                  <a:cubicBezTo>
                    <a:pt x="128311" y="21564"/>
                    <a:pt x="130424" y="22169"/>
                    <a:pt x="132839" y="22169"/>
                  </a:cubicBezTo>
                  <a:cubicBezTo>
                    <a:pt x="139179" y="22169"/>
                    <a:pt x="143405" y="17631"/>
                    <a:pt x="143405" y="11278"/>
                  </a:cubicBezTo>
                  <a:cubicBezTo>
                    <a:pt x="143405" y="4925"/>
                    <a:pt x="138273" y="85"/>
                    <a:pt x="131028" y="85"/>
                  </a:cubicBezTo>
                  <a:cubicBezTo>
                    <a:pt x="117745" y="85"/>
                    <a:pt x="106274" y="10976"/>
                    <a:pt x="85445" y="43346"/>
                  </a:cubicBezTo>
                  <a:lnTo>
                    <a:pt x="82124" y="26707"/>
                  </a:lnTo>
                  <a:cubicBezTo>
                    <a:pt x="77898" y="6135"/>
                    <a:pt x="74577" y="85"/>
                    <a:pt x="66426" y="85"/>
                  </a:cubicBezTo>
                  <a:cubicBezTo>
                    <a:pt x="59785" y="85"/>
                    <a:pt x="49521" y="2808"/>
                    <a:pt x="31107" y="8858"/>
                  </a:cubicBezTo>
                  <a:lnTo>
                    <a:pt x="27786" y="10068"/>
                  </a:lnTo>
                  <a:lnTo>
                    <a:pt x="28993" y="14606"/>
                  </a:lnTo>
                  <a:cubicBezTo>
                    <a:pt x="40465" y="11883"/>
                    <a:pt x="43182" y="11278"/>
                    <a:pt x="45899" y="11278"/>
                  </a:cubicBezTo>
                  <a:cubicBezTo>
                    <a:pt x="53445" y="11278"/>
                    <a:pt x="55257" y="14001"/>
                    <a:pt x="59483" y="32153"/>
                  </a:cubicBezTo>
                  <a:lnTo>
                    <a:pt x="68237" y="69363"/>
                  </a:lnTo>
                  <a:lnTo>
                    <a:pt x="43484" y="104759"/>
                  </a:lnTo>
                  <a:cubicBezTo>
                    <a:pt x="37446" y="113835"/>
                    <a:pt x="31408" y="119280"/>
                    <a:pt x="28088" y="119280"/>
                  </a:cubicBezTo>
                  <a:cubicBezTo>
                    <a:pt x="26277" y="119280"/>
                    <a:pt x="23258" y="118373"/>
                    <a:pt x="20239" y="116558"/>
                  </a:cubicBezTo>
                  <a:cubicBezTo>
                    <a:pt x="16315" y="114440"/>
                    <a:pt x="12994" y="113532"/>
                    <a:pt x="10579" y="113532"/>
                  </a:cubicBezTo>
                  <a:cubicBezTo>
                    <a:pt x="4843" y="113532"/>
                    <a:pt x="315" y="118070"/>
                    <a:pt x="315" y="124121"/>
                  </a:cubicBezTo>
                  <a:cubicBezTo>
                    <a:pt x="315" y="131987"/>
                    <a:pt x="6353" y="136827"/>
                    <a:pt x="15409" y="136827"/>
                  </a:cubicBezTo>
                  <a:cubicBezTo>
                    <a:pt x="24767" y="136827"/>
                    <a:pt x="28390" y="134104"/>
                    <a:pt x="43484" y="115650"/>
                  </a:cubicBezTo>
                  <a:cubicBezTo>
                    <a:pt x="51634" y="105969"/>
                    <a:pt x="57974" y="97801"/>
                    <a:pt x="70652" y="80254"/>
                  </a:cubicBezTo>
                  <a:lnTo>
                    <a:pt x="79709" y="116558"/>
                  </a:lnTo>
                  <a:cubicBezTo>
                    <a:pt x="83633" y="131987"/>
                    <a:pt x="87558" y="136827"/>
                    <a:pt x="97218" y="136827"/>
                  </a:cubicBezTo>
                  <a:cubicBezTo>
                    <a:pt x="108689" y="136827"/>
                    <a:pt x="116538" y="129566"/>
                    <a:pt x="134047" y="102339"/>
                  </a:cubicBezTo>
                  <a:lnTo>
                    <a:pt x="129821" y="9991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5C61F927-46EE-B4AB-4084-6223E7057B67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1847212" y="5385363"/>
              <a:ext cx="99408" cy="151335"/>
            </a:xfrm>
            <a:custGeom>
              <a:avLst/>
              <a:gdLst>
                <a:gd name="connsiteX0" fmla="*/ 99727 w 99408"/>
                <a:gd name="connsiteY0" fmla="*/ 120753 h 151335"/>
                <a:gd name="connsiteX1" fmla="*/ 96823 w 99408"/>
                <a:gd name="connsiteY1" fmla="*/ 119634 h 151335"/>
                <a:gd name="connsiteX2" fmla="*/ 75601 w 99408"/>
                <a:gd name="connsiteY2" fmla="*/ 134409 h 151335"/>
                <a:gd name="connsiteX3" fmla="*/ 22211 w 99408"/>
                <a:gd name="connsiteY3" fmla="*/ 134409 h 151335"/>
                <a:gd name="connsiteX4" fmla="*/ 59740 w 99408"/>
                <a:gd name="connsiteY4" fmla="*/ 95008 h 151335"/>
                <a:gd name="connsiteX5" fmla="*/ 88334 w 99408"/>
                <a:gd name="connsiteY5" fmla="*/ 39712 h 151335"/>
                <a:gd name="connsiteX6" fmla="*/ 47007 w 99408"/>
                <a:gd name="connsiteY6" fmla="*/ 87 h 151335"/>
                <a:gd name="connsiteX7" fmla="*/ 14839 w 99408"/>
                <a:gd name="connsiteY7" fmla="*/ 13967 h 151335"/>
                <a:gd name="connsiteX8" fmla="*/ 542 w 99408"/>
                <a:gd name="connsiteY8" fmla="*/ 44637 h 151335"/>
                <a:gd name="connsiteX9" fmla="*/ 5233 w 99408"/>
                <a:gd name="connsiteY9" fmla="*/ 45757 h 151335"/>
                <a:gd name="connsiteX10" fmla="*/ 37625 w 99408"/>
                <a:gd name="connsiteY10" fmla="*/ 16654 h 151335"/>
                <a:gd name="connsiteX11" fmla="*/ 69123 w 99408"/>
                <a:gd name="connsiteY11" fmla="*/ 48219 h 151335"/>
                <a:gd name="connsiteX12" fmla="*/ 40082 w 99408"/>
                <a:gd name="connsiteY12" fmla="*/ 106425 h 151335"/>
                <a:gd name="connsiteX13" fmla="*/ 319 w 99408"/>
                <a:gd name="connsiteY13" fmla="*/ 148737 h 151335"/>
                <a:gd name="connsiteX14" fmla="*/ 319 w 99408"/>
                <a:gd name="connsiteY14" fmla="*/ 151423 h 151335"/>
                <a:gd name="connsiteX15" fmla="*/ 87441 w 99408"/>
                <a:gd name="connsiteY15" fmla="*/ 151423 h 151335"/>
                <a:gd name="connsiteX16" fmla="*/ 99727 w 99408"/>
                <a:gd name="connsiteY16" fmla="*/ 12075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727" y="120753"/>
                  </a:moveTo>
                  <a:lnTo>
                    <a:pt x="96823" y="119634"/>
                  </a:lnTo>
                  <a:cubicBezTo>
                    <a:pt x="88557" y="132394"/>
                    <a:pt x="85653" y="134409"/>
                    <a:pt x="75601" y="134409"/>
                  </a:cubicBezTo>
                  <a:lnTo>
                    <a:pt x="22211" y="134409"/>
                  </a:lnTo>
                  <a:lnTo>
                    <a:pt x="59740" y="95008"/>
                  </a:lnTo>
                  <a:cubicBezTo>
                    <a:pt x="79622" y="74188"/>
                    <a:pt x="88334" y="57174"/>
                    <a:pt x="88334" y="39712"/>
                  </a:cubicBezTo>
                  <a:cubicBezTo>
                    <a:pt x="88334" y="17325"/>
                    <a:pt x="70240" y="87"/>
                    <a:pt x="47007" y="87"/>
                  </a:cubicBezTo>
                  <a:cubicBezTo>
                    <a:pt x="34721" y="87"/>
                    <a:pt x="23104" y="5012"/>
                    <a:pt x="14839" y="13967"/>
                  </a:cubicBezTo>
                  <a:cubicBezTo>
                    <a:pt x="7691" y="21579"/>
                    <a:pt x="4340" y="28743"/>
                    <a:pt x="542" y="44637"/>
                  </a:cubicBezTo>
                  <a:lnTo>
                    <a:pt x="5233" y="45757"/>
                  </a:lnTo>
                  <a:cubicBezTo>
                    <a:pt x="14169" y="23817"/>
                    <a:pt x="22211" y="16654"/>
                    <a:pt x="37625" y="16654"/>
                  </a:cubicBezTo>
                  <a:cubicBezTo>
                    <a:pt x="56389" y="16654"/>
                    <a:pt x="69123" y="29414"/>
                    <a:pt x="69123" y="48219"/>
                  </a:cubicBezTo>
                  <a:cubicBezTo>
                    <a:pt x="69123" y="65681"/>
                    <a:pt x="58847" y="86501"/>
                    <a:pt x="40082" y="106425"/>
                  </a:cubicBezTo>
                  <a:lnTo>
                    <a:pt x="319" y="148737"/>
                  </a:lnTo>
                  <a:lnTo>
                    <a:pt x="319" y="151423"/>
                  </a:lnTo>
                  <a:lnTo>
                    <a:pt x="87441" y="151423"/>
                  </a:lnTo>
                  <a:lnTo>
                    <a:pt x="99727" y="12075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41B90B3C-2C46-F5F4-AA3C-07AACD648F29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984981" y="5263932"/>
              <a:ext cx="70035" cy="302526"/>
            </a:xfrm>
            <a:custGeom>
              <a:avLst/>
              <a:gdLst>
                <a:gd name="connsiteX0" fmla="*/ 70360 w 70035"/>
                <a:gd name="connsiteY0" fmla="*/ 151348 h 302526"/>
                <a:gd name="connsiteX1" fmla="*/ 50436 w 70035"/>
                <a:gd name="connsiteY1" fmla="*/ 56959 h 302526"/>
                <a:gd name="connsiteX2" fmla="*/ 3343 w 70035"/>
                <a:gd name="connsiteY2" fmla="*/ 84 h 302526"/>
                <a:gd name="connsiteX3" fmla="*/ 324 w 70035"/>
                <a:gd name="connsiteY3" fmla="*/ 3109 h 302526"/>
                <a:gd name="connsiteX4" fmla="*/ 6060 w 70035"/>
                <a:gd name="connsiteY4" fmla="*/ 10068 h 302526"/>
                <a:gd name="connsiteX5" fmla="*/ 52851 w 70035"/>
                <a:gd name="connsiteY5" fmla="*/ 151348 h 302526"/>
                <a:gd name="connsiteX6" fmla="*/ 4248 w 70035"/>
                <a:gd name="connsiteY6" fmla="*/ 294443 h 302526"/>
                <a:gd name="connsiteX7" fmla="*/ 324 w 70035"/>
                <a:gd name="connsiteY7" fmla="*/ 299586 h 302526"/>
                <a:gd name="connsiteX8" fmla="*/ 3343 w 70035"/>
                <a:gd name="connsiteY8" fmla="*/ 302611 h 302526"/>
                <a:gd name="connsiteX9" fmla="*/ 51341 w 70035"/>
                <a:gd name="connsiteY9" fmla="*/ 243618 h 302526"/>
                <a:gd name="connsiteX10" fmla="*/ 70360 w 70035"/>
                <a:gd name="connsiteY10" fmla="*/ 15134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60" y="151348"/>
                  </a:moveTo>
                  <a:cubicBezTo>
                    <a:pt x="70360" y="127750"/>
                    <a:pt x="67039" y="91145"/>
                    <a:pt x="50436" y="56959"/>
                  </a:cubicBezTo>
                  <a:cubicBezTo>
                    <a:pt x="32323" y="19748"/>
                    <a:pt x="6362" y="84"/>
                    <a:pt x="3343" y="84"/>
                  </a:cubicBezTo>
                  <a:cubicBezTo>
                    <a:pt x="1532" y="84"/>
                    <a:pt x="324" y="1294"/>
                    <a:pt x="324" y="3109"/>
                  </a:cubicBezTo>
                  <a:cubicBezTo>
                    <a:pt x="324" y="4017"/>
                    <a:pt x="324" y="4622"/>
                    <a:pt x="6060" y="10068"/>
                  </a:cubicBezTo>
                  <a:cubicBezTo>
                    <a:pt x="35644" y="40018"/>
                    <a:pt x="52851" y="88119"/>
                    <a:pt x="52851" y="151348"/>
                  </a:cubicBezTo>
                  <a:cubicBezTo>
                    <a:pt x="52851" y="203080"/>
                    <a:pt x="41681" y="256324"/>
                    <a:pt x="4248" y="294443"/>
                  </a:cubicBezTo>
                  <a:cubicBezTo>
                    <a:pt x="324" y="298073"/>
                    <a:pt x="324" y="298678"/>
                    <a:pt x="324" y="299586"/>
                  </a:cubicBezTo>
                  <a:cubicBezTo>
                    <a:pt x="324" y="301401"/>
                    <a:pt x="1532" y="302611"/>
                    <a:pt x="3343" y="302611"/>
                  </a:cubicBezTo>
                  <a:cubicBezTo>
                    <a:pt x="6362" y="302611"/>
                    <a:pt x="33531" y="282039"/>
                    <a:pt x="51341" y="243618"/>
                  </a:cubicBezTo>
                  <a:cubicBezTo>
                    <a:pt x="66737" y="210340"/>
                    <a:pt x="70360" y="176760"/>
                    <a:pt x="70360" y="1513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6305A06D-857F-EE93-599B-F756C86E6377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2122772" y="5077403"/>
              <a:ext cx="172372" cy="267736"/>
            </a:xfrm>
            <a:custGeom>
              <a:avLst/>
              <a:gdLst>
                <a:gd name="connsiteX0" fmla="*/ 55272 w 172372"/>
                <a:gd name="connsiteY0" fmla="*/ 85391 h 267736"/>
                <a:gd name="connsiteX1" fmla="*/ 82441 w 172372"/>
                <a:gd name="connsiteY1" fmla="*/ 85391 h 267736"/>
                <a:gd name="connsiteX2" fmla="*/ 55876 w 172372"/>
                <a:gd name="connsiteY2" fmla="*/ 212452 h 267736"/>
                <a:gd name="connsiteX3" fmla="*/ 26594 w 172372"/>
                <a:gd name="connsiteY3" fmla="*/ 261461 h 267736"/>
                <a:gd name="connsiteX4" fmla="*/ 20556 w 172372"/>
                <a:gd name="connsiteY4" fmla="*/ 256621 h 267736"/>
                <a:gd name="connsiteX5" fmla="*/ 21764 w 172372"/>
                <a:gd name="connsiteY5" fmla="*/ 253293 h 267736"/>
                <a:gd name="connsiteX6" fmla="*/ 23273 w 172372"/>
                <a:gd name="connsiteY6" fmla="*/ 248452 h 267736"/>
                <a:gd name="connsiteX7" fmla="*/ 11500 w 172372"/>
                <a:gd name="connsiteY7" fmla="*/ 236956 h 267736"/>
                <a:gd name="connsiteX8" fmla="*/ 330 w 172372"/>
                <a:gd name="connsiteY8" fmla="*/ 249360 h 267736"/>
                <a:gd name="connsiteX9" fmla="*/ 24179 w 172372"/>
                <a:gd name="connsiteY9" fmla="*/ 267814 h 267736"/>
                <a:gd name="connsiteX10" fmla="*/ 84554 w 172372"/>
                <a:gd name="connsiteY10" fmla="*/ 182199 h 267736"/>
                <a:gd name="connsiteX11" fmla="*/ 106289 w 172372"/>
                <a:gd name="connsiteY11" fmla="*/ 85391 h 267736"/>
                <a:gd name="connsiteX12" fmla="*/ 139194 w 172372"/>
                <a:gd name="connsiteY12" fmla="*/ 85391 h 267736"/>
                <a:gd name="connsiteX13" fmla="*/ 141005 w 172372"/>
                <a:gd name="connsiteY13" fmla="*/ 75710 h 267736"/>
                <a:gd name="connsiteX14" fmla="*/ 108402 w 172372"/>
                <a:gd name="connsiteY14" fmla="*/ 75710 h 267736"/>
                <a:gd name="connsiteX15" fmla="*/ 145231 w 172372"/>
                <a:gd name="connsiteY15" fmla="*/ 6734 h 267736"/>
                <a:gd name="connsiteX16" fmla="*/ 151873 w 172372"/>
                <a:gd name="connsiteY16" fmla="*/ 10364 h 267736"/>
                <a:gd name="connsiteX17" fmla="*/ 150665 w 172372"/>
                <a:gd name="connsiteY17" fmla="*/ 13389 h 267736"/>
                <a:gd name="connsiteX18" fmla="*/ 148854 w 172372"/>
                <a:gd name="connsiteY18" fmla="*/ 19742 h 267736"/>
                <a:gd name="connsiteX19" fmla="*/ 160023 w 172372"/>
                <a:gd name="connsiteY19" fmla="*/ 31843 h 267736"/>
                <a:gd name="connsiteX20" fmla="*/ 172702 w 172372"/>
                <a:gd name="connsiteY20" fmla="*/ 19742 h 267736"/>
                <a:gd name="connsiteX21" fmla="*/ 146741 w 172372"/>
                <a:gd name="connsiteY21" fmla="*/ 78 h 267736"/>
                <a:gd name="connsiteX22" fmla="*/ 109308 w 172372"/>
                <a:gd name="connsiteY22" fmla="*/ 20952 h 267736"/>
                <a:gd name="connsiteX23" fmla="*/ 85158 w 172372"/>
                <a:gd name="connsiteY23" fmla="*/ 75710 h 267736"/>
                <a:gd name="connsiteX24" fmla="*/ 57385 w 172372"/>
                <a:gd name="connsiteY24" fmla="*/ 75710 h 267736"/>
                <a:gd name="connsiteX25" fmla="*/ 55272 w 172372"/>
                <a:gd name="connsiteY25" fmla="*/ 85391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372" h="267736">
                  <a:moveTo>
                    <a:pt x="55272" y="85391"/>
                  </a:moveTo>
                  <a:lnTo>
                    <a:pt x="82441" y="85391"/>
                  </a:lnTo>
                  <a:lnTo>
                    <a:pt x="55876" y="212452"/>
                  </a:lnTo>
                  <a:cubicBezTo>
                    <a:pt x="49234" y="244822"/>
                    <a:pt x="39272" y="261461"/>
                    <a:pt x="26594" y="261461"/>
                  </a:cubicBezTo>
                  <a:cubicBezTo>
                    <a:pt x="22971" y="261461"/>
                    <a:pt x="20556" y="259343"/>
                    <a:pt x="20556" y="256621"/>
                  </a:cubicBezTo>
                  <a:cubicBezTo>
                    <a:pt x="20556" y="255713"/>
                    <a:pt x="20858" y="254806"/>
                    <a:pt x="21764" y="253293"/>
                  </a:cubicBezTo>
                  <a:cubicBezTo>
                    <a:pt x="22971" y="251478"/>
                    <a:pt x="23273" y="250268"/>
                    <a:pt x="23273" y="248452"/>
                  </a:cubicBezTo>
                  <a:cubicBezTo>
                    <a:pt x="23273" y="242099"/>
                    <a:pt x="17839" y="236956"/>
                    <a:pt x="11500" y="236956"/>
                  </a:cubicBezTo>
                  <a:cubicBezTo>
                    <a:pt x="5160" y="236956"/>
                    <a:pt x="330" y="242402"/>
                    <a:pt x="330" y="249360"/>
                  </a:cubicBezTo>
                  <a:cubicBezTo>
                    <a:pt x="330" y="259646"/>
                    <a:pt x="10896" y="267814"/>
                    <a:pt x="24179" y="267814"/>
                  </a:cubicBezTo>
                  <a:cubicBezTo>
                    <a:pt x="51046" y="267814"/>
                    <a:pt x="72177" y="237864"/>
                    <a:pt x="84554" y="182199"/>
                  </a:cubicBezTo>
                  <a:lnTo>
                    <a:pt x="106289" y="85391"/>
                  </a:lnTo>
                  <a:lnTo>
                    <a:pt x="139194" y="85391"/>
                  </a:lnTo>
                  <a:lnTo>
                    <a:pt x="141005" y="75710"/>
                  </a:lnTo>
                  <a:lnTo>
                    <a:pt x="108402" y="75710"/>
                  </a:lnTo>
                  <a:cubicBezTo>
                    <a:pt x="117157" y="28213"/>
                    <a:pt x="128326" y="6734"/>
                    <a:pt x="145231" y="6734"/>
                  </a:cubicBezTo>
                  <a:cubicBezTo>
                    <a:pt x="149156" y="6734"/>
                    <a:pt x="151873" y="8246"/>
                    <a:pt x="151873" y="10364"/>
                  </a:cubicBezTo>
                  <a:cubicBezTo>
                    <a:pt x="151873" y="11271"/>
                    <a:pt x="151571" y="11877"/>
                    <a:pt x="150665" y="13389"/>
                  </a:cubicBezTo>
                  <a:cubicBezTo>
                    <a:pt x="149458" y="16112"/>
                    <a:pt x="148854" y="17625"/>
                    <a:pt x="148854" y="19742"/>
                  </a:cubicBezTo>
                  <a:cubicBezTo>
                    <a:pt x="148854" y="27003"/>
                    <a:pt x="153382" y="31843"/>
                    <a:pt x="160023" y="31843"/>
                  </a:cubicBezTo>
                  <a:cubicBezTo>
                    <a:pt x="166967" y="31843"/>
                    <a:pt x="172702" y="26398"/>
                    <a:pt x="172702" y="19742"/>
                  </a:cubicBezTo>
                  <a:cubicBezTo>
                    <a:pt x="172702" y="8549"/>
                    <a:pt x="161533" y="78"/>
                    <a:pt x="146741" y="78"/>
                  </a:cubicBezTo>
                  <a:cubicBezTo>
                    <a:pt x="131949" y="78"/>
                    <a:pt x="120176" y="6734"/>
                    <a:pt x="109308" y="20952"/>
                  </a:cubicBezTo>
                  <a:cubicBezTo>
                    <a:pt x="100252" y="32751"/>
                    <a:pt x="94214" y="46667"/>
                    <a:pt x="85158" y="75710"/>
                  </a:cubicBezTo>
                  <a:lnTo>
                    <a:pt x="57385" y="75710"/>
                  </a:lnTo>
                  <a:lnTo>
                    <a:pt x="55272" y="8539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C84C0CDE-C5F3-CCF8-F3EC-47D944F71AE0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2325506" y="5055621"/>
              <a:ext cx="70035" cy="302526"/>
            </a:xfrm>
            <a:custGeom>
              <a:avLst/>
              <a:gdLst>
                <a:gd name="connsiteX0" fmla="*/ 70371 w 70035"/>
                <a:gd name="connsiteY0" fmla="*/ 299579 h 302526"/>
                <a:gd name="connsiteX1" fmla="*/ 65239 w 70035"/>
                <a:gd name="connsiteY1" fmla="*/ 292923 h 302526"/>
                <a:gd name="connsiteX2" fmla="*/ 17844 w 70035"/>
                <a:gd name="connsiteY2" fmla="*/ 151341 h 302526"/>
                <a:gd name="connsiteX3" fmla="*/ 66446 w 70035"/>
                <a:gd name="connsiteY3" fmla="*/ 8246 h 302526"/>
                <a:gd name="connsiteX4" fmla="*/ 70371 w 70035"/>
                <a:gd name="connsiteY4" fmla="*/ 3103 h 302526"/>
                <a:gd name="connsiteX5" fmla="*/ 67352 w 70035"/>
                <a:gd name="connsiteY5" fmla="*/ 77 h 302526"/>
                <a:gd name="connsiteX6" fmla="*/ 19353 w 70035"/>
                <a:gd name="connsiteY6" fmla="*/ 59070 h 302526"/>
                <a:gd name="connsiteX7" fmla="*/ 335 w 70035"/>
                <a:gd name="connsiteY7" fmla="*/ 151341 h 302526"/>
                <a:gd name="connsiteX8" fmla="*/ 20259 w 70035"/>
                <a:gd name="connsiteY8" fmla="*/ 245729 h 302526"/>
                <a:gd name="connsiteX9" fmla="*/ 67352 w 70035"/>
                <a:gd name="connsiteY9" fmla="*/ 302604 h 302526"/>
                <a:gd name="connsiteX10" fmla="*/ 70371 w 70035"/>
                <a:gd name="connsiteY10" fmla="*/ 299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71" y="299579"/>
                  </a:moveTo>
                  <a:cubicBezTo>
                    <a:pt x="70371" y="298671"/>
                    <a:pt x="70371" y="298066"/>
                    <a:pt x="65239" y="292923"/>
                  </a:cubicBezTo>
                  <a:cubicBezTo>
                    <a:pt x="27504" y="254805"/>
                    <a:pt x="17844" y="197627"/>
                    <a:pt x="17844" y="151341"/>
                  </a:cubicBezTo>
                  <a:cubicBezTo>
                    <a:pt x="17844" y="98701"/>
                    <a:pt x="29315" y="46061"/>
                    <a:pt x="66446" y="8246"/>
                  </a:cubicBezTo>
                  <a:cubicBezTo>
                    <a:pt x="70371" y="4615"/>
                    <a:pt x="70371" y="4010"/>
                    <a:pt x="70371" y="3103"/>
                  </a:cubicBezTo>
                  <a:cubicBezTo>
                    <a:pt x="70371" y="985"/>
                    <a:pt x="69163" y="77"/>
                    <a:pt x="67352" y="77"/>
                  </a:cubicBezTo>
                  <a:cubicBezTo>
                    <a:pt x="64333" y="77"/>
                    <a:pt x="37164" y="20649"/>
                    <a:pt x="19353" y="59070"/>
                  </a:cubicBezTo>
                  <a:cubicBezTo>
                    <a:pt x="3957" y="92348"/>
                    <a:pt x="335" y="125928"/>
                    <a:pt x="335" y="151341"/>
                  </a:cubicBezTo>
                  <a:cubicBezTo>
                    <a:pt x="335" y="174938"/>
                    <a:pt x="3656" y="211543"/>
                    <a:pt x="20259" y="245729"/>
                  </a:cubicBezTo>
                  <a:cubicBezTo>
                    <a:pt x="38372" y="282940"/>
                    <a:pt x="64333" y="302604"/>
                    <a:pt x="67352" y="302604"/>
                  </a:cubicBezTo>
                  <a:cubicBezTo>
                    <a:pt x="69163" y="302604"/>
                    <a:pt x="70371" y="301696"/>
                    <a:pt x="70371" y="29957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B6ED3CBE-5DEE-92BB-40D9-86579A3EE4C2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2405033" y="5149102"/>
              <a:ext cx="143089" cy="136742"/>
            </a:xfrm>
            <a:custGeom>
              <a:avLst/>
              <a:gdLst>
                <a:gd name="connsiteX0" fmla="*/ 129844 w 143089"/>
                <a:gd name="connsiteY0" fmla="*/ 99912 h 136742"/>
                <a:gd name="connsiteX1" fmla="*/ 123202 w 143089"/>
                <a:gd name="connsiteY1" fmla="*/ 108080 h 136742"/>
                <a:gd name="connsiteX2" fmla="*/ 109316 w 143089"/>
                <a:gd name="connsiteY2" fmla="*/ 120181 h 136742"/>
                <a:gd name="connsiteX3" fmla="*/ 99958 w 143089"/>
                <a:gd name="connsiteY3" fmla="*/ 107778 h 136742"/>
                <a:gd name="connsiteX4" fmla="*/ 98750 w 143089"/>
                <a:gd name="connsiteY4" fmla="*/ 102635 h 136742"/>
                <a:gd name="connsiteX5" fmla="*/ 87883 w 143089"/>
                <a:gd name="connsiteY5" fmla="*/ 53625 h 136742"/>
                <a:gd name="connsiteX6" fmla="*/ 117467 w 143089"/>
                <a:gd name="connsiteY6" fmla="*/ 17019 h 136742"/>
                <a:gd name="connsiteX7" fmla="*/ 124712 w 143089"/>
                <a:gd name="connsiteY7" fmla="*/ 19440 h 136742"/>
                <a:gd name="connsiteX8" fmla="*/ 132863 w 143089"/>
                <a:gd name="connsiteY8" fmla="*/ 22162 h 136742"/>
                <a:gd name="connsiteX9" fmla="*/ 143428 w 143089"/>
                <a:gd name="connsiteY9" fmla="*/ 11271 h 136742"/>
                <a:gd name="connsiteX10" fmla="*/ 131051 w 143089"/>
                <a:gd name="connsiteY10" fmla="*/ 78 h 136742"/>
                <a:gd name="connsiteX11" fmla="*/ 85468 w 143089"/>
                <a:gd name="connsiteY11" fmla="*/ 43339 h 136742"/>
                <a:gd name="connsiteX12" fmla="*/ 82147 w 143089"/>
                <a:gd name="connsiteY12" fmla="*/ 26700 h 136742"/>
                <a:gd name="connsiteX13" fmla="*/ 66449 w 143089"/>
                <a:gd name="connsiteY13" fmla="*/ 78 h 136742"/>
                <a:gd name="connsiteX14" fmla="*/ 31130 w 143089"/>
                <a:gd name="connsiteY14" fmla="*/ 8851 h 136742"/>
                <a:gd name="connsiteX15" fmla="*/ 27809 w 143089"/>
                <a:gd name="connsiteY15" fmla="*/ 10061 h 136742"/>
                <a:gd name="connsiteX16" fmla="*/ 29017 w 143089"/>
                <a:gd name="connsiteY16" fmla="*/ 14599 h 136742"/>
                <a:gd name="connsiteX17" fmla="*/ 45922 w 143089"/>
                <a:gd name="connsiteY17" fmla="*/ 11271 h 136742"/>
                <a:gd name="connsiteX18" fmla="*/ 59506 w 143089"/>
                <a:gd name="connsiteY18" fmla="*/ 32146 h 136742"/>
                <a:gd name="connsiteX19" fmla="*/ 68261 w 143089"/>
                <a:gd name="connsiteY19" fmla="*/ 69357 h 136742"/>
                <a:gd name="connsiteX20" fmla="*/ 43507 w 143089"/>
                <a:gd name="connsiteY20" fmla="*/ 104752 h 136742"/>
                <a:gd name="connsiteX21" fmla="*/ 28111 w 143089"/>
                <a:gd name="connsiteY21" fmla="*/ 119274 h 136742"/>
                <a:gd name="connsiteX22" fmla="*/ 20262 w 143089"/>
                <a:gd name="connsiteY22" fmla="*/ 116551 h 136742"/>
                <a:gd name="connsiteX23" fmla="*/ 10602 w 143089"/>
                <a:gd name="connsiteY23" fmla="*/ 113526 h 136742"/>
                <a:gd name="connsiteX24" fmla="*/ 338 w 143089"/>
                <a:gd name="connsiteY24" fmla="*/ 124114 h 136742"/>
                <a:gd name="connsiteX25" fmla="*/ 15432 w 143089"/>
                <a:gd name="connsiteY25" fmla="*/ 136820 h 136742"/>
                <a:gd name="connsiteX26" fmla="*/ 43507 w 143089"/>
                <a:gd name="connsiteY26" fmla="*/ 115643 h 136742"/>
                <a:gd name="connsiteX27" fmla="*/ 70676 w 143089"/>
                <a:gd name="connsiteY27" fmla="*/ 80248 h 136742"/>
                <a:gd name="connsiteX28" fmla="*/ 79732 w 143089"/>
                <a:gd name="connsiteY28" fmla="*/ 116551 h 136742"/>
                <a:gd name="connsiteX29" fmla="*/ 97241 w 143089"/>
                <a:gd name="connsiteY29" fmla="*/ 136820 h 136742"/>
                <a:gd name="connsiteX30" fmla="*/ 134070 w 143089"/>
                <a:gd name="connsiteY30" fmla="*/ 102332 h 136742"/>
                <a:gd name="connsiteX31" fmla="*/ 129844 w 143089"/>
                <a:gd name="connsiteY31" fmla="*/ 9991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844" y="99912"/>
                  </a:moveTo>
                  <a:cubicBezTo>
                    <a:pt x="127429" y="102635"/>
                    <a:pt x="125919" y="104450"/>
                    <a:pt x="123202" y="108080"/>
                  </a:cubicBezTo>
                  <a:cubicBezTo>
                    <a:pt x="116259" y="117156"/>
                    <a:pt x="112637" y="120181"/>
                    <a:pt x="109316" y="120181"/>
                  </a:cubicBezTo>
                  <a:cubicBezTo>
                    <a:pt x="104788" y="120181"/>
                    <a:pt x="102071" y="116248"/>
                    <a:pt x="99958" y="107778"/>
                  </a:cubicBezTo>
                  <a:cubicBezTo>
                    <a:pt x="99354" y="105357"/>
                    <a:pt x="99052" y="103542"/>
                    <a:pt x="98750" y="102635"/>
                  </a:cubicBezTo>
                  <a:cubicBezTo>
                    <a:pt x="91203" y="72079"/>
                    <a:pt x="87883" y="58163"/>
                    <a:pt x="87883" y="53625"/>
                  </a:cubicBezTo>
                  <a:cubicBezTo>
                    <a:pt x="101165" y="30331"/>
                    <a:pt x="112033" y="17019"/>
                    <a:pt x="117467" y="17019"/>
                  </a:cubicBezTo>
                  <a:cubicBezTo>
                    <a:pt x="119278" y="17019"/>
                    <a:pt x="121693" y="17927"/>
                    <a:pt x="124712" y="19440"/>
                  </a:cubicBezTo>
                  <a:cubicBezTo>
                    <a:pt x="128334" y="21557"/>
                    <a:pt x="130448" y="22162"/>
                    <a:pt x="132863" y="22162"/>
                  </a:cubicBezTo>
                  <a:cubicBezTo>
                    <a:pt x="139202" y="22162"/>
                    <a:pt x="143428" y="17625"/>
                    <a:pt x="143428" y="11271"/>
                  </a:cubicBezTo>
                  <a:cubicBezTo>
                    <a:pt x="143428" y="4918"/>
                    <a:pt x="138296" y="78"/>
                    <a:pt x="131051" y="78"/>
                  </a:cubicBezTo>
                  <a:cubicBezTo>
                    <a:pt x="117769" y="78"/>
                    <a:pt x="106297" y="10969"/>
                    <a:pt x="85468" y="43339"/>
                  </a:cubicBezTo>
                  <a:lnTo>
                    <a:pt x="82147" y="26700"/>
                  </a:lnTo>
                  <a:cubicBezTo>
                    <a:pt x="77921" y="6128"/>
                    <a:pt x="74600" y="78"/>
                    <a:pt x="66449" y="78"/>
                  </a:cubicBezTo>
                  <a:cubicBezTo>
                    <a:pt x="59808" y="78"/>
                    <a:pt x="49544" y="2801"/>
                    <a:pt x="31130" y="8851"/>
                  </a:cubicBezTo>
                  <a:lnTo>
                    <a:pt x="27809" y="10061"/>
                  </a:lnTo>
                  <a:lnTo>
                    <a:pt x="29017" y="14599"/>
                  </a:lnTo>
                  <a:cubicBezTo>
                    <a:pt x="40488" y="11877"/>
                    <a:pt x="43205" y="11271"/>
                    <a:pt x="45922" y="11271"/>
                  </a:cubicBezTo>
                  <a:cubicBezTo>
                    <a:pt x="53469" y="11271"/>
                    <a:pt x="55280" y="13994"/>
                    <a:pt x="59506" y="32146"/>
                  </a:cubicBezTo>
                  <a:lnTo>
                    <a:pt x="68261" y="69357"/>
                  </a:lnTo>
                  <a:lnTo>
                    <a:pt x="43507" y="104752"/>
                  </a:lnTo>
                  <a:cubicBezTo>
                    <a:pt x="37469" y="113828"/>
                    <a:pt x="31432" y="119274"/>
                    <a:pt x="28111" y="119274"/>
                  </a:cubicBezTo>
                  <a:cubicBezTo>
                    <a:pt x="26300" y="119274"/>
                    <a:pt x="23281" y="118366"/>
                    <a:pt x="20262" y="116551"/>
                  </a:cubicBezTo>
                  <a:cubicBezTo>
                    <a:pt x="16338" y="114433"/>
                    <a:pt x="13017" y="113526"/>
                    <a:pt x="10602" y="113526"/>
                  </a:cubicBezTo>
                  <a:cubicBezTo>
                    <a:pt x="4866" y="113526"/>
                    <a:pt x="338" y="118063"/>
                    <a:pt x="338" y="124114"/>
                  </a:cubicBezTo>
                  <a:cubicBezTo>
                    <a:pt x="338" y="131980"/>
                    <a:pt x="6376" y="136820"/>
                    <a:pt x="15432" y="136820"/>
                  </a:cubicBezTo>
                  <a:cubicBezTo>
                    <a:pt x="24790" y="136820"/>
                    <a:pt x="28413" y="134097"/>
                    <a:pt x="43507" y="115643"/>
                  </a:cubicBezTo>
                  <a:cubicBezTo>
                    <a:pt x="51657" y="105962"/>
                    <a:pt x="57997" y="97794"/>
                    <a:pt x="70676" y="80248"/>
                  </a:cubicBezTo>
                  <a:lnTo>
                    <a:pt x="79732" y="116551"/>
                  </a:lnTo>
                  <a:cubicBezTo>
                    <a:pt x="83657" y="131980"/>
                    <a:pt x="87581" y="136820"/>
                    <a:pt x="97241" y="136820"/>
                  </a:cubicBezTo>
                  <a:cubicBezTo>
                    <a:pt x="108712" y="136820"/>
                    <a:pt x="116561" y="129559"/>
                    <a:pt x="134070" y="102332"/>
                  </a:cubicBezTo>
                  <a:lnTo>
                    <a:pt x="129844" y="9991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C6F896F5-3A41-CFA2-0D05-7E824A95AC73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2572515" y="5177052"/>
              <a:ext cx="63219" cy="151335"/>
            </a:xfrm>
            <a:custGeom>
              <a:avLst/>
              <a:gdLst>
                <a:gd name="connsiteX0" fmla="*/ 40552 w 63219"/>
                <a:gd name="connsiteY0" fmla="*/ 80 h 151335"/>
                <a:gd name="connsiteX1" fmla="*/ 342 w 63219"/>
                <a:gd name="connsiteY1" fmla="*/ 20452 h 151335"/>
                <a:gd name="connsiteX2" fmla="*/ 342 w 63219"/>
                <a:gd name="connsiteY2" fmla="*/ 23587 h 151335"/>
                <a:gd name="connsiteX3" fmla="*/ 6374 w 63219"/>
                <a:gd name="connsiteY3" fmla="*/ 21124 h 151335"/>
                <a:gd name="connsiteX4" fmla="*/ 16426 w 63219"/>
                <a:gd name="connsiteY4" fmla="*/ 18662 h 151335"/>
                <a:gd name="connsiteX5" fmla="*/ 23128 w 63219"/>
                <a:gd name="connsiteY5" fmla="*/ 29183 h 151335"/>
                <a:gd name="connsiteX6" fmla="*/ 23128 w 63219"/>
                <a:gd name="connsiteY6" fmla="*/ 130596 h 151335"/>
                <a:gd name="connsiteX7" fmla="*/ 17766 w 63219"/>
                <a:gd name="connsiteY7" fmla="*/ 145148 h 151335"/>
                <a:gd name="connsiteX8" fmla="*/ 1906 w 63219"/>
                <a:gd name="connsiteY8" fmla="*/ 148058 h 151335"/>
                <a:gd name="connsiteX9" fmla="*/ 1906 w 63219"/>
                <a:gd name="connsiteY9" fmla="*/ 151416 h 151335"/>
                <a:gd name="connsiteX10" fmla="*/ 63561 w 63219"/>
                <a:gd name="connsiteY10" fmla="*/ 151416 h 151335"/>
                <a:gd name="connsiteX11" fmla="*/ 63561 w 63219"/>
                <a:gd name="connsiteY11" fmla="*/ 148058 h 151335"/>
                <a:gd name="connsiteX12" fmla="*/ 42339 w 63219"/>
                <a:gd name="connsiteY12" fmla="*/ 134850 h 151335"/>
                <a:gd name="connsiteX13" fmla="*/ 42339 w 63219"/>
                <a:gd name="connsiteY13" fmla="*/ 528 h 151335"/>
                <a:gd name="connsiteX14" fmla="*/ 40552 w 63219"/>
                <a:gd name="connsiteY14" fmla="*/ 80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552" y="80"/>
                  </a:moveTo>
                  <a:lnTo>
                    <a:pt x="342" y="20452"/>
                  </a:lnTo>
                  <a:lnTo>
                    <a:pt x="342" y="23587"/>
                  </a:lnTo>
                  <a:cubicBezTo>
                    <a:pt x="3023" y="22467"/>
                    <a:pt x="5480" y="21572"/>
                    <a:pt x="6374" y="21124"/>
                  </a:cubicBezTo>
                  <a:cubicBezTo>
                    <a:pt x="10395" y="19557"/>
                    <a:pt x="14192" y="18662"/>
                    <a:pt x="16426" y="18662"/>
                  </a:cubicBezTo>
                  <a:cubicBezTo>
                    <a:pt x="21117" y="18662"/>
                    <a:pt x="23128" y="22020"/>
                    <a:pt x="23128" y="29183"/>
                  </a:cubicBezTo>
                  <a:lnTo>
                    <a:pt x="23128" y="130596"/>
                  </a:lnTo>
                  <a:cubicBezTo>
                    <a:pt x="23128" y="137984"/>
                    <a:pt x="21341" y="143133"/>
                    <a:pt x="17766" y="145148"/>
                  </a:cubicBezTo>
                  <a:cubicBezTo>
                    <a:pt x="14416" y="147163"/>
                    <a:pt x="11288" y="147834"/>
                    <a:pt x="1906" y="148058"/>
                  </a:cubicBezTo>
                  <a:lnTo>
                    <a:pt x="1906" y="151416"/>
                  </a:lnTo>
                  <a:lnTo>
                    <a:pt x="63561" y="151416"/>
                  </a:lnTo>
                  <a:lnTo>
                    <a:pt x="63561" y="148058"/>
                  </a:lnTo>
                  <a:cubicBezTo>
                    <a:pt x="45913" y="147834"/>
                    <a:pt x="42339" y="145596"/>
                    <a:pt x="42339" y="134850"/>
                  </a:cubicBezTo>
                  <a:lnTo>
                    <a:pt x="42339" y="528"/>
                  </a:lnTo>
                  <a:lnTo>
                    <a:pt x="40552" y="8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D51BCC9F-6740-84E3-E0B5-99B24913B637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2692190" y="5055621"/>
              <a:ext cx="70035" cy="302526"/>
            </a:xfrm>
            <a:custGeom>
              <a:avLst/>
              <a:gdLst>
                <a:gd name="connsiteX0" fmla="*/ 70383 w 70035"/>
                <a:gd name="connsiteY0" fmla="*/ 151341 h 302526"/>
                <a:gd name="connsiteX1" fmla="*/ 50459 w 70035"/>
                <a:gd name="connsiteY1" fmla="*/ 56952 h 302526"/>
                <a:gd name="connsiteX2" fmla="*/ 3366 w 70035"/>
                <a:gd name="connsiteY2" fmla="*/ 77 h 302526"/>
                <a:gd name="connsiteX3" fmla="*/ 347 w 70035"/>
                <a:gd name="connsiteY3" fmla="*/ 3103 h 302526"/>
                <a:gd name="connsiteX4" fmla="*/ 6083 w 70035"/>
                <a:gd name="connsiteY4" fmla="*/ 10061 h 302526"/>
                <a:gd name="connsiteX5" fmla="*/ 52874 w 70035"/>
                <a:gd name="connsiteY5" fmla="*/ 151341 h 302526"/>
                <a:gd name="connsiteX6" fmla="*/ 4272 w 70035"/>
                <a:gd name="connsiteY6" fmla="*/ 294436 h 302526"/>
                <a:gd name="connsiteX7" fmla="*/ 347 w 70035"/>
                <a:gd name="connsiteY7" fmla="*/ 299579 h 302526"/>
                <a:gd name="connsiteX8" fmla="*/ 3366 w 70035"/>
                <a:gd name="connsiteY8" fmla="*/ 302604 h 302526"/>
                <a:gd name="connsiteX9" fmla="*/ 51365 w 70035"/>
                <a:gd name="connsiteY9" fmla="*/ 243611 h 302526"/>
                <a:gd name="connsiteX10" fmla="*/ 70383 w 70035"/>
                <a:gd name="connsiteY10" fmla="*/ 15134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383" y="151341"/>
                  </a:moveTo>
                  <a:cubicBezTo>
                    <a:pt x="70383" y="127744"/>
                    <a:pt x="67062" y="91138"/>
                    <a:pt x="50459" y="56952"/>
                  </a:cubicBezTo>
                  <a:cubicBezTo>
                    <a:pt x="32346" y="19742"/>
                    <a:pt x="6385" y="77"/>
                    <a:pt x="3366" y="77"/>
                  </a:cubicBezTo>
                  <a:cubicBezTo>
                    <a:pt x="1555" y="77"/>
                    <a:pt x="347" y="1287"/>
                    <a:pt x="347" y="3103"/>
                  </a:cubicBezTo>
                  <a:cubicBezTo>
                    <a:pt x="347" y="4010"/>
                    <a:pt x="347" y="4615"/>
                    <a:pt x="6083" y="10061"/>
                  </a:cubicBezTo>
                  <a:cubicBezTo>
                    <a:pt x="35667" y="40011"/>
                    <a:pt x="52874" y="88113"/>
                    <a:pt x="52874" y="151341"/>
                  </a:cubicBezTo>
                  <a:cubicBezTo>
                    <a:pt x="52874" y="203073"/>
                    <a:pt x="41705" y="256317"/>
                    <a:pt x="4272" y="294436"/>
                  </a:cubicBezTo>
                  <a:cubicBezTo>
                    <a:pt x="347" y="298066"/>
                    <a:pt x="347" y="298671"/>
                    <a:pt x="347" y="299579"/>
                  </a:cubicBezTo>
                  <a:cubicBezTo>
                    <a:pt x="347" y="301394"/>
                    <a:pt x="1555" y="302604"/>
                    <a:pt x="3366" y="302604"/>
                  </a:cubicBezTo>
                  <a:cubicBezTo>
                    <a:pt x="6385" y="302604"/>
                    <a:pt x="33554" y="282032"/>
                    <a:pt x="51365" y="243611"/>
                  </a:cubicBezTo>
                  <a:cubicBezTo>
                    <a:pt x="66760" y="210333"/>
                    <a:pt x="70383" y="176753"/>
                    <a:pt x="70383" y="15134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5470BFF6-66F5-05F2-BF1E-D8BD6FEB19A1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361377" y="5945156"/>
              <a:ext cx="200748" cy="201482"/>
            </a:xfrm>
            <a:custGeom>
              <a:avLst/>
              <a:gdLst>
                <a:gd name="connsiteX0" fmla="*/ 106703 w 200748"/>
                <a:gd name="connsiteY0" fmla="*/ 106897 h 201482"/>
                <a:gd name="connsiteX1" fmla="*/ 190926 w 200748"/>
                <a:gd name="connsiteY1" fmla="*/ 106897 h 201482"/>
                <a:gd name="connsiteX2" fmla="*/ 200888 w 200748"/>
                <a:gd name="connsiteY2" fmla="*/ 100846 h 201482"/>
                <a:gd name="connsiteX3" fmla="*/ 190926 w 200748"/>
                <a:gd name="connsiteY3" fmla="*/ 94796 h 201482"/>
                <a:gd name="connsiteX4" fmla="*/ 106703 w 200748"/>
                <a:gd name="connsiteY4" fmla="*/ 94796 h 201482"/>
                <a:gd name="connsiteX5" fmla="*/ 106703 w 200748"/>
                <a:gd name="connsiteY5" fmla="*/ 10088 h 201482"/>
                <a:gd name="connsiteX6" fmla="*/ 100665 w 200748"/>
                <a:gd name="connsiteY6" fmla="*/ 105 h 201482"/>
                <a:gd name="connsiteX7" fmla="*/ 94627 w 200748"/>
                <a:gd name="connsiteY7" fmla="*/ 10088 h 201482"/>
                <a:gd name="connsiteX8" fmla="*/ 94627 w 200748"/>
                <a:gd name="connsiteY8" fmla="*/ 94796 h 201482"/>
                <a:gd name="connsiteX9" fmla="*/ 10102 w 200748"/>
                <a:gd name="connsiteY9" fmla="*/ 94796 h 201482"/>
                <a:gd name="connsiteX10" fmla="*/ 140 w 200748"/>
                <a:gd name="connsiteY10" fmla="*/ 100846 h 201482"/>
                <a:gd name="connsiteX11" fmla="*/ 10102 w 200748"/>
                <a:gd name="connsiteY11" fmla="*/ 106897 h 201482"/>
                <a:gd name="connsiteX12" fmla="*/ 94627 w 200748"/>
                <a:gd name="connsiteY12" fmla="*/ 106897 h 201482"/>
                <a:gd name="connsiteX13" fmla="*/ 94627 w 200748"/>
                <a:gd name="connsiteY13" fmla="*/ 191604 h 201482"/>
                <a:gd name="connsiteX14" fmla="*/ 100665 w 200748"/>
                <a:gd name="connsiteY14" fmla="*/ 201588 h 201482"/>
                <a:gd name="connsiteX15" fmla="*/ 106703 w 200748"/>
                <a:gd name="connsiteY15" fmla="*/ 191604 h 201482"/>
                <a:gd name="connsiteX16" fmla="*/ 106703 w 200748"/>
                <a:gd name="connsiteY16" fmla="*/ 106897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748" h="201482">
                  <a:moveTo>
                    <a:pt x="106703" y="106897"/>
                  </a:moveTo>
                  <a:lnTo>
                    <a:pt x="190926" y="106897"/>
                  </a:lnTo>
                  <a:cubicBezTo>
                    <a:pt x="195153" y="106897"/>
                    <a:pt x="200888" y="106897"/>
                    <a:pt x="200888" y="100846"/>
                  </a:cubicBezTo>
                  <a:cubicBezTo>
                    <a:pt x="200888" y="94796"/>
                    <a:pt x="195153" y="94796"/>
                    <a:pt x="190926" y="94796"/>
                  </a:cubicBezTo>
                  <a:lnTo>
                    <a:pt x="106703" y="94796"/>
                  </a:lnTo>
                  <a:lnTo>
                    <a:pt x="106703" y="10088"/>
                  </a:lnTo>
                  <a:cubicBezTo>
                    <a:pt x="106703" y="5853"/>
                    <a:pt x="106703" y="105"/>
                    <a:pt x="100665" y="105"/>
                  </a:cubicBezTo>
                  <a:cubicBezTo>
                    <a:pt x="94627" y="105"/>
                    <a:pt x="94627" y="5853"/>
                    <a:pt x="94627" y="10088"/>
                  </a:cubicBezTo>
                  <a:lnTo>
                    <a:pt x="94627" y="94796"/>
                  </a:lnTo>
                  <a:lnTo>
                    <a:pt x="10102" y="94796"/>
                  </a:lnTo>
                  <a:cubicBezTo>
                    <a:pt x="5875" y="94796"/>
                    <a:pt x="140" y="94796"/>
                    <a:pt x="140" y="100846"/>
                  </a:cubicBezTo>
                  <a:cubicBezTo>
                    <a:pt x="140" y="106897"/>
                    <a:pt x="5875" y="106897"/>
                    <a:pt x="10102" y="106897"/>
                  </a:cubicBezTo>
                  <a:lnTo>
                    <a:pt x="94627" y="106897"/>
                  </a:lnTo>
                  <a:lnTo>
                    <a:pt x="94627" y="191604"/>
                  </a:lnTo>
                  <a:cubicBezTo>
                    <a:pt x="94627" y="195840"/>
                    <a:pt x="94627" y="201588"/>
                    <a:pt x="100665" y="201588"/>
                  </a:cubicBezTo>
                  <a:cubicBezTo>
                    <a:pt x="106703" y="201588"/>
                    <a:pt x="106703" y="195840"/>
                    <a:pt x="106703" y="191604"/>
                  </a:cubicBezTo>
                  <a:lnTo>
                    <a:pt x="106703" y="10689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A557AC-93B6-8B92-BCB9-491863F76C12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6814596" y="5689058"/>
              <a:ext cx="70035" cy="302526"/>
            </a:xfrm>
            <a:custGeom>
              <a:avLst/>
              <a:gdLst>
                <a:gd name="connsiteX0" fmla="*/ 70189 w 70035"/>
                <a:gd name="connsiteY0" fmla="*/ 299600 h 302526"/>
                <a:gd name="connsiteX1" fmla="*/ 65057 w 70035"/>
                <a:gd name="connsiteY1" fmla="*/ 292944 h 302526"/>
                <a:gd name="connsiteX2" fmla="*/ 17663 w 70035"/>
                <a:gd name="connsiteY2" fmla="*/ 151361 h 302526"/>
                <a:gd name="connsiteX3" fmla="*/ 66265 w 70035"/>
                <a:gd name="connsiteY3" fmla="*/ 8266 h 302526"/>
                <a:gd name="connsiteX4" fmla="*/ 70189 w 70035"/>
                <a:gd name="connsiteY4" fmla="*/ 3123 h 302526"/>
                <a:gd name="connsiteX5" fmla="*/ 67171 w 70035"/>
                <a:gd name="connsiteY5" fmla="*/ 98 h 302526"/>
                <a:gd name="connsiteX6" fmla="*/ 19172 w 70035"/>
                <a:gd name="connsiteY6" fmla="*/ 59091 h 302526"/>
                <a:gd name="connsiteX7" fmla="*/ 154 w 70035"/>
                <a:gd name="connsiteY7" fmla="*/ 151361 h 302526"/>
                <a:gd name="connsiteX8" fmla="*/ 20078 w 70035"/>
                <a:gd name="connsiteY8" fmla="*/ 245750 h 302526"/>
                <a:gd name="connsiteX9" fmla="*/ 67171 w 70035"/>
                <a:gd name="connsiteY9" fmla="*/ 302625 h 302526"/>
                <a:gd name="connsiteX10" fmla="*/ 70189 w 70035"/>
                <a:gd name="connsiteY10" fmla="*/ 29960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189" y="299600"/>
                  </a:moveTo>
                  <a:cubicBezTo>
                    <a:pt x="70189" y="298692"/>
                    <a:pt x="70189" y="298087"/>
                    <a:pt x="65057" y="292944"/>
                  </a:cubicBezTo>
                  <a:cubicBezTo>
                    <a:pt x="27323" y="254826"/>
                    <a:pt x="17663" y="197648"/>
                    <a:pt x="17663" y="151361"/>
                  </a:cubicBezTo>
                  <a:cubicBezTo>
                    <a:pt x="17663" y="98722"/>
                    <a:pt x="29134" y="46082"/>
                    <a:pt x="66265" y="8266"/>
                  </a:cubicBezTo>
                  <a:cubicBezTo>
                    <a:pt x="70189" y="4636"/>
                    <a:pt x="70189" y="4031"/>
                    <a:pt x="70189" y="3123"/>
                  </a:cubicBezTo>
                  <a:cubicBezTo>
                    <a:pt x="70189" y="1006"/>
                    <a:pt x="68982" y="98"/>
                    <a:pt x="67171" y="98"/>
                  </a:cubicBezTo>
                  <a:cubicBezTo>
                    <a:pt x="64152" y="98"/>
                    <a:pt x="36983" y="20670"/>
                    <a:pt x="19172" y="59091"/>
                  </a:cubicBezTo>
                  <a:cubicBezTo>
                    <a:pt x="3776" y="92369"/>
                    <a:pt x="154" y="125949"/>
                    <a:pt x="154" y="151361"/>
                  </a:cubicBezTo>
                  <a:cubicBezTo>
                    <a:pt x="154" y="174959"/>
                    <a:pt x="3474" y="211564"/>
                    <a:pt x="20078" y="245750"/>
                  </a:cubicBezTo>
                  <a:cubicBezTo>
                    <a:pt x="38190" y="282961"/>
                    <a:pt x="64152" y="302625"/>
                    <a:pt x="67171" y="302625"/>
                  </a:cubicBezTo>
                  <a:cubicBezTo>
                    <a:pt x="68982" y="302625"/>
                    <a:pt x="70189" y="301717"/>
                    <a:pt x="70189" y="29960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CEA907AB-D0E6-6139-3BD5-CF79A5374C9C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894124" y="5782539"/>
              <a:ext cx="143089" cy="136742"/>
            </a:xfrm>
            <a:custGeom>
              <a:avLst/>
              <a:gdLst>
                <a:gd name="connsiteX0" fmla="*/ 129663 w 143089"/>
                <a:gd name="connsiteY0" fmla="*/ 99933 h 136742"/>
                <a:gd name="connsiteX1" fmla="*/ 123021 w 143089"/>
                <a:gd name="connsiteY1" fmla="*/ 108101 h 136742"/>
                <a:gd name="connsiteX2" fmla="*/ 109135 w 143089"/>
                <a:gd name="connsiteY2" fmla="*/ 120202 h 136742"/>
                <a:gd name="connsiteX3" fmla="*/ 99777 w 143089"/>
                <a:gd name="connsiteY3" fmla="*/ 107798 h 136742"/>
                <a:gd name="connsiteX4" fmla="*/ 98569 w 143089"/>
                <a:gd name="connsiteY4" fmla="*/ 102655 h 136742"/>
                <a:gd name="connsiteX5" fmla="*/ 87702 w 143089"/>
                <a:gd name="connsiteY5" fmla="*/ 53646 h 136742"/>
                <a:gd name="connsiteX6" fmla="*/ 117286 w 143089"/>
                <a:gd name="connsiteY6" fmla="*/ 17040 h 136742"/>
                <a:gd name="connsiteX7" fmla="*/ 124531 w 143089"/>
                <a:gd name="connsiteY7" fmla="*/ 19460 h 136742"/>
                <a:gd name="connsiteX8" fmla="*/ 132681 w 143089"/>
                <a:gd name="connsiteY8" fmla="*/ 22183 h 136742"/>
                <a:gd name="connsiteX9" fmla="*/ 143247 w 143089"/>
                <a:gd name="connsiteY9" fmla="*/ 11292 h 136742"/>
                <a:gd name="connsiteX10" fmla="*/ 130870 w 143089"/>
                <a:gd name="connsiteY10" fmla="*/ 99 h 136742"/>
                <a:gd name="connsiteX11" fmla="*/ 85287 w 143089"/>
                <a:gd name="connsiteY11" fmla="*/ 43360 h 136742"/>
                <a:gd name="connsiteX12" fmla="*/ 81966 w 143089"/>
                <a:gd name="connsiteY12" fmla="*/ 26721 h 136742"/>
                <a:gd name="connsiteX13" fmla="*/ 66268 w 143089"/>
                <a:gd name="connsiteY13" fmla="*/ 99 h 136742"/>
                <a:gd name="connsiteX14" fmla="*/ 30949 w 143089"/>
                <a:gd name="connsiteY14" fmla="*/ 8872 h 136742"/>
                <a:gd name="connsiteX15" fmla="*/ 27628 w 143089"/>
                <a:gd name="connsiteY15" fmla="*/ 10082 h 136742"/>
                <a:gd name="connsiteX16" fmla="*/ 28835 w 143089"/>
                <a:gd name="connsiteY16" fmla="*/ 14620 h 136742"/>
                <a:gd name="connsiteX17" fmla="*/ 45741 w 143089"/>
                <a:gd name="connsiteY17" fmla="*/ 11292 h 136742"/>
                <a:gd name="connsiteX18" fmla="*/ 59325 w 143089"/>
                <a:gd name="connsiteY18" fmla="*/ 32167 h 136742"/>
                <a:gd name="connsiteX19" fmla="*/ 68080 w 143089"/>
                <a:gd name="connsiteY19" fmla="*/ 69377 h 136742"/>
                <a:gd name="connsiteX20" fmla="*/ 43326 w 143089"/>
                <a:gd name="connsiteY20" fmla="*/ 104773 h 136742"/>
                <a:gd name="connsiteX21" fmla="*/ 27930 w 143089"/>
                <a:gd name="connsiteY21" fmla="*/ 119294 h 136742"/>
                <a:gd name="connsiteX22" fmla="*/ 20081 w 143089"/>
                <a:gd name="connsiteY22" fmla="*/ 116572 h 136742"/>
                <a:gd name="connsiteX23" fmla="*/ 10421 w 143089"/>
                <a:gd name="connsiteY23" fmla="*/ 113546 h 136742"/>
                <a:gd name="connsiteX24" fmla="*/ 157 w 143089"/>
                <a:gd name="connsiteY24" fmla="*/ 124135 h 136742"/>
                <a:gd name="connsiteX25" fmla="*/ 15251 w 143089"/>
                <a:gd name="connsiteY25" fmla="*/ 136841 h 136742"/>
                <a:gd name="connsiteX26" fmla="*/ 43326 w 143089"/>
                <a:gd name="connsiteY26" fmla="*/ 115664 h 136742"/>
                <a:gd name="connsiteX27" fmla="*/ 70495 w 143089"/>
                <a:gd name="connsiteY27" fmla="*/ 80268 h 136742"/>
                <a:gd name="connsiteX28" fmla="*/ 79551 w 143089"/>
                <a:gd name="connsiteY28" fmla="*/ 116572 h 136742"/>
                <a:gd name="connsiteX29" fmla="*/ 97060 w 143089"/>
                <a:gd name="connsiteY29" fmla="*/ 136841 h 136742"/>
                <a:gd name="connsiteX30" fmla="*/ 133889 w 143089"/>
                <a:gd name="connsiteY30" fmla="*/ 102353 h 136742"/>
                <a:gd name="connsiteX31" fmla="*/ 129663 w 143089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63" y="99933"/>
                  </a:moveTo>
                  <a:cubicBezTo>
                    <a:pt x="127248" y="102655"/>
                    <a:pt x="125738" y="104471"/>
                    <a:pt x="123021" y="108101"/>
                  </a:cubicBezTo>
                  <a:cubicBezTo>
                    <a:pt x="116078" y="117177"/>
                    <a:pt x="112456" y="120202"/>
                    <a:pt x="109135" y="120202"/>
                  </a:cubicBezTo>
                  <a:cubicBezTo>
                    <a:pt x="104607" y="120202"/>
                    <a:pt x="101890" y="116269"/>
                    <a:pt x="99777" y="107798"/>
                  </a:cubicBezTo>
                  <a:cubicBezTo>
                    <a:pt x="99173" y="105378"/>
                    <a:pt x="98871" y="103563"/>
                    <a:pt x="98569" y="102655"/>
                  </a:cubicBezTo>
                  <a:cubicBezTo>
                    <a:pt x="91022" y="72100"/>
                    <a:pt x="87702" y="58184"/>
                    <a:pt x="87702" y="53646"/>
                  </a:cubicBezTo>
                  <a:cubicBezTo>
                    <a:pt x="100984" y="30351"/>
                    <a:pt x="111852" y="17040"/>
                    <a:pt x="117286" y="17040"/>
                  </a:cubicBezTo>
                  <a:cubicBezTo>
                    <a:pt x="119097" y="17040"/>
                    <a:pt x="121512" y="17948"/>
                    <a:pt x="124531" y="19460"/>
                  </a:cubicBezTo>
                  <a:cubicBezTo>
                    <a:pt x="128153" y="21578"/>
                    <a:pt x="130266" y="22183"/>
                    <a:pt x="132681" y="22183"/>
                  </a:cubicBezTo>
                  <a:cubicBezTo>
                    <a:pt x="139021" y="22183"/>
                    <a:pt x="143247" y="17645"/>
                    <a:pt x="143247" y="11292"/>
                  </a:cubicBezTo>
                  <a:cubicBezTo>
                    <a:pt x="143247" y="4939"/>
                    <a:pt x="138115" y="99"/>
                    <a:pt x="130870" y="99"/>
                  </a:cubicBezTo>
                  <a:cubicBezTo>
                    <a:pt x="117587" y="99"/>
                    <a:pt x="106116" y="10990"/>
                    <a:pt x="85287" y="43360"/>
                  </a:cubicBezTo>
                  <a:lnTo>
                    <a:pt x="81966" y="26721"/>
                  </a:lnTo>
                  <a:cubicBezTo>
                    <a:pt x="77740" y="6149"/>
                    <a:pt x="74419" y="99"/>
                    <a:pt x="66268" y="99"/>
                  </a:cubicBezTo>
                  <a:cubicBezTo>
                    <a:pt x="59627" y="99"/>
                    <a:pt x="49363" y="2822"/>
                    <a:pt x="30949" y="8872"/>
                  </a:cubicBezTo>
                  <a:lnTo>
                    <a:pt x="27628" y="10082"/>
                  </a:lnTo>
                  <a:lnTo>
                    <a:pt x="28835" y="14620"/>
                  </a:lnTo>
                  <a:cubicBezTo>
                    <a:pt x="40307" y="11897"/>
                    <a:pt x="43024" y="11292"/>
                    <a:pt x="45741" y="11292"/>
                  </a:cubicBezTo>
                  <a:cubicBezTo>
                    <a:pt x="53288" y="11292"/>
                    <a:pt x="55099" y="14015"/>
                    <a:pt x="59325" y="32167"/>
                  </a:cubicBezTo>
                  <a:lnTo>
                    <a:pt x="68080" y="69377"/>
                  </a:lnTo>
                  <a:lnTo>
                    <a:pt x="43326" y="104773"/>
                  </a:lnTo>
                  <a:cubicBezTo>
                    <a:pt x="37288" y="113849"/>
                    <a:pt x="31250" y="119294"/>
                    <a:pt x="27930" y="119294"/>
                  </a:cubicBezTo>
                  <a:cubicBezTo>
                    <a:pt x="26119" y="119294"/>
                    <a:pt x="23100" y="118387"/>
                    <a:pt x="20081" y="116572"/>
                  </a:cubicBezTo>
                  <a:cubicBezTo>
                    <a:pt x="16157" y="114454"/>
                    <a:pt x="12836" y="113546"/>
                    <a:pt x="10421" y="113546"/>
                  </a:cubicBezTo>
                  <a:cubicBezTo>
                    <a:pt x="4685" y="113546"/>
                    <a:pt x="157" y="118084"/>
                    <a:pt x="157" y="124135"/>
                  </a:cubicBezTo>
                  <a:cubicBezTo>
                    <a:pt x="157" y="132000"/>
                    <a:pt x="6195" y="136841"/>
                    <a:pt x="15251" y="136841"/>
                  </a:cubicBezTo>
                  <a:cubicBezTo>
                    <a:pt x="24609" y="136841"/>
                    <a:pt x="28232" y="134118"/>
                    <a:pt x="43326" y="115664"/>
                  </a:cubicBezTo>
                  <a:cubicBezTo>
                    <a:pt x="51476" y="105983"/>
                    <a:pt x="57816" y="97815"/>
                    <a:pt x="70495" y="80268"/>
                  </a:cubicBezTo>
                  <a:lnTo>
                    <a:pt x="79551" y="116572"/>
                  </a:lnTo>
                  <a:cubicBezTo>
                    <a:pt x="83475" y="132000"/>
                    <a:pt x="87400" y="136841"/>
                    <a:pt x="97060" y="136841"/>
                  </a:cubicBezTo>
                  <a:cubicBezTo>
                    <a:pt x="108531" y="136841"/>
                    <a:pt x="116380" y="129580"/>
                    <a:pt x="133889" y="102353"/>
                  </a:cubicBezTo>
                  <a:lnTo>
                    <a:pt x="129663" y="9993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FEC8B26-864B-7A1E-A0FF-9537BBFECDD2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7104855" y="5834271"/>
              <a:ext cx="184447" cy="12101"/>
            </a:xfrm>
            <a:custGeom>
              <a:avLst/>
              <a:gdLst>
                <a:gd name="connsiteX0" fmla="*/ 174044 w 184447"/>
                <a:gd name="connsiteY0" fmla="*/ 12200 h 12101"/>
                <a:gd name="connsiteX1" fmla="*/ 184610 w 184447"/>
                <a:gd name="connsiteY1" fmla="*/ 6149 h 12101"/>
                <a:gd name="connsiteX2" fmla="*/ 174044 w 184447"/>
                <a:gd name="connsiteY2" fmla="*/ 99 h 12101"/>
                <a:gd name="connsiteX3" fmla="*/ 10729 w 184447"/>
                <a:gd name="connsiteY3" fmla="*/ 99 h 12101"/>
                <a:gd name="connsiteX4" fmla="*/ 163 w 184447"/>
                <a:gd name="connsiteY4" fmla="*/ 6149 h 12101"/>
                <a:gd name="connsiteX5" fmla="*/ 10729 w 184447"/>
                <a:gd name="connsiteY5" fmla="*/ 12200 h 12101"/>
                <a:gd name="connsiteX6" fmla="*/ 174044 w 184447"/>
                <a:gd name="connsiteY6" fmla="*/ 1220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44" y="12200"/>
                  </a:moveTo>
                  <a:cubicBezTo>
                    <a:pt x="179176" y="12200"/>
                    <a:pt x="184610" y="12200"/>
                    <a:pt x="184610" y="6149"/>
                  </a:cubicBezTo>
                  <a:cubicBezTo>
                    <a:pt x="184610" y="99"/>
                    <a:pt x="179176" y="99"/>
                    <a:pt x="174044" y="99"/>
                  </a:cubicBezTo>
                  <a:lnTo>
                    <a:pt x="10729" y="99"/>
                  </a:lnTo>
                  <a:cubicBezTo>
                    <a:pt x="5597" y="99"/>
                    <a:pt x="163" y="99"/>
                    <a:pt x="163" y="6149"/>
                  </a:cubicBezTo>
                  <a:cubicBezTo>
                    <a:pt x="163" y="12200"/>
                    <a:pt x="5597" y="12200"/>
                    <a:pt x="10729" y="12200"/>
                  </a:cubicBezTo>
                  <a:lnTo>
                    <a:pt x="174044" y="1220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EF8215F-A7D3-F8AE-C8F6-62D3F55315FB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7349167" y="5782539"/>
              <a:ext cx="143089" cy="136742"/>
            </a:xfrm>
            <a:custGeom>
              <a:avLst/>
              <a:gdLst>
                <a:gd name="connsiteX0" fmla="*/ 129678 w 143089"/>
                <a:gd name="connsiteY0" fmla="*/ 99933 h 136742"/>
                <a:gd name="connsiteX1" fmla="*/ 123036 w 143089"/>
                <a:gd name="connsiteY1" fmla="*/ 108101 h 136742"/>
                <a:gd name="connsiteX2" fmla="*/ 109150 w 143089"/>
                <a:gd name="connsiteY2" fmla="*/ 120202 h 136742"/>
                <a:gd name="connsiteX3" fmla="*/ 99792 w 143089"/>
                <a:gd name="connsiteY3" fmla="*/ 107798 h 136742"/>
                <a:gd name="connsiteX4" fmla="*/ 98584 w 143089"/>
                <a:gd name="connsiteY4" fmla="*/ 102655 h 136742"/>
                <a:gd name="connsiteX5" fmla="*/ 87717 w 143089"/>
                <a:gd name="connsiteY5" fmla="*/ 53646 h 136742"/>
                <a:gd name="connsiteX6" fmla="*/ 117301 w 143089"/>
                <a:gd name="connsiteY6" fmla="*/ 17040 h 136742"/>
                <a:gd name="connsiteX7" fmla="*/ 124546 w 143089"/>
                <a:gd name="connsiteY7" fmla="*/ 19460 h 136742"/>
                <a:gd name="connsiteX8" fmla="*/ 132696 w 143089"/>
                <a:gd name="connsiteY8" fmla="*/ 22183 h 136742"/>
                <a:gd name="connsiteX9" fmla="*/ 143262 w 143089"/>
                <a:gd name="connsiteY9" fmla="*/ 11292 h 136742"/>
                <a:gd name="connsiteX10" fmla="*/ 130885 w 143089"/>
                <a:gd name="connsiteY10" fmla="*/ 99 h 136742"/>
                <a:gd name="connsiteX11" fmla="*/ 85302 w 143089"/>
                <a:gd name="connsiteY11" fmla="*/ 43360 h 136742"/>
                <a:gd name="connsiteX12" fmla="*/ 81981 w 143089"/>
                <a:gd name="connsiteY12" fmla="*/ 26721 h 136742"/>
                <a:gd name="connsiteX13" fmla="*/ 66283 w 143089"/>
                <a:gd name="connsiteY13" fmla="*/ 99 h 136742"/>
                <a:gd name="connsiteX14" fmla="*/ 30964 w 143089"/>
                <a:gd name="connsiteY14" fmla="*/ 8872 h 136742"/>
                <a:gd name="connsiteX15" fmla="*/ 27643 w 143089"/>
                <a:gd name="connsiteY15" fmla="*/ 10082 h 136742"/>
                <a:gd name="connsiteX16" fmla="*/ 28850 w 143089"/>
                <a:gd name="connsiteY16" fmla="*/ 14620 h 136742"/>
                <a:gd name="connsiteX17" fmla="*/ 45756 w 143089"/>
                <a:gd name="connsiteY17" fmla="*/ 11292 h 136742"/>
                <a:gd name="connsiteX18" fmla="*/ 59340 w 143089"/>
                <a:gd name="connsiteY18" fmla="*/ 32167 h 136742"/>
                <a:gd name="connsiteX19" fmla="*/ 68095 w 143089"/>
                <a:gd name="connsiteY19" fmla="*/ 69377 h 136742"/>
                <a:gd name="connsiteX20" fmla="*/ 43341 w 143089"/>
                <a:gd name="connsiteY20" fmla="*/ 104773 h 136742"/>
                <a:gd name="connsiteX21" fmla="*/ 27945 w 143089"/>
                <a:gd name="connsiteY21" fmla="*/ 119294 h 136742"/>
                <a:gd name="connsiteX22" fmla="*/ 20096 w 143089"/>
                <a:gd name="connsiteY22" fmla="*/ 116572 h 136742"/>
                <a:gd name="connsiteX23" fmla="*/ 10436 w 143089"/>
                <a:gd name="connsiteY23" fmla="*/ 113546 h 136742"/>
                <a:gd name="connsiteX24" fmla="*/ 172 w 143089"/>
                <a:gd name="connsiteY24" fmla="*/ 124135 h 136742"/>
                <a:gd name="connsiteX25" fmla="*/ 15266 w 143089"/>
                <a:gd name="connsiteY25" fmla="*/ 136841 h 136742"/>
                <a:gd name="connsiteX26" fmla="*/ 43341 w 143089"/>
                <a:gd name="connsiteY26" fmla="*/ 115664 h 136742"/>
                <a:gd name="connsiteX27" fmla="*/ 70510 w 143089"/>
                <a:gd name="connsiteY27" fmla="*/ 80268 h 136742"/>
                <a:gd name="connsiteX28" fmla="*/ 79566 w 143089"/>
                <a:gd name="connsiteY28" fmla="*/ 116572 h 136742"/>
                <a:gd name="connsiteX29" fmla="*/ 97075 w 143089"/>
                <a:gd name="connsiteY29" fmla="*/ 136841 h 136742"/>
                <a:gd name="connsiteX30" fmla="*/ 133904 w 143089"/>
                <a:gd name="connsiteY30" fmla="*/ 102353 h 136742"/>
                <a:gd name="connsiteX31" fmla="*/ 129678 w 143089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78" y="99933"/>
                  </a:moveTo>
                  <a:cubicBezTo>
                    <a:pt x="127263" y="102655"/>
                    <a:pt x="125753" y="104471"/>
                    <a:pt x="123036" y="108101"/>
                  </a:cubicBezTo>
                  <a:cubicBezTo>
                    <a:pt x="116093" y="117177"/>
                    <a:pt x="112471" y="120202"/>
                    <a:pt x="109150" y="120202"/>
                  </a:cubicBezTo>
                  <a:cubicBezTo>
                    <a:pt x="104622" y="120202"/>
                    <a:pt x="101905" y="116269"/>
                    <a:pt x="99792" y="107798"/>
                  </a:cubicBezTo>
                  <a:cubicBezTo>
                    <a:pt x="99188" y="105378"/>
                    <a:pt x="98886" y="103563"/>
                    <a:pt x="98584" y="102655"/>
                  </a:cubicBezTo>
                  <a:cubicBezTo>
                    <a:pt x="91037" y="72100"/>
                    <a:pt x="87717" y="58184"/>
                    <a:pt x="87717" y="53646"/>
                  </a:cubicBezTo>
                  <a:cubicBezTo>
                    <a:pt x="100999" y="30351"/>
                    <a:pt x="111867" y="17040"/>
                    <a:pt x="117301" y="17040"/>
                  </a:cubicBezTo>
                  <a:cubicBezTo>
                    <a:pt x="119112" y="17040"/>
                    <a:pt x="121527" y="17948"/>
                    <a:pt x="124546" y="19460"/>
                  </a:cubicBezTo>
                  <a:cubicBezTo>
                    <a:pt x="128168" y="21578"/>
                    <a:pt x="130281" y="22183"/>
                    <a:pt x="132696" y="22183"/>
                  </a:cubicBezTo>
                  <a:cubicBezTo>
                    <a:pt x="139036" y="22183"/>
                    <a:pt x="143262" y="17645"/>
                    <a:pt x="143262" y="11292"/>
                  </a:cubicBezTo>
                  <a:cubicBezTo>
                    <a:pt x="143262" y="4939"/>
                    <a:pt x="138130" y="99"/>
                    <a:pt x="130885" y="99"/>
                  </a:cubicBezTo>
                  <a:cubicBezTo>
                    <a:pt x="117602" y="99"/>
                    <a:pt x="106131" y="10990"/>
                    <a:pt x="85302" y="43360"/>
                  </a:cubicBezTo>
                  <a:lnTo>
                    <a:pt x="81981" y="26721"/>
                  </a:lnTo>
                  <a:cubicBezTo>
                    <a:pt x="77755" y="6149"/>
                    <a:pt x="74434" y="99"/>
                    <a:pt x="66283" y="99"/>
                  </a:cubicBezTo>
                  <a:cubicBezTo>
                    <a:pt x="59642" y="99"/>
                    <a:pt x="49378" y="2822"/>
                    <a:pt x="30964" y="8872"/>
                  </a:cubicBezTo>
                  <a:lnTo>
                    <a:pt x="27643" y="10082"/>
                  </a:lnTo>
                  <a:lnTo>
                    <a:pt x="28850" y="14620"/>
                  </a:lnTo>
                  <a:cubicBezTo>
                    <a:pt x="40322" y="11897"/>
                    <a:pt x="43039" y="11292"/>
                    <a:pt x="45756" y="11292"/>
                  </a:cubicBezTo>
                  <a:cubicBezTo>
                    <a:pt x="53303" y="11292"/>
                    <a:pt x="55114" y="14015"/>
                    <a:pt x="59340" y="32167"/>
                  </a:cubicBezTo>
                  <a:lnTo>
                    <a:pt x="68095" y="69377"/>
                  </a:lnTo>
                  <a:lnTo>
                    <a:pt x="43341" y="104773"/>
                  </a:lnTo>
                  <a:cubicBezTo>
                    <a:pt x="37303" y="113849"/>
                    <a:pt x="31265" y="119294"/>
                    <a:pt x="27945" y="119294"/>
                  </a:cubicBezTo>
                  <a:cubicBezTo>
                    <a:pt x="26134" y="119294"/>
                    <a:pt x="23115" y="118387"/>
                    <a:pt x="20096" y="116572"/>
                  </a:cubicBezTo>
                  <a:cubicBezTo>
                    <a:pt x="16172" y="114454"/>
                    <a:pt x="12851" y="113546"/>
                    <a:pt x="10436" y="113546"/>
                  </a:cubicBezTo>
                  <a:cubicBezTo>
                    <a:pt x="4700" y="113546"/>
                    <a:pt x="172" y="118084"/>
                    <a:pt x="172" y="124135"/>
                  </a:cubicBezTo>
                  <a:cubicBezTo>
                    <a:pt x="172" y="132000"/>
                    <a:pt x="6210" y="136841"/>
                    <a:pt x="15266" y="136841"/>
                  </a:cubicBezTo>
                  <a:cubicBezTo>
                    <a:pt x="24624" y="136841"/>
                    <a:pt x="28247" y="134118"/>
                    <a:pt x="43341" y="115664"/>
                  </a:cubicBezTo>
                  <a:cubicBezTo>
                    <a:pt x="51491" y="105983"/>
                    <a:pt x="57831" y="97815"/>
                    <a:pt x="70510" y="80268"/>
                  </a:cubicBezTo>
                  <a:lnTo>
                    <a:pt x="79566" y="116572"/>
                  </a:lnTo>
                  <a:cubicBezTo>
                    <a:pt x="83490" y="132000"/>
                    <a:pt x="87415" y="136841"/>
                    <a:pt x="97075" y="136841"/>
                  </a:cubicBezTo>
                  <a:cubicBezTo>
                    <a:pt x="108546" y="136841"/>
                    <a:pt x="116395" y="129580"/>
                    <a:pt x="133904" y="102353"/>
                  </a:cubicBezTo>
                  <a:lnTo>
                    <a:pt x="129678" y="9993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C88F9C35-F9D1-4F54-4CF5-A230E271BF1A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7497214" y="5810489"/>
              <a:ext cx="100971" cy="154469"/>
            </a:xfrm>
            <a:custGeom>
              <a:avLst/>
              <a:gdLst>
                <a:gd name="connsiteX0" fmla="*/ 51555 w 100971"/>
                <a:gd name="connsiteY0" fmla="*/ 101 h 154469"/>
                <a:gd name="connsiteX1" fmla="*/ 21621 w 100971"/>
                <a:gd name="connsiteY1" fmla="*/ 11742 h 154469"/>
                <a:gd name="connsiteX2" fmla="*/ 176 w 100971"/>
                <a:gd name="connsiteY2" fmla="*/ 76217 h 154469"/>
                <a:gd name="connsiteX3" fmla="*/ 18047 w 100971"/>
                <a:gd name="connsiteY3" fmla="*/ 139348 h 154469"/>
                <a:gd name="connsiteX4" fmla="*/ 50662 w 100971"/>
                <a:gd name="connsiteY4" fmla="*/ 154571 h 154469"/>
                <a:gd name="connsiteX5" fmla="*/ 79702 w 100971"/>
                <a:gd name="connsiteY5" fmla="*/ 142930 h 154469"/>
                <a:gd name="connsiteX6" fmla="*/ 101148 w 100971"/>
                <a:gd name="connsiteY6" fmla="*/ 77560 h 154469"/>
                <a:gd name="connsiteX7" fmla="*/ 51555 w 100971"/>
                <a:gd name="connsiteY7" fmla="*/ 101 h 154469"/>
                <a:gd name="connsiteX8" fmla="*/ 50885 w 100971"/>
                <a:gd name="connsiteY8" fmla="*/ 5922 h 154469"/>
                <a:gd name="connsiteX9" fmla="*/ 79702 w 100971"/>
                <a:gd name="connsiteY9" fmla="*/ 78008 h 154469"/>
                <a:gd name="connsiteX10" fmla="*/ 50662 w 100971"/>
                <a:gd name="connsiteY10" fmla="*/ 148751 h 154469"/>
                <a:gd name="connsiteX11" fmla="*/ 21621 w 100971"/>
                <a:gd name="connsiteY11" fmla="*/ 78232 h 154469"/>
                <a:gd name="connsiteX12" fmla="*/ 50885 w 100971"/>
                <a:gd name="connsiteY12" fmla="*/ 5922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555" y="101"/>
                  </a:moveTo>
                  <a:cubicBezTo>
                    <a:pt x="39269" y="101"/>
                    <a:pt x="29887" y="3907"/>
                    <a:pt x="21621" y="11742"/>
                  </a:cubicBezTo>
                  <a:cubicBezTo>
                    <a:pt x="8665" y="24279"/>
                    <a:pt x="176" y="50024"/>
                    <a:pt x="176" y="76217"/>
                  </a:cubicBezTo>
                  <a:cubicBezTo>
                    <a:pt x="176" y="100619"/>
                    <a:pt x="7548" y="126811"/>
                    <a:pt x="18047" y="139348"/>
                  </a:cubicBezTo>
                  <a:cubicBezTo>
                    <a:pt x="26312" y="149198"/>
                    <a:pt x="37705" y="154571"/>
                    <a:pt x="50662" y="154571"/>
                  </a:cubicBezTo>
                  <a:cubicBezTo>
                    <a:pt x="62055" y="154571"/>
                    <a:pt x="71660" y="150765"/>
                    <a:pt x="79702" y="142930"/>
                  </a:cubicBezTo>
                  <a:cubicBezTo>
                    <a:pt x="92659" y="130617"/>
                    <a:pt x="101148" y="104648"/>
                    <a:pt x="101148" y="77560"/>
                  </a:cubicBezTo>
                  <a:cubicBezTo>
                    <a:pt x="101148" y="31667"/>
                    <a:pt x="80819" y="101"/>
                    <a:pt x="51555" y="101"/>
                  </a:cubicBezTo>
                  <a:close/>
                  <a:moveTo>
                    <a:pt x="50885" y="5922"/>
                  </a:moveTo>
                  <a:cubicBezTo>
                    <a:pt x="69650" y="5922"/>
                    <a:pt x="79702" y="31219"/>
                    <a:pt x="79702" y="78008"/>
                  </a:cubicBezTo>
                  <a:cubicBezTo>
                    <a:pt x="79702" y="124796"/>
                    <a:pt x="69873" y="148751"/>
                    <a:pt x="50662" y="148751"/>
                  </a:cubicBezTo>
                  <a:cubicBezTo>
                    <a:pt x="31450" y="148751"/>
                    <a:pt x="21621" y="124796"/>
                    <a:pt x="21621" y="78232"/>
                  </a:cubicBezTo>
                  <a:cubicBezTo>
                    <a:pt x="21621" y="30771"/>
                    <a:pt x="31674" y="5922"/>
                    <a:pt x="50885" y="592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8C4CAA8-52A3-3610-496D-B4EC9AC64321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7636323" y="5689058"/>
              <a:ext cx="70035" cy="302526"/>
            </a:xfrm>
            <a:custGeom>
              <a:avLst/>
              <a:gdLst>
                <a:gd name="connsiteX0" fmla="*/ 70217 w 70035"/>
                <a:gd name="connsiteY0" fmla="*/ 151361 h 302526"/>
                <a:gd name="connsiteX1" fmla="*/ 50293 w 70035"/>
                <a:gd name="connsiteY1" fmla="*/ 56973 h 302526"/>
                <a:gd name="connsiteX2" fmla="*/ 3200 w 70035"/>
                <a:gd name="connsiteY2" fmla="*/ 98 h 302526"/>
                <a:gd name="connsiteX3" fmla="*/ 181 w 70035"/>
                <a:gd name="connsiteY3" fmla="*/ 3123 h 302526"/>
                <a:gd name="connsiteX4" fmla="*/ 5917 w 70035"/>
                <a:gd name="connsiteY4" fmla="*/ 10081 h 302526"/>
                <a:gd name="connsiteX5" fmla="*/ 52708 w 70035"/>
                <a:gd name="connsiteY5" fmla="*/ 151361 h 302526"/>
                <a:gd name="connsiteX6" fmla="*/ 4105 w 70035"/>
                <a:gd name="connsiteY6" fmla="*/ 294457 h 302526"/>
                <a:gd name="connsiteX7" fmla="*/ 181 w 70035"/>
                <a:gd name="connsiteY7" fmla="*/ 299600 h 302526"/>
                <a:gd name="connsiteX8" fmla="*/ 3200 w 70035"/>
                <a:gd name="connsiteY8" fmla="*/ 302625 h 302526"/>
                <a:gd name="connsiteX9" fmla="*/ 51198 w 70035"/>
                <a:gd name="connsiteY9" fmla="*/ 243632 h 302526"/>
                <a:gd name="connsiteX10" fmla="*/ 70217 w 70035"/>
                <a:gd name="connsiteY10" fmla="*/ 15136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17" y="151361"/>
                  </a:moveTo>
                  <a:cubicBezTo>
                    <a:pt x="70217" y="127764"/>
                    <a:pt x="66896" y="91159"/>
                    <a:pt x="50293" y="56973"/>
                  </a:cubicBezTo>
                  <a:cubicBezTo>
                    <a:pt x="32180" y="19762"/>
                    <a:pt x="6219" y="98"/>
                    <a:pt x="3200" y="98"/>
                  </a:cubicBezTo>
                  <a:cubicBezTo>
                    <a:pt x="1389" y="98"/>
                    <a:pt x="181" y="1308"/>
                    <a:pt x="181" y="3123"/>
                  </a:cubicBezTo>
                  <a:cubicBezTo>
                    <a:pt x="181" y="4031"/>
                    <a:pt x="181" y="4636"/>
                    <a:pt x="5917" y="10081"/>
                  </a:cubicBezTo>
                  <a:cubicBezTo>
                    <a:pt x="35501" y="40032"/>
                    <a:pt x="52708" y="88133"/>
                    <a:pt x="52708" y="151361"/>
                  </a:cubicBezTo>
                  <a:cubicBezTo>
                    <a:pt x="52708" y="203093"/>
                    <a:pt x="41538" y="256338"/>
                    <a:pt x="4105" y="294457"/>
                  </a:cubicBezTo>
                  <a:cubicBezTo>
                    <a:pt x="181" y="298087"/>
                    <a:pt x="181" y="298692"/>
                    <a:pt x="181" y="299600"/>
                  </a:cubicBezTo>
                  <a:cubicBezTo>
                    <a:pt x="181" y="301415"/>
                    <a:pt x="1389" y="302625"/>
                    <a:pt x="3200" y="302625"/>
                  </a:cubicBezTo>
                  <a:cubicBezTo>
                    <a:pt x="6219" y="302625"/>
                    <a:pt x="33388" y="282053"/>
                    <a:pt x="51198" y="243632"/>
                  </a:cubicBezTo>
                  <a:cubicBezTo>
                    <a:pt x="66594" y="210354"/>
                    <a:pt x="70217" y="176774"/>
                    <a:pt x="70217" y="15136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EBAC1CE7-4241-F3E9-4E4A-E50C33CDAE77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7766566" y="5689058"/>
              <a:ext cx="70035" cy="302526"/>
            </a:xfrm>
            <a:custGeom>
              <a:avLst/>
              <a:gdLst>
                <a:gd name="connsiteX0" fmla="*/ 70221 w 70035"/>
                <a:gd name="connsiteY0" fmla="*/ 299600 h 302526"/>
                <a:gd name="connsiteX1" fmla="*/ 65089 w 70035"/>
                <a:gd name="connsiteY1" fmla="*/ 292944 h 302526"/>
                <a:gd name="connsiteX2" fmla="*/ 17694 w 70035"/>
                <a:gd name="connsiteY2" fmla="*/ 151361 h 302526"/>
                <a:gd name="connsiteX3" fmla="*/ 66296 w 70035"/>
                <a:gd name="connsiteY3" fmla="*/ 8266 h 302526"/>
                <a:gd name="connsiteX4" fmla="*/ 70221 w 70035"/>
                <a:gd name="connsiteY4" fmla="*/ 3123 h 302526"/>
                <a:gd name="connsiteX5" fmla="*/ 67202 w 70035"/>
                <a:gd name="connsiteY5" fmla="*/ 98 h 302526"/>
                <a:gd name="connsiteX6" fmla="*/ 19203 w 70035"/>
                <a:gd name="connsiteY6" fmla="*/ 59091 h 302526"/>
                <a:gd name="connsiteX7" fmla="*/ 185 w 70035"/>
                <a:gd name="connsiteY7" fmla="*/ 151361 h 302526"/>
                <a:gd name="connsiteX8" fmla="*/ 20109 w 70035"/>
                <a:gd name="connsiteY8" fmla="*/ 245750 h 302526"/>
                <a:gd name="connsiteX9" fmla="*/ 67202 w 70035"/>
                <a:gd name="connsiteY9" fmla="*/ 302625 h 302526"/>
                <a:gd name="connsiteX10" fmla="*/ 70221 w 70035"/>
                <a:gd name="connsiteY10" fmla="*/ 29960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21" y="299600"/>
                  </a:moveTo>
                  <a:cubicBezTo>
                    <a:pt x="70221" y="298692"/>
                    <a:pt x="70221" y="298087"/>
                    <a:pt x="65089" y="292944"/>
                  </a:cubicBezTo>
                  <a:cubicBezTo>
                    <a:pt x="27354" y="254826"/>
                    <a:pt x="17694" y="197648"/>
                    <a:pt x="17694" y="151361"/>
                  </a:cubicBezTo>
                  <a:cubicBezTo>
                    <a:pt x="17694" y="98722"/>
                    <a:pt x="29165" y="46082"/>
                    <a:pt x="66296" y="8266"/>
                  </a:cubicBezTo>
                  <a:cubicBezTo>
                    <a:pt x="70221" y="4636"/>
                    <a:pt x="70221" y="4031"/>
                    <a:pt x="70221" y="3123"/>
                  </a:cubicBezTo>
                  <a:cubicBezTo>
                    <a:pt x="70221" y="1006"/>
                    <a:pt x="69013" y="98"/>
                    <a:pt x="67202" y="98"/>
                  </a:cubicBezTo>
                  <a:cubicBezTo>
                    <a:pt x="64183" y="98"/>
                    <a:pt x="37014" y="20670"/>
                    <a:pt x="19203" y="59091"/>
                  </a:cubicBezTo>
                  <a:cubicBezTo>
                    <a:pt x="3808" y="92369"/>
                    <a:pt x="185" y="125949"/>
                    <a:pt x="185" y="151361"/>
                  </a:cubicBezTo>
                  <a:cubicBezTo>
                    <a:pt x="185" y="174959"/>
                    <a:pt x="3506" y="211564"/>
                    <a:pt x="20109" y="245750"/>
                  </a:cubicBezTo>
                  <a:cubicBezTo>
                    <a:pt x="38222" y="282961"/>
                    <a:pt x="64183" y="302625"/>
                    <a:pt x="67202" y="302625"/>
                  </a:cubicBezTo>
                  <a:cubicBezTo>
                    <a:pt x="69013" y="302625"/>
                    <a:pt x="70221" y="301717"/>
                    <a:pt x="70221" y="29960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2D67D626-F36D-00E9-C7F1-E19A0DCD4342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7846094" y="5782539"/>
              <a:ext cx="143089" cy="136742"/>
            </a:xfrm>
            <a:custGeom>
              <a:avLst/>
              <a:gdLst>
                <a:gd name="connsiteX0" fmla="*/ 129694 w 143089"/>
                <a:gd name="connsiteY0" fmla="*/ 99933 h 136742"/>
                <a:gd name="connsiteX1" fmla="*/ 123053 w 143089"/>
                <a:gd name="connsiteY1" fmla="*/ 108101 h 136742"/>
                <a:gd name="connsiteX2" fmla="*/ 109166 w 143089"/>
                <a:gd name="connsiteY2" fmla="*/ 120202 h 136742"/>
                <a:gd name="connsiteX3" fmla="*/ 99808 w 143089"/>
                <a:gd name="connsiteY3" fmla="*/ 107798 h 136742"/>
                <a:gd name="connsiteX4" fmla="*/ 98600 w 143089"/>
                <a:gd name="connsiteY4" fmla="*/ 102655 h 136742"/>
                <a:gd name="connsiteX5" fmla="*/ 87733 w 143089"/>
                <a:gd name="connsiteY5" fmla="*/ 53646 h 136742"/>
                <a:gd name="connsiteX6" fmla="*/ 117317 w 143089"/>
                <a:gd name="connsiteY6" fmla="*/ 17040 h 136742"/>
                <a:gd name="connsiteX7" fmla="*/ 124562 w 143089"/>
                <a:gd name="connsiteY7" fmla="*/ 19460 h 136742"/>
                <a:gd name="connsiteX8" fmla="*/ 132713 w 143089"/>
                <a:gd name="connsiteY8" fmla="*/ 22183 h 136742"/>
                <a:gd name="connsiteX9" fmla="*/ 143278 w 143089"/>
                <a:gd name="connsiteY9" fmla="*/ 11292 h 136742"/>
                <a:gd name="connsiteX10" fmla="*/ 130901 w 143089"/>
                <a:gd name="connsiteY10" fmla="*/ 99 h 136742"/>
                <a:gd name="connsiteX11" fmla="*/ 85318 w 143089"/>
                <a:gd name="connsiteY11" fmla="*/ 43360 h 136742"/>
                <a:gd name="connsiteX12" fmla="*/ 81997 w 143089"/>
                <a:gd name="connsiteY12" fmla="*/ 26721 h 136742"/>
                <a:gd name="connsiteX13" fmla="*/ 66300 w 143089"/>
                <a:gd name="connsiteY13" fmla="*/ 99 h 136742"/>
                <a:gd name="connsiteX14" fmla="*/ 30980 w 143089"/>
                <a:gd name="connsiteY14" fmla="*/ 8872 h 136742"/>
                <a:gd name="connsiteX15" fmla="*/ 27659 w 143089"/>
                <a:gd name="connsiteY15" fmla="*/ 10082 h 136742"/>
                <a:gd name="connsiteX16" fmla="*/ 28867 w 143089"/>
                <a:gd name="connsiteY16" fmla="*/ 14620 h 136742"/>
                <a:gd name="connsiteX17" fmla="*/ 45772 w 143089"/>
                <a:gd name="connsiteY17" fmla="*/ 11292 h 136742"/>
                <a:gd name="connsiteX18" fmla="*/ 59356 w 143089"/>
                <a:gd name="connsiteY18" fmla="*/ 32167 h 136742"/>
                <a:gd name="connsiteX19" fmla="*/ 68111 w 143089"/>
                <a:gd name="connsiteY19" fmla="*/ 69377 h 136742"/>
                <a:gd name="connsiteX20" fmla="*/ 43357 w 143089"/>
                <a:gd name="connsiteY20" fmla="*/ 104773 h 136742"/>
                <a:gd name="connsiteX21" fmla="*/ 27961 w 143089"/>
                <a:gd name="connsiteY21" fmla="*/ 119294 h 136742"/>
                <a:gd name="connsiteX22" fmla="*/ 20112 w 143089"/>
                <a:gd name="connsiteY22" fmla="*/ 116572 h 136742"/>
                <a:gd name="connsiteX23" fmla="*/ 10452 w 143089"/>
                <a:gd name="connsiteY23" fmla="*/ 113546 h 136742"/>
                <a:gd name="connsiteX24" fmla="*/ 188 w 143089"/>
                <a:gd name="connsiteY24" fmla="*/ 124135 h 136742"/>
                <a:gd name="connsiteX25" fmla="*/ 15282 w 143089"/>
                <a:gd name="connsiteY25" fmla="*/ 136841 h 136742"/>
                <a:gd name="connsiteX26" fmla="*/ 43357 w 143089"/>
                <a:gd name="connsiteY26" fmla="*/ 115664 h 136742"/>
                <a:gd name="connsiteX27" fmla="*/ 70526 w 143089"/>
                <a:gd name="connsiteY27" fmla="*/ 80268 h 136742"/>
                <a:gd name="connsiteX28" fmla="*/ 79582 w 143089"/>
                <a:gd name="connsiteY28" fmla="*/ 116572 h 136742"/>
                <a:gd name="connsiteX29" fmla="*/ 97091 w 143089"/>
                <a:gd name="connsiteY29" fmla="*/ 136841 h 136742"/>
                <a:gd name="connsiteX30" fmla="*/ 133920 w 143089"/>
                <a:gd name="connsiteY30" fmla="*/ 102353 h 136742"/>
                <a:gd name="connsiteX31" fmla="*/ 129694 w 143089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94" y="99933"/>
                  </a:moveTo>
                  <a:cubicBezTo>
                    <a:pt x="127279" y="102655"/>
                    <a:pt x="125769" y="104471"/>
                    <a:pt x="123053" y="108101"/>
                  </a:cubicBezTo>
                  <a:cubicBezTo>
                    <a:pt x="116109" y="117177"/>
                    <a:pt x="112487" y="120202"/>
                    <a:pt x="109166" y="120202"/>
                  </a:cubicBezTo>
                  <a:cubicBezTo>
                    <a:pt x="104638" y="120202"/>
                    <a:pt x="101921" y="116269"/>
                    <a:pt x="99808" y="107798"/>
                  </a:cubicBezTo>
                  <a:cubicBezTo>
                    <a:pt x="99204" y="105378"/>
                    <a:pt x="98902" y="103563"/>
                    <a:pt x="98600" y="102655"/>
                  </a:cubicBezTo>
                  <a:cubicBezTo>
                    <a:pt x="91054" y="72100"/>
                    <a:pt x="87733" y="58184"/>
                    <a:pt x="87733" y="53646"/>
                  </a:cubicBezTo>
                  <a:cubicBezTo>
                    <a:pt x="101016" y="30351"/>
                    <a:pt x="111883" y="17040"/>
                    <a:pt x="117317" y="17040"/>
                  </a:cubicBezTo>
                  <a:cubicBezTo>
                    <a:pt x="119128" y="17040"/>
                    <a:pt x="121543" y="17948"/>
                    <a:pt x="124562" y="19460"/>
                  </a:cubicBezTo>
                  <a:cubicBezTo>
                    <a:pt x="128184" y="21578"/>
                    <a:pt x="130298" y="22183"/>
                    <a:pt x="132713" y="22183"/>
                  </a:cubicBezTo>
                  <a:cubicBezTo>
                    <a:pt x="139052" y="22183"/>
                    <a:pt x="143278" y="17645"/>
                    <a:pt x="143278" y="11292"/>
                  </a:cubicBezTo>
                  <a:cubicBezTo>
                    <a:pt x="143278" y="4939"/>
                    <a:pt x="138146" y="99"/>
                    <a:pt x="130901" y="99"/>
                  </a:cubicBezTo>
                  <a:cubicBezTo>
                    <a:pt x="117619" y="99"/>
                    <a:pt x="106147" y="10990"/>
                    <a:pt x="85318" y="43360"/>
                  </a:cubicBezTo>
                  <a:lnTo>
                    <a:pt x="81997" y="26721"/>
                  </a:lnTo>
                  <a:cubicBezTo>
                    <a:pt x="77771" y="6149"/>
                    <a:pt x="74450" y="99"/>
                    <a:pt x="66300" y="99"/>
                  </a:cubicBezTo>
                  <a:cubicBezTo>
                    <a:pt x="59658" y="99"/>
                    <a:pt x="49394" y="2822"/>
                    <a:pt x="30980" y="8872"/>
                  </a:cubicBezTo>
                  <a:lnTo>
                    <a:pt x="27659" y="10082"/>
                  </a:lnTo>
                  <a:lnTo>
                    <a:pt x="28867" y="14620"/>
                  </a:lnTo>
                  <a:cubicBezTo>
                    <a:pt x="40338" y="11897"/>
                    <a:pt x="43055" y="11292"/>
                    <a:pt x="45772" y="11292"/>
                  </a:cubicBezTo>
                  <a:cubicBezTo>
                    <a:pt x="53319" y="11292"/>
                    <a:pt x="55130" y="14015"/>
                    <a:pt x="59356" y="32167"/>
                  </a:cubicBezTo>
                  <a:lnTo>
                    <a:pt x="68111" y="69377"/>
                  </a:lnTo>
                  <a:lnTo>
                    <a:pt x="43357" y="104773"/>
                  </a:lnTo>
                  <a:cubicBezTo>
                    <a:pt x="37319" y="113849"/>
                    <a:pt x="31282" y="119294"/>
                    <a:pt x="27961" y="119294"/>
                  </a:cubicBezTo>
                  <a:cubicBezTo>
                    <a:pt x="26150" y="119294"/>
                    <a:pt x="23131" y="118387"/>
                    <a:pt x="20112" y="116572"/>
                  </a:cubicBezTo>
                  <a:cubicBezTo>
                    <a:pt x="16188" y="114454"/>
                    <a:pt x="12867" y="113546"/>
                    <a:pt x="10452" y="113546"/>
                  </a:cubicBezTo>
                  <a:cubicBezTo>
                    <a:pt x="4717" y="113546"/>
                    <a:pt x="188" y="118084"/>
                    <a:pt x="188" y="124135"/>
                  </a:cubicBezTo>
                  <a:cubicBezTo>
                    <a:pt x="188" y="132000"/>
                    <a:pt x="6226" y="136841"/>
                    <a:pt x="15282" y="136841"/>
                  </a:cubicBezTo>
                  <a:cubicBezTo>
                    <a:pt x="24640" y="136841"/>
                    <a:pt x="28263" y="134118"/>
                    <a:pt x="43357" y="115664"/>
                  </a:cubicBezTo>
                  <a:cubicBezTo>
                    <a:pt x="51508" y="105983"/>
                    <a:pt x="57847" y="97815"/>
                    <a:pt x="70526" y="80268"/>
                  </a:cubicBezTo>
                  <a:lnTo>
                    <a:pt x="79582" y="116572"/>
                  </a:lnTo>
                  <a:cubicBezTo>
                    <a:pt x="83507" y="132000"/>
                    <a:pt x="87431" y="136841"/>
                    <a:pt x="97091" y="136841"/>
                  </a:cubicBezTo>
                  <a:cubicBezTo>
                    <a:pt x="108562" y="136841"/>
                    <a:pt x="116411" y="129580"/>
                    <a:pt x="133920" y="102353"/>
                  </a:cubicBezTo>
                  <a:lnTo>
                    <a:pt x="129694" y="9993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FE6A9C81-9B3F-84E0-8965-4EE9906C3DBD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056824" y="5834271"/>
              <a:ext cx="184447" cy="12101"/>
            </a:xfrm>
            <a:custGeom>
              <a:avLst/>
              <a:gdLst>
                <a:gd name="connsiteX0" fmla="*/ 174076 w 184447"/>
                <a:gd name="connsiteY0" fmla="*/ 12200 h 12101"/>
                <a:gd name="connsiteX1" fmla="*/ 184641 w 184447"/>
                <a:gd name="connsiteY1" fmla="*/ 6149 h 12101"/>
                <a:gd name="connsiteX2" fmla="*/ 174076 w 184447"/>
                <a:gd name="connsiteY2" fmla="*/ 99 h 12101"/>
                <a:gd name="connsiteX3" fmla="*/ 10760 w 184447"/>
                <a:gd name="connsiteY3" fmla="*/ 99 h 12101"/>
                <a:gd name="connsiteX4" fmla="*/ 194 w 184447"/>
                <a:gd name="connsiteY4" fmla="*/ 6149 h 12101"/>
                <a:gd name="connsiteX5" fmla="*/ 10760 w 184447"/>
                <a:gd name="connsiteY5" fmla="*/ 12200 h 12101"/>
                <a:gd name="connsiteX6" fmla="*/ 174076 w 184447"/>
                <a:gd name="connsiteY6" fmla="*/ 1220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76" y="12200"/>
                  </a:moveTo>
                  <a:cubicBezTo>
                    <a:pt x="179208" y="12200"/>
                    <a:pt x="184641" y="12200"/>
                    <a:pt x="184641" y="6149"/>
                  </a:cubicBezTo>
                  <a:cubicBezTo>
                    <a:pt x="184641" y="99"/>
                    <a:pt x="179208" y="99"/>
                    <a:pt x="174076" y="99"/>
                  </a:cubicBezTo>
                  <a:lnTo>
                    <a:pt x="10760" y="99"/>
                  </a:lnTo>
                  <a:cubicBezTo>
                    <a:pt x="5628" y="99"/>
                    <a:pt x="194" y="99"/>
                    <a:pt x="194" y="6149"/>
                  </a:cubicBezTo>
                  <a:cubicBezTo>
                    <a:pt x="194" y="12200"/>
                    <a:pt x="5628" y="12200"/>
                    <a:pt x="10760" y="12200"/>
                  </a:cubicBezTo>
                  <a:lnTo>
                    <a:pt x="174076" y="1220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4D677DBD-380F-BB4A-A694-CAC8AF73FB2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8301137" y="5782539"/>
              <a:ext cx="143089" cy="136742"/>
            </a:xfrm>
            <a:custGeom>
              <a:avLst/>
              <a:gdLst>
                <a:gd name="connsiteX0" fmla="*/ 129709 w 143089"/>
                <a:gd name="connsiteY0" fmla="*/ 99933 h 136742"/>
                <a:gd name="connsiteX1" fmla="*/ 123068 w 143089"/>
                <a:gd name="connsiteY1" fmla="*/ 108101 h 136742"/>
                <a:gd name="connsiteX2" fmla="*/ 109181 w 143089"/>
                <a:gd name="connsiteY2" fmla="*/ 120202 h 136742"/>
                <a:gd name="connsiteX3" fmla="*/ 99823 w 143089"/>
                <a:gd name="connsiteY3" fmla="*/ 107798 h 136742"/>
                <a:gd name="connsiteX4" fmla="*/ 98615 w 143089"/>
                <a:gd name="connsiteY4" fmla="*/ 102655 h 136742"/>
                <a:gd name="connsiteX5" fmla="*/ 87748 w 143089"/>
                <a:gd name="connsiteY5" fmla="*/ 53646 h 136742"/>
                <a:gd name="connsiteX6" fmla="*/ 117332 w 143089"/>
                <a:gd name="connsiteY6" fmla="*/ 17040 h 136742"/>
                <a:gd name="connsiteX7" fmla="*/ 124577 w 143089"/>
                <a:gd name="connsiteY7" fmla="*/ 19460 h 136742"/>
                <a:gd name="connsiteX8" fmla="*/ 132728 w 143089"/>
                <a:gd name="connsiteY8" fmla="*/ 22183 h 136742"/>
                <a:gd name="connsiteX9" fmla="*/ 143293 w 143089"/>
                <a:gd name="connsiteY9" fmla="*/ 11292 h 136742"/>
                <a:gd name="connsiteX10" fmla="*/ 130916 w 143089"/>
                <a:gd name="connsiteY10" fmla="*/ 99 h 136742"/>
                <a:gd name="connsiteX11" fmla="*/ 85333 w 143089"/>
                <a:gd name="connsiteY11" fmla="*/ 43360 h 136742"/>
                <a:gd name="connsiteX12" fmla="*/ 82012 w 143089"/>
                <a:gd name="connsiteY12" fmla="*/ 26721 h 136742"/>
                <a:gd name="connsiteX13" fmla="*/ 66315 w 143089"/>
                <a:gd name="connsiteY13" fmla="*/ 99 h 136742"/>
                <a:gd name="connsiteX14" fmla="*/ 30995 w 143089"/>
                <a:gd name="connsiteY14" fmla="*/ 8872 h 136742"/>
                <a:gd name="connsiteX15" fmla="*/ 27674 w 143089"/>
                <a:gd name="connsiteY15" fmla="*/ 10082 h 136742"/>
                <a:gd name="connsiteX16" fmla="*/ 28882 w 143089"/>
                <a:gd name="connsiteY16" fmla="*/ 14620 h 136742"/>
                <a:gd name="connsiteX17" fmla="*/ 45787 w 143089"/>
                <a:gd name="connsiteY17" fmla="*/ 11292 h 136742"/>
                <a:gd name="connsiteX18" fmla="*/ 59371 w 143089"/>
                <a:gd name="connsiteY18" fmla="*/ 32167 h 136742"/>
                <a:gd name="connsiteX19" fmla="*/ 68126 w 143089"/>
                <a:gd name="connsiteY19" fmla="*/ 69377 h 136742"/>
                <a:gd name="connsiteX20" fmla="*/ 43372 w 143089"/>
                <a:gd name="connsiteY20" fmla="*/ 104773 h 136742"/>
                <a:gd name="connsiteX21" fmla="*/ 27976 w 143089"/>
                <a:gd name="connsiteY21" fmla="*/ 119294 h 136742"/>
                <a:gd name="connsiteX22" fmla="*/ 20127 w 143089"/>
                <a:gd name="connsiteY22" fmla="*/ 116572 h 136742"/>
                <a:gd name="connsiteX23" fmla="*/ 10467 w 143089"/>
                <a:gd name="connsiteY23" fmla="*/ 113546 h 136742"/>
                <a:gd name="connsiteX24" fmla="*/ 203 w 143089"/>
                <a:gd name="connsiteY24" fmla="*/ 124135 h 136742"/>
                <a:gd name="connsiteX25" fmla="*/ 15297 w 143089"/>
                <a:gd name="connsiteY25" fmla="*/ 136841 h 136742"/>
                <a:gd name="connsiteX26" fmla="*/ 43372 w 143089"/>
                <a:gd name="connsiteY26" fmla="*/ 115664 h 136742"/>
                <a:gd name="connsiteX27" fmla="*/ 70541 w 143089"/>
                <a:gd name="connsiteY27" fmla="*/ 80268 h 136742"/>
                <a:gd name="connsiteX28" fmla="*/ 79597 w 143089"/>
                <a:gd name="connsiteY28" fmla="*/ 116572 h 136742"/>
                <a:gd name="connsiteX29" fmla="*/ 97106 w 143089"/>
                <a:gd name="connsiteY29" fmla="*/ 136841 h 136742"/>
                <a:gd name="connsiteX30" fmla="*/ 133935 w 143089"/>
                <a:gd name="connsiteY30" fmla="*/ 102353 h 136742"/>
                <a:gd name="connsiteX31" fmla="*/ 129709 w 143089"/>
                <a:gd name="connsiteY31" fmla="*/ 9993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09" y="99933"/>
                  </a:moveTo>
                  <a:cubicBezTo>
                    <a:pt x="127294" y="102655"/>
                    <a:pt x="125784" y="104471"/>
                    <a:pt x="123068" y="108101"/>
                  </a:cubicBezTo>
                  <a:cubicBezTo>
                    <a:pt x="116124" y="117177"/>
                    <a:pt x="112502" y="120202"/>
                    <a:pt x="109181" y="120202"/>
                  </a:cubicBezTo>
                  <a:cubicBezTo>
                    <a:pt x="104653" y="120202"/>
                    <a:pt x="101936" y="116269"/>
                    <a:pt x="99823" y="107798"/>
                  </a:cubicBezTo>
                  <a:cubicBezTo>
                    <a:pt x="99219" y="105378"/>
                    <a:pt x="98917" y="103563"/>
                    <a:pt x="98615" y="102655"/>
                  </a:cubicBezTo>
                  <a:cubicBezTo>
                    <a:pt x="91069" y="72100"/>
                    <a:pt x="87748" y="58184"/>
                    <a:pt x="87748" y="53646"/>
                  </a:cubicBezTo>
                  <a:cubicBezTo>
                    <a:pt x="101030" y="30351"/>
                    <a:pt x="111898" y="17040"/>
                    <a:pt x="117332" y="17040"/>
                  </a:cubicBezTo>
                  <a:cubicBezTo>
                    <a:pt x="119143" y="17040"/>
                    <a:pt x="121558" y="17948"/>
                    <a:pt x="124577" y="19460"/>
                  </a:cubicBezTo>
                  <a:cubicBezTo>
                    <a:pt x="128199" y="21578"/>
                    <a:pt x="130313" y="22183"/>
                    <a:pt x="132728" y="22183"/>
                  </a:cubicBezTo>
                  <a:cubicBezTo>
                    <a:pt x="139067" y="22183"/>
                    <a:pt x="143293" y="17645"/>
                    <a:pt x="143293" y="11292"/>
                  </a:cubicBezTo>
                  <a:cubicBezTo>
                    <a:pt x="143293" y="4939"/>
                    <a:pt x="138161" y="99"/>
                    <a:pt x="130916" y="99"/>
                  </a:cubicBezTo>
                  <a:cubicBezTo>
                    <a:pt x="117634" y="99"/>
                    <a:pt x="106162" y="10990"/>
                    <a:pt x="85333" y="43360"/>
                  </a:cubicBezTo>
                  <a:lnTo>
                    <a:pt x="82012" y="26721"/>
                  </a:lnTo>
                  <a:cubicBezTo>
                    <a:pt x="77786" y="6149"/>
                    <a:pt x="74465" y="99"/>
                    <a:pt x="66315" y="99"/>
                  </a:cubicBezTo>
                  <a:cubicBezTo>
                    <a:pt x="59673" y="99"/>
                    <a:pt x="49409" y="2822"/>
                    <a:pt x="30995" y="8872"/>
                  </a:cubicBezTo>
                  <a:lnTo>
                    <a:pt x="27674" y="10082"/>
                  </a:lnTo>
                  <a:lnTo>
                    <a:pt x="28882" y="14620"/>
                  </a:lnTo>
                  <a:cubicBezTo>
                    <a:pt x="40353" y="11897"/>
                    <a:pt x="43070" y="11292"/>
                    <a:pt x="45787" y="11292"/>
                  </a:cubicBezTo>
                  <a:cubicBezTo>
                    <a:pt x="53334" y="11292"/>
                    <a:pt x="55145" y="14015"/>
                    <a:pt x="59371" y="32167"/>
                  </a:cubicBezTo>
                  <a:lnTo>
                    <a:pt x="68126" y="69377"/>
                  </a:lnTo>
                  <a:lnTo>
                    <a:pt x="43372" y="104773"/>
                  </a:lnTo>
                  <a:cubicBezTo>
                    <a:pt x="37334" y="113849"/>
                    <a:pt x="31297" y="119294"/>
                    <a:pt x="27976" y="119294"/>
                  </a:cubicBezTo>
                  <a:cubicBezTo>
                    <a:pt x="26165" y="119294"/>
                    <a:pt x="23146" y="118387"/>
                    <a:pt x="20127" y="116572"/>
                  </a:cubicBezTo>
                  <a:cubicBezTo>
                    <a:pt x="16203" y="114454"/>
                    <a:pt x="12882" y="113546"/>
                    <a:pt x="10467" y="113546"/>
                  </a:cubicBezTo>
                  <a:cubicBezTo>
                    <a:pt x="4732" y="113546"/>
                    <a:pt x="203" y="118084"/>
                    <a:pt x="203" y="124135"/>
                  </a:cubicBezTo>
                  <a:cubicBezTo>
                    <a:pt x="203" y="132000"/>
                    <a:pt x="6241" y="136841"/>
                    <a:pt x="15297" y="136841"/>
                  </a:cubicBezTo>
                  <a:cubicBezTo>
                    <a:pt x="24655" y="136841"/>
                    <a:pt x="28278" y="134118"/>
                    <a:pt x="43372" y="115664"/>
                  </a:cubicBezTo>
                  <a:cubicBezTo>
                    <a:pt x="51523" y="105983"/>
                    <a:pt x="57862" y="97815"/>
                    <a:pt x="70541" y="80268"/>
                  </a:cubicBezTo>
                  <a:lnTo>
                    <a:pt x="79597" y="116572"/>
                  </a:lnTo>
                  <a:cubicBezTo>
                    <a:pt x="83522" y="132000"/>
                    <a:pt x="87446" y="136841"/>
                    <a:pt x="97106" y="136841"/>
                  </a:cubicBezTo>
                  <a:cubicBezTo>
                    <a:pt x="108577" y="136841"/>
                    <a:pt x="116426" y="129580"/>
                    <a:pt x="133935" y="102353"/>
                  </a:cubicBezTo>
                  <a:lnTo>
                    <a:pt x="129709" y="9993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871A8819-794D-928D-3D21-D8E507407E32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8468619" y="5810489"/>
              <a:ext cx="63219" cy="151335"/>
            </a:xfrm>
            <a:custGeom>
              <a:avLst/>
              <a:gdLst>
                <a:gd name="connsiteX0" fmla="*/ 40417 w 63219"/>
                <a:gd name="connsiteY0" fmla="*/ 101 h 151335"/>
                <a:gd name="connsiteX1" fmla="*/ 207 w 63219"/>
                <a:gd name="connsiteY1" fmla="*/ 20473 h 151335"/>
                <a:gd name="connsiteX2" fmla="*/ 207 w 63219"/>
                <a:gd name="connsiteY2" fmla="*/ 23607 h 151335"/>
                <a:gd name="connsiteX3" fmla="*/ 6239 w 63219"/>
                <a:gd name="connsiteY3" fmla="*/ 21145 h 151335"/>
                <a:gd name="connsiteX4" fmla="*/ 16291 w 63219"/>
                <a:gd name="connsiteY4" fmla="*/ 18682 h 151335"/>
                <a:gd name="connsiteX5" fmla="*/ 22993 w 63219"/>
                <a:gd name="connsiteY5" fmla="*/ 29204 h 151335"/>
                <a:gd name="connsiteX6" fmla="*/ 22993 w 63219"/>
                <a:gd name="connsiteY6" fmla="*/ 130617 h 151335"/>
                <a:gd name="connsiteX7" fmla="*/ 17631 w 63219"/>
                <a:gd name="connsiteY7" fmla="*/ 145169 h 151335"/>
                <a:gd name="connsiteX8" fmla="*/ 1771 w 63219"/>
                <a:gd name="connsiteY8" fmla="*/ 148079 h 151335"/>
                <a:gd name="connsiteX9" fmla="*/ 1771 w 63219"/>
                <a:gd name="connsiteY9" fmla="*/ 151437 h 151335"/>
                <a:gd name="connsiteX10" fmla="*/ 63426 w 63219"/>
                <a:gd name="connsiteY10" fmla="*/ 151437 h 151335"/>
                <a:gd name="connsiteX11" fmla="*/ 63426 w 63219"/>
                <a:gd name="connsiteY11" fmla="*/ 148079 h 151335"/>
                <a:gd name="connsiteX12" fmla="*/ 42204 w 63219"/>
                <a:gd name="connsiteY12" fmla="*/ 134871 h 151335"/>
                <a:gd name="connsiteX13" fmla="*/ 42204 w 63219"/>
                <a:gd name="connsiteY13" fmla="*/ 549 h 151335"/>
                <a:gd name="connsiteX14" fmla="*/ 40417 w 63219"/>
                <a:gd name="connsiteY14" fmla="*/ 101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417" y="101"/>
                  </a:moveTo>
                  <a:lnTo>
                    <a:pt x="207" y="20473"/>
                  </a:lnTo>
                  <a:lnTo>
                    <a:pt x="207" y="23607"/>
                  </a:lnTo>
                  <a:cubicBezTo>
                    <a:pt x="2888" y="22488"/>
                    <a:pt x="5345" y="21593"/>
                    <a:pt x="6239" y="21145"/>
                  </a:cubicBezTo>
                  <a:cubicBezTo>
                    <a:pt x="10260" y="19578"/>
                    <a:pt x="14057" y="18682"/>
                    <a:pt x="16291" y="18682"/>
                  </a:cubicBezTo>
                  <a:cubicBezTo>
                    <a:pt x="20982" y="18682"/>
                    <a:pt x="22993" y="22040"/>
                    <a:pt x="22993" y="29204"/>
                  </a:cubicBezTo>
                  <a:lnTo>
                    <a:pt x="22993" y="130617"/>
                  </a:lnTo>
                  <a:cubicBezTo>
                    <a:pt x="22993" y="138005"/>
                    <a:pt x="21206" y="143154"/>
                    <a:pt x="17631" y="145169"/>
                  </a:cubicBezTo>
                  <a:cubicBezTo>
                    <a:pt x="14281" y="147183"/>
                    <a:pt x="11153" y="147855"/>
                    <a:pt x="1771" y="148079"/>
                  </a:cubicBezTo>
                  <a:lnTo>
                    <a:pt x="1771" y="151437"/>
                  </a:lnTo>
                  <a:lnTo>
                    <a:pt x="63426" y="151437"/>
                  </a:lnTo>
                  <a:lnTo>
                    <a:pt x="63426" y="148079"/>
                  </a:lnTo>
                  <a:cubicBezTo>
                    <a:pt x="45778" y="147855"/>
                    <a:pt x="42204" y="145616"/>
                    <a:pt x="42204" y="134871"/>
                  </a:cubicBezTo>
                  <a:lnTo>
                    <a:pt x="42204" y="549"/>
                  </a:lnTo>
                  <a:lnTo>
                    <a:pt x="40417" y="10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7EDBA99-473D-9F46-E0EF-60218CC07698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8588293" y="5689058"/>
              <a:ext cx="70035" cy="302526"/>
            </a:xfrm>
            <a:custGeom>
              <a:avLst/>
              <a:gdLst>
                <a:gd name="connsiteX0" fmla="*/ 70248 w 70035"/>
                <a:gd name="connsiteY0" fmla="*/ 151361 h 302526"/>
                <a:gd name="connsiteX1" fmla="*/ 50324 w 70035"/>
                <a:gd name="connsiteY1" fmla="*/ 56973 h 302526"/>
                <a:gd name="connsiteX2" fmla="*/ 3231 w 70035"/>
                <a:gd name="connsiteY2" fmla="*/ 98 h 302526"/>
                <a:gd name="connsiteX3" fmla="*/ 212 w 70035"/>
                <a:gd name="connsiteY3" fmla="*/ 3123 h 302526"/>
                <a:gd name="connsiteX4" fmla="*/ 5948 w 70035"/>
                <a:gd name="connsiteY4" fmla="*/ 10081 h 302526"/>
                <a:gd name="connsiteX5" fmla="*/ 52739 w 70035"/>
                <a:gd name="connsiteY5" fmla="*/ 151361 h 302526"/>
                <a:gd name="connsiteX6" fmla="*/ 4137 w 70035"/>
                <a:gd name="connsiteY6" fmla="*/ 294457 h 302526"/>
                <a:gd name="connsiteX7" fmla="*/ 212 w 70035"/>
                <a:gd name="connsiteY7" fmla="*/ 299600 h 302526"/>
                <a:gd name="connsiteX8" fmla="*/ 3231 w 70035"/>
                <a:gd name="connsiteY8" fmla="*/ 302625 h 302526"/>
                <a:gd name="connsiteX9" fmla="*/ 51230 w 70035"/>
                <a:gd name="connsiteY9" fmla="*/ 243632 h 302526"/>
                <a:gd name="connsiteX10" fmla="*/ 70248 w 70035"/>
                <a:gd name="connsiteY10" fmla="*/ 15136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48" y="151361"/>
                  </a:moveTo>
                  <a:cubicBezTo>
                    <a:pt x="70248" y="127764"/>
                    <a:pt x="66927" y="91159"/>
                    <a:pt x="50324" y="56973"/>
                  </a:cubicBezTo>
                  <a:cubicBezTo>
                    <a:pt x="32211" y="19762"/>
                    <a:pt x="6250" y="98"/>
                    <a:pt x="3231" y="98"/>
                  </a:cubicBezTo>
                  <a:cubicBezTo>
                    <a:pt x="1420" y="98"/>
                    <a:pt x="212" y="1308"/>
                    <a:pt x="212" y="3123"/>
                  </a:cubicBezTo>
                  <a:cubicBezTo>
                    <a:pt x="212" y="4031"/>
                    <a:pt x="212" y="4636"/>
                    <a:pt x="5948" y="10081"/>
                  </a:cubicBezTo>
                  <a:cubicBezTo>
                    <a:pt x="35532" y="40032"/>
                    <a:pt x="52739" y="88133"/>
                    <a:pt x="52739" y="151361"/>
                  </a:cubicBezTo>
                  <a:cubicBezTo>
                    <a:pt x="52739" y="203093"/>
                    <a:pt x="41570" y="256338"/>
                    <a:pt x="4137" y="294457"/>
                  </a:cubicBezTo>
                  <a:cubicBezTo>
                    <a:pt x="212" y="298087"/>
                    <a:pt x="212" y="298692"/>
                    <a:pt x="212" y="299600"/>
                  </a:cubicBezTo>
                  <a:cubicBezTo>
                    <a:pt x="212" y="301415"/>
                    <a:pt x="1420" y="302625"/>
                    <a:pt x="3231" y="302625"/>
                  </a:cubicBezTo>
                  <a:cubicBezTo>
                    <a:pt x="6250" y="302625"/>
                    <a:pt x="33419" y="282053"/>
                    <a:pt x="51230" y="243632"/>
                  </a:cubicBezTo>
                  <a:cubicBezTo>
                    <a:pt x="66625" y="210354"/>
                    <a:pt x="70248" y="176774"/>
                    <a:pt x="70248" y="15136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36DF7FA6-B283-18A7-88E7-73882CA1276E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6658352" y="6039542"/>
              <a:ext cx="2156654" cy="12143"/>
            </a:xfrm>
            <a:custGeom>
              <a:avLst/>
              <a:gdLst>
                <a:gd name="connsiteX0" fmla="*/ 0 w 2156654"/>
                <a:gd name="connsiteY0" fmla="*/ 0 h 12143"/>
                <a:gd name="connsiteX1" fmla="*/ 2156654 w 2156654"/>
                <a:gd name="connsiteY1" fmla="*/ 0 h 12143"/>
                <a:gd name="connsiteX2" fmla="*/ 2156654 w 2156654"/>
                <a:gd name="connsiteY2" fmla="*/ 12143 h 12143"/>
                <a:gd name="connsiteX3" fmla="*/ 0 w 2156654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6654" h="12143">
                  <a:moveTo>
                    <a:pt x="0" y="0"/>
                  </a:moveTo>
                  <a:lnTo>
                    <a:pt x="2156654" y="0"/>
                  </a:lnTo>
                  <a:lnTo>
                    <a:pt x="2156654" y="12143"/>
                  </a:lnTo>
                  <a:lnTo>
                    <a:pt x="0" y="1214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D0CAA2C6-2B1A-51CE-D32D-C92957EC906C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6688238" y="6102945"/>
              <a:ext cx="70035" cy="302526"/>
            </a:xfrm>
            <a:custGeom>
              <a:avLst/>
              <a:gdLst>
                <a:gd name="connsiteX0" fmla="*/ 70185 w 70035"/>
                <a:gd name="connsiteY0" fmla="*/ 299613 h 302526"/>
                <a:gd name="connsiteX1" fmla="*/ 65053 w 70035"/>
                <a:gd name="connsiteY1" fmla="*/ 292958 h 302526"/>
                <a:gd name="connsiteX2" fmla="*/ 17658 w 70035"/>
                <a:gd name="connsiteY2" fmla="*/ 151375 h 302526"/>
                <a:gd name="connsiteX3" fmla="*/ 66261 w 70035"/>
                <a:gd name="connsiteY3" fmla="*/ 8280 h 302526"/>
                <a:gd name="connsiteX4" fmla="*/ 70185 w 70035"/>
                <a:gd name="connsiteY4" fmla="*/ 3137 h 302526"/>
                <a:gd name="connsiteX5" fmla="*/ 67166 w 70035"/>
                <a:gd name="connsiteY5" fmla="*/ 112 h 302526"/>
                <a:gd name="connsiteX6" fmla="*/ 19168 w 70035"/>
                <a:gd name="connsiteY6" fmla="*/ 59104 h 302526"/>
                <a:gd name="connsiteX7" fmla="*/ 150 w 70035"/>
                <a:gd name="connsiteY7" fmla="*/ 151375 h 302526"/>
                <a:gd name="connsiteX8" fmla="*/ 20074 w 70035"/>
                <a:gd name="connsiteY8" fmla="*/ 245763 h 302526"/>
                <a:gd name="connsiteX9" fmla="*/ 67166 w 70035"/>
                <a:gd name="connsiteY9" fmla="*/ 302638 h 302526"/>
                <a:gd name="connsiteX10" fmla="*/ 70185 w 70035"/>
                <a:gd name="connsiteY10" fmla="*/ 29961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185" y="299613"/>
                  </a:moveTo>
                  <a:cubicBezTo>
                    <a:pt x="70185" y="298706"/>
                    <a:pt x="70185" y="298100"/>
                    <a:pt x="65053" y="292958"/>
                  </a:cubicBezTo>
                  <a:cubicBezTo>
                    <a:pt x="27319" y="254839"/>
                    <a:pt x="17658" y="197662"/>
                    <a:pt x="17658" y="151375"/>
                  </a:cubicBezTo>
                  <a:cubicBezTo>
                    <a:pt x="17658" y="98735"/>
                    <a:pt x="29130" y="46096"/>
                    <a:pt x="66261" y="8280"/>
                  </a:cubicBezTo>
                  <a:cubicBezTo>
                    <a:pt x="70185" y="4650"/>
                    <a:pt x="70185" y="4045"/>
                    <a:pt x="70185" y="3137"/>
                  </a:cubicBezTo>
                  <a:cubicBezTo>
                    <a:pt x="70185" y="1019"/>
                    <a:pt x="68978" y="112"/>
                    <a:pt x="67166" y="112"/>
                  </a:cubicBezTo>
                  <a:cubicBezTo>
                    <a:pt x="64148" y="112"/>
                    <a:pt x="36979" y="20683"/>
                    <a:pt x="19168" y="59104"/>
                  </a:cubicBezTo>
                  <a:cubicBezTo>
                    <a:pt x="3772" y="92382"/>
                    <a:pt x="150" y="125963"/>
                    <a:pt x="150" y="151375"/>
                  </a:cubicBezTo>
                  <a:cubicBezTo>
                    <a:pt x="150" y="174972"/>
                    <a:pt x="3470" y="211578"/>
                    <a:pt x="20074" y="245763"/>
                  </a:cubicBezTo>
                  <a:cubicBezTo>
                    <a:pt x="38186" y="282974"/>
                    <a:pt x="64148" y="302638"/>
                    <a:pt x="67166" y="302638"/>
                  </a:cubicBezTo>
                  <a:cubicBezTo>
                    <a:pt x="68978" y="302638"/>
                    <a:pt x="70185" y="301731"/>
                    <a:pt x="70185" y="29961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DDC029B6-B640-EEAD-C35D-8B601E9E4615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767766" y="6196426"/>
              <a:ext cx="143089" cy="136742"/>
            </a:xfrm>
            <a:custGeom>
              <a:avLst/>
              <a:gdLst>
                <a:gd name="connsiteX0" fmla="*/ 129658 w 143089"/>
                <a:gd name="connsiteY0" fmla="*/ 99946 h 136742"/>
                <a:gd name="connsiteX1" fmla="*/ 123017 w 143089"/>
                <a:gd name="connsiteY1" fmla="*/ 108114 h 136742"/>
                <a:gd name="connsiteX2" fmla="*/ 109131 w 143089"/>
                <a:gd name="connsiteY2" fmla="*/ 120215 h 136742"/>
                <a:gd name="connsiteX3" fmla="*/ 99773 w 143089"/>
                <a:gd name="connsiteY3" fmla="*/ 107812 h 136742"/>
                <a:gd name="connsiteX4" fmla="*/ 98565 w 143089"/>
                <a:gd name="connsiteY4" fmla="*/ 102669 h 136742"/>
                <a:gd name="connsiteX5" fmla="*/ 87697 w 143089"/>
                <a:gd name="connsiteY5" fmla="*/ 53660 h 136742"/>
                <a:gd name="connsiteX6" fmla="*/ 117281 w 143089"/>
                <a:gd name="connsiteY6" fmla="*/ 17054 h 136742"/>
                <a:gd name="connsiteX7" fmla="*/ 124527 w 143089"/>
                <a:gd name="connsiteY7" fmla="*/ 19474 h 136742"/>
                <a:gd name="connsiteX8" fmla="*/ 132677 w 143089"/>
                <a:gd name="connsiteY8" fmla="*/ 22197 h 136742"/>
                <a:gd name="connsiteX9" fmla="*/ 143243 w 143089"/>
                <a:gd name="connsiteY9" fmla="*/ 11306 h 136742"/>
                <a:gd name="connsiteX10" fmla="*/ 130866 w 143089"/>
                <a:gd name="connsiteY10" fmla="*/ 112 h 136742"/>
                <a:gd name="connsiteX11" fmla="*/ 85282 w 143089"/>
                <a:gd name="connsiteY11" fmla="*/ 43374 h 136742"/>
                <a:gd name="connsiteX12" fmla="*/ 81962 w 143089"/>
                <a:gd name="connsiteY12" fmla="*/ 26735 h 136742"/>
                <a:gd name="connsiteX13" fmla="*/ 66264 w 143089"/>
                <a:gd name="connsiteY13" fmla="*/ 112 h 136742"/>
                <a:gd name="connsiteX14" fmla="*/ 30944 w 143089"/>
                <a:gd name="connsiteY14" fmla="*/ 8886 h 136742"/>
                <a:gd name="connsiteX15" fmla="*/ 27624 w 143089"/>
                <a:gd name="connsiteY15" fmla="*/ 10096 h 136742"/>
                <a:gd name="connsiteX16" fmla="*/ 28831 w 143089"/>
                <a:gd name="connsiteY16" fmla="*/ 14634 h 136742"/>
                <a:gd name="connsiteX17" fmla="*/ 45736 w 143089"/>
                <a:gd name="connsiteY17" fmla="*/ 11306 h 136742"/>
                <a:gd name="connsiteX18" fmla="*/ 59321 w 143089"/>
                <a:gd name="connsiteY18" fmla="*/ 32180 h 136742"/>
                <a:gd name="connsiteX19" fmla="*/ 68075 w 143089"/>
                <a:gd name="connsiteY19" fmla="*/ 69391 h 136742"/>
                <a:gd name="connsiteX20" fmla="*/ 43321 w 143089"/>
                <a:gd name="connsiteY20" fmla="*/ 104787 h 136742"/>
                <a:gd name="connsiteX21" fmla="*/ 27926 w 143089"/>
                <a:gd name="connsiteY21" fmla="*/ 119308 h 136742"/>
                <a:gd name="connsiteX22" fmla="*/ 20077 w 143089"/>
                <a:gd name="connsiteY22" fmla="*/ 116585 h 136742"/>
                <a:gd name="connsiteX23" fmla="*/ 10417 w 143089"/>
                <a:gd name="connsiteY23" fmla="*/ 113560 h 136742"/>
                <a:gd name="connsiteX24" fmla="*/ 153 w 143089"/>
                <a:gd name="connsiteY24" fmla="*/ 124148 h 136742"/>
                <a:gd name="connsiteX25" fmla="*/ 15247 w 143089"/>
                <a:gd name="connsiteY25" fmla="*/ 136854 h 136742"/>
                <a:gd name="connsiteX26" fmla="*/ 43321 w 143089"/>
                <a:gd name="connsiteY26" fmla="*/ 115678 h 136742"/>
                <a:gd name="connsiteX27" fmla="*/ 70490 w 143089"/>
                <a:gd name="connsiteY27" fmla="*/ 80282 h 136742"/>
                <a:gd name="connsiteX28" fmla="*/ 79547 w 143089"/>
                <a:gd name="connsiteY28" fmla="*/ 116585 h 136742"/>
                <a:gd name="connsiteX29" fmla="*/ 97056 w 143089"/>
                <a:gd name="connsiteY29" fmla="*/ 136854 h 136742"/>
                <a:gd name="connsiteX30" fmla="*/ 133885 w 143089"/>
                <a:gd name="connsiteY30" fmla="*/ 102366 h 136742"/>
                <a:gd name="connsiteX31" fmla="*/ 129658 w 143089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58" y="99946"/>
                  </a:moveTo>
                  <a:cubicBezTo>
                    <a:pt x="127243" y="102669"/>
                    <a:pt x="125734" y="104484"/>
                    <a:pt x="123017" y="108114"/>
                  </a:cubicBezTo>
                  <a:cubicBezTo>
                    <a:pt x="116074" y="117190"/>
                    <a:pt x="112451" y="120215"/>
                    <a:pt x="109131" y="120215"/>
                  </a:cubicBezTo>
                  <a:cubicBezTo>
                    <a:pt x="104603" y="120215"/>
                    <a:pt x="101886" y="116283"/>
                    <a:pt x="99773" y="107812"/>
                  </a:cubicBezTo>
                  <a:cubicBezTo>
                    <a:pt x="99169" y="105392"/>
                    <a:pt x="98867" y="103576"/>
                    <a:pt x="98565" y="102669"/>
                  </a:cubicBezTo>
                  <a:cubicBezTo>
                    <a:pt x="91018" y="72114"/>
                    <a:pt x="87697" y="58197"/>
                    <a:pt x="87697" y="53660"/>
                  </a:cubicBezTo>
                  <a:cubicBezTo>
                    <a:pt x="100980" y="30365"/>
                    <a:pt x="111848" y="17054"/>
                    <a:pt x="117281" y="17054"/>
                  </a:cubicBezTo>
                  <a:cubicBezTo>
                    <a:pt x="119093" y="17054"/>
                    <a:pt x="121508" y="17961"/>
                    <a:pt x="124527" y="19474"/>
                  </a:cubicBezTo>
                  <a:cubicBezTo>
                    <a:pt x="128149" y="21592"/>
                    <a:pt x="130262" y="22197"/>
                    <a:pt x="132677" y="22197"/>
                  </a:cubicBezTo>
                  <a:cubicBezTo>
                    <a:pt x="139017" y="22197"/>
                    <a:pt x="143243" y="17659"/>
                    <a:pt x="143243" y="11306"/>
                  </a:cubicBezTo>
                  <a:cubicBezTo>
                    <a:pt x="143243" y="4953"/>
                    <a:pt x="138111" y="112"/>
                    <a:pt x="130866" y="112"/>
                  </a:cubicBezTo>
                  <a:cubicBezTo>
                    <a:pt x="117583" y="112"/>
                    <a:pt x="106112" y="11003"/>
                    <a:pt x="85282" y="43374"/>
                  </a:cubicBezTo>
                  <a:lnTo>
                    <a:pt x="81962" y="26735"/>
                  </a:lnTo>
                  <a:cubicBezTo>
                    <a:pt x="77735" y="6163"/>
                    <a:pt x="74415" y="112"/>
                    <a:pt x="66264" y="112"/>
                  </a:cubicBezTo>
                  <a:cubicBezTo>
                    <a:pt x="59623" y="112"/>
                    <a:pt x="49359" y="2835"/>
                    <a:pt x="30944" y="8886"/>
                  </a:cubicBezTo>
                  <a:lnTo>
                    <a:pt x="27624" y="10096"/>
                  </a:lnTo>
                  <a:lnTo>
                    <a:pt x="28831" y="14634"/>
                  </a:lnTo>
                  <a:cubicBezTo>
                    <a:pt x="40303" y="11911"/>
                    <a:pt x="43020" y="11306"/>
                    <a:pt x="45736" y="11306"/>
                  </a:cubicBezTo>
                  <a:cubicBezTo>
                    <a:pt x="53283" y="11306"/>
                    <a:pt x="55095" y="14029"/>
                    <a:pt x="59321" y="32180"/>
                  </a:cubicBezTo>
                  <a:lnTo>
                    <a:pt x="68075" y="69391"/>
                  </a:lnTo>
                  <a:lnTo>
                    <a:pt x="43321" y="104787"/>
                  </a:lnTo>
                  <a:cubicBezTo>
                    <a:pt x="37284" y="113862"/>
                    <a:pt x="31246" y="119308"/>
                    <a:pt x="27926" y="119308"/>
                  </a:cubicBezTo>
                  <a:cubicBezTo>
                    <a:pt x="26114" y="119308"/>
                    <a:pt x="23096" y="118400"/>
                    <a:pt x="20077" y="116585"/>
                  </a:cubicBezTo>
                  <a:cubicBezTo>
                    <a:pt x="16152" y="114467"/>
                    <a:pt x="12832" y="113560"/>
                    <a:pt x="10417" y="113560"/>
                  </a:cubicBezTo>
                  <a:cubicBezTo>
                    <a:pt x="4681" y="113560"/>
                    <a:pt x="153" y="118098"/>
                    <a:pt x="153" y="124148"/>
                  </a:cubicBezTo>
                  <a:cubicBezTo>
                    <a:pt x="153" y="132014"/>
                    <a:pt x="6190" y="136854"/>
                    <a:pt x="15247" y="136854"/>
                  </a:cubicBezTo>
                  <a:cubicBezTo>
                    <a:pt x="24605" y="136854"/>
                    <a:pt x="28228" y="134132"/>
                    <a:pt x="43321" y="115678"/>
                  </a:cubicBezTo>
                  <a:cubicBezTo>
                    <a:pt x="51472" y="105997"/>
                    <a:pt x="57812" y="97828"/>
                    <a:pt x="70490" y="80282"/>
                  </a:cubicBezTo>
                  <a:lnTo>
                    <a:pt x="79547" y="116585"/>
                  </a:lnTo>
                  <a:cubicBezTo>
                    <a:pt x="83471" y="132014"/>
                    <a:pt x="87396" y="136854"/>
                    <a:pt x="97056" y="136854"/>
                  </a:cubicBezTo>
                  <a:cubicBezTo>
                    <a:pt x="108527" y="136854"/>
                    <a:pt x="116376" y="129594"/>
                    <a:pt x="133885" y="102366"/>
                  </a:cubicBezTo>
                  <a:lnTo>
                    <a:pt x="129658" y="9994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36F4F79C-5894-2C88-A8B0-41A33C0ACD0D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6917153" y="6224375"/>
              <a:ext cx="99408" cy="151335"/>
            </a:xfrm>
            <a:custGeom>
              <a:avLst/>
              <a:gdLst>
                <a:gd name="connsiteX0" fmla="*/ 99565 w 99408"/>
                <a:gd name="connsiteY0" fmla="*/ 120780 h 151335"/>
                <a:gd name="connsiteX1" fmla="*/ 96661 w 99408"/>
                <a:gd name="connsiteY1" fmla="*/ 119661 h 151335"/>
                <a:gd name="connsiteX2" fmla="*/ 75439 w 99408"/>
                <a:gd name="connsiteY2" fmla="*/ 134436 h 151335"/>
                <a:gd name="connsiteX3" fmla="*/ 22049 w 99408"/>
                <a:gd name="connsiteY3" fmla="*/ 134436 h 151335"/>
                <a:gd name="connsiteX4" fmla="*/ 59578 w 99408"/>
                <a:gd name="connsiteY4" fmla="*/ 95035 h 151335"/>
                <a:gd name="connsiteX5" fmla="*/ 88172 w 99408"/>
                <a:gd name="connsiteY5" fmla="*/ 39740 h 151335"/>
                <a:gd name="connsiteX6" fmla="*/ 46845 w 99408"/>
                <a:gd name="connsiteY6" fmla="*/ 115 h 151335"/>
                <a:gd name="connsiteX7" fmla="*/ 14677 w 99408"/>
                <a:gd name="connsiteY7" fmla="*/ 13995 h 151335"/>
                <a:gd name="connsiteX8" fmla="*/ 380 w 99408"/>
                <a:gd name="connsiteY8" fmla="*/ 44665 h 151335"/>
                <a:gd name="connsiteX9" fmla="*/ 5071 w 99408"/>
                <a:gd name="connsiteY9" fmla="*/ 45784 h 151335"/>
                <a:gd name="connsiteX10" fmla="*/ 37463 w 99408"/>
                <a:gd name="connsiteY10" fmla="*/ 16681 h 151335"/>
                <a:gd name="connsiteX11" fmla="*/ 68961 w 99408"/>
                <a:gd name="connsiteY11" fmla="*/ 48247 h 151335"/>
                <a:gd name="connsiteX12" fmla="*/ 39920 w 99408"/>
                <a:gd name="connsiteY12" fmla="*/ 106453 h 151335"/>
                <a:gd name="connsiteX13" fmla="*/ 157 w 99408"/>
                <a:gd name="connsiteY13" fmla="*/ 148764 h 151335"/>
                <a:gd name="connsiteX14" fmla="*/ 157 w 99408"/>
                <a:gd name="connsiteY14" fmla="*/ 151451 h 151335"/>
                <a:gd name="connsiteX15" fmla="*/ 87278 w 99408"/>
                <a:gd name="connsiteY15" fmla="*/ 151451 h 151335"/>
                <a:gd name="connsiteX16" fmla="*/ 99565 w 99408"/>
                <a:gd name="connsiteY16" fmla="*/ 120780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565" y="120780"/>
                  </a:moveTo>
                  <a:lnTo>
                    <a:pt x="96661" y="119661"/>
                  </a:lnTo>
                  <a:cubicBezTo>
                    <a:pt x="88395" y="132422"/>
                    <a:pt x="85491" y="134436"/>
                    <a:pt x="75439" y="134436"/>
                  </a:cubicBezTo>
                  <a:lnTo>
                    <a:pt x="22049" y="134436"/>
                  </a:lnTo>
                  <a:lnTo>
                    <a:pt x="59578" y="95035"/>
                  </a:lnTo>
                  <a:cubicBezTo>
                    <a:pt x="79460" y="74216"/>
                    <a:pt x="88172" y="57201"/>
                    <a:pt x="88172" y="39740"/>
                  </a:cubicBezTo>
                  <a:cubicBezTo>
                    <a:pt x="88172" y="17353"/>
                    <a:pt x="70077" y="115"/>
                    <a:pt x="46845" y="115"/>
                  </a:cubicBezTo>
                  <a:cubicBezTo>
                    <a:pt x="34559" y="115"/>
                    <a:pt x="22942" y="5040"/>
                    <a:pt x="14677" y="13995"/>
                  </a:cubicBezTo>
                  <a:cubicBezTo>
                    <a:pt x="7529" y="21606"/>
                    <a:pt x="4178" y="28770"/>
                    <a:pt x="380" y="44665"/>
                  </a:cubicBezTo>
                  <a:lnTo>
                    <a:pt x="5071" y="45784"/>
                  </a:lnTo>
                  <a:cubicBezTo>
                    <a:pt x="14007" y="23845"/>
                    <a:pt x="22049" y="16681"/>
                    <a:pt x="37463" y="16681"/>
                  </a:cubicBezTo>
                  <a:cubicBezTo>
                    <a:pt x="56227" y="16681"/>
                    <a:pt x="68961" y="29442"/>
                    <a:pt x="68961" y="48247"/>
                  </a:cubicBezTo>
                  <a:cubicBezTo>
                    <a:pt x="68961" y="65708"/>
                    <a:pt x="58685" y="86528"/>
                    <a:pt x="39920" y="106453"/>
                  </a:cubicBezTo>
                  <a:lnTo>
                    <a:pt x="157" y="148764"/>
                  </a:lnTo>
                  <a:lnTo>
                    <a:pt x="157" y="151451"/>
                  </a:lnTo>
                  <a:lnTo>
                    <a:pt x="87278" y="151451"/>
                  </a:lnTo>
                  <a:lnTo>
                    <a:pt x="99565" y="12078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CF175C94-1ACE-26FF-7EE4-F24E75D2765A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7104855" y="6248158"/>
              <a:ext cx="184447" cy="12101"/>
            </a:xfrm>
            <a:custGeom>
              <a:avLst/>
              <a:gdLst>
                <a:gd name="connsiteX0" fmla="*/ 174044 w 184447"/>
                <a:gd name="connsiteY0" fmla="*/ 12213 h 12101"/>
                <a:gd name="connsiteX1" fmla="*/ 184610 w 184447"/>
                <a:gd name="connsiteY1" fmla="*/ 6163 h 12101"/>
                <a:gd name="connsiteX2" fmla="*/ 174044 w 184447"/>
                <a:gd name="connsiteY2" fmla="*/ 112 h 12101"/>
                <a:gd name="connsiteX3" fmla="*/ 10729 w 184447"/>
                <a:gd name="connsiteY3" fmla="*/ 112 h 12101"/>
                <a:gd name="connsiteX4" fmla="*/ 163 w 184447"/>
                <a:gd name="connsiteY4" fmla="*/ 6163 h 12101"/>
                <a:gd name="connsiteX5" fmla="*/ 10729 w 184447"/>
                <a:gd name="connsiteY5" fmla="*/ 12213 h 12101"/>
                <a:gd name="connsiteX6" fmla="*/ 174044 w 184447"/>
                <a:gd name="connsiteY6" fmla="*/ 12213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44" y="12213"/>
                  </a:moveTo>
                  <a:cubicBezTo>
                    <a:pt x="179176" y="12213"/>
                    <a:pt x="184610" y="12213"/>
                    <a:pt x="184610" y="6163"/>
                  </a:cubicBezTo>
                  <a:cubicBezTo>
                    <a:pt x="184610" y="112"/>
                    <a:pt x="179176" y="112"/>
                    <a:pt x="174044" y="112"/>
                  </a:cubicBezTo>
                  <a:lnTo>
                    <a:pt x="10729" y="112"/>
                  </a:lnTo>
                  <a:cubicBezTo>
                    <a:pt x="5597" y="112"/>
                    <a:pt x="163" y="112"/>
                    <a:pt x="163" y="6163"/>
                  </a:cubicBezTo>
                  <a:cubicBezTo>
                    <a:pt x="163" y="12213"/>
                    <a:pt x="5597" y="12213"/>
                    <a:pt x="10729" y="12213"/>
                  </a:cubicBezTo>
                  <a:lnTo>
                    <a:pt x="174044" y="1221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72B863CF-70C9-DC39-8397-120F14AEBDCB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7349167" y="6196426"/>
              <a:ext cx="143089" cy="136742"/>
            </a:xfrm>
            <a:custGeom>
              <a:avLst/>
              <a:gdLst>
                <a:gd name="connsiteX0" fmla="*/ 129678 w 143089"/>
                <a:gd name="connsiteY0" fmla="*/ 99946 h 136742"/>
                <a:gd name="connsiteX1" fmla="*/ 123036 w 143089"/>
                <a:gd name="connsiteY1" fmla="*/ 108114 h 136742"/>
                <a:gd name="connsiteX2" fmla="*/ 109150 w 143089"/>
                <a:gd name="connsiteY2" fmla="*/ 120215 h 136742"/>
                <a:gd name="connsiteX3" fmla="*/ 99792 w 143089"/>
                <a:gd name="connsiteY3" fmla="*/ 107812 h 136742"/>
                <a:gd name="connsiteX4" fmla="*/ 98584 w 143089"/>
                <a:gd name="connsiteY4" fmla="*/ 102669 h 136742"/>
                <a:gd name="connsiteX5" fmla="*/ 87717 w 143089"/>
                <a:gd name="connsiteY5" fmla="*/ 53660 h 136742"/>
                <a:gd name="connsiteX6" fmla="*/ 117301 w 143089"/>
                <a:gd name="connsiteY6" fmla="*/ 17054 h 136742"/>
                <a:gd name="connsiteX7" fmla="*/ 124546 w 143089"/>
                <a:gd name="connsiteY7" fmla="*/ 19474 h 136742"/>
                <a:gd name="connsiteX8" fmla="*/ 132696 w 143089"/>
                <a:gd name="connsiteY8" fmla="*/ 22197 h 136742"/>
                <a:gd name="connsiteX9" fmla="*/ 143262 w 143089"/>
                <a:gd name="connsiteY9" fmla="*/ 11306 h 136742"/>
                <a:gd name="connsiteX10" fmla="*/ 130885 w 143089"/>
                <a:gd name="connsiteY10" fmla="*/ 112 h 136742"/>
                <a:gd name="connsiteX11" fmla="*/ 85302 w 143089"/>
                <a:gd name="connsiteY11" fmla="*/ 43374 h 136742"/>
                <a:gd name="connsiteX12" fmla="*/ 81981 w 143089"/>
                <a:gd name="connsiteY12" fmla="*/ 26735 h 136742"/>
                <a:gd name="connsiteX13" fmla="*/ 66283 w 143089"/>
                <a:gd name="connsiteY13" fmla="*/ 112 h 136742"/>
                <a:gd name="connsiteX14" fmla="*/ 30964 w 143089"/>
                <a:gd name="connsiteY14" fmla="*/ 8886 h 136742"/>
                <a:gd name="connsiteX15" fmla="*/ 27643 w 143089"/>
                <a:gd name="connsiteY15" fmla="*/ 10096 h 136742"/>
                <a:gd name="connsiteX16" fmla="*/ 28850 w 143089"/>
                <a:gd name="connsiteY16" fmla="*/ 14634 h 136742"/>
                <a:gd name="connsiteX17" fmla="*/ 45756 w 143089"/>
                <a:gd name="connsiteY17" fmla="*/ 11306 h 136742"/>
                <a:gd name="connsiteX18" fmla="*/ 59340 w 143089"/>
                <a:gd name="connsiteY18" fmla="*/ 32180 h 136742"/>
                <a:gd name="connsiteX19" fmla="*/ 68095 w 143089"/>
                <a:gd name="connsiteY19" fmla="*/ 69391 h 136742"/>
                <a:gd name="connsiteX20" fmla="*/ 43341 w 143089"/>
                <a:gd name="connsiteY20" fmla="*/ 104787 h 136742"/>
                <a:gd name="connsiteX21" fmla="*/ 27945 w 143089"/>
                <a:gd name="connsiteY21" fmla="*/ 119308 h 136742"/>
                <a:gd name="connsiteX22" fmla="*/ 20096 w 143089"/>
                <a:gd name="connsiteY22" fmla="*/ 116585 h 136742"/>
                <a:gd name="connsiteX23" fmla="*/ 10436 w 143089"/>
                <a:gd name="connsiteY23" fmla="*/ 113560 h 136742"/>
                <a:gd name="connsiteX24" fmla="*/ 172 w 143089"/>
                <a:gd name="connsiteY24" fmla="*/ 124148 h 136742"/>
                <a:gd name="connsiteX25" fmla="*/ 15266 w 143089"/>
                <a:gd name="connsiteY25" fmla="*/ 136854 h 136742"/>
                <a:gd name="connsiteX26" fmla="*/ 43341 w 143089"/>
                <a:gd name="connsiteY26" fmla="*/ 115678 h 136742"/>
                <a:gd name="connsiteX27" fmla="*/ 70510 w 143089"/>
                <a:gd name="connsiteY27" fmla="*/ 80282 h 136742"/>
                <a:gd name="connsiteX28" fmla="*/ 79566 w 143089"/>
                <a:gd name="connsiteY28" fmla="*/ 116585 h 136742"/>
                <a:gd name="connsiteX29" fmla="*/ 97075 w 143089"/>
                <a:gd name="connsiteY29" fmla="*/ 136854 h 136742"/>
                <a:gd name="connsiteX30" fmla="*/ 133904 w 143089"/>
                <a:gd name="connsiteY30" fmla="*/ 102366 h 136742"/>
                <a:gd name="connsiteX31" fmla="*/ 129678 w 143089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78" y="99946"/>
                  </a:moveTo>
                  <a:cubicBezTo>
                    <a:pt x="127263" y="102669"/>
                    <a:pt x="125753" y="104484"/>
                    <a:pt x="123036" y="108114"/>
                  </a:cubicBezTo>
                  <a:cubicBezTo>
                    <a:pt x="116093" y="117190"/>
                    <a:pt x="112471" y="120215"/>
                    <a:pt x="109150" y="120215"/>
                  </a:cubicBezTo>
                  <a:cubicBezTo>
                    <a:pt x="104622" y="120215"/>
                    <a:pt x="101905" y="116283"/>
                    <a:pt x="99792" y="107812"/>
                  </a:cubicBezTo>
                  <a:cubicBezTo>
                    <a:pt x="99188" y="105392"/>
                    <a:pt x="98886" y="103576"/>
                    <a:pt x="98584" y="102669"/>
                  </a:cubicBezTo>
                  <a:cubicBezTo>
                    <a:pt x="91037" y="72114"/>
                    <a:pt x="87717" y="58197"/>
                    <a:pt x="87717" y="53660"/>
                  </a:cubicBezTo>
                  <a:cubicBezTo>
                    <a:pt x="100999" y="30365"/>
                    <a:pt x="111867" y="17054"/>
                    <a:pt x="117301" y="17054"/>
                  </a:cubicBezTo>
                  <a:cubicBezTo>
                    <a:pt x="119112" y="17054"/>
                    <a:pt x="121527" y="17961"/>
                    <a:pt x="124546" y="19474"/>
                  </a:cubicBezTo>
                  <a:cubicBezTo>
                    <a:pt x="128168" y="21592"/>
                    <a:pt x="130281" y="22197"/>
                    <a:pt x="132696" y="22197"/>
                  </a:cubicBezTo>
                  <a:cubicBezTo>
                    <a:pt x="139036" y="22197"/>
                    <a:pt x="143262" y="17659"/>
                    <a:pt x="143262" y="11306"/>
                  </a:cubicBezTo>
                  <a:cubicBezTo>
                    <a:pt x="143262" y="4953"/>
                    <a:pt x="138130" y="112"/>
                    <a:pt x="130885" y="112"/>
                  </a:cubicBezTo>
                  <a:cubicBezTo>
                    <a:pt x="117602" y="112"/>
                    <a:pt x="106131" y="11003"/>
                    <a:pt x="85302" y="43374"/>
                  </a:cubicBezTo>
                  <a:lnTo>
                    <a:pt x="81981" y="26735"/>
                  </a:lnTo>
                  <a:cubicBezTo>
                    <a:pt x="77755" y="6163"/>
                    <a:pt x="74434" y="112"/>
                    <a:pt x="66283" y="112"/>
                  </a:cubicBezTo>
                  <a:cubicBezTo>
                    <a:pt x="59642" y="112"/>
                    <a:pt x="49378" y="2835"/>
                    <a:pt x="30964" y="8886"/>
                  </a:cubicBezTo>
                  <a:lnTo>
                    <a:pt x="27643" y="10096"/>
                  </a:lnTo>
                  <a:lnTo>
                    <a:pt x="28850" y="14634"/>
                  </a:lnTo>
                  <a:cubicBezTo>
                    <a:pt x="40322" y="11911"/>
                    <a:pt x="43039" y="11306"/>
                    <a:pt x="45756" y="11306"/>
                  </a:cubicBezTo>
                  <a:cubicBezTo>
                    <a:pt x="53303" y="11306"/>
                    <a:pt x="55114" y="14029"/>
                    <a:pt x="59340" y="32180"/>
                  </a:cubicBezTo>
                  <a:lnTo>
                    <a:pt x="68095" y="69391"/>
                  </a:lnTo>
                  <a:lnTo>
                    <a:pt x="43341" y="104787"/>
                  </a:lnTo>
                  <a:cubicBezTo>
                    <a:pt x="37303" y="113862"/>
                    <a:pt x="31265" y="119308"/>
                    <a:pt x="27945" y="119308"/>
                  </a:cubicBezTo>
                  <a:cubicBezTo>
                    <a:pt x="26134" y="119308"/>
                    <a:pt x="23115" y="118400"/>
                    <a:pt x="20096" y="116585"/>
                  </a:cubicBezTo>
                  <a:cubicBezTo>
                    <a:pt x="16172" y="114467"/>
                    <a:pt x="12851" y="113560"/>
                    <a:pt x="10436" y="113560"/>
                  </a:cubicBezTo>
                  <a:cubicBezTo>
                    <a:pt x="4700" y="113560"/>
                    <a:pt x="172" y="118098"/>
                    <a:pt x="172" y="124148"/>
                  </a:cubicBezTo>
                  <a:cubicBezTo>
                    <a:pt x="172" y="132014"/>
                    <a:pt x="6210" y="136854"/>
                    <a:pt x="15266" y="136854"/>
                  </a:cubicBezTo>
                  <a:cubicBezTo>
                    <a:pt x="24624" y="136854"/>
                    <a:pt x="28247" y="134132"/>
                    <a:pt x="43341" y="115678"/>
                  </a:cubicBezTo>
                  <a:cubicBezTo>
                    <a:pt x="51491" y="105997"/>
                    <a:pt x="57831" y="97828"/>
                    <a:pt x="70510" y="80282"/>
                  </a:cubicBezTo>
                  <a:lnTo>
                    <a:pt x="79566" y="116585"/>
                  </a:lnTo>
                  <a:cubicBezTo>
                    <a:pt x="83490" y="132014"/>
                    <a:pt x="87415" y="136854"/>
                    <a:pt x="97075" y="136854"/>
                  </a:cubicBezTo>
                  <a:cubicBezTo>
                    <a:pt x="108546" y="136854"/>
                    <a:pt x="116395" y="129594"/>
                    <a:pt x="133904" y="102366"/>
                  </a:cubicBezTo>
                  <a:lnTo>
                    <a:pt x="129678" y="9994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90D17A36-B982-95DC-79BF-91B78E46D6F5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7497214" y="6224375"/>
              <a:ext cx="100971" cy="154469"/>
            </a:xfrm>
            <a:custGeom>
              <a:avLst/>
              <a:gdLst>
                <a:gd name="connsiteX0" fmla="*/ 51555 w 100971"/>
                <a:gd name="connsiteY0" fmla="*/ 115 h 154469"/>
                <a:gd name="connsiteX1" fmla="*/ 21621 w 100971"/>
                <a:gd name="connsiteY1" fmla="*/ 11756 h 154469"/>
                <a:gd name="connsiteX2" fmla="*/ 176 w 100971"/>
                <a:gd name="connsiteY2" fmla="*/ 76230 h 154469"/>
                <a:gd name="connsiteX3" fmla="*/ 18047 w 100971"/>
                <a:gd name="connsiteY3" fmla="*/ 139362 h 154469"/>
                <a:gd name="connsiteX4" fmla="*/ 50662 w 100971"/>
                <a:gd name="connsiteY4" fmla="*/ 154585 h 154469"/>
                <a:gd name="connsiteX5" fmla="*/ 79702 w 100971"/>
                <a:gd name="connsiteY5" fmla="*/ 142943 h 154469"/>
                <a:gd name="connsiteX6" fmla="*/ 101148 w 100971"/>
                <a:gd name="connsiteY6" fmla="*/ 77574 h 154469"/>
                <a:gd name="connsiteX7" fmla="*/ 51555 w 100971"/>
                <a:gd name="connsiteY7" fmla="*/ 115 h 154469"/>
                <a:gd name="connsiteX8" fmla="*/ 50885 w 100971"/>
                <a:gd name="connsiteY8" fmla="*/ 5935 h 154469"/>
                <a:gd name="connsiteX9" fmla="*/ 79702 w 100971"/>
                <a:gd name="connsiteY9" fmla="*/ 78021 h 154469"/>
                <a:gd name="connsiteX10" fmla="*/ 50662 w 100971"/>
                <a:gd name="connsiteY10" fmla="*/ 148764 h 154469"/>
                <a:gd name="connsiteX11" fmla="*/ 21621 w 100971"/>
                <a:gd name="connsiteY11" fmla="*/ 78245 h 154469"/>
                <a:gd name="connsiteX12" fmla="*/ 50885 w 100971"/>
                <a:gd name="connsiteY12" fmla="*/ 5935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71" h="154469">
                  <a:moveTo>
                    <a:pt x="51555" y="115"/>
                  </a:moveTo>
                  <a:cubicBezTo>
                    <a:pt x="39269" y="115"/>
                    <a:pt x="29887" y="3920"/>
                    <a:pt x="21621" y="11756"/>
                  </a:cubicBezTo>
                  <a:cubicBezTo>
                    <a:pt x="8665" y="24293"/>
                    <a:pt x="176" y="50038"/>
                    <a:pt x="176" y="76230"/>
                  </a:cubicBezTo>
                  <a:cubicBezTo>
                    <a:pt x="176" y="100632"/>
                    <a:pt x="7548" y="126825"/>
                    <a:pt x="18047" y="139362"/>
                  </a:cubicBezTo>
                  <a:cubicBezTo>
                    <a:pt x="26312" y="149212"/>
                    <a:pt x="37705" y="154585"/>
                    <a:pt x="50662" y="154585"/>
                  </a:cubicBezTo>
                  <a:cubicBezTo>
                    <a:pt x="62055" y="154585"/>
                    <a:pt x="71660" y="150779"/>
                    <a:pt x="79702" y="142943"/>
                  </a:cubicBezTo>
                  <a:cubicBezTo>
                    <a:pt x="92659" y="130631"/>
                    <a:pt x="101148" y="104662"/>
                    <a:pt x="101148" y="77574"/>
                  </a:cubicBezTo>
                  <a:cubicBezTo>
                    <a:pt x="101148" y="31680"/>
                    <a:pt x="80819" y="115"/>
                    <a:pt x="51555" y="115"/>
                  </a:cubicBezTo>
                  <a:close/>
                  <a:moveTo>
                    <a:pt x="50885" y="5935"/>
                  </a:moveTo>
                  <a:cubicBezTo>
                    <a:pt x="69650" y="5935"/>
                    <a:pt x="79702" y="31233"/>
                    <a:pt x="79702" y="78021"/>
                  </a:cubicBezTo>
                  <a:cubicBezTo>
                    <a:pt x="79702" y="124810"/>
                    <a:pt x="69873" y="148764"/>
                    <a:pt x="50662" y="148764"/>
                  </a:cubicBezTo>
                  <a:cubicBezTo>
                    <a:pt x="31450" y="148764"/>
                    <a:pt x="21621" y="124810"/>
                    <a:pt x="21621" y="78245"/>
                  </a:cubicBezTo>
                  <a:cubicBezTo>
                    <a:pt x="21621" y="30785"/>
                    <a:pt x="31674" y="5935"/>
                    <a:pt x="50885" y="593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85724F51-A251-8F63-ABCA-EC1EB31413F8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7636323" y="6102945"/>
              <a:ext cx="70035" cy="302526"/>
            </a:xfrm>
            <a:custGeom>
              <a:avLst/>
              <a:gdLst>
                <a:gd name="connsiteX0" fmla="*/ 70217 w 70035"/>
                <a:gd name="connsiteY0" fmla="*/ 151375 h 302526"/>
                <a:gd name="connsiteX1" fmla="*/ 50293 w 70035"/>
                <a:gd name="connsiteY1" fmla="*/ 56987 h 302526"/>
                <a:gd name="connsiteX2" fmla="*/ 3200 w 70035"/>
                <a:gd name="connsiteY2" fmla="*/ 112 h 302526"/>
                <a:gd name="connsiteX3" fmla="*/ 181 w 70035"/>
                <a:gd name="connsiteY3" fmla="*/ 3137 h 302526"/>
                <a:gd name="connsiteX4" fmla="*/ 5917 w 70035"/>
                <a:gd name="connsiteY4" fmla="*/ 10095 h 302526"/>
                <a:gd name="connsiteX5" fmla="*/ 52708 w 70035"/>
                <a:gd name="connsiteY5" fmla="*/ 151375 h 302526"/>
                <a:gd name="connsiteX6" fmla="*/ 4105 w 70035"/>
                <a:gd name="connsiteY6" fmla="*/ 294470 h 302526"/>
                <a:gd name="connsiteX7" fmla="*/ 181 w 70035"/>
                <a:gd name="connsiteY7" fmla="*/ 299613 h 302526"/>
                <a:gd name="connsiteX8" fmla="*/ 3200 w 70035"/>
                <a:gd name="connsiteY8" fmla="*/ 302638 h 302526"/>
                <a:gd name="connsiteX9" fmla="*/ 51198 w 70035"/>
                <a:gd name="connsiteY9" fmla="*/ 243646 h 302526"/>
                <a:gd name="connsiteX10" fmla="*/ 70217 w 70035"/>
                <a:gd name="connsiteY10" fmla="*/ 15137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17" y="151375"/>
                  </a:moveTo>
                  <a:cubicBezTo>
                    <a:pt x="70217" y="127778"/>
                    <a:pt x="66896" y="91172"/>
                    <a:pt x="50293" y="56987"/>
                  </a:cubicBezTo>
                  <a:cubicBezTo>
                    <a:pt x="32180" y="19776"/>
                    <a:pt x="6219" y="112"/>
                    <a:pt x="3200" y="112"/>
                  </a:cubicBezTo>
                  <a:cubicBezTo>
                    <a:pt x="1389" y="112"/>
                    <a:pt x="181" y="1322"/>
                    <a:pt x="181" y="3137"/>
                  </a:cubicBezTo>
                  <a:cubicBezTo>
                    <a:pt x="181" y="4045"/>
                    <a:pt x="181" y="4650"/>
                    <a:pt x="5917" y="10095"/>
                  </a:cubicBezTo>
                  <a:cubicBezTo>
                    <a:pt x="35501" y="40045"/>
                    <a:pt x="52708" y="88147"/>
                    <a:pt x="52708" y="151375"/>
                  </a:cubicBezTo>
                  <a:cubicBezTo>
                    <a:pt x="52708" y="203107"/>
                    <a:pt x="41538" y="256352"/>
                    <a:pt x="4105" y="294470"/>
                  </a:cubicBezTo>
                  <a:cubicBezTo>
                    <a:pt x="181" y="298100"/>
                    <a:pt x="181" y="298706"/>
                    <a:pt x="181" y="299613"/>
                  </a:cubicBezTo>
                  <a:cubicBezTo>
                    <a:pt x="181" y="301428"/>
                    <a:pt x="1389" y="302638"/>
                    <a:pt x="3200" y="302638"/>
                  </a:cubicBezTo>
                  <a:cubicBezTo>
                    <a:pt x="6219" y="302638"/>
                    <a:pt x="33388" y="282067"/>
                    <a:pt x="51198" y="243646"/>
                  </a:cubicBezTo>
                  <a:cubicBezTo>
                    <a:pt x="66594" y="210368"/>
                    <a:pt x="70217" y="176787"/>
                    <a:pt x="70217" y="15137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AEC452DB-446E-C54C-74A4-BCA685B29D1F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7766566" y="6102945"/>
              <a:ext cx="70035" cy="302526"/>
            </a:xfrm>
            <a:custGeom>
              <a:avLst/>
              <a:gdLst>
                <a:gd name="connsiteX0" fmla="*/ 70221 w 70035"/>
                <a:gd name="connsiteY0" fmla="*/ 299613 h 302526"/>
                <a:gd name="connsiteX1" fmla="*/ 65089 w 70035"/>
                <a:gd name="connsiteY1" fmla="*/ 292958 h 302526"/>
                <a:gd name="connsiteX2" fmla="*/ 17694 w 70035"/>
                <a:gd name="connsiteY2" fmla="*/ 151375 h 302526"/>
                <a:gd name="connsiteX3" fmla="*/ 66296 w 70035"/>
                <a:gd name="connsiteY3" fmla="*/ 8280 h 302526"/>
                <a:gd name="connsiteX4" fmla="*/ 70221 w 70035"/>
                <a:gd name="connsiteY4" fmla="*/ 3137 h 302526"/>
                <a:gd name="connsiteX5" fmla="*/ 67202 w 70035"/>
                <a:gd name="connsiteY5" fmla="*/ 112 h 302526"/>
                <a:gd name="connsiteX6" fmla="*/ 19203 w 70035"/>
                <a:gd name="connsiteY6" fmla="*/ 59104 h 302526"/>
                <a:gd name="connsiteX7" fmla="*/ 185 w 70035"/>
                <a:gd name="connsiteY7" fmla="*/ 151375 h 302526"/>
                <a:gd name="connsiteX8" fmla="*/ 20109 w 70035"/>
                <a:gd name="connsiteY8" fmla="*/ 245763 h 302526"/>
                <a:gd name="connsiteX9" fmla="*/ 67202 w 70035"/>
                <a:gd name="connsiteY9" fmla="*/ 302638 h 302526"/>
                <a:gd name="connsiteX10" fmla="*/ 70221 w 70035"/>
                <a:gd name="connsiteY10" fmla="*/ 29961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21" y="299613"/>
                  </a:moveTo>
                  <a:cubicBezTo>
                    <a:pt x="70221" y="298706"/>
                    <a:pt x="70221" y="298100"/>
                    <a:pt x="65089" y="292958"/>
                  </a:cubicBezTo>
                  <a:cubicBezTo>
                    <a:pt x="27354" y="254839"/>
                    <a:pt x="17694" y="197662"/>
                    <a:pt x="17694" y="151375"/>
                  </a:cubicBezTo>
                  <a:cubicBezTo>
                    <a:pt x="17694" y="98735"/>
                    <a:pt x="29165" y="46096"/>
                    <a:pt x="66296" y="8280"/>
                  </a:cubicBezTo>
                  <a:cubicBezTo>
                    <a:pt x="70221" y="4650"/>
                    <a:pt x="70221" y="4045"/>
                    <a:pt x="70221" y="3137"/>
                  </a:cubicBezTo>
                  <a:cubicBezTo>
                    <a:pt x="70221" y="1019"/>
                    <a:pt x="69013" y="112"/>
                    <a:pt x="67202" y="112"/>
                  </a:cubicBezTo>
                  <a:cubicBezTo>
                    <a:pt x="64183" y="112"/>
                    <a:pt x="37014" y="20683"/>
                    <a:pt x="19203" y="59104"/>
                  </a:cubicBezTo>
                  <a:cubicBezTo>
                    <a:pt x="3808" y="92382"/>
                    <a:pt x="185" y="125963"/>
                    <a:pt x="185" y="151375"/>
                  </a:cubicBezTo>
                  <a:cubicBezTo>
                    <a:pt x="185" y="174972"/>
                    <a:pt x="3506" y="211578"/>
                    <a:pt x="20109" y="245763"/>
                  </a:cubicBezTo>
                  <a:cubicBezTo>
                    <a:pt x="38222" y="282974"/>
                    <a:pt x="64183" y="302638"/>
                    <a:pt x="67202" y="302638"/>
                  </a:cubicBezTo>
                  <a:cubicBezTo>
                    <a:pt x="69013" y="302638"/>
                    <a:pt x="70221" y="301731"/>
                    <a:pt x="70221" y="29961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98DAE53C-299D-7EFA-970B-EFFF929394ED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7846094" y="6196426"/>
              <a:ext cx="143089" cy="136742"/>
            </a:xfrm>
            <a:custGeom>
              <a:avLst/>
              <a:gdLst>
                <a:gd name="connsiteX0" fmla="*/ 129694 w 143089"/>
                <a:gd name="connsiteY0" fmla="*/ 99946 h 136742"/>
                <a:gd name="connsiteX1" fmla="*/ 123053 w 143089"/>
                <a:gd name="connsiteY1" fmla="*/ 108114 h 136742"/>
                <a:gd name="connsiteX2" fmla="*/ 109166 w 143089"/>
                <a:gd name="connsiteY2" fmla="*/ 120215 h 136742"/>
                <a:gd name="connsiteX3" fmla="*/ 99808 w 143089"/>
                <a:gd name="connsiteY3" fmla="*/ 107812 h 136742"/>
                <a:gd name="connsiteX4" fmla="*/ 98600 w 143089"/>
                <a:gd name="connsiteY4" fmla="*/ 102669 h 136742"/>
                <a:gd name="connsiteX5" fmla="*/ 87733 w 143089"/>
                <a:gd name="connsiteY5" fmla="*/ 53660 h 136742"/>
                <a:gd name="connsiteX6" fmla="*/ 117317 w 143089"/>
                <a:gd name="connsiteY6" fmla="*/ 17054 h 136742"/>
                <a:gd name="connsiteX7" fmla="*/ 124562 w 143089"/>
                <a:gd name="connsiteY7" fmla="*/ 19474 h 136742"/>
                <a:gd name="connsiteX8" fmla="*/ 132713 w 143089"/>
                <a:gd name="connsiteY8" fmla="*/ 22197 h 136742"/>
                <a:gd name="connsiteX9" fmla="*/ 143278 w 143089"/>
                <a:gd name="connsiteY9" fmla="*/ 11306 h 136742"/>
                <a:gd name="connsiteX10" fmla="*/ 130901 w 143089"/>
                <a:gd name="connsiteY10" fmla="*/ 112 h 136742"/>
                <a:gd name="connsiteX11" fmla="*/ 85318 w 143089"/>
                <a:gd name="connsiteY11" fmla="*/ 43374 h 136742"/>
                <a:gd name="connsiteX12" fmla="*/ 81997 w 143089"/>
                <a:gd name="connsiteY12" fmla="*/ 26735 h 136742"/>
                <a:gd name="connsiteX13" fmla="*/ 66300 w 143089"/>
                <a:gd name="connsiteY13" fmla="*/ 112 h 136742"/>
                <a:gd name="connsiteX14" fmla="*/ 30980 w 143089"/>
                <a:gd name="connsiteY14" fmla="*/ 8886 h 136742"/>
                <a:gd name="connsiteX15" fmla="*/ 27659 w 143089"/>
                <a:gd name="connsiteY15" fmla="*/ 10096 h 136742"/>
                <a:gd name="connsiteX16" fmla="*/ 28867 w 143089"/>
                <a:gd name="connsiteY16" fmla="*/ 14634 h 136742"/>
                <a:gd name="connsiteX17" fmla="*/ 45772 w 143089"/>
                <a:gd name="connsiteY17" fmla="*/ 11306 h 136742"/>
                <a:gd name="connsiteX18" fmla="*/ 59356 w 143089"/>
                <a:gd name="connsiteY18" fmla="*/ 32180 h 136742"/>
                <a:gd name="connsiteX19" fmla="*/ 68111 w 143089"/>
                <a:gd name="connsiteY19" fmla="*/ 69391 h 136742"/>
                <a:gd name="connsiteX20" fmla="*/ 43357 w 143089"/>
                <a:gd name="connsiteY20" fmla="*/ 104787 h 136742"/>
                <a:gd name="connsiteX21" fmla="*/ 27961 w 143089"/>
                <a:gd name="connsiteY21" fmla="*/ 119308 h 136742"/>
                <a:gd name="connsiteX22" fmla="*/ 20112 w 143089"/>
                <a:gd name="connsiteY22" fmla="*/ 116585 h 136742"/>
                <a:gd name="connsiteX23" fmla="*/ 10452 w 143089"/>
                <a:gd name="connsiteY23" fmla="*/ 113560 h 136742"/>
                <a:gd name="connsiteX24" fmla="*/ 188 w 143089"/>
                <a:gd name="connsiteY24" fmla="*/ 124148 h 136742"/>
                <a:gd name="connsiteX25" fmla="*/ 15282 w 143089"/>
                <a:gd name="connsiteY25" fmla="*/ 136854 h 136742"/>
                <a:gd name="connsiteX26" fmla="*/ 43357 w 143089"/>
                <a:gd name="connsiteY26" fmla="*/ 115678 h 136742"/>
                <a:gd name="connsiteX27" fmla="*/ 70526 w 143089"/>
                <a:gd name="connsiteY27" fmla="*/ 80282 h 136742"/>
                <a:gd name="connsiteX28" fmla="*/ 79582 w 143089"/>
                <a:gd name="connsiteY28" fmla="*/ 116585 h 136742"/>
                <a:gd name="connsiteX29" fmla="*/ 97091 w 143089"/>
                <a:gd name="connsiteY29" fmla="*/ 136854 h 136742"/>
                <a:gd name="connsiteX30" fmla="*/ 133920 w 143089"/>
                <a:gd name="connsiteY30" fmla="*/ 102366 h 136742"/>
                <a:gd name="connsiteX31" fmla="*/ 129694 w 143089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694" y="99946"/>
                  </a:moveTo>
                  <a:cubicBezTo>
                    <a:pt x="127279" y="102669"/>
                    <a:pt x="125769" y="104484"/>
                    <a:pt x="123053" y="108114"/>
                  </a:cubicBezTo>
                  <a:cubicBezTo>
                    <a:pt x="116109" y="117190"/>
                    <a:pt x="112487" y="120215"/>
                    <a:pt x="109166" y="120215"/>
                  </a:cubicBezTo>
                  <a:cubicBezTo>
                    <a:pt x="104638" y="120215"/>
                    <a:pt x="101921" y="116283"/>
                    <a:pt x="99808" y="107812"/>
                  </a:cubicBezTo>
                  <a:cubicBezTo>
                    <a:pt x="99204" y="105392"/>
                    <a:pt x="98902" y="103576"/>
                    <a:pt x="98600" y="102669"/>
                  </a:cubicBezTo>
                  <a:cubicBezTo>
                    <a:pt x="91054" y="72114"/>
                    <a:pt x="87733" y="58197"/>
                    <a:pt x="87733" y="53660"/>
                  </a:cubicBezTo>
                  <a:cubicBezTo>
                    <a:pt x="101016" y="30365"/>
                    <a:pt x="111883" y="17054"/>
                    <a:pt x="117317" y="17054"/>
                  </a:cubicBezTo>
                  <a:cubicBezTo>
                    <a:pt x="119128" y="17054"/>
                    <a:pt x="121543" y="17961"/>
                    <a:pt x="124562" y="19474"/>
                  </a:cubicBezTo>
                  <a:cubicBezTo>
                    <a:pt x="128184" y="21592"/>
                    <a:pt x="130298" y="22197"/>
                    <a:pt x="132713" y="22197"/>
                  </a:cubicBezTo>
                  <a:cubicBezTo>
                    <a:pt x="139052" y="22197"/>
                    <a:pt x="143278" y="17659"/>
                    <a:pt x="143278" y="11306"/>
                  </a:cubicBezTo>
                  <a:cubicBezTo>
                    <a:pt x="143278" y="4953"/>
                    <a:pt x="138146" y="112"/>
                    <a:pt x="130901" y="112"/>
                  </a:cubicBezTo>
                  <a:cubicBezTo>
                    <a:pt x="117619" y="112"/>
                    <a:pt x="106147" y="11003"/>
                    <a:pt x="85318" y="43374"/>
                  </a:cubicBezTo>
                  <a:lnTo>
                    <a:pt x="81997" y="26735"/>
                  </a:lnTo>
                  <a:cubicBezTo>
                    <a:pt x="77771" y="6163"/>
                    <a:pt x="74450" y="112"/>
                    <a:pt x="66300" y="112"/>
                  </a:cubicBezTo>
                  <a:cubicBezTo>
                    <a:pt x="59658" y="112"/>
                    <a:pt x="49394" y="2835"/>
                    <a:pt x="30980" y="8886"/>
                  </a:cubicBezTo>
                  <a:lnTo>
                    <a:pt x="27659" y="10096"/>
                  </a:lnTo>
                  <a:lnTo>
                    <a:pt x="28867" y="14634"/>
                  </a:lnTo>
                  <a:cubicBezTo>
                    <a:pt x="40338" y="11911"/>
                    <a:pt x="43055" y="11306"/>
                    <a:pt x="45772" y="11306"/>
                  </a:cubicBezTo>
                  <a:cubicBezTo>
                    <a:pt x="53319" y="11306"/>
                    <a:pt x="55130" y="14029"/>
                    <a:pt x="59356" y="32180"/>
                  </a:cubicBezTo>
                  <a:lnTo>
                    <a:pt x="68111" y="69391"/>
                  </a:lnTo>
                  <a:lnTo>
                    <a:pt x="43357" y="104787"/>
                  </a:lnTo>
                  <a:cubicBezTo>
                    <a:pt x="37319" y="113862"/>
                    <a:pt x="31282" y="119308"/>
                    <a:pt x="27961" y="119308"/>
                  </a:cubicBezTo>
                  <a:cubicBezTo>
                    <a:pt x="26150" y="119308"/>
                    <a:pt x="23131" y="118400"/>
                    <a:pt x="20112" y="116585"/>
                  </a:cubicBezTo>
                  <a:cubicBezTo>
                    <a:pt x="16188" y="114467"/>
                    <a:pt x="12867" y="113560"/>
                    <a:pt x="10452" y="113560"/>
                  </a:cubicBezTo>
                  <a:cubicBezTo>
                    <a:pt x="4717" y="113560"/>
                    <a:pt x="188" y="118098"/>
                    <a:pt x="188" y="124148"/>
                  </a:cubicBezTo>
                  <a:cubicBezTo>
                    <a:pt x="188" y="132014"/>
                    <a:pt x="6226" y="136854"/>
                    <a:pt x="15282" y="136854"/>
                  </a:cubicBezTo>
                  <a:cubicBezTo>
                    <a:pt x="24640" y="136854"/>
                    <a:pt x="28263" y="134132"/>
                    <a:pt x="43357" y="115678"/>
                  </a:cubicBezTo>
                  <a:cubicBezTo>
                    <a:pt x="51508" y="105997"/>
                    <a:pt x="57847" y="97828"/>
                    <a:pt x="70526" y="80282"/>
                  </a:cubicBezTo>
                  <a:lnTo>
                    <a:pt x="79582" y="116585"/>
                  </a:lnTo>
                  <a:cubicBezTo>
                    <a:pt x="83507" y="132014"/>
                    <a:pt x="87431" y="136854"/>
                    <a:pt x="97091" y="136854"/>
                  </a:cubicBezTo>
                  <a:cubicBezTo>
                    <a:pt x="108562" y="136854"/>
                    <a:pt x="116411" y="129594"/>
                    <a:pt x="133920" y="102366"/>
                  </a:cubicBezTo>
                  <a:lnTo>
                    <a:pt x="129694" y="9994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162B15AE-0DCF-7CA8-4BC6-96151B583C1B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7995481" y="6224375"/>
              <a:ext cx="99408" cy="151335"/>
            </a:xfrm>
            <a:custGeom>
              <a:avLst/>
              <a:gdLst>
                <a:gd name="connsiteX0" fmla="*/ 99600 w 99408"/>
                <a:gd name="connsiteY0" fmla="*/ 120780 h 151335"/>
                <a:gd name="connsiteX1" fmla="*/ 96696 w 99408"/>
                <a:gd name="connsiteY1" fmla="*/ 119661 h 151335"/>
                <a:gd name="connsiteX2" fmla="*/ 75474 w 99408"/>
                <a:gd name="connsiteY2" fmla="*/ 134436 h 151335"/>
                <a:gd name="connsiteX3" fmla="*/ 22084 w 99408"/>
                <a:gd name="connsiteY3" fmla="*/ 134436 h 151335"/>
                <a:gd name="connsiteX4" fmla="*/ 59614 w 99408"/>
                <a:gd name="connsiteY4" fmla="*/ 95035 h 151335"/>
                <a:gd name="connsiteX5" fmla="*/ 88207 w 99408"/>
                <a:gd name="connsiteY5" fmla="*/ 39740 h 151335"/>
                <a:gd name="connsiteX6" fmla="*/ 46880 w 99408"/>
                <a:gd name="connsiteY6" fmla="*/ 115 h 151335"/>
                <a:gd name="connsiteX7" fmla="*/ 14712 w 99408"/>
                <a:gd name="connsiteY7" fmla="*/ 13995 h 151335"/>
                <a:gd name="connsiteX8" fmla="*/ 416 w 99408"/>
                <a:gd name="connsiteY8" fmla="*/ 44665 h 151335"/>
                <a:gd name="connsiteX9" fmla="*/ 5107 w 99408"/>
                <a:gd name="connsiteY9" fmla="*/ 45784 h 151335"/>
                <a:gd name="connsiteX10" fmla="*/ 37498 w 99408"/>
                <a:gd name="connsiteY10" fmla="*/ 16681 h 151335"/>
                <a:gd name="connsiteX11" fmla="*/ 68996 w 99408"/>
                <a:gd name="connsiteY11" fmla="*/ 48247 h 151335"/>
                <a:gd name="connsiteX12" fmla="*/ 39955 w 99408"/>
                <a:gd name="connsiteY12" fmla="*/ 106453 h 151335"/>
                <a:gd name="connsiteX13" fmla="*/ 192 w 99408"/>
                <a:gd name="connsiteY13" fmla="*/ 148764 h 151335"/>
                <a:gd name="connsiteX14" fmla="*/ 192 w 99408"/>
                <a:gd name="connsiteY14" fmla="*/ 151451 h 151335"/>
                <a:gd name="connsiteX15" fmla="*/ 87314 w 99408"/>
                <a:gd name="connsiteY15" fmla="*/ 151451 h 151335"/>
                <a:gd name="connsiteX16" fmla="*/ 99600 w 99408"/>
                <a:gd name="connsiteY16" fmla="*/ 120780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600" y="120780"/>
                  </a:moveTo>
                  <a:lnTo>
                    <a:pt x="96696" y="119661"/>
                  </a:lnTo>
                  <a:cubicBezTo>
                    <a:pt x="88431" y="132422"/>
                    <a:pt x="85527" y="134436"/>
                    <a:pt x="75474" y="134436"/>
                  </a:cubicBezTo>
                  <a:lnTo>
                    <a:pt x="22084" y="134436"/>
                  </a:lnTo>
                  <a:lnTo>
                    <a:pt x="59614" y="95035"/>
                  </a:lnTo>
                  <a:cubicBezTo>
                    <a:pt x="79495" y="74216"/>
                    <a:pt x="88207" y="57201"/>
                    <a:pt x="88207" y="39740"/>
                  </a:cubicBezTo>
                  <a:cubicBezTo>
                    <a:pt x="88207" y="17353"/>
                    <a:pt x="70113" y="115"/>
                    <a:pt x="46880" y="115"/>
                  </a:cubicBezTo>
                  <a:cubicBezTo>
                    <a:pt x="34594" y="115"/>
                    <a:pt x="22978" y="5040"/>
                    <a:pt x="14712" y="13995"/>
                  </a:cubicBezTo>
                  <a:cubicBezTo>
                    <a:pt x="7564" y="21606"/>
                    <a:pt x="4213" y="28770"/>
                    <a:pt x="416" y="44665"/>
                  </a:cubicBezTo>
                  <a:lnTo>
                    <a:pt x="5107" y="45784"/>
                  </a:lnTo>
                  <a:cubicBezTo>
                    <a:pt x="14042" y="23845"/>
                    <a:pt x="22084" y="16681"/>
                    <a:pt x="37498" y="16681"/>
                  </a:cubicBezTo>
                  <a:cubicBezTo>
                    <a:pt x="56263" y="16681"/>
                    <a:pt x="68996" y="29442"/>
                    <a:pt x="68996" y="48247"/>
                  </a:cubicBezTo>
                  <a:cubicBezTo>
                    <a:pt x="68996" y="65708"/>
                    <a:pt x="58720" y="86528"/>
                    <a:pt x="39955" y="106453"/>
                  </a:cubicBezTo>
                  <a:lnTo>
                    <a:pt x="192" y="148764"/>
                  </a:lnTo>
                  <a:lnTo>
                    <a:pt x="192" y="151451"/>
                  </a:lnTo>
                  <a:lnTo>
                    <a:pt x="87314" y="151451"/>
                  </a:lnTo>
                  <a:lnTo>
                    <a:pt x="99600" y="12078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86133C4E-1546-1CAF-C57E-45ACFBC09103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8183183" y="6248158"/>
              <a:ext cx="184447" cy="12101"/>
            </a:xfrm>
            <a:custGeom>
              <a:avLst/>
              <a:gdLst>
                <a:gd name="connsiteX0" fmla="*/ 174080 w 184447"/>
                <a:gd name="connsiteY0" fmla="*/ 12213 h 12101"/>
                <a:gd name="connsiteX1" fmla="*/ 184646 w 184447"/>
                <a:gd name="connsiteY1" fmla="*/ 6163 h 12101"/>
                <a:gd name="connsiteX2" fmla="*/ 174080 w 184447"/>
                <a:gd name="connsiteY2" fmla="*/ 112 h 12101"/>
                <a:gd name="connsiteX3" fmla="*/ 10764 w 184447"/>
                <a:gd name="connsiteY3" fmla="*/ 112 h 12101"/>
                <a:gd name="connsiteX4" fmla="*/ 198 w 184447"/>
                <a:gd name="connsiteY4" fmla="*/ 6163 h 12101"/>
                <a:gd name="connsiteX5" fmla="*/ 10764 w 184447"/>
                <a:gd name="connsiteY5" fmla="*/ 12213 h 12101"/>
                <a:gd name="connsiteX6" fmla="*/ 174080 w 184447"/>
                <a:gd name="connsiteY6" fmla="*/ 12213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47" h="12101">
                  <a:moveTo>
                    <a:pt x="174080" y="12213"/>
                  </a:moveTo>
                  <a:cubicBezTo>
                    <a:pt x="179212" y="12213"/>
                    <a:pt x="184646" y="12213"/>
                    <a:pt x="184646" y="6163"/>
                  </a:cubicBezTo>
                  <a:cubicBezTo>
                    <a:pt x="184646" y="112"/>
                    <a:pt x="179212" y="112"/>
                    <a:pt x="174080" y="112"/>
                  </a:cubicBezTo>
                  <a:lnTo>
                    <a:pt x="10764" y="112"/>
                  </a:lnTo>
                  <a:cubicBezTo>
                    <a:pt x="5632" y="112"/>
                    <a:pt x="198" y="112"/>
                    <a:pt x="198" y="6163"/>
                  </a:cubicBezTo>
                  <a:cubicBezTo>
                    <a:pt x="198" y="12213"/>
                    <a:pt x="5632" y="12213"/>
                    <a:pt x="10764" y="12213"/>
                  </a:cubicBezTo>
                  <a:lnTo>
                    <a:pt x="174080" y="1221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75CB88FA-9DC3-48CE-E86C-4702F17168C1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8427495" y="6196426"/>
              <a:ext cx="143089" cy="136742"/>
            </a:xfrm>
            <a:custGeom>
              <a:avLst/>
              <a:gdLst>
                <a:gd name="connsiteX0" fmla="*/ 129713 w 143089"/>
                <a:gd name="connsiteY0" fmla="*/ 99946 h 136742"/>
                <a:gd name="connsiteX1" fmla="*/ 123072 w 143089"/>
                <a:gd name="connsiteY1" fmla="*/ 108114 h 136742"/>
                <a:gd name="connsiteX2" fmla="*/ 109185 w 143089"/>
                <a:gd name="connsiteY2" fmla="*/ 120215 h 136742"/>
                <a:gd name="connsiteX3" fmla="*/ 99827 w 143089"/>
                <a:gd name="connsiteY3" fmla="*/ 107812 h 136742"/>
                <a:gd name="connsiteX4" fmla="*/ 98620 w 143089"/>
                <a:gd name="connsiteY4" fmla="*/ 102669 h 136742"/>
                <a:gd name="connsiteX5" fmla="*/ 87752 w 143089"/>
                <a:gd name="connsiteY5" fmla="*/ 53660 h 136742"/>
                <a:gd name="connsiteX6" fmla="*/ 117336 w 143089"/>
                <a:gd name="connsiteY6" fmla="*/ 17054 h 136742"/>
                <a:gd name="connsiteX7" fmla="*/ 124581 w 143089"/>
                <a:gd name="connsiteY7" fmla="*/ 19474 h 136742"/>
                <a:gd name="connsiteX8" fmla="*/ 132732 w 143089"/>
                <a:gd name="connsiteY8" fmla="*/ 22197 h 136742"/>
                <a:gd name="connsiteX9" fmla="*/ 143298 w 143089"/>
                <a:gd name="connsiteY9" fmla="*/ 11306 h 136742"/>
                <a:gd name="connsiteX10" fmla="*/ 130920 w 143089"/>
                <a:gd name="connsiteY10" fmla="*/ 112 h 136742"/>
                <a:gd name="connsiteX11" fmla="*/ 85337 w 143089"/>
                <a:gd name="connsiteY11" fmla="*/ 43374 h 136742"/>
                <a:gd name="connsiteX12" fmla="*/ 82016 w 143089"/>
                <a:gd name="connsiteY12" fmla="*/ 26735 h 136742"/>
                <a:gd name="connsiteX13" fmla="*/ 66319 w 143089"/>
                <a:gd name="connsiteY13" fmla="*/ 112 h 136742"/>
                <a:gd name="connsiteX14" fmla="*/ 30999 w 143089"/>
                <a:gd name="connsiteY14" fmla="*/ 8886 h 136742"/>
                <a:gd name="connsiteX15" fmla="*/ 27678 w 143089"/>
                <a:gd name="connsiteY15" fmla="*/ 10096 h 136742"/>
                <a:gd name="connsiteX16" fmla="*/ 28886 w 143089"/>
                <a:gd name="connsiteY16" fmla="*/ 14634 h 136742"/>
                <a:gd name="connsiteX17" fmla="*/ 45791 w 143089"/>
                <a:gd name="connsiteY17" fmla="*/ 11306 h 136742"/>
                <a:gd name="connsiteX18" fmla="*/ 59376 w 143089"/>
                <a:gd name="connsiteY18" fmla="*/ 32180 h 136742"/>
                <a:gd name="connsiteX19" fmla="*/ 68130 w 143089"/>
                <a:gd name="connsiteY19" fmla="*/ 69391 h 136742"/>
                <a:gd name="connsiteX20" fmla="*/ 43376 w 143089"/>
                <a:gd name="connsiteY20" fmla="*/ 104787 h 136742"/>
                <a:gd name="connsiteX21" fmla="*/ 27980 w 143089"/>
                <a:gd name="connsiteY21" fmla="*/ 119308 h 136742"/>
                <a:gd name="connsiteX22" fmla="*/ 20131 w 143089"/>
                <a:gd name="connsiteY22" fmla="*/ 116585 h 136742"/>
                <a:gd name="connsiteX23" fmla="*/ 10471 w 143089"/>
                <a:gd name="connsiteY23" fmla="*/ 113560 h 136742"/>
                <a:gd name="connsiteX24" fmla="*/ 208 w 143089"/>
                <a:gd name="connsiteY24" fmla="*/ 124148 h 136742"/>
                <a:gd name="connsiteX25" fmla="*/ 15301 w 143089"/>
                <a:gd name="connsiteY25" fmla="*/ 136854 h 136742"/>
                <a:gd name="connsiteX26" fmla="*/ 43376 w 143089"/>
                <a:gd name="connsiteY26" fmla="*/ 115678 h 136742"/>
                <a:gd name="connsiteX27" fmla="*/ 70545 w 143089"/>
                <a:gd name="connsiteY27" fmla="*/ 80282 h 136742"/>
                <a:gd name="connsiteX28" fmla="*/ 79601 w 143089"/>
                <a:gd name="connsiteY28" fmla="*/ 116585 h 136742"/>
                <a:gd name="connsiteX29" fmla="*/ 97110 w 143089"/>
                <a:gd name="connsiteY29" fmla="*/ 136854 h 136742"/>
                <a:gd name="connsiteX30" fmla="*/ 133939 w 143089"/>
                <a:gd name="connsiteY30" fmla="*/ 102366 h 136742"/>
                <a:gd name="connsiteX31" fmla="*/ 129713 w 143089"/>
                <a:gd name="connsiteY31" fmla="*/ 99946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13" y="99946"/>
                  </a:moveTo>
                  <a:cubicBezTo>
                    <a:pt x="127298" y="102669"/>
                    <a:pt x="125789" y="104484"/>
                    <a:pt x="123072" y="108114"/>
                  </a:cubicBezTo>
                  <a:cubicBezTo>
                    <a:pt x="116129" y="117190"/>
                    <a:pt x="112506" y="120215"/>
                    <a:pt x="109185" y="120215"/>
                  </a:cubicBezTo>
                  <a:cubicBezTo>
                    <a:pt x="104657" y="120215"/>
                    <a:pt x="101940" y="116283"/>
                    <a:pt x="99827" y="107812"/>
                  </a:cubicBezTo>
                  <a:cubicBezTo>
                    <a:pt x="99223" y="105392"/>
                    <a:pt x="98921" y="103576"/>
                    <a:pt x="98620" y="102669"/>
                  </a:cubicBezTo>
                  <a:cubicBezTo>
                    <a:pt x="91073" y="72114"/>
                    <a:pt x="87752" y="58197"/>
                    <a:pt x="87752" y="53660"/>
                  </a:cubicBezTo>
                  <a:cubicBezTo>
                    <a:pt x="101035" y="30365"/>
                    <a:pt x="111902" y="17054"/>
                    <a:pt x="117336" y="17054"/>
                  </a:cubicBezTo>
                  <a:cubicBezTo>
                    <a:pt x="119147" y="17054"/>
                    <a:pt x="121562" y="17961"/>
                    <a:pt x="124581" y="19474"/>
                  </a:cubicBezTo>
                  <a:cubicBezTo>
                    <a:pt x="128204" y="21592"/>
                    <a:pt x="130317" y="22197"/>
                    <a:pt x="132732" y="22197"/>
                  </a:cubicBezTo>
                  <a:cubicBezTo>
                    <a:pt x="139071" y="22197"/>
                    <a:pt x="143298" y="17659"/>
                    <a:pt x="143298" y="11306"/>
                  </a:cubicBezTo>
                  <a:cubicBezTo>
                    <a:pt x="143298" y="4953"/>
                    <a:pt x="138166" y="112"/>
                    <a:pt x="130920" y="112"/>
                  </a:cubicBezTo>
                  <a:cubicBezTo>
                    <a:pt x="117638" y="112"/>
                    <a:pt x="106167" y="11003"/>
                    <a:pt x="85337" y="43374"/>
                  </a:cubicBezTo>
                  <a:lnTo>
                    <a:pt x="82016" y="26735"/>
                  </a:lnTo>
                  <a:cubicBezTo>
                    <a:pt x="77790" y="6163"/>
                    <a:pt x="74469" y="112"/>
                    <a:pt x="66319" y="112"/>
                  </a:cubicBezTo>
                  <a:cubicBezTo>
                    <a:pt x="59677" y="112"/>
                    <a:pt x="49414" y="2835"/>
                    <a:pt x="30999" y="8886"/>
                  </a:cubicBezTo>
                  <a:lnTo>
                    <a:pt x="27678" y="10096"/>
                  </a:lnTo>
                  <a:lnTo>
                    <a:pt x="28886" y="14634"/>
                  </a:lnTo>
                  <a:cubicBezTo>
                    <a:pt x="40357" y="11911"/>
                    <a:pt x="43074" y="11306"/>
                    <a:pt x="45791" y="11306"/>
                  </a:cubicBezTo>
                  <a:cubicBezTo>
                    <a:pt x="53338" y="11306"/>
                    <a:pt x="55149" y="14029"/>
                    <a:pt x="59376" y="32180"/>
                  </a:cubicBezTo>
                  <a:lnTo>
                    <a:pt x="68130" y="69391"/>
                  </a:lnTo>
                  <a:lnTo>
                    <a:pt x="43376" y="104787"/>
                  </a:lnTo>
                  <a:cubicBezTo>
                    <a:pt x="37338" y="113862"/>
                    <a:pt x="31301" y="119308"/>
                    <a:pt x="27980" y="119308"/>
                  </a:cubicBezTo>
                  <a:cubicBezTo>
                    <a:pt x="26169" y="119308"/>
                    <a:pt x="23150" y="118400"/>
                    <a:pt x="20131" y="116585"/>
                  </a:cubicBezTo>
                  <a:cubicBezTo>
                    <a:pt x="16207" y="114467"/>
                    <a:pt x="12886" y="113560"/>
                    <a:pt x="10471" y="113560"/>
                  </a:cubicBezTo>
                  <a:cubicBezTo>
                    <a:pt x="4736" y="113560"/>
                    <a:pt x="208" y="118098"/>
                    <a:pt x="208" y="124148"/>
                  </a:cubicBezTo>
                  <a:cubicBezTo>
                    <a:pt x="208" y="132014"/>
                    <a:pt x="6245" y="136854"/>
                    <a:pt x="15301" y="136854"/>
                  </a:cubicBezTo>
                  <a:cubicBezTo>
                    <a:pt x="24660" y="136854"/>
                    <a:pt x="28282" y="134132"/>
                    <a:pt x="43376" y="115678"/>
                  </a:cubicBezTo>
                  <a:cubicBezTo>
                    <a:pt x="51527" y="105997"/>
                    <a:pt x="57866" y="97828"/>
                    <a:pt x="70545" y="80282"/>
                  </a:cubicBezTo>
                  <a:lnTo>
                    <a:pt x="79601" y="116585"/>
                  </a:lnTo>
                  <a:cubicBezTo>
                    <a:pt x="83526" y="132014"/>
                    <a:pt x="87450" y="136854"/>
                    <a:pt x="97110" y="136854"/>
                  </a:cubicBezTo>
                  <a:cubicBezTo>
                    <a:pt x="108582" y="136854"/>
                    <a:pt x="116430" y="129594"/>
                    <a:pt x="133939" y="102366"/>
                  </a:cubicBezTo>
                  <a:lnTo>
                    <a:pt x="129713" y="9994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7B762960-69F5-9499-0E61-FC7F0FDF0DC3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8594977" y="6224375"/>
              <a:ext cx="63219" cy="151335"/>
            </a:xfrm>
            <a:custGeom>
              <a:avLst/>
              <a:gdLst>
                <a:gd name="connsiteX0" fmla="*/ 40421 w 63219"/>
                <a:gd name="connsiteY0" fmla="*/ 115 h 151335"/>
                <a:gd name="connsiteX1" fmla="*/ 211 w 63219"/>
                <a:gd name="connsiteY1" fmla="*/ 20487 h 151335"/>
                <a:gd name="connsiteX2" fmla="*/ 211 w 63219"/>
                <a:gd name="connsiteY2" fmla="*/ 23621 h 151335"/>
                <a:gd name="connsiteX3" fmla="*/ 6243 w 63219"/>
                <a:gd name="connsiteY3" fmla="*/ 21158 h 151335"/>
                <a:gd name="connsiteX4" fmla="*/ 16295 w 63219"/>
                <a:gd name="connsiteY4" fmla="*/ 18696 h 151335"/>
                <a:gd name="connsiteX5" fmla="*/ 22997 w 63219"/>
                <a:gd name="connsiteY5" fmla="*/ 29218 h 151335"/>
                <a:gd name="connsiteX6" fmla="*/ 22997 w 63219"/>
                <a:gd name="connsiteY6" fmla="*/ 130631 h 151335"/>
                <a:gd name="connsiteX7" fmla="*/ 17636 w 63219"/>
                <a:gd name="connsiteY7" fmla="*/ 145182 h 151335"/>
                <a:gd name="connsiteX8" fmla="*/ 1775 w 63219"/>
                <a:gd name="connsiteY8" fmla="*/ 148092 h 151335"/>
                <a:gd name="connsiteX9" fmla="*/ 1775 w 63219"/>
                <a:gd name="connsiteY9" fmla="*/ 151451 h 151335"/>
                <a:gd name="connsiteX10" fmla="*/ 63430 w 63219"/>
                <a:gd name="connsiteY10" fmla="*/ 151451 h 151335"/>
                <a:gd name="connsiteX11" fmla="*/ 63430 w 63219"/>
                <a:gd name="connsiteY11" fmla="*/ 148092 h 151335"/>
                <a:gd name="connsiteX12" fmla="*/ 42208 w 63219"/>
                <a:gd name="connsiteY12" fmla="*/ 134884 h 151335"/>
                <a:gd name="connsiteX13" fmla="*/ 42208 w 63219"/>
                <a:gd name="connsiteY13" fmla="*/ 562 h 151335"/>
                <a:gd name="connsiteX14" fmla="*/ 40421 w 63219"/>
                <a:gd name="connsiteY14" fmla="*/ 115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9" h="151335">
                  <a:moveTo>
                    <a:pt x="40421" y="115"/>
                  </a:moveTo>
                  <a:lnTo>
                    <a:pt x="211" y="20487"/>
                  </a:lnTo>
                  <a:lnTo>
                    <a:pt x="211" y="23621"/>
                  </a:lnTo>
                  <a:cubicBezTo>
                    <a:pt x="2892" y="22502"/>
                    <a:pt x="5349" y="21606"/>
                    <a:pt x="6243" y="21158"/>
                  </a:cubicBezTo>
                  <a:cubicBezTo>
                    <a:pt x="10264" y="19591"/>
                    <a:pt x="14061" y="18696"/>
                    <a:pt x="16295" y="18696"/>
                  </a:cubicBezTo>
                  <a:cubicBezTo>
                    <a:pt x="20986" y="18696"/>
                    <a:pt x="22997" y="22054"/>
                    <a:pt x="22997" y="29218"/>
                  </a:cubicBezTo>
                  <a:lnTo>
                    <a:pt x="22997" y="130631"/>
                  </a:lnTo>
                  <a:cubicBezTo>
                    <a:pt x="22997" y="138018"/>
                    <a:pt x="21210" y="143167"/>
                    <a:pt x="17636" y="145182"/>
                  </a:cubicBezTo>
                  <a:cubicBezTo>
                    <a:pt x="14285" y="147197"/>
                    <a:pt x="11157" y="147869"/>
                    <a:pt x="1775" y="148092"/>
                  </a:cubicBezTo>
                  <a:lnTo>
                    <a:pt x="1775" y="151451"/>
                  </a:lnTo>
                  <a:lnTo>
                    <a:pt x="63430" y="151451"/>
                  </a:lnTo>
                  <a:lnTo>
                    <a:pt x="63430" y="148092"/>
                  </a:lnTo>
                  <a:cubicBezTo>
                    <a:pt x="45783" y="147869"/>
                    <a:pt x="42208" y="145630"/>
                    <a:pt x="42208" y="134884"/>
                  </a:cubicBezTo>
                  <a:lnTo>
                    <a:pt x="42208" y="562"/>
                  </a:lnTo>
                  <a:lnTo>
                    <a:pt x="40421" y="11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CA00B293-64E1-A81E-A451-649EE96BD94B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714651" y="6102945"/>
              <a:ext cx="70035" cy="302526"/>
            </a:xfrm>
            <a:custGeom>
              <a:avLst/>
              <a:gdLst>
                <a:gd name="connsiteX0" fmla="*/ 70252 w 70035"/>
                <a:gd name="connsiteY0" fmla="*/ 151375 h 302526"/>
                <a:gd name="connsiteX1" fmla="*/ 50328 w 70035"/>
                <a:gd name="connsiteY1" fmla="*/ 56987 h 302526"/>
                <a:gd name="connsiteX2" fmla="*/ 3235 w 70035"/>
                <a:gd name="connsiteY2" fmla="*/ 112 h 302526"/>
                <a:gd name="connsiteX3" fmla="*/ 217 w 70035"/>
                <a:gd name="connsiteY3" fmla="*/ 3137 h 302526"/>
                <a:gd name="connsiteX4" fmla="*/ 5952 w 70035"/>
                <a:gd name="connsiteY4" fmla="*/ 10095 h 302526"/>
                <a:gd name="connsiteX5" fmla="*/ 52743 w 70035"/>
                <a:gd name="connsiteY5" fmla="*/ 151375 h 302526"/>
                <a:gd name="connsiteX6" fmla="*/ 4141 w 70035"/>
                <a:gd name="connsiteY6" fmla="*/ 294470 h 302526"/>
                <a:gd name="connsiteX7" fmla="*/ 217 w 70035"/>
                <a:gd name="connsiteY7" fmla="*/ 299613 h 302526"/>
                <a:gd name="connsiteX8" fmla="*/ 3235 w 70035"/>
                <a:gd name="connsiteY8" fmla="*/ 302638 h 302526"/>
                <a:gd name="connsiteX9" fmla="*/ 51234 w 70035"/>
                <a:gd name="connsiteY9" fmla="*/ 243646 h 302526"/>
                <a:gd name="connsiteX10" fmla="*/ 70252 w 70035"/>
                <a:gd name="connsiteY10" fmla="*/ 15137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52" y="151375"/>
                  </a:moveTo>
                  <a:cubicBezTo>
                    <a:pt x="70252" y="127778"/>
                    <a:pt x="66932" y="91172"/>
                    <a:pt x="50328" y="56987"/>
                  </a:cubicBezTo>
                  <a:cubicBezTo>
                    <a:pt x="32216" y="19776"/>
                    <a:pt x="6254" y="112"/>
                    <a:pt x="3235" y="112"/>
                  </a:cubicBezTo>
                  <a:cubicBezTo>
                    <a:pt x="1424" y="112"/>
                    <a:pt x="217" y="1322"/>
                    <a:pt x="217" y="3137"/>
                  </a:cubicBezTo>
                  <a:cubicBezTo>
                    <a:pt x="217" y="4045"/>
                    <a:pt x="217" y="4650"/>
                    <a:pt x="5952" y="10095"/>
                  </a:cubicBezTo>
                  <a:cubicBezTo>
                    <a:pt x="35536" y="40045"/>
                    <a:pt x="52743" y="88147"/>
                    <a:pt x="52743" y="151375"/>
                  </a:cubicBezTo>
                  <a:cubicBezTo>
                    <a:pt x="52743" y="203107"/>
                    <a:pt x="41574" y="256352"/>
                    <a:pt x="4141" y="294470"/>
                  </a:cubicBezTo>
                  <a:cubicBezTo>
                    <a:pt x="217" y="298100"/>
                    <a:pt x="217" y="298706"/>
                    <a:pt x="217" y="299613"/>
                  </a:cubicBezTo>
                  <a:cubicBezTo>
                    <a:pt x="217" y="301428"/>
                    <a:pt x="1424" y="302638"/>
                    <a:pt x="3235" y="302638"/>
                  </a:cubicBezTo>
                  <a:cubicBezTo>
                    <a:pt x="6254" y="302638"/>
                    <a:pt x="33423" y="282067"/>
                    <a:pt x="51234" y="243646"/>
                  </a:cubicBezTo>
                  <a:cubicBezTo>
                    <a:pt x="66630" y="210368"/>
                    <a:pt x="70252" y="176787"/>
                    <a:pt x="70252" y="15137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06921DA6-292A-23D9-81B0-55A8E1DE6581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8852443" y="5916416"/>
              <a:ext cx="172372" cy="267736"/>
            </a:xfrm>
            <a:custGeom>
              <a:avLst/>
              <a:gdLst>
                <a:gd name="connsiteX0" fmla="*/ 55164 w 172372"/>
                <a:gd name="connsiteY0" fmla="*/ 85418 h 267736"/>
                <a:gd name="connsiteX1" fmla="*/ 82333 w 172372"/>
                <a:gd name="connsiteY1" fmla="*/ 85418 h 267736"/>
                <a:gd name="connsiteX2" fmla="*/ 55768 w 172372"/>
                <a:gd name="connsiteY2" fmla="*/ 212479 h 267736"/>
                <a:gd name="connsiteX3" fmla="*/ 26486 w 172372"/>
                <a:gd name="connsiteY3" fmla="*/ 261489 h 267736"/>
                <a:gd name="connsiteX4" fmla="*/ 20448 w 172372"/>
                <a:gd name="connsiteY4" fmla="*/ 256648 h 267736"/>
                <a:gd name="connsiteX5" fmla="*/ 21656 w 172372"/>
                <a:gd name="connsiteY5" fmla="*/ 253320 h 267736"/>
                <a:gd name="connsiteX6" fmla="*/ 23165 w 172372"/>
                <a:gd name="connsiteY6" fmla="*/ 248480 h 267736"/>
                <a:gd name="connsiteX7" fmla="*/ 11392 w 172372"/>
                <a:gd name="connsiteY7" fmla="*/ 236984 h 267736"/>
                <a:gd name="connsiteX8" fmla="*/ 223 w 172372"/>
                <a:gd name="connsiteY8" fmla="*/ 249388 h 267736"/>
                <a:gd name="connsiteX9" fmla="*/ 24071 w 172372"/>
                <a:gd name="connsiteY9" fmla="*/ 267842 h 267736"/>
                <a:gd name="connsiteX10" fmla="*/ 84447 w 172372"/>
                <a:gd name="connsiteY10" fmla="*/ 182227 h 267736"/>
                <a:gd name="connsiteX11" fmla="*/ 106182 w 172372"/>
                <a:gd name="connsiteY11" fmla="*/ 85418 h 267736"/>
                <a:gd name="connsiteX12" fmla="*/ 139086 w 172372"/>
                <a:gd name="connsiteY12" fmla="*/ 85418 h 267736"/>
                <a:gd name="connsiteX13" fmla="*/ 140898 w 172372"/>
                <a:gd name="connsiteY13" fmla="*/ 75737 h 267736"/>
                <a:gd name="connsiteX14" fmla="*/ 108295 w 172372"/>
                <a:gd name="connsiteY14" fmla="*/ 75737 h 267736"/>
                <a:gd name="connsiteX15" fmla="*/ 145124 w 172372"/>
                <a:gd name="connsiteY15" fmla="*/ 6761 h 267736"/>
                <a:gd name="connsiteX16" fmla="*/ 151765 w 172372"/>
                <a:gd name="connsiteY16" fmla="*/ 10391 h 267736"/>
                <a:gd name="connsiteX17" fmla="*/ 150558 w 172372"/>
                <a:gd name="connsiteY17" fmla="*/ 13417 h 267736"/>
                <a:gd name="connsiteX18" fmla="*/ 148746 w 172372"/>
                <a:gd name="connsiteY18" fmla="*/ 19770 h 267736"/>
                <a:gd name="connsiteX19" fmla="*/ 159916 w 172372"/>
                <a:gd name="connsiteY19" fmla="*/ 31871 h 267736"/>
                <a:gd name="connsiteX20" fmla="*/ 172595 w 172372"/>
                <a:gd name="connsiteY20" fmla="*/ 19770 h 267736"/>
                <a:gd name="connsiteX21" fmla="*/ 146633 w 172372"/>
                <a:gd name="connsiteY21" fmla="*/ 106 h 267736"/>
                <a:gd name="connsiteX22" fmla="*/ 109200 w 172372"/>
                <a:gd name="connsiteY22" fmla="*/ 20980 h 267736"/>
                <a:gd name="connsiteX23" fmla="*/ 85050 w 172372"/>
                <a:gd name="connsiteY23" fmla="*/ 75737 h 267736"/>
                <a:gd name="connsiteX24" fmla="*/ 57278 w 172372"/>
                <a:gd name="connsiteY24" fmla="*/ 75737 h 267736"/>
                <a:gd name="connsiteX25" fmla="*/ 55164 w 172372"/>
                <a:gd name="connsiteY25" fmla="*/ 85418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372" h="267736">
                  <a:moveTo>
                    <a:pt x="55164" y="85418"/>
                  </a:moveTo>
                  <a:lnTo>
                    <a:pt x="82333" y="85418"/>
                  </a:lnTo>
                  <a:lnTo>
                    <a:pt x="55768" y="212479"/>
                  </a:lnTo>
                  <a:cubicBezTo>
                    <a:pt x="49127" y="244850"/>
                    <a:pt x="39165" y="261489"/>
                    <a:pt x="26486" y="261489"/>
                  </a:cubicBezTo>
                  <a:cubicBezTo>
                    <a:pt x="22864" y="261489"/>
                    <a:pt x="20448" y="259371"/>
                    <a:pt x="20448" y="256648"/>
                  </a:cubicBezTo>
                  <a:cubicBezTo>
                    <a:pt x="20448" y="255741"/>
                    <a:pt x="20750" y="254833"/>
                    <a:pt x="21656" y="253320"/>
                  </a:cubicBezTo>
                  <a:cubicBezTo>
                    <a:pt x="22864" y="251505"/>
                    <a:pt x="23165" y="250295"/>
                    <a:pt x="23165" y="248480"/>
                  </a:cubicBezTo>
                  <a:cubicBezTo>
                    <a:pt x="23165" y="242127"/>
                    <a:pt x="17732" y="236984"/>
                    <a:pt x="11392" y="236984"/>
                  </a:cubicBezTo>
                  <a:cubicBezTo>
                    <a:pt x="5053" y="236984"/>
                    <a:pt x="223" y="242429"/>
                    <a:pt x="223" y="249388"/>
                  </a:cubicBezTo>
                  <a:cubicBezTo>
                    <a:pt x="223" y="259674"/>
                    <a:pt x="10788" y="267842"/>
                    <a:pt x="24071" y="267842"/>
                  </a:cubicBezTo>
                  <a:cubicBezTo>
                    <a:pt x="50938" y="267842"/>
                    <a:pt x="72070" y="237892"/>
                    <a:pt x="84447" y="182227"/>
                  </a:cubicBezTo>
                  <a:lnTo>
                    <a:pt x="106182" y="85418"/>
                  </a:lnTo>
                  <a:lnTo>
                    <a:pt x="139086" y="85418"/>
                  </a:lnTo>
                  <a:lnTo>
                    <a:pt x="140898" y="75737"/>
                  </a:lnTo>
                  <a:lnTo>
                    <a:pt x="108295" y="75737"/>
                  </a:lnTo>
                  <a:cubicBezTo>
                    <a:pt x="117049" y="28240"/>
                    <a:pt x="128219" y="6761"/>
                    <a:pt x="145124" y="6761"/>
                  </a:cubicBezTo>
                  <a:cubicBezTo>
                    <a:pt x="149048" y="6761"/>
                    <a:pt x="151765" y="8274"/>
                    <a:pt x="151765" y="10391"/>
                  </a:cubicBezTo>
                  <a:cubicBezTo>
                    <a:pt x="151765" y="11299"/>
                    <a:pt x="151463" y="11904"/>
                    <a:pt x="150558" y="13417"/>
                  </a:cubicBezTo>
                  <a:cubicBezTo>
                    <a:pt x="149350" y="16139"/>
                    <a:pt x="148746" y="17652"/>
                    <a:pt x="148746" y="19770"/>
                  </a:cubicBezTo>
                  <a:cubicBezTo>
                    <a:pt x="148746" y="27030"/>
                    <a:pt x="153275" y="31871"/>
                    <a:pt x="159916" y="31871"/>
                  </a:cubicBezTo>
                  <a:cubicBezTo>
                    <a:pt x="166859" y="31871"/>
                    <a:pt x="172595" y="26425"/>
                    <a:pt x="172595" y="19770"/>
                  </a:cubicBezTo>
                  <a:cubicBezTo>
                    <a:pt x="172595" y="8576"/>
                    <a:pt x="161425" y="106"/>
                    <a:pt x="146633" y="106"/>
                  </a:cubicBezTo>
                  <a:cubicBezTo>
                    <a:pt x="131841" y="106"/>
                    <a:pt x="120068" y="6761"/>
                    <a:pt x="109200" y="20980"/>
                  </a:cubicBezTo>
                  <a:cubicBezTo>
                    <a:pt x="100144" y="32778"/>
                    <a:pt x="94107" y="46695"/>
                    <a:pt x="85050" y="75737"/>
                  </a:cubicBezTo>
                  <a:lnTo>
                    <a:pt x="57278" y="75737"/>
                  </a:lnTo>
                  <a:lnTo>
                    <a:pt x="55164" y="8541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4843EDA7-9C38-29FA-46A6-50B579DA0F81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9055177" y="5894634"/>
              <a:ext cx="70035" cy="302526"/>
            </a:xfrm>
            <a:custGeom>
              <a:avLst/>
              <a:gdLst>
                <a:gd name="connsiteX0" fmla="*/ 70263 w 70035"/>
                <a:gd name="connsiteY0" fmla="*/ 299606 h 302526"/>
                <a:gd name="connsiteX1" fmla="*/ 65131 w 70035"/>
                <a:gd name="connsiteY1" fmla="*/ 292951 h 302526"/>
                <a:gd name="connsiteX2" fmla="*/ 17736 w 70035"/>
                <a:gd name="connsiteY2" fmla="*/ 151368 h 302526"/>
                <a:gd name="connsiteX3" fmla="*/ 66339 w 70035"/>
                <a:gd name="connsiteY3" fmla="*/ 8273 h 302526"/>
                <a:gd name="connsiteX4" fmla="*/ 70263 w 70035"/>
                <a:gd name="connsiteY4" fmla="*/ 3130 h 302526"/>
                <a:gd name="connsiteX5" fmla="*/ 67244 w 70035"/>
                <a:gd name="connsiteY5" fmla="*/ 105 h 302526"/>
                <a:gd name="connsiteX6" fmla="*/ 19246 w 70035"/>
                <a:gd name="connsiteY6" fmla="*/ 59098 h 302526"/>
                <a:gd name="connsiteX7" fmla="*/ 227 w 70035"/>
                <a:gd name="connsiteY7" fmla="*/ 151368 h 302526"/>
                <a:gd name="connsiteX8" fmla="*/ 20151 w 70035"/>
                <a:gd name="connsiteY8" fmla="*/ 245757 h 302526"/>
                <a:gd name="connsiteX9" fmla="*/ 67244 w 70035"/>
                <a:gd name="connsiteY9" fmla="*/ 302632 h 302526"/>
                <a:gd name="connsiteX10" fmla="*/ 70263 w 70035"/>
                <a:gd name="connsiteY10" fmla="*/ 29960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63" y="299606"/>
                  </a:moveTo>
                  <a:cubicBezTo>
                    <a:pt x="70263" y="298699"/>
                    <a:pt x="70263" y="298094"/>
                    <a:pt x="65131" y="292951"/>
                  </a:cubicBezTo>
                  <a:cubicBezTo>
                    <a:pt x="27396" y="254832"/>
                    <a:pt x="17736" y="197655"/>
                    <a:pt x="17736" y="151368"/>
                  </a:cubicBezTo>
                  <a:cubicBezTo>
                    <a:pt x="17736" y="98729"/>
                    <a:pt x="29208" y="46089"/>
                    <a:pt x="66339" y="8273"/>
                  </a:cubicBezTo>
                  <a:cubicBezTo>
                    <a:pt x="70263" y="4643"/>
                    <a:pt x="70263" y="4038"/>
                    <a:pt x="70263" y="3130"/>
                  </a:cubicBezTo>
                  <a:cubicBezTo>
                    <a:pt x="70263" y="1012"/>
                    <a:pt x="69056" y="105"/>
                    <a:pt x="67244" y="105"/>
                  </a:cubicBezTo>
                  <a:cubicBezTo>
                    <a:pt x="64225" y="105"/>
                    <a:pt x="37056" y="20677"/>
                    <a:pt x="19246" y="59098"/>
                  </a:cubicBezTo>
                  <a:cubicBezTo>
                    <a:pt x="3850" y="92375"/>
                    <a:pt x="227" y="125956"/>
                    <a:pt x="227" y="151368"/>
                  </a:cubicBezTo>
                  <a:cubicBezTo>
                    <a:pt x="227" y="174965"/>
                    <a:pt x="3548" y="211571"/>
                    <a:pt x="20151" y="245757"/>
                  </a:cubicBezTo>
                  <a:cubicBezTo>
                    <a:pt x="38264" y="282967"/>
                    <a:pt x="64225" y="302632"/>
                    <a:pt x="67244" y="302632"/>
                  </a:cubicBezTo>
                  <a:cubicBezTo>
                    <a:pt x="69056" y="302632"/>
                    <a:pt x="70263" y="301724"/>
                    <a:pt x="70263" y="29960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8139334A-F698-4513-7B46-793E092C51B1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9134704" y="5988114"/>
              <a:ext cx="143089" cy="136742"/>
            </a:xfrm>
            <a:custGeom>
              <a:avLst/>
              <a:gdLst>
                <a:gd name="connsiteX0" fmla="*/ 129736 w 143089"/>
                <a:gd name="connsiteY0" fmla="*/ 99939 h 136742"/>
                <a:gd name="connsiteX1" fmla="*/ 123095 w 143089"/>
                <a:gd name="connsiteY1" fmla="*/ 108108 h 136742"/>
                <a:gd name="connsiteX2" fmla="*/ 109209 w 143089"/>
                <a:gd name="connsiteY2" fmla="*/ 120209 h 136742"/>
                <a:gd name="connsiteX3" fmla="*/ 99850 w 143089"/>
                <a:gd name="connsiteY3" fmla="*/ 107805 h 136742"/>
                <a:gd name="connsiteX4" fmla="*/ 98643 w 143089"/>
                <a:gd name="connsiteY4" fmla="*/ 102662 h 136742"/>
                <a:gd name="connsiteX5" fmla="*/ 87775 w 143089"/>
                <a:gd name="connsiteY5" fmla="*/ 53653 h 136742"/>
                <a:gd name="connsiteX6" fmla="*/ 117359 w 143089"/>
                <a:gd name="connsiteY6" fmla="*/ 17047 h 136742"/>
                <a:gd name="connsiteX7" fmla="*/ 124604 w 143089"/>
                <a:gd name="connsiteY7" fmla="*/ 19467 h 136742"/>
                <a:gd name="connsiteX8" fmla="*/ 132755 w 143089"/>
                <a:gd name="connsiteY8" fmla="*/ 22190 h 136742"/>
                <a:gd name="connsiteX9" fmla="*/ 143321 w 143089"/>
                <a:gd name="connsiteY9" fmla="*/ 11299 h 136742"/>
                <a:gd name="connsiteX10" fmla="*/ 130944 w 143089"/>
                <a:gd name="connsiteY10" fmla="*/ 106 h 136742"/>
                <a:gd name="connsiteX11" fmla="*/ 85360 w 143089"/>
                <a:gd name="connsiteY11" fmla="*/ 43367 h 136742"/>
                <a:gd name="connsiteX12" fmla="*/ 82040 w 143089"/>
                <a:gd name="connsiteY12" fmla="*/ 26728 h 136742"/>
                <a:gd name="connsiteX13" fmla="*/ 66342 w 143089"/>
                <a:gd name="connsiteY13" fmla="*/ 106 h 136742"/>
                <a:gd name="connsiteX14" fmla="*/ 31022 w 143089"/>
                <a:gd name="connsiteY14" fmla="*/ 8879 h 136742"/>
                <a:gd name="connsiteX15" fmla="*/ 27702 w 143089"/>
                <a:gd name="connsiteY15" fmla="*/ 10089 h 136742"/>
                <a:gd name="connsiteX16" fmla="*/ 28909 w 143089"/>
                <a:gd name="connsiteY16" fmla="*/ 14627 h 136742"/>
                <a:gd name="connsiteX17" fmla="*/ 45814 w 143089"/>
                <a:gd name="connsiteY17" fmla="*/ 11299 h 136742"/>
                <a:gd name="connsiteX18" fmla="*/ 59399 w 143089"/>
                <a:gd name="connsiteY18" fmla="*/ 32173 h 136742"/>
                <a:gd name="connsiteX19" fmla="*/ 68153 w 143089"/>
                <a:gd name="connsiteY19" fmla="*/ 69384 h 136742"/>
                <a:gd name="connsiteX20" fmla="*/ 43399 w 143089"/>
                <a:gd name="connsiteY20" fmla="*/ 104780 h 136742"/>
                <a:gd name="connsiteX21" fmla="*/ 28003 w 143089"/>
                <a:gd name="connsiteY21" fmla="*/ 119301 h 136742"/>
                <a:gd name="connsiteX22" fmla="*/ 20155 w 143089"/>
                <a:gd name="connsiteY22" fmla="*/ 116578 h 136742"/>
                <a:gd name="connsiteX23" fmla="*/ 10495 w 143089"/>
                <a:gd name="connsiteY23" fmla="*/ 113553 h 136742"/>
                <a:gd name="connsiteX24" fmla="*/ 231 w 143089"/>
                <a:gd name="connsiteY24" fmla="*/ 124141 h 136742"/>
                <a:gd name="connsiteX25" fmla="*/ 15325 w 143089"/>
                <a:gd name="connsiteY25" fmla="*/ 136848 h 136742"/>
                <a:gd name="connsiteX26" fmla="*/ 43399 w 143089"/>
                <a:gd name="connsiteY26" fmla="*/ 115671 h 136742"/>
                <a:gd name="connsiteX27" fmla="*/ 70568 w 143089"/>
                <a:gd name="connsiteY27" fmla="*/ 80275 h 136742"/>
                <a:gd name="connsiteX28" fmla="*/ 79625 w 143089"/>
                <a:gd name="connsiteY28" fmla="*/ 116578 h 136742"/>
                <a:gd name="connsiteX29" fmla="*/ 97133 w 143089"/>
                <a:gd name="connsiteY29" fmla="*/ 136848 h 136742"/>
                <a:gd name="connsiteX30" fmla="*/ 133963 w 143089"/>
                <a:gd name="connsiteY30" fmla="*/ 102360 h 136742"/>
                <a:gd name="connsiteX31" fmla="*/ 129736 w 143089"/>
                <a:gd name="connsiteY31" fmla="*/ 9993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9" h="136742">
                  <a:moveTo>
                    <a:pt x="129736" y="99939"/>
                  </a:moveTo>
                  <a:cubicBezTo>
                    <a:pt x="127321" y="102662"/>
                    <a:pt x="125812" y="104477"/>
                    <a:pt x="123095" y="108108"/>
                  </a:cubicBezTo>
                  <a:cubicBezTo>
                    <a:pt x="116152" y="117183"/>
                    <a:pt x="112529" y="120209"/>
                    <a:pt x="109209" y="120209"/>
                  </a:cubicBezTo>
                  <a:cubicBezTo>
                    <a:pt x="104680" y="120209"/>
                    <a:pt x="101964" y="116276"/>
                    <a:pt x="99850" y="107805"/>
                  </a:cubicBezTo>
                  <a:cubicBezTo>
                    <a:pt x="99247" y="105385"/>
                    <a:pt x="98945" y="103570"/>
                    <a:pt x="98643" y="102662"/>
                  </a:cubicBezTo>
                  <a:cubicBezTo>
                    <a:pt x="91096" y="72107"/>
                    <a:pt x="87775" y="58191"/>
                    <a:pt x="87775" y="53653"/>
                  </a:cubicBezTo>
                  <a:cubicBezTo>
                    <a:pt x="101058" y="30358"/>
                    <a:pt x="111925" y="17047"/>
                    <a:pt x="117359" y="17047"/>
                  </a:cubicBezTo>
                  <a:cubicBezTo>
                    <a:pt x="119171" y="17047"/>
                    <a:pt x="121586" y="17955"/>
                    <a:pt x="124604" y="19467"/>
                  </a:cubicBezTo>
                  <a:cubicBezTo>
                    <a:pt x="128227" y="21585"/>
                    <a:pt x="130340" y="22190"/>
                    <a:pt x="132755" y="22190"/>
                  </a:cubicBezTo>
                  <a:cubicBezTo>
                    <a:pt x="139094" y="22190"/>
                    <a:pt x="143321" y="17652"/>
                    <a:pt x="143321" y="11299"/>
                  </a:cubicBezTo>
                  <a:cubicBezTo>
                    <a:pt x="143321" y="4946"/>
                    <a:pt x="138189" y="106"/>
                    <a:pt x="130944" y="106"/>
                  </a:cubicBezTo>
                  <a:cubicBezTo>
                    <a:pt x="117661" y="106"/>
                    <a:pt x="106190" y="10996"/>
                    <a:pt x="85360" y="43367"/>
                  </a:cubicBezTo>
                  <a:lnTo>
                    <a:pt x="82040" y="26728"/>
                  </a:lnTo>
                  <a:cubicBezTo>
                    <a:pt x="77813" y="6156"/>
                    <a:pt x="74493" y="106"/>
                    <a:pt x="66342" y="106"/>
                  </a:cubicBezTo>
                  <a:cubicBezTo>
                    <a:pt x="59701" y="106"/>
                    <a:pt x="49437" y="2828"/>
                    <a:pt x="31022" y="8879"/>
                  </a:cubicBezTo>
                  <a:lnTo>
                    <a:pt x="27702" y="10089"/>
                  </a:lnTo>
                  <a:lnTo>
                    <a:pt x="28909" y="14627"/>
                  </a:lnTo>
                  <a:cubicBezTo>
                    <a:pt x="40380" y="11904"/>
                    <a:pt x="43097" y="11299"/>
                    <a:pt x="45814" y="11299"/>
                  </a:cubicBezTo>
                  <a:cubicBezTo>
                    <a:pt x="53361" y="11299"/>
                    <a:pt x="55172" y="14022"/>
                    <a:pt x="59399" y="32173"/>
                  </a:cubicBezTo>
                  <a:lnTo>
                    <a:pt x="68153" y="69384"/>
                  </a:lnTo>
                  <a:lnTo>
                    <a:pt x="43399" y="104780"/>
                  </a:lnTo>
                  <a:cubicBezTo>
                    <a:pt x="37362" y="113856"/>
                    <a:pt x="31324" y="119301"/>
                    <a:pt x="28003" y="119301"/>
                  </a:cubicBezTo>
                  <a:cubicBezTo>
                    <a:pt x="26192" y="119301"/>
                    <a:pt x="23173" y="118393"/>
                    <a:pt x="20155" y="116578"/>
                  </a:cubicBezTo>
                  <a:cubicBezTo>
                    <a:pt x="16230" y="114461"/>
                    <a:pt x="12910" y="113553"/>
                    <a:pt x="10495" y="113553"/>
                  </a:cubicBezTo>
                  <a:cubicBezTo>
                    <a:pt x="4759" y="113553"/>
                    <a:pt x="231" y="118091"/>
                    <a:pt x="231" y="124141"/>
                  </a:cubicBezTo>
                  <a:cubicBezTo>
                    <a:pt x="231" y="132007"/>
                    <a:pt x="6268" y="136848"/>
                    <a:pt x="15325" y="136848"/>
                  </a:cubicBezTo>
                  <a:cubicBezTo>
                    <a:pt x="24683" y="136848"/>
                    <a:pt x="28305" y="134125"/>
                    <a:pt x="43399" y="115671"/>
                  </a:cubicBezTo>
                  <a:cubicBezTo>
                    <a:pt x="51550" y="105990"/>
                    <a:pt x="57889" y="97822"/>
                    <a:pt x="70568" y="80275"/>
                  </a:cubicBezTo>
                  <a:lnTo>
                    <a:pt x="79625" y="116578"/>
                  </a:lnTo>
                  <a:cubicBezTo>
                    <a:pt x="83549" y="132007"/>
                    <a:pt x="87473" y="136848"/>
                    <a:pt x="97133" y="136848"/>
                  </a:cubicBezTo>
                  <a:cubicBezTo>
                    <a:pt x="108605" y="136848"/>
                    <a:pt x="116454" y="129587"/>
                    <a:pt x="133963" y="102360"/>
                  </a:cubicBezTo>
                  <a:lnTo>
                    <a:pt x="129736" y="9993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7C779BDE-E448-77C4-78E8-81474DF270B1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9284091" y="6016064"/>
              <a:ext cx="99408" cy="151335"/>
            </a:xfrm>
            <a:custGeom>
              <a:avLst/>
              <a:gdLst>
                <a:gd name="connsiteX0" fmla="*/ 99643 w 99408"/>
                <a:gd name="connsiteY0" fmla="*/ 120774 h 151335"/>
                <a:gd name="connsiteX1" fmla="*/ 96739 w 99408"/>
                <a:gd name="connsiteY1" fmla="*/ 119654 h 151335"/>
                <a:gd name="connsiteX2" fmla="*/ 75517 w 99408"/>
                <a:gd name="connsiteY2" fmla="*/ 134430 h 151335"/>
                <a:gd name="connsiteX3" fmla="*/ 22127 w 99408"/>
                <a:gd name="connsiteY3" fmla="*/ 134430 h 151335"/>
                <a:gd name="connsiteX4" fmla="*/ 59656 w 99408"/>
                <a:gd name="connsiteY4" fmla="*/ 95029 h 151335"/>
                <a:gd name="connsiteX5" fmla="*/ 88250 w 99408"/>
                <a:gd name="connsiteY5" fmla="*/ 39733 h 151335"/>
                <a:gd name="connsiteX6" fmla="*/ 46923 w 99408"/>
                <a:gd name="connsiteY6" fmla="*/ 108 h 151335"/>
                <a:gd name="connsiteX7" fmla="*/ 14755 w 99408"/>
                <a:gd name="connsiteY7" fmla="*/ 13988 h 151335"/>
                <a:gd name="connsiteX8" fmla="*/ 458 w 99408"/>
                <a:gd name="connsiteY8" fmla="*/ 44658 h 151335"/>
                <a:gd name="connsiteX9" fmla="*/ 5149 w 99408"/>
                <a:gd name="connsiteY9" fmla="*/ 45777 h 151335"/>
                <a:gd name="connsiteX10" fmla="*/ 37541 w 99408"/>
                <a:gd name="connsiteY10" fmla="*/ 16674 h 151335"/>
                <a:gd name="connsiteX11" fmla="*/ 69038 w 99408"/>
                <a:gd name="connsiteY11" fmla="*/ 48240 h 151335"/>
                <a:gd name="connsiteX12" fmla="*/ 39998 w 99408"/>
                <a:gd name="connsiteY12" fmla="*/ 106446 h 151335"/>
                <a:gd name="connsiteX13" fmla="*/ 235 w 99408"/>
                <a:gd name="connsiteY13" fmla="*/ 148757 h 151335"/>
                <a:gd name="connsiteX14" fmla="*/ 235 w 99408"/>
                <a:gd name="connsiteY14" fmla="*/ 151444 h 151335"/>
                <a:gd name="connsiteX15" fmla="*/ 87356 w 99408"/>
                <a:gd name="connsiteY15" fmla="*/ 151444 h 151335"/>
                <a:gd name="connsiteX16" fmla="*/ 99643 w 99408"/>
                <a:gd name="connsiteY16" fmla="*/ 120774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08" h="151335">
                  <a:moveTo>
                    <a:pt x="99643" y="120774"/>
                  </a:moveTo>
                  <a:lnTo>
                    <a:pt x="96739" y="119654"/>
                  </a:lnTo>
                  <a:cubicBezTo>
                    <a:pt x="88473" y="132415"/>
                    <a:pt x="85569" y="134430"/>
                    <a:pt x="75517" y="134430"/>
                  </a:cubicBezTo>
                  <a:lnTo>
                    <a:pt x="22127" y="134430"/>
                  </a:lnTo>
                  <a:lnTo>
                    <a:pt x="59656" y="95029"/>
                  </a:lnTo>
                  <a:cubicBezTo>
                    <a:pt x="79538" y="74209"/>
                    <a:pt x="88250" y="57195"/>
                    <a:pt x="88250" y="39733"/>
                  </a:cubicBezTo>
                  <a:cubicBezTo>
                    <a:pt x="88250" y="17346"/>
                    <a:pt x="70155" y="108"/>
                    <a:pt x="46923" y="108"/>
                  </a:cubicBezTo>
                  <a:cubicBezTo>
                    <a:pt x="34636" y="108"/>
                    <a:pt x="23020" y="5033"/>
                    <a:pt x="14755" y="13988"/>
                  </a:cubicBezTo>
                  <a:cubicBezTo>
                    <a:pt x="7606" y="21599"/>
                    <a:pt x="4256" y="28763"/>
                    <a:pt x="458" y="44658"/>
                  </a:cubicBezTo>
                  <a:lnTo>
                    <a:pt x="5149" y="45777"/>
                  </a:lnTo>
                  <a:cubicBezTo>
                    <a:pt x="14085" y="23838"/>
                    <a:pt x="22127" y="16674"/>
                    <a:pt x="37541" y="16674"/>
                  </a:cubicBezTo>
                  <a:cubicBezTo>
                    <a:pt x="56305" y="16674"/>
                    <a:pt x="69038" y="29435"/>
                    <a:pt x="69038" y="48240"/>
                  </a:cubicBezTo>
                  <a:cubicBezTo>
                    <a:pt x="69038" y="65702"/>
                    <a:pt x="58762" y="86522"/>
                    <a:pt x="39998" y="106446"/>
                  </a:cubicBezTo>
                  <a:lnTo>
                    <a:pt x="235" y="148757"/>
                  </a:lnTo>
                  <a:lnTo>
                    <a:pt x="235" y="151444"/>
                  </a:lnTo>
                  <a:lnTo>
                    <a:pt x="87356" y="151444"/>
                  </a:lnTo>
                  <a:lnTo>
                    <a:pt x="99643" y="12077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726B03C-0847-1678-C4F2-7E53A0C7D4A7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9421860" y="5894634"/>
              <a:ext cx="70035" cy="302526"/>
            </a:xfrm>
            <a:custGeom>
              <a:avLst/>
              <a:gdLst>
                <a:gd name="connsiteX0" fmla="*/ 70275 w 70035"/>
                <a:gd name="connsiteY0" fmla="*/ 151368 h 302526"/>
                <a:gd name="connsiteX1" fmla="*/ 50351 w 70035"/>
                <a:gd name="connsiteY1" fmla="*/ 56980 h 302526"/>
                <a:gd name="connsiteX2" fmla="*/ 3259 w 70035"/>
                <a:gd name="connsiteY2" fmla="*/ 105 h 302526"/>
                <a:gd name="connsiteX3" fmla="*/ 240 w 70035"/>
                <a:gd name="connsiteY3" fmla="*/ 3130 h 302526"/>
                <a:gd name="connsiteX4" fmla="*/ 5975 w 70035"/>
                <a:gd name="connsiteY4" fmla="*/ 10088 h 302526"/>
                <a:gd name="connsiteX5" fmla="*/ 52767 w 70035"/>
                <a:gd name="connsiteY5" fmla="*/ 151368 h 302526"/>
                <a:gd name="connsiteX6" fmla="*/ 4164 w 70035"/>
                <a:gd name="connsiteY6" fmla="*/ 294463 h 302526"/>
                <a:gd name="connsiteX7" fmla="*/ 240 w 70035"/>
                <a:gd name="connsiteY7" fmla="*/ 299606 h 302526"/>
                <a:gd name="connsiteX8" fmla="*/ 3259 w 70035"/>
                <a:gd name="connsiteY8" fmla="*/ 302632 h 302526"/>
                <a:gd name="connsiteX9" fmla="*/ 51257 w 70035"/>
                <a:gd name="connsiteY9" fmla="*/ 243639 h 302526"/>
                <a:gd name="connsiteX10" fmla="*/ 70275 w 70035"/>
                <a:gd name="connsiteY10" fmla="*/ 15136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35" h="302526">
                  <a:moveTo>
                    <a:pt x="70275" y="151368"/>
                  </a:moveTo>
                  <a:cubicBezTo>
                    <a:pt x="70275" y="127771"/>
                    <a:pt x="66955" y="91165"/>
                    <a:pt x="50351" y="56980"/>
                  </a:cubicBezTo>
                  <a:cubicBezTo>
                    <a:pt x="32239" y="19769"/>
                    <a:pt x="6277" y="105"/>
                    <a:pt x="3259" y="105"/>
                  </a:cubicBezTo>
                  <a:cubicBezTo>
                    <a:pt x="1447" y="105"/>
                    <a:pt x="240" y="1315"/>
                    <a:pt x="240" y="3130"/>
                  </a:cubicBezTo>
                  <a:cubicBezTo>
                    <a:pt x="240" y="4038"/>
                    <a:pt x="240" y="4643"/>
                    <a:pt x="5975" y="10088"/>
                  </a:cubicBezTo>
                  <a:cubicBezTo>
                    <a:pt x="35559" y="40038"/>
                    <a:pt x="52767" y="88140"/>
                    <a:pt x="52767" y="151368"/>
                  </a:cubicBezTo>
                  <a:cubicBezTo>
                    <a:pt x="52767" y="203100"/>
                    <a:pt x="41597" y="256345"/>
                    <a:pt x="4164" y="294463"/>
                  </a:cubicBezTo>
                  <a:cubicBezTo>
                    <a:pt x="240" y="298094"/>
                    <a:pt x="240" y="298699"/>
                    <a:pt x="240" y="299606"/>
                  </a:cubicBezTo>
                  <a:cubicBezTo>
                    <a:pt x="240" y="301421"/>
                    <a:pt x="1447" y="302632"/>
                    <a:pt x="3259" y="302632"/>
                  </a:cubicBezTo>
                  <a:cubicBezTo>
                    <a:pt x="6277" y="302632"/>
                    <a:pt x="33446" y="282060"/>
                    <a:pt x="51257" y="243639"/>
                  </a:cubicBezTo>
                  <a:cubicBezTo>
                    <a:pt x="66653" y="210361"/>
                    <a:pt x="70275" y="176780"/>
                    <a:pt x="70275" y="15136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30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09" name="Group 90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general relation )}&#10;$$&#10;}&#10;\end{document}" title="IguanaTex Shape Display">
            <a:extLst>
              <a:ext uri="{FF2B5EF4-FFF2-40B4-BE49-F238E27FC236}">
                <a16:creationId xmlns:a16="http://schemas.microsoft.com/office/drawing/2014/main" id="{F0ADCD45-7829-1B3C-E866-6CC05787A553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9601489" y="3487477"/>
            <a:ext cx="2296862" cy="246533"/>
            <a:chOff x="8583138" y="4438263"/>
            <a:chExt cx="2296862" cy="246533"/>
          </a:xfrm>
          <a:solidFill>
            <a:srgbClr val="FFC000"/>
          </a:solidFill>
        </p:grpSpPr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8B216410-9015-E6F2-3F1D-D2E8915AF9C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583138" y="4442145"/>
              <a:ext cx="83415" cy="235718"/>
            </a:xfrm>
            <a:custGeom>
              <a:avLst/>
              <a:gdLst>
                <a:gd name="connsiteX0" fmla="*/ 35945 w 83415"/>
                <a:gd name="connsiteY0" fmla="*/ 234130 h 235718"/>
                <a:gd name="connsiteX1" fmla="*/ 21279 w 83415"/>
                <a:gd name="connsiteY1" fmla="*/ 162027 h 235718"/>
                <a:gd name="connsiteX2" fmla="*/ 44195 w 83415"/>
                <a:gd name="connsiteY2" fmla="*/ 58034 h 235718"/>
                <a:gd name="connsiteX3" fmla="*/ 83612 w 83415"/>
                <a:gd name="connsiteY3" fmla="*/ 4234 h 235718"/>
                <a:gd name="connsiteX4" fmla="*/ 79639 w 83415"/>
                <a:gd name="connsiteY4" fmla="*/ 75 h 235718"/>
                <a:gd name="connsiteX5" fmla="*/ 11501 w 83415"/>
                <a:gd name="connsiteY5" fmla="*/ 79942 h 235718"/>
                <a:gd name="connsiteX6" fmla="*/ 196 w 83415"/>
                <a:gd name="connsiteY6" fmla="*/ 135682 h 235718"/>
                <a:gd name="connsiteX7" fmla="*/ 10585 w 83415"/>
                <a:gd name="connsiteY7" fmla="*/ 196969 h 235718"/>
                <a:gd name="connsiteX8" fmla="*/ 30446 w 83415"/>
                <a:gd name="connsiteY8" fmla="*/ 235794 h 235718"/>
                <a:gd name="connsiteX9" fmla="*/ 35945 w 83415"/>
                <a:gd name="connsiteY9" fmla="*/ 234130 h 2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415" h="235718">
                  <a:moveTo>
                    <a:pt x="35945" y="234130"/>
                  </a:moveTo>
                  <a:cubicBezTo>
                    <a:pt x="24946" y="206121"/>
                    <a:pt x="21279" y="188650"/>
                    <a:pt x="21279" y="162027"/>
                  </a:cubicBezTo>
                  <a:cubicBezTo>
                    <a:pt x="21279" y="128749"/>
                    <a:pt x="30140" y="88816"/>
                    <a:pt x="44195" y="58034"/>
                  </a:cubicBezTo>
                  <a:cubicBezTo>
                    <a:pt x="53973" y="36126"/>
                    <a:pt x="63751" y="23092"/>
                    <a:pt x="83612" y="4234"/>
                  </a:cubicBezTo>
                  <a:lnTo>
                    <a:pt x="79639" y="75"/>
                  </a:lnTo>
                  <a:cubicBezTo>
                    <a:pt x="39918" y="32798"/>
                    <a:pt x="24334" y="51101"/>
                    <a:pt x="11501" y="79942"/>
                  </a:cubicBezTo>
                  <a:cubicBezTo>
                    <a:pt x="3557" y="97413"/>
                    <a:pt x="196" y="114606"/>
                    <a:pt x="196" y="135682"/>
                  </a:cubicBezTo>
                  <a:cubicBezTo>
                    <a:pt x="196" y="157036"/>
                    <a:pt x="3863" y="177834"/>
                    <a:pt x="10585" y="196969"/>
                  </a:cubicBezTo>
                  <a:cubicBezTo>
                    <a:pt x="14862" y="208894"/>
                    <a:pt x="19446" y="217491"/>
                    <a:pt x="30446" y="235794"/>
                  </a:cubicBezTo>
                  <a:lnTo>
                    <a:pt x="35945" y="234130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8954ABE3-2AF5-4709-266B-7B432632433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751553" y="4505373"/>
              <a:ext cx="141776" cy="179423"/>
            </a:xfrm>
            <a:custGeom>
              <a:avLst/>
              <a:gdLst>
                <a:gd name="connsiteX0" fmla="*/ 141978 w 141776"/>
                <a:gd name="connsiteY0" fmla="*/ 10058 h 179423"/>
                <a:gd name="connsiteX1" fmla="*/ 123339 w 141776"/>
                <a:gd name="connsiteY1" fmla="*/ 10058 h 179423"/>
                <a:gd name="connsiteX2" fmla="*/ 118450 w 141776"/>
                <a:gd name="connsiteY2" fmla="*/ 7840 h 179423"/>
                <a:gd name="connsiteX3" fmla="*/ 88506 w 141776"/>
                <a:gd name="connsiteY3" fmla="*/ 75 h 179423"/>
                <a:gd name="connsiteX4" fmla="*/ 27090 w 141776"/>
                <a:gd name="connsiteY4" fmla="*/ 47496 h 179423"/>
                <a:gd name="connsiteX5" fmla="*/ 51229 w 141776"/>
                <a:gd name="connsiteY5" fmla="*/ 77446 h 179423"/>
                <a:gd name="connsiteX6" fmla="*/ 27701 w 141776"/>
                <a:gd name="connsiteY6" fmla="*/ 100741 h 179423"/>
                <a:gd name="connsiteX7" fmla="*/ 35951 w 141776"/>
                <a:gd name="connsiteY7" fmla="*/ 111556 h 179423"/>
                <a:gd name="connsiteX8" fmla="*/ 202 w 141776"/>
                <a:gd name="connsiteY8" fmla="*/ 147884 h 179423"/>
                <a:gd name="connsiteX9" fmla="*/ 51229 w 141776"/>
                <a:gd name="connsiteY9" fmla="*/ 179498 h 179423"/>
                <a:gd name="connsiteX10" fmla="*/ 115395 w 141776"/>
                <a:gd name="connsiteY10" fmla="*/ 139010 h 179423"/>
                <a:gd name="connsiteX11" fmla="*/ 71701 w 141776"/>
                <a:gd name="connsiteY11" fmla="*/ 102404 h 179423"/>
                <a:gd name="connsiteX12" fmla="*/ 50312 w 141776"/>
                <a:gd name="connsiteY12" fmla="*/ 90757 h 179423"/>
                <a:gd name="connsiteX13" fmla="*/ 61312 w 141776"/>
                <a:gd name="connsiteY13" fmla="*/ 79387 h 179423"/>
                <a:gd name="connsiteX14" fmla="*/ 63451 w 141776"/>
                <a:gd name="connsiteY14" fmla="*/ 79664 h 179423"/>
                <a:gd name="connsiteX15" fmla="*/ 72923 w 141776"/>
                <a:gd name="connsiteY15" fmla="*/ 80496 h 179423"/>
                <a:gd name="connsiteX16" fmla="*/ 129450 w 141776"/>
                <a:gd name="connsiteY16" fmla="*/ 36403 h 179423"/>
                <a:gd name="connsiteX17" fmla="*/ 126700 w 141776"/>
                <a:gd name="connsiteY17" fmla="*/ 20873 h 179423"/>
                <a:gd name="connsiteX18" fmla="*/ 141978 w 141776"/>
                <a:gd name="connsiteY18" fmla="*/ 20873 h 179423"/>
                <a:gd name="connsiteX19" fmla="*/ 141978 w 141776"/>
                <a:gd name="connsiteY19" fmla="*/ 10058 h 179423"/>
                <a:gd name="connsiteX20" fmla="*/ 42979 w 141776"/>
                <a:gd name="connsiteY20" fmla="*/ 114606 h 179423"/>
                <a:gd name="connsiteX21" fmla="*/ 44507 w 141776"/>
                <a:gd name="connsiteY21" fmla="*/ 115161 h 179423"/>
                <a:gd name="connsiteX22" fmla="*/ 53368 w 141776"/>
                <a:gd name="connsiteY22" fmla="*/ 117657 h 179423"/>
                <a:gd name="connsiteX23" fmla="*/ 97062 w 141776"/>
                <a:gd name="connsiteY23" fmla="*/ 147330 h 179423"/>
                <a:gd name="connsiteX24" fmla="*/ 55812 w 141776"/>
                <a:gd name="connsiteY24" fmla="*/ 173397 h 179423"/>
                <a:gd name="connsiteX25" fmla="*/ 17007 w 141776"/>
                <a:gd name="connsiteY25" fmla="*/ 145111 h 179423"/>
                <a:gd name="connsiteX26" fmla="*/ 23729 w 141776"/>
                <a:gd name="connsiteY26" fmla="*/ 128472 h 179423"/>
                <a:gd name="connsiteX27" fmla="*/ 42979 w 141776"/>
                <a:gd name="connsiteY27" fmla="*/ 114606 h 179423"/>
                <a:gd name="connsiteX28" fmla="*/ 88201 w 141776"/>
                <a:gd name="connsiteY28" fmla="*/ 6176 h 179423"/>
                <a:gd name="connsiteX29" fmla="*/ 105312 w 141776"/>
                <a:gd name="connsiteY29" fmla="*/ 25865 h 179423"/>
                <a:gd name="connsiteX30" fmla="*/ 95840 w 141776"/>
                <a:gd name="connsiteY30" fmla="*/ 57202 h 179423"/>
                <a:gd name="connsiteX31" fmla="*/ 69256 w 141776"/>
                <a:gd name="connsiteY31" fmla="*/ 74673 h 179423"/>
                <a:gd name="connsiteX32" fmla="*/ 50923 w 141776"/>
                <a:gd name="connsiteY32" fmla="*/ 53874 h 179423"/>
                <a:gd name="connsiteX33" fmla="*/ 88201 w 141776"/>
                <a:gd name="connsiteY33" fmla="*/ 6176 h 17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1776" h="179423">
                  <a:moveTo>
                    <a:pt x="141978" y="10058"/>
                  </a:moveTo>
                  <a:lnTo>
                    <a:pt x="123339" y="10058"/>
                  </a:lnTo>
                  <a:cubicBezTo>
                    <a:pt x="122423" y="10058"/>
                    <a:pt x="120895" y="9503"/>
                    <a:pt x="118450" y="7840"/>
                  </a:cubicBezTo>
                  <a:cubicBezTo>
                    <a:pt x="110200" y="2848"/>
                    <a:pt x="100117" y="75"/>
                    <a:pt x="88506" y="75"/>
                  </a:cubicBezTo>
                  <a:cubicBezTo>
                    <a:pt x="54590" y="75"/>
                    <a:pt x="27090" y="21428"/>
                    <a:pt x="27090" y="47496"/>
                  </a:cubicBezTo>
                  <a:cubicBezTo>
                    <a:pt x="27090" y="61916"/>
                    <a:pt x="33812" y="70236"/>
                    <a:pt x="51229" y="77446"/>
                  </a:cubicBezTo>
                  <a:cubicBezTo>
                    <a:pt x="33201" y="88539"/>
                    <a:pt x="27701" y="94085"/>
                    <a:pt x="27701" y="100741"/>
                  </a:cubicBezTo>
                  <a:cubicBezTo>
                    <a:pt x="27701" y="104346"/>
                    <a:pt x="30146" y="107673"/>
                    <a:pt x="35951" y="111556"/>
                  </a:cubicBezTo>
                  <a:cubicBezTo>
                    <a:pt x="5702" y="129581"/>
                    <a:pt x="202" y="135128"/>
                    <a:pt x="202" y="147884"/>
                  </a:cubicBezTo>
                  <a:cubicBezTo>
                    <a:pt x="202" y="167019"/>
                    <a:pt x="20368" y="179498"/>
                    <a:pt x="51229" y="179498"/>
                  </a:cubicBezTo>
                  <a:cubicBezTo>
                    <a:pt x="89728" y="179498"/>
                    <a:pt x="115395" y="163137"/>
                    <a:pt x="115395" y="139010"/>
                  </a:cubicBezTo>
                  <a:cubicBezTo>
                    <a:pt x="115395" y="121539"/>
                    <a:pt x="100728" y="109337"/>
                    <a:pt x="71701" y="102404"/>
                  </a:cubicBezTo>
                  <a:cubicBezTo>
                    <a:pt x="58257" y="99354"/>
                    <a:pt x="50312" y="94917"/>
                    <a:pt x="50312" y="90757"/>
                  </a:cubicBezTo>
                  <a:cubicBezTo>
                    <a:pt x="50312" y="86597"/>
                    <a:pt x="57340" y="79387"/>
                    <a:pt x="61312" y="79387"/>
                  </a:cubicBezTo>
                  <a:cubicBezTo>
                    <a:pt x="61923" y="79387"/>
                    <a:pt x="62534" y="79387"/>
                    <a:pt x="63451" y="79664"/>
                  </a:cubicBezTo>
                  <a:cubicBezTo>
                    <a:pt x="65895" y="80219"/>
                    <a:pt x="70173" y="80496"/>
                    <a:pt x="72923" y="80496"/>
                  </a:cubicBezTo>
                  <a:cubicBezTo>
                    <a:pt x="100728" y="80496"/>
                    <a:pt x="129450" y="58034"/>
                    <a:pt x="129450" y="36403"/>
                  </a:cubicBezTo>
                  <a:cubicBezTo>
                    <a:pt x="129450" y="31966"/>
                    <a:pt x="128534" y="26420"/>
                    <a:pt x="126700" y="20873"/>
                  </a:cubicBezTo>
                  <a:lnTo>
                    <a:pt x="141978" y="20873"/>
                  </a:lnTo>
                  <a:lnTo>
                    <a:pt x="141978" y="10058"/>
                  </a:lnTo>
                  <a:close/>
                  <a:moveTo>
                    <a:pt x="42979" y="114606"/>
                  </a:moveTo>
                  <a:cubicBezTo>
                    <a:pt x="43285" y="114606"/>
                    <a:pt x="43896" y="114884"/>
                    <a:pt x="44507" y="115161"/>
                  </a:cubicBezTo>
                  <a:cubicBezTo>
                    <a:pt x="45423" y="115438"/>
                    <a:pt x="48479" y="116270"/>
                    <a:pt x="53368" y="117657"/>
                  </a:cubicBezTo>
                  <a:cubicBezTo>
                    <a:pt x="85756" y="126808"/>
                    <a:pt x="97062" y="134573"/>
                    <a:pt x="97062" y="147330"/>
                  </a:cubicBezTo>
                  <a:cubicBezTo>
                    <a:pt x="97062" y="162305"/>
                    <a:pt x="79340" y="173397"/>
                    <a:pt x="55812" y="173397"/>
                  </a:cubicBezTo>
                  <a:cubicBezTo>
                    <a:pt x="31368" y="173397"/>
                    <a:pt x="17007" y="162859"/>
                    <a:pt x="17007" y="145111"/>
                  </a:cubicBezTo>
                  <a:cubicBezTo>
                    <a:pt x="17007" y="138456"/>
                    <a:pt x="18840" y="133741"/>
                    <a:pt x="23729" y="128472"/>
                  </a:cubicBezTo>
                  <a:cubicBezTo>
                    <a:pt x="27701" y="123758"/>
                    <a:pt x="40535" y="114606"/>
                    <a:pt x="42979" y="114606"/>
                  </a:cubicBezTo>
                  <a:close/>
                  <a:moveTo>
                    <a:pt x="88201" y="6176"/>
                  </a:moveTo>
                  <a:cubicBezTo>
                    <a:pt x="99506" y="6176"/>
                    <a:pt x="105312" y="12831"/>
                    <a:pt x="105312" y="25865"/>
                  </a:cubicBezTo>
                  <a:cubicBezTo>
                    <a:pt x="105312" y="35571"/>
                    <a:pt x="101645" y="47773"/>
                    <a:pt x="95840" y="57202"/>
                  </a:cubicBezTo>
                  <a:cubicBezTo>
                    <a:pt x="89117" y="68572"/>
                    <a:pt x="79645" y="74673"/>
                    <a:pt x="69256" y="74673"/>
                  </a:cubicBezTo>
                  <a:cubicBezTo>
                    <a:pt x="57645" y="74673"/>
                    <a:pt x="50923" y="66908"/>
                    <a:pt x="50923" y="53874"/>
                  </a:cubicBezTo>
                  <a:cubicBezTo>
                    <a:pt x="50923" y="28361"/>
                    <a:pt x="68340" y="6176"/>
                    <a:pt x="88201" y="6176"/>
                  </a:cubicBez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60B51B2-40D4-6C75-92E5-FB4F2E2D433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908863" y="4505373"/>
              <a:ext cx="116415" cy="125346"/>
            </a:xfrm>
            <a:custGeom>
              <a:avLst/>
              <a:gdLst>
                <a:gd name="connsiteX0" fmla="*/ 100122 w 116415"/>
                <a:gd name="connsiteY0" fmla="*/ 92144 h 125346"/>
                <a:gd name="connsiteX1" fmla="*/ 55511 w 116415"/>
                <a:gd name="connsiteY1" fmla="*/ 112942 h 125346"/>
                <a:gd name="connsiteX2" fmla="*/ 26790 w 116415"/>
                <a:gd name="connsiteY2" fmla="*/ 87984 h 125346"/>
                <a:gd name="connsiteX3" fmla="*/ 29845 w 116415"/>
                <a:gd name="connsiteY3" fmla="*/ 70790 h 125346"/>
                <a:gd name="connsiteX4" fmla="*/ 38401 w 116415"/>
                <a:gd name="connsiteY4" fmla="*/ 69681 h 125346"/>
                <a:gd name="connsiteX5" fmla="*/ 116622 w 116415"/>
                <a:gd name="connsiteY5" fmla="*/ 18932 h 125346"/>
                <a:gd name="connsiteX6" fmla="*/ 92178 w 116415"/>
                <a:gd name="connsiteY6" fmla="*/ 75 h 125346"/>
                <a:gd name="connsiteX7" fmla="*/ 207 w 116415"/>
                <a:gd name="connsiteY7" fmla="*/ 87429 h 125346"/>
                <a:gd name="connsiteX8" fmla="*/ 40539 w 116415"/>
                <a:gd name="connsiteY8" fmla="*/ 125422 h 125346"/>
                <a:gd name="connsiteX9" fmla="*/ 103789 w 116415"/>
                <a:gd name="connsiteY9" fmla="*/ 95471 h 125346"/>
                <a:gd name="connsiteX10" fmla="*/ 100122 w 116415"/>
                <a:gd name="connsiteY10" fmla="*/ 92144 h 125346"/>
                <a:gd name="connsiteX11" fmla="*/ 37178 w 116415"/>
                <a:gd name="connsiteY11" fmla="*/ 52487 h 125346"/>
                <a:gd name="connsiteX12" fmla="*/ 85761 w 116415"/>
                <a:gd name="connsiteY12" fmla="*/ 6453 h 125346"/>
                <a:gd name="connsiteX13" fmla="*/ 96455 w 116415"/>
                <a:gd name="connsiteY13" fmla="*/ 17268 h 125346"/>
                <a:gd name="connsiteX14" fmla="*/ 81178 w 116415"/>
                <a:gd name="connsiteY14" fmla="*/ 44168 h 125346"/>
                <a:gd name="connsiteX15" fmla="*/ 31984 w 116415"/>
                <a:gd name="connsiteY15" fmla="*/ 64689 h 125346"/>
                <a:gd name="connsiteX16" fmla="*/ 37178 w 116415"/>
                <a:gd name="connsiteY16" fmla="*/ 5248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415" h="125346">
                  <a:moveTo>
                    <a:pt x="100122" y="92144"/>
                  </a:moveTo>
                  <a:cubicBezTo>
                    <a:pt x="78122" y="108505"/>
                    <a:pt x="68650" y="112942"/>
                    <a:pt x="55511" y="112942"/>
                  </a:cubicBezTo>
                  <a:cubicBezTo>
                    <a:pt x="38095" y="112942"/>
                    <a:pt x="26790" y="102959"/>
                    <a:pt x="26790" y="87984"/>
                  </a:cubicBezTo>
                  <a:cubicBezTo>
                    <a:pt x="26790" y="83824"/>
                    <a:pt x="27401" y="79664"/>
                    <a:pt x="29845" y="70790"/>
                  </a:cubicBezTo>
                  <a:lnTo>
                    <a:pt x="38401" y="69681"/>
                  </a:lnTo>
                  <a:cubicBezTo>
                    <a:pt x="84233" y="63857"/>
                    <a:pt x="116622" y="42781"/>
                    <a:pt x="116622" y="18932"/>
                  </a:cubicBezTo>
                  <a:cubicBezTo>
                    <a:pt x="116622" y="7285"/>
                    <a:pt x="107455" y="75"/>
                    <a:pt x="92178" y="75"/>
                  </a:cubicBezTo>
                  <a:cubicBezTo>
                    <a:pt x="48178" y="75"/>
                    <a:pt x="207" y="45832"/>
                    <a:pt x="207" y="87429"/>
                  </a:cubicBezTo>
                  <a:cubicBezTo>
                    <a:pt x="207" y="109892"/>
                    <a:pt x="16706" y="125422"/>
                    <a:pt x="40539" y="125422"/>
                  </a:cubicBezTo>
                  <a:cubicBezTo>
                    <a:pt x="62234" y="125422"/>
                    <a:pt x="85761" y="114052"/>
                    <a:pt x="103789" y="95471"/>
                  </a:cubicBezTo>
                  <a:lnTo>
                    <a:pt x="100122" y="92144"/>
                  </a:lnTo>
                  <a:close/>
                  <a:moveTo>
                    <a:pt x="37178" y="52487"/>
                  </a:moveTo>
                  <a:cubicBezTo>
                    <a:pt x="47567" y="27806"/>
                    <a:pt x="70178" y="6453"/>
                    <a:pt x="85761" y="6453"/>
                  </a:cubicBezTo>
                  <a:cubicBezTo>
                    <a:pt x="92178" y="6453"/>
                    <a:pt x="96455" y="10890"/>
                    <a:pt x="96455" y="17268"/>
                  </a:cubicBezTo>
                  <a:cubicBezTo>
                    <a:pt x="96455" y="25865"/>
                    <a:pt x="90650" y="35849"/>
                    <a:pt x="81178" y="44168"/>
                  </a:cubicBezTo>
                  <a:cubicBezTo>
                    <a:pt x="69872" y="53874"/>
                    <a:pt x="58261" y="58866"/>
                    <a:pt x="31984" y="64689"/>
                  </a:cubicBezTo>
                  <a:lnTo>
                    <a:pt x="37178" y="52487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8EB34B01-DB69-0F62-3977-CD934194C99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039841" y="4505373"/>
              <a:ext cx="140553" cy="124792"/>
            </a:xfrm>
            <a:custGeom>
              <a:avLst/>
              <a:gdLst>
                <a:gd name="connsiteX0" fmla="*/ 136487 w 140553"/>
                <a:gd name="connsiteY0" fmla="*/ 89925 h 124792"/>
                <a:gd name="connsiteX1" fmla="*/ 130071 w 140553"/>
                <a:gd name="connsiteY1" fmla="*/ 97135 h 124792"/>
                <a:gd name="connsiteX2" fmla="*/ 111432 w 140553"/>
                <a:gd name="connsiteY2" fmla="*/ 111833 h 124792"/>
                <a:gd name="connsiteX3" fmla="*/ 106543 w 140553"/>
                <a:gd name="connsiteY3" fmla="*/ 107396 h 124792"/>
                <a:gd name="connsiteX4" fmla="*/ 110821 w 140553"/>
                <a:gd name="connsiteY4" fmla="*/ 89925 h 124792"/>
                <a:gd name="connsiteX5" fmla="*/ 128237 w 140553"/>
                <a:gd name="connsiteY5" fmla="*/ 32798 h 124792"/>
                <a:gd name="connsiteX6" fmla="*/ 130987 w 140553"/>
                <a:gd name="connsiteY6" fmla="*/ 16991 h 124792"/>
                <a:gd name="connsiteX7" fmla="*/ 110821 w 140553"/>
                <a:gd name="connsiteY7" fmla="*/ 75 h 124792"/>
                <a:gd name="connsiteX8" fmla="*/ 40544 w 140553"/>
                <a:gd name="connsiteY8" fmla="*/ 61084 h 124792"/>
                <a:gd name="connsiteX9" fmla="*/ 61016 w 140553"/>
                <a:gd name="connsiteY9" fmla="*/ 629 h 124792"/>
                <a:gd name="connsiteX10" fmla="*/ 60099 w 140553"/>
                <a:gd name="connsiteY10" fmla="*/ 75 h 124792"/>
                <a:gd name="connsiteX11" fmla="*/ 10600 w 140553"/>
                <a:gd name="connsiteY11" fmla="*/ 8672 h 124792"/>
                <a:gd name="connsiteX12" fmla="*/ 10600 w 140553"/>
                <a:gd name="connsiteY12" fmla="*/ 13109 h 124792"/>
                <a:gd name="connsiteX13" fmla="*/ 30155 w 140553"/>
                <a:gd name="connsiteY13" fmla="*/ 20596 h 124792"/>
                <a:gd name="connsiteX14" fmla="*/ 29544 w 140553"/>
                <a:gd name="connsiteY14" fmla="*/ 25310 h 124792"/>
                <a:gd name="connsiteX15" fmla="*/ 211 w 140553"/>
                <a:gd name="connsiteY15" fmla="*/ 122371 h 124792"/>
                <a:gd name="connsiteX16" fmla="*/ 23127 w 140553"/>
                <a:gd name="connsiteY16" fmla="*/ 122371 h 124792"/>
                <a:gd name="connsiteX17" fmla="*/ 53683 w 140553"/>
                <a:gd name="connsiteY17" fmla="*/ 53597 h 124792"/>
                <a:gd name="connsiteX18" fmla="*/ 98904 w 140553"/>
                <a:gd name="connsiteY18" fmla="*/ 14218 h 124792"/>
                <a:gd name="connsiteX19" fmla="*/ 106238 w 140553"/>
                <a:gd name="connsiteY19" fmla="*/ 22260 h 124792"/>
                <a:gd name="connsiteX20" fmla="*/ 101960 w 140553"/>
                <a:gd name="connsiteY20" fmla="*/ 43336 h 124792"/>
                <a:gd name="connsiteX21" fmla="*/ 88516 w 140553"/>
                <a:gd name="connsiteY21" fmla="*/ 89093 h 124792"/>
                <a:gd name="connsiteX22" fmla="*/ 83627 w 140553"/>
                <a:gd name="connsiteY22" fmla="*/ 109892 h 124792"/>
                <a:gd name="connsiteX23" fmla="*/ 97988 w 140553"/>
                <a:gd name="connsiteY23" fmla="*/ 124867 h 124792"/>
                <a:gd name="connsiteX24" fmla="*/ 140765 w 140553"/>
                <a:gd name="connsiteY24" fmla="*/ 93530 h 124792"/>
                <a:gd name="connsiteX25" fmla="*/ 136487 w 140553"/>
                <a:gd name="connsiteY25" fmla="*/ 89925 h 12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553" h="124792">
                  <a:moveTo>
                    <a:pt x="136487" y="89925"/>
                  </a:moveTo>
                  <a:lnTo>
                    <a:pt x="130071" y="97135"/>
                  </a:lnTo>
                  <a:cubicBezTo>
                    <a:pt x="121210" y="107396"/>
                    <a:pt x="115710" y="111833"/>
                    <a:pt x="111432" y="111833"/>
                  </a:cubicBezTo>
                  <a:cubicBezTo>
                    <a:pt x="108988" y="111833"/>
                    <a:pt x="106543" y="109615"/>
                    <a:pt x="106543" y="107396"/>
                  </a:cubicBezTo>
                  <a:cubicBezTo>
                    <a:pt x="106543" y="105455"/>
                    <a:pt x="106543" y="105455"/>
                    <a:pt x="110821" y="89925"/>
                  </a:cubicBezTo>
                  <a:lnTo>
                    <a:pt x="128237" y="32798"/>
                  </a:lnTo>
                  <a:cubicBezTo>
                    <a:pt x="129765" y="26974"/>
                    <a:pt x="130987" y="20873"/>
                    <a:pt x="130987" y="16991"/>
                  </a:cubicBezTo>
                  <a:cubicBezTo>
                    <a:pt x="130987" y="7008"/>
                    <a:pt x="122737" y="75"/>
                    <a:pt x="110821" y="75"/>
                  </a:cubicBezTo>
                  <a:cubicBezTo>
                    <a:pt x="91266" y="75"/>
                    <a:pt x="72016" y="16714"/>
                    <a:pt x="40544" y="61084"/>
                  </a:cubicBezTo>
                  <a:lnTo>
                    <a:pt x="61016" y="629"/>
                  </a:lnTo>
                  <a:lnTo>
                    <a:pt x="60099" y="75"/>
                  </a:lnTo>
                  <a:cubicBezTo>
                    <a:pt x="43599" y="3125"/>
                    <a:pt x="37183" y="4234"/>
                    <a:pt x="10600" y="8672"/>
                  </a:cubicBezTo>
                  <a:lnTo>
                    <a:pt x="10600" y="13109"/>
                  </a:lnTo>
                  <a:cubicBezTo>
                    <a:pt x="26183" y="13386"/>
                    <a:pt x="30155" y="15050"/>
                    <a:pt x="30155" y="20596"/>
                  </a:cubicBezTo>
                  <a:cubicBezTo>
                    <a:pt x="30155" y="22260"/>
                    <a:pt x="29850" y="23924"/>
                    <a:pt x="29544" y="25310"/>
                  </a:cubicBezTo>
                  <a:lnTo>
                    <a:pt x="211" y="122371"/>
                  </a:lnTo>
                  <a:lnTo>
                    <a:pt x="23127" y="122371"/>
                  </a:lnTo>
                  <a:cubicBezTo>
                    <a:pt x="37488" y="78555"/>
                    <a:pt x="40238" y="72454"/>
                    <a:pt x="53683" y="53597"/>
                  </a:cubicBezTo>
                  <a:cubicBezTo>
                    <a:pt x="72016" y="28084"/>
                    <a:pt x="87599" y="14218"/>
                    <a:pt x="98904" y="14218"/>
                  </a:cubicBezTo>
                  <a:cubicBezTo>
                    <a:pt x="103488" y="14218"/>
                    <a:pt x="106238" y="17268"/>
                    <a:pt x="106238" y="22260"/>
                  </a:cubicBezTo>
                  <a:cubicBezTo>
                    <a:pt x="106238" y="25588"/>
                    <a:pt x="104404" y="34739"/>
                    <a:pt x="101960" y="43336"/>
                  </a:cubicBezTo>
                  <a:lnTo>
                    <a:pt x="88516" y="89093"/>
                  </a:lnTo>
                  <a:cubicBezTo>
                    <a:pt x="84543" y="103236"/>
                    <a:pt x="83627" y="107119"/>
                    <a:pt x="83627" y="109892"/>
                  </a:cubicBezTo>
                  <a:cubicBezTo>
                    <a:pt x="83627" y="120430"/>
                    <a:pt x="87904" y="124867"/>
                    <a:pt x="97988" y="124867"/>
                  </a:cubicBezTo>
                  <a:cubicBezTo>
                    <a:pt x="111737" y="124867"/>
                    <a:pt x="119682" y="119043"/>
                    <a:pt x="140765" y="93530"/>
                  </a:cubicBezTo>
                  <a:lnTo>
                    <a:pt x="136487" y="89925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C7BD6C16-4019-B830-D72D-61ED4B8C594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198384" y="4505373"/>
              <a:ext cx="116415" cy="125346"/>
            </a:xfrm>
            <a:custGeom>
              <a:avLst/>
              <a:gdLst>
                <a:gd name="connsiteX0" fmla="*/ 100131 w 116415"/>
                <a:gd name="connsiteY0" fmla="*/ 92144 h 125346"/>
                <a:gd name="connsiteX1" fmla="*/ 55521 w 116415"/>
                <a:gd name="connsiteY1" fmla="*/ 112942 h 125346"/>
                <a:gd name="connsiteX2" fmla="*/ 26799 w 116415"/>
                <a:gd name="connsiteY2" fmla="*/ 87984 h 125346"/>
                <a:gd name="connsiteX3" fmla="*/ 29855 w 116415"/>
                <a:gd name="connsiteY3" fmla="*/ 70790 h 125346"/>
                <a:gd name="connsiteX4" fmla="*/ 38410 w 116415"/>
                <a:gd name="connsiteY4" fmla="*/ 69681 h 125346"/>
                <a:gd name="connsiteX5" fmla="*/ 116631 w 116415"/>
                <a:gd name="connsiteY5" fmla="*/ 18932 h 125346"/>
                <a:gd name="connsiteX6" fmla="*/ 92187 w 116415"/>
                <a:gd name="connsiteY6" fmla="*/ 75 h 125346"/>
                <a:gd name="connsiteX7" fmla="*/ 216 w 116415"/>
                <a:gd name="connsiteY7" fmla="*/ 87429 h 125346"/>
                <a:gd name="connsiteX8" fmla="*/ 40549 w 116415"/>
                <a:gd name="connsiteY8" fmla="*/ 125422 h 125346"/>
                <a:gd name="connsiteX9" fmla="*/ 103798 w 116415"/>
                <a:gd name="connsiteY9" fmla="*/ 95471 h 125346"/>
                <a:gd name="connsiteX10" fmla="*/ 100131 w 116415"/>
                <a:gd name="connsiteY10" fmla="*/ 92144 h 125346"/>
                <a:gd name="connsiteX11" fmla="*/ 37188 w 116415"/>
                <a:gd name="connsiteY11" fmla="*/ 52487 h 125346"/>
                <a:gd name="connsiteX12" fmla="*/ 85771 w 116415"/>
                <a:gd name="connsiteY12" fmla="*/ 6453 h 125346"/>
                <a:gd name="connsiteX13" fmla="*/ 96465 w 116415"/>
                <a:gd name="connsiteY13" fmla="*/ 17268 h 125346"/>
                <a:gd name="connsiteX14" fmla="*/ 81187 w 116415"/>
                <a:gd name="connsiteY14" fmla="*/ 44168 h 125346"/>
                <a:gd name="connsiteX15" fmla="*/ 31993 w 116415"/>
                <a:gd name="connsiteY15" fmla="*/ 64689 h 125346"/>
                <a:gd name="connsiteX16" fmla="*/ 37188 w 116415"/>
                <a:gd name="connsiteY16" fmla="*/ 5248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415" h="125346">
                  <a:moveTo>
                    <a:pt x="100131" y="92144"/>
                  </a:moveTo>
                  <a:cubicBezTo>
                    <a:pt x="78132" y="108505"/>
                    <a:pt x="68660" y="112942"/>
                    <a:pt x="55521" y="112942"/>
                  </a:cubicBezTo>
                  <a:cubicBezTo>
                    <a:pt x="38104" y="112942"/>
                    <a:pt x="26799" y="102959"/>
                    <a:pt x="26799" y="87984"/>
                  </a:cubicBezTo>
                  <a:cubicBezTo>
                    <a:pt x="26799" y="83824"/>
                    <a:pt x="27410" y="79664"/>
                    <a:pt x="29855" y="70790"/>
                  </a:cubicBezTo>
                  <a:lnTo>
                    <a:pt x="38410" y="69681"/>
                  </a:lnTo>
                  <a:cubicBezTo>
                    <a:pt x="84243" y="63857"/>
                    <a:pt x="116631" y="42781"/>
                    <a:pt x="116631" y="18932"/>
                  </a:cubicBezTo>
                  <a:cubicBezTo>
                    <a:pt x="116631" y="7285"/>
                    <a:pt x="107465" y="75"/>
                    <a:pt x="92187" y="75"/>
                  </a:cubicBezTo>
                  <a:cubicBezTo>
                    <a:pt x="48188" y="75"/>
                    <a:pt x="216" y="45832"/>
                    <a:pt x="216" y="87429"/>
                  </a:cubicBezTo>
                  <a:cubicBezTo>
                    <a:pt x="216" y="109892"/>
                    <a:pt x="16716" y="125422"/>
                    <a:pt x="40549" y="125422"/>
                  </a:cubicBezTo>
                  <a:cubicBezTo>
                    <a:pt x="62243" y="125422"/>
                    <a:pt x="85771" y="114052"/>
                    <a:pt x="103798" y="95471"/>
                  </a:cubicBezTo>
                  <a:lnTo>
                    <a:pt x="100131" y="92144"/>
                  </a:lnTo>
                  <a:close/>
                  <a:moveTo>
                    <a:pt x="37188" y="52487"/>
                  </a:moveTo>
                  <a:cubicBezTo>
                    <a:pt x="47577" y="27806"/>
                    <a:pt x="70187" y="6453"/>
                    <a:pt x="85771" y="6453"/>
                  </a:cubicBezTo>
                  <a:cubicBezTo>
                    <a:pt x="92187" y="6453"/>
                    <a:pt x="96465" y="10890"/>
                    <a:pt x="96465" y="17268"/>
                  </a:cubicBezTo>
                  <a:cubicBezTo>
                    <a:pt x="96465" y="25865"/>
                    <a:pt x="90659" y="35849"/>
                    <a:pt x="81187" y="44168"/>
                  </a:cubicBezTo>
                  <a:cubicBezTo>
                    <a:pt x="69882" y="53874"/>
                    <a:pt x="58271" y="58866"/>
                    <a:pt x="31993" y="64689"/>
                  </a:cubicBezTo>
                  <a:lnTo>
                    <a:pt x="37188" y="52487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1201891C-356C-5987-1ECA-FCF94B1AE7F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338834" y="4505373"/>
              <a:ext cx="112137" cy="122296"/>
            </a:xfrm>
            <a:custGeom>
              <a:avLst/>
              <a:gdLst>
                <a:gd name="connsiteX0" fmla="*/ 23442 w 112137"/>
                <a:gd name="connsiteY0" fmla="*/ 122371 h 122296"/>
                <a:gd name="connsiteX1" fmla="*/ 58581 w 112137"/>
                <a:gd name="connsiteY1" fmla="*/ 42227 h 122296"/>
                <a:gd name="connsiteX2" fmla="*/ 82414 w 112137"/>
                <a:gd name="connsiteY2" fmla="*/ 18100 h 122296"/>
                <a:gd name="connsiteX3" fmla="*/ 87303 w 112137"/>
                <a:gd name="connsiteY3" fmla="*/ 21983 h 122296"/>
                <a:gd name="connsiteX4" fmla="*/ 98303 w 112137"/>
                <a:gd name="connsiteY4" fmla="*/ 28084 h 122296"/>
                <a:gd name="connsiteX5" fmla="*/ 112358 w 112137"/>
                <a:gd name="connsiteY5" fmla="*/ 14495 h 122296"/>
                <a:gd name="connsiteX6" fmla="*/ 97997 w 112137"/>
                <a:gd name="connsiteY6" fmla="*/ 75 h 122296"/>
                <a:gd name="connsiteX7" fmla="*/ 74775 w 112137"/>
                <a:gd name="connsiteY7" fmla="*/ 11722 h 122296"/>
                <a:gd name="connsiteX8" fmla="*/ 45137 w 112137"/>
                <a:gd name="connsiteY8" fmla="*/ 50824 h 122296"/>
                <a:gd name="connsiteX9" fmla="*/ 40859 w 112137"/>
                <a:gd name="connsiteY9" fmla="*/ 60807 h 122296"/>
                <a:gd name="connsiteX10" fmla="*/ 57053 w 112137"/>
                <a:gd name="connsiteY10" fmla="*/ 629 h 122296"/>
                <a:gd name="connsiteX11" fmla="*/ 56136 w 112137"/>
                <a:gd name="connsiteY11" fmla="*/ 75 h 122296"/>
                <a:gd name="connsiteX12" fmla="*/ 8776 w 112137"/>
                <a:gd name="connsiteY12" fmla="*/ 7562 h 122296"/>
                <a:gd name="connsiteX13" fmla="*/ 8776 w 112137"/>
                <a:gd name="connsiteY13" fmla="*/ 12277 h 122296"/>
                <a:gd name="connsiteX14" fmla="*/ 19165 w 112137"/>
                <a:gd name="connsiteY14" fmla="*/ 10890 h 122296"/>
                <a:gd name="connsiteX15" fmla="*/ 29859 w 112137"/>
                <a:gd name="connsiteY15" fmla="*/ 18655 h 122296"/>
                <a:gd name="connsiteX16" fmla="*/ 24970 w 112137"/>
                <a:gd name="connsiteY16" fmla="*/ 41395 h 122296"/>
                <a:gd name="connsiteX17" fmla="*/ 220 w 112137"/>
                <a:gd name="connsiteY17" fmla="*/ 122371 h 122296"/>
                <a:gd name="connsiteX18" fmla="*/ 23442 w 11213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2137" h="122296">
                  <a:moveTo>
                    <a:pt x="23442" y="122371"/>
                  </a:moveTo>
                  <a:cubicBezTo>
                    <a:pt x="39331" y="75227"/>
                    <a:pt x="44525" y="63303"/>
                    <a:pt x="58581" y="42227"/>
                  </a:cubicBezTo>
                  <a:cubicBezTo>
                    <a:pt x="68664" y="26697"/>
                    <a:pt x="77220" y="18100"/>
                    <a:pt x="82414" y="18100"/>
                  </a:cubicBezTo>
                  <a:cubicBezTo>
                    <a:pt x="84247" y="18100"/>
                    <a:pt x="85775" y="19210"/>
                    <a:pt x="87303" y="21983"/>
                  </a:cubicBezTo>
                  <a:cubicBezTo>
                    <a:pt x="89747" y="26697"/>
                    <a:pt x="92192" y="28084"/>
                    <a:pt x="98303" y="28084"/>
                  </a:cubicBezTo>
                  <a:cubicBezTo>
                    <a:pt x="107164" y="28084"/>
                    <a:pt x="112358" y="23092"/>
                    <a:pt x="112358" y="14495"/>
                  </a:cubicBezTo>
                  <a:cubicBezTo>
                    <a:pt x="112358" y="5898"/>
                    <a:pt x="106553" y="75"/>
                    <a:pt x="97997" y="75"/>
                  </a:cubicBezTo>
                  <a:cubicBezTo>
                    <a:pt x="90969" y="75"/>
                    <a:pt x="82719" y="4234"/>
                    <a:pt x="74775" y="11722"/>
                  </a:cubicBezTo>
                  <a:cubicBezTo>
                    <a:pt x="62247" y="23369"/>
                    <a:pt x="50025" y="39731"/>
                    <a:pt x="45137" y="50824"/>
                  </a:cubicBezTo>
                  <a:lnTo>
                    <a:pt x="40859" y="60807"/>
                  </a:lnTo>
                  <a:lnTo>
                    <a:pt x="57053" y="629"/>
                  </a:lnTo>
                  <a:lnTo>
                    <a:pt x="56136" y="75"/>
                  </a:lnTo>
                  <a:cubicBezTo>
                    <a:pt x="33831" y="3680"/>
                    <a:pt x="31081" y="4234"/>
                    <a:pt x="8776" y="7562"/>
                  </a:cubicBezTo>
                  <a:lnTo>
                    <a:pt x="8776" y="12277"/>
                  </a:lnTo>
                  <a:cubicBezTo>
                    <a:pt x="16109" y="10890"/>
                    <a:pt x="17026" y="10890"/>
                    <a:pt x="19165" y="10890"/>
                  </a:cubicBezTo>
                  <a:cubicBezTo>
                    <a:pt x="25887" y="10890"/>
                    <a:pt x="29859" y="13663"/>
                    <a:pt x="29859" y="18655"/>
                  </a:cubicBezTo>
                  <a:cubicBezTo>
                    <a:pt x="29859" y="22537"/>
                    <a:pt x="29859" y="22537"/>
                    <a:pt x="24970" y="41395"/>
                  </a:cubicBezTo>
                  <a:lnTo>
                    <a:pt x="220" y="122371"/>
                  </a:lnTo>
                  <a:lnTo>
                    <a:pt x="23442" y="122371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97A36C45-5CA1-B958-C600-16FC162F8C4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444983" y="4505373"/>
              <a:ext cx="140248" cy="125346"/>
            </a:xfrm>
            <a:custGeom>
              <a:avLst/>
              <a:gdLst>
                <a:gd name="connsiteX0" fmla="*/ 136806 w 140248"/>
                <a:gd name="connsiteY0" fmla="*/ 91866 h 125346"/>
                <a:gd name="connsiteX1" fmla="*/ 128250 w 140248"/>
                <a:gd name="connsiteY1" fmla="*/ 99631 h 125346"/>
                <a:gd name="connsiteX2" fmla="*/ 112362 w 140248"/>
                <a:gd name="connsiteY2" fmla="*/ 111001 h 125346"/>
                <a:gd name="connsiteX3" fmla="*/ 108084 w 140248"/>
                <a:gd name="connsiteY3" fmla="*/ 107396 h 125346"/>
                <a:gd name="connsiteX4" fmla="*/ 135278 w 140248"/>
                <a:gd name="connsiteY4" fmla="*/ 6730 h 125346"/>
                <a:gd name="connsiteX5" fmla="*/ 137111 w 140248"/>
                <a:gd name="connsiteY5" fmla="*/ 907 h 125346"/>
                <a:gd name="connsiteX6" fmla="*/ 134973 w 140248"/>
                <a:gd name="connsiteY6" fmla="*/ 75 h 125346"/>
                <a:gd name="connsiteX7" fmla="*/ 116334 w 140248"/>
                <a:gd name="connsiteY7" fmla="*/ 2016 h 125346"/>
                <a:gd name="connsiteX8" fmla="*/ 115417 w 140248"/>
                <a:gd name="connsiteY8" fmla="*/ 2848 h 125346"/>
                <a:gd name="connsiteX9" fmla="*/ 112056 w 140248"/>
                <a:gd name="connsiteY9" fmla="*/ 16159 h 125346"/>
                <a:gd name="connsiteX10" fmla="*/ 87612 w 140248"/>
                <a:gd name="connsiteY10" fmla="*/ 75 h 125346"/>
                <a:gd name="connsiteX11" fmla="*/ 224 w 140248"/>
                <a:gd name="connsiteY11" fmla="*/ 94640 h 125346"/>
                <a:gd name="connsiteX12" fmla="*/ 31390 w 140248"/>
                <a:gd name="connsiteY12" fmla="*/ 125422 h 125346"/>
                <a:gd name="connsiteX13" fmla="*/ 92806 w 140248"/>
                <a:gd name="connsiteY13" fmla="*/ 81883 h 125346"/>
                <a:gd name="connsiteX14" fmla="*/ 85779 w 140248"/>
                <a:gd name="connsiteY14" fmla="*/ 113774 h 125346"/>
                <a:gd name="connsiteX15" fmla="*/ 98001 w 140248"/>
                <a:gd name="connsiteY15" fmla="*/ 125144 h 125346"/>
                <a:gd name="connsiteX16" fmla="*/ 140473 w 140248"/>
                <a:gd name="connsiteY16" fmla="*/ 94640 h 125346"/>
                <a:gd name="connsiteX17" fmla="*/ 136806 w 140248"/>
                <a:gd name="connsiteY17" fmla="*/ 91866 h 125346"/>
                <a:gd name="connsiteX18" fmla="*/ 89445 w 140248"/>
                <a:gd name="connsiteY18" fmla="*/ 6176 h 125346"/>
                <a:gd name="connsiteX19" fmla="*/ 106556 w 140248"/>
                <a:gd name="connsiteY19" fmla="*/ 23092 h 125346"/>
                <a:gd name="connsiteX20" fmla="*/ 70196 w 140248"/>
                <a:gd name="connsiteY20" fmla="*/ 99631 h 125346"/>
                <a:gd name="connsiteX21" fmla="*/ 43613 w 140248"/>
                <a:gd name="connsiteY21" fmla="*/ 111833 h 125346"/>
                <a:gd name="connsiteX22" fmla="*/ 25890 w 140248"/>
                <a:gd name="connsiteY22" fmla="*/ 91034 h 125346"/>
                <a:gd name="connsiteX23" fmla="*/ 50640 w 140248"/>
                <a:gd name="connsiteY23" fmla="*/ 30302 h 125346"/>
                <a:gd name="connsiteX24" fmla="*/ 89445 w 140248"/>
                <a:gd name="connsiteY24" fmla="*/ 617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48" h="125346">
                  <a:moveTo>
                    <a:pt x="136806" y="91866"/>
                  </a:moveTo>
                  <a:cubicBezTo>
                    <a:pt x="132223" y="96026"/>
                    <a:pt x="130389" y="97413"/>
                    <a:pt x="128250" y="99631"/>
                  </a:cubicBezTo>
                  <a:cubicBezTo>
                    <a:pt x="119084" y="108228"/>
                    <a:pt x="115112" y="111001"/>
                    <a:pt x="112362" y="111001"/>
                  </a:cubicBezTo>
                  <a:cubicBezTo>
                    <a:pt x="109917" y="111001"/>
                    <a:pt x="108084" y="109337"/>
                    <a:pt x="108084" y="107396"/>
                  </a:cubicBezTo>
                  <a:cubicBezTo>
                    <a:pt x="108084" y="101850"/>
                    <a:pt x="120917" y="54429"/>
                    <a:pt x="135278" y="6730"/>
                  </a:cubicBezTo>
                  <a:cubicBezTo>
                    <a:pt x="136195" y="3957"/>
                    <a:pt x="136500" y="3403"/>
                    <a:pt x="137111" y="907"/>
                  </a:cubicBezTo>
                  <a:lnTo>
                    <a:pt x="134973" y="75"/>
                  </a:lnTo>
                  <a:lnTo>
                    <a:pt x="116334" y="2016"/>
                  </a:lnTo>
                  <a:lnTo>
                    <a:pt x="115417" y="2848"/>
                  </a:lnTo>
                  <a:lnTo>
                    <a:pt x="112056" y="16159"/>
                  </a:lnTo>
                  <a:cubicBezTo>
                    <a:pt x="109612" y="5898"/>
                    <a:pt x="100751" y="75"/>
                    <a:pt x="87612" y="75"/>
                  </a:cubicBezTo>
                  <a:cubicBezTo>
                    <a:pt x="47279" y="75"/>
                    <a:pt x="224" y="50824"/>
                    <a:pt x="224" y="94640"/>
                  </a:cubicBezTo>
                  <a:cubicBezTo>
                    <a:pt x="224" y="114052"/>
                    <a:pt x="11835" y="125422"/>
                    <a:pt x="31390" y="125422"/>
                  </a:cubicBezTo>
                  <a:cubicBezTo>
                    <a:pt x="52779" y="125422"/>
                    <a:pt x="65918" y="116270"/>
                    <a:pt x="92806" y="81883"/>
                  </a:cubicBezTo>
                  <a:cubicBezTo>
                    <a:pt x="86695" y="103514"/>
                    <a:pt x="85779" y="107119"/>
                    <a:pt x="85779" y="113774"/>
                  </a:cubicBezTo>
                  <a:cubicBezTo>
                    <a:pt x="85779" y="121817"/>
                    <a:pt x="89445" y="125144"/>
                    <a:pt x="98001" y="125144"/>
                  </a:cubicBezTo>
                  <a:cubicBezTo>
                    <a:pt x="110223" y="125144"/>
                    <a:pt x="117862" y="119875"/>
                    <a:pt x="140473" y="94640"/>
                  </a:cubicBezTo>
                  <a:lnTo>
                    <a:pt x="136806" y="91866"/>
                  </a:lnTo>
                  <a:close/>
                  <a:moveTo>
                    <a:pt x="89445" y="6176"/>
                  </a:moveTo>
                  <a:cubicBezTo>
                    <a:pt x="99834" y="6730"/>
                    <a:pt x="106556" y="13386"/>
                    <a:pt x="106556" y="23092"/>
                  </a:cubicBezTo>
                  <a:cubicBezTo>
                    <a:pt x="106556" y="46387"/>
                    <a:pt x="91279" y="79110"/>
                    <a:pt x="70196" y="99631"/>
                  </a:cubicBezTo>
                  <a:cubicBezTo>
                    <a:pt x="62862" y="107119"/>
                    <a:pt x="52474" y="111833"/>
                    <a:pt x="43613" y="111833"/>
                  </a:cubicBezTo>
                  <a:cubicBezTo>
                    <a:pt x="32918" y="111833"/>
                    <a:pt x="25890" y="103791"/>
                    <a:pt x="25890" y="91034"/>
                  </a:cubicBezTo>
                  <a:cubicBezTo>
                    <a:pt x="25890" y="76059"/>
                    <a:pt x="37501" y="47496"/>
                    <a:pt x="50640" y="30302"/>
                  </a:cubicBezTo>
                  <a:cubicBezTo>
                    <a:pt x="62862" y="14218"/>
                    <a:pt x="77223" y="5344"/>
                    <a:pt x="89445" y="6176"/>
                  </a:cubicBez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F5D00727-DE6B-06A8-3A23-0617CB1D517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605360" y="4438263"/>
              <a:ext cx="73026" cy="192457"/>
            </a:xfrm>
            <a:custGeom>
              <a:avLst/>
              <a:gdLst>
                <a:gd name="connsiteX0" fmla="*/ 57673 w 73026"/>
                <a:gd name="connsiteY0" fmla="*/ 155372 h 192457"/>
                <a:gd name="connsiteX1" fmla="*/ 49423 w 73026"/>
                <a:gd name="connsiteY1" fmla="*/ 164801 h 192457"/>
                <a:gd name="connsiteX2" fmla="*/ 28340 w 73026"/>
                <a:gd name="connsiteY2" fmla="*/ 180608 h 192457"/>
                <a:gd name="connsiteX3" fmla="*/ 23757 w 73026"/>
                <a:gd name="connsiteY3" fmla="*/ 175616 h 192457"/>
                <a:gd name="connsiteX4" fmla="*/ 26201 w 73026"/>
                <a:gd name="connsiteY4" fmla="*/ 164801 h 192457"/>
                <a:gd name="connsiteX5" fmla="*/ 27118 w 73026"/>
                <a:gd name="connsiteY5" fmla="*/ 162027 h 192457"/>
                <a:gd name="connsiteX6" fmla="*/ 73256 w 73026"/>
                <a:gd name="connsiteY6" fmla="*/ 1461 h 192457"/>
                <a:gd name="connsiteX7" fmla="*/ 71728 w 73026"/>
                <a:gd name="connsiteY7" fmla="*/ 75 h 192457"/>
                <a:gd name="connsiteX8" fmla="*/ 24062 w 73026"/>
                <a:gd name="connsiteY8" fmla="*/ 7562 h 192457"/>
                <a:gd name="connsiteX9" fmla="*/ 24062 w 73026"/>
                <a:gd name="connsiteY9" fmla="*/ 11999 h 192457"/>
                <a:gd name="connsiteX10" fmla="*/ 44840 w 73026"/>
                <a:gd name="connsiteY10" fmla="*/ 18378 h 192457"/>
                <a:gd name="connsiteX11" fmla="*/ 43617 w 73026"/>
                <a:gd name="connsiteY11" fmla="*/ 23369 h 192457"/>
                <a:gd name="connsiteX12" fmla="*/ 1757 w 73026"/>
                <a:gd name="connsiteY12" fmla="*/ 169792 h 192457"/>
                <a:gd name="connsiteX13" fmla="*/ 229 w 73026"/>
                <a:gd name="connsiteY13" fmla="*/ 177002 h 192457"/>
                <a:gd name="connsiteX14" fmla="*/ 15201 w 73026"/>
                <a:gd name="connsiteY14" fmla="*/ 192532 h 192457"/>
                <a:gd name="connsiteX15" fmla="*/ 61645 w 73026"/>
                <a:gd name="connsiteY15" fmla="*/ 157868 h 192457"/>
                <a:gd name="connsiteX16" fmla="*/ 57673 w 73026"/>
                <a:gd name="connsiteY16" fmla="*/ 155372 h 192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026" h="192457">
                  <a:moveTo>
                    <a:pt x="57673" y="155372"/>
                  </a:moveTo>
                  <a:cubicBezTo>
                    <a:pt x="54923" y="158422"/>
                    <a:pt x="52173" y="161473"/>
                    <a:pt x="49423" y="164801"/>
                  </a:cubicBezTo>
                  <a:cubicBezTo>
                    <a:pt x="39645" y="176448"/>
                    <a:pt x="33840" y="180608"/>
                    <a:pt x="28340" y="180608"/>
                  </a:cubicBezTo>
                  <a:cubicBezTo>
                    <a:pt x="25284" y="180608"/>
                    <a:pt x="23757" y="178666"/>
                    <a:pt x="23757" y="175616"/>
                  </a:cubicBezTo>
                  <a:cubicBezTo>
                    <a:pt x="23757" y="173675"/>
                    <a:pt x="24673" y="170347"/>
                    <a:pt x="26201" y="164801"/>
                  </a:cubicBezTo>
                  <a:cubicBezTo>
                    <a:pt x="26507" y="163969"/>
                    <a:pt x="26812" y="162582"/>
                    <a:pt x="27118" y="162027"/>
                  </a:cubicBezTo>
                  <a:lnTo>
                    <a:pt x="73256" y="1461"/>
                  </a:lnTo>
                  <a:lnTo>
                    <a:pt x="71728" y="75"/>
                  </a:lnTo>
                  <a:cubicBezTo>
                    <a:pt x="53701" y="3680"/>
                    <a:pt x="42090" y="5621"/>
                    <a:pt x="24062" y="7562"/>
                  </a:cubicBezTo>
                  <a:lnTo>
                    <a:pt x="24062" y="11999"/>
                  </a:lnTo>
                  <a:cubicBezTo>
                    <a:pt x="38729" y="11999"/>
                    <a:pt x="44840" y="13941"/>
                    <a:pt x="44840" y="18378"/>
                  </a:cubicBezTo>
                  <a:cubicBezTo>
                    <a:pt x="44840" y="19210"/>
                    <a:pt x="44534" y="20873"/>
                    <a:pt x="43617" y="23369"/>
                  </a:cubicBezTo>
                  <a:lnTo>
                    <a:pt x="1757" y="169792"/>
                  </a:lnTo>
                  <a:cubicBezTo>
                    <a:pt x="840" y="172843"/>
                    <a:pt x="229" y="175616"/>
                    <a:pt x="229" y="177002"/>
                  </a:cubicBezTo>
                  <a:cubicBezTo>
                    <a:pt x="229" y="186986"/>
                    <a:pt x="5423" y="192532"/>
                    <a:pt x="15201" y="192532"/>
                  </a:cubicBezTo>
                  <a:cubicBezTo>
                    <a:pt x="31090" y="192532"/>
                    <a:pt x="41784" y="184490"/>
                    <a:pt x="61645" y="157868"/>
                  </a:cubicBezTo>
                  <a:lnTo>
                    <a:pt x="57673" y="155372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606D6FFE-F785-FB68-ADFF-C6C0A93794D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768821" y="4505373"/>
              <a:ext cx="112137" cy="122296"/>
            </a:xfrm>
            <a:custGeom>
              <a:avLst/>
              <a:gdLst>
                <a:gd name="connsiteX0" fmla="*/ 23456 w 112137"/>
                <a:gd name="connsiteY0" fmla="*/ 122371 h 122296"/>
                <a:gd name="connsiteX1" fmla="*/ 58595 w 112137"/>
                <a:gd name="connsiteY1" fmla="*/ 42227 h 122296"/>
                <a:gd name="connsiteX2" fmla="*/ 82428 w 112137"/>
                <a:gd name="connsiteY2" fmla="*/ 18100 h 122296"/>
                <a:gd name="connsiteX3" fmla="*/ 87317 w 112137"/>
                <a:gd name="connsiteY3" fmla="*/ 21983 h 122296"/>
                <a:gd name="connsiteX4" fmla="*/ 98317 w 112137"/>
                <a:gd name="connsiteY4" fmla="*/ 28084 h 122296"/>
                <a:gd name="connsiteX5" fmla="*/ 112372 w 112137"/>
                <a:gd name="connsiteY5" fmla="*/ 14495 h 122296"/>
                <a:gd name="connsiteX6" fmla="*/ 98011 w 112137"/>
                <a:gd name="connsiteY6" fmla="*/ 75 h 122296"/>
                <a:gd name="connsiteX7" fmla="*/ 74789 w 112137"/>
                <a:gd name="connsiteY7" fmla="*/ 11722 h 122296"/>
                <a:gd name="connsiteX8" fmla="*/ 45151 w 112137"/>
                <a:gd name="connsiteY8" fmla="*/ 50824 h 122296"/>
                <a:gd name="connsiteX9" fmla="*/ 40873 w 112137"/>
                <a:gd name="connsiteY9" fmla="*/ 60807 h 122296"/>
                <a:gd name="connsiteX10" fmla="*/ 57067 w 112137"/>
                <a:gd name="connsiteY10" fmla="*/ 629 h 122296"/>
                <a:gd name="connsiteX11" fmla="*/ 56150 w 112137"/>
                <a:gd name="connsiteY11" fmla="*/ 75 h 122296"/>
                <a:gd name="connsiteX12" fmla="*/ 8790 w 112137"/>
                <a:gd name="connsiteY12" fmla="*/ 7562 h 122296"/>
                <a:gd name="connsiteX13" fmla="*/ 8790 w 112137"/>
                <a:gd name="connsiteY13" fmla="*/ 12277 h 122296"/>
                <a:gd name="connsiteX14" fmla="*/ 19179 w 112137"/>
                <a:gd name="connsiteY14" fmla="*/ 10890 h 122296"/>
                <a:gd name="connsiteX15" fmla="*/ 29873 w 112137"/>
                <a:gd name="connsiteY15" fmla="*/ 18655 h 122296"/>
                <a:gd name="connsiteX16" fmla="*/ 24984 w 112137"/>
                <a:gd name="connsiteY16" fmla="*/ 41395 h 122296"/>
                <a:gd name="connsiteX17" fmla="*/ 234 w 112137"/>
                <a:gd name="connsiteY17" fmla="*/ 122371 h 122296"/>
                <a:gd name="connsiteX18" fmla="*/ 23456 w 112137"/>
                <a:gd name="connsiteY18" fmla="*/ 122371 h 12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2137" h="122296">
                  <a:moveTo>
                    <a:pt x="23456" y="122371"/>
                  </a:moveTo>
                  <a:cubicBezTo>
                    <a:pt x="39345" y="75227"/>
                    <a:pt x="44539" y="63303"/>
                    <a:pt x="58595" y="42227"/>
                  </a:cubicBezTo>
                  <a:cubicBezTo>
                    <a:pt x="68678" y="26697"/>
                    <a:pt x="77234" y="18100"/>
                    <a:pt x="82428" y="18100"/>
                  </a:cubicBezTo>
                  <a:cubicBezTo>
                    <a:pt x="84261" y="18100"/>
                    <a:pt x="85789" y="19210"/>
                    <a:pt x="87317" y="21983"/>
                  </a:cubicBezTo>
                  <a:cubicBezTo>
                    <a:pt x="89761" y="26697"/>
                    <a:pt x="92206" y="28084"/>
                    <a:pt x="98317" y="28084"/>
                  </a:cubicBezTo>
                  <a:cubicBezTo>
                    <a:pt x="107178" y="28084"/>
                    <a:pt x="112372" y="23092"/>
                    <a:pt x="112372" y="14495"/>
                  </a:cubicBezTo>
                  <a:cubicBezTo>
                    <a:pt x="112372" y="5898"/>
                    <a:pt x="106566" y="75"/>
                    <a:pt x="98011" y="75"/>
                  </a:cubicBezTo>
                  <a:cubicBezTo>
                    <a:pt x="90983" y="75"/>
                    <a:pt x="82733" y="4234"/>
                    <a:pt x="74789" y="11722"/>
                  </a:cubicBezTo>
                  <a:cubicBezTo>
                    <a:pt x="62261" y="23369"/>
                    <a:pt x="50039" y="39731"/>
                    <a:pt x="45151" y="50824"/>
                  </a:cubicBezTo>
                  <a:lnTo>
                    <a:pt x="40873" y="60807"/>
                  </a:lnTo>
                  <a:lnTo>
                    <a:pt x="57067" y="629"/>
                  </a:lnTo>
                  <a:lnTo>
                    <a:pt x="56150" y="75"/>
                  </a:lnTo>
                  <a:cubicBezTo>
                    <a:pt x="33845" y="3680"/>
                    <a:pt x="31095" y="4234"/>
                    <a:pt x="8790" y="7562"/>
                  </a:cubicBezTo>
                  <a:lnTo>
                    <a:pt x="8790" y="12277"/>
                  </a:lnTo>
                  <a:cubicBezTo>
                    <a:pt x="16123" y="10890"/>
                    <a:pt x="17040" y="10890"/>
                    <a:pt x="19179" y="10890"/>
                  </a:cubicBezTo>
                  <a:cubicBezTo>
                    <a:pt x="25901" y="10890"/>
                    <a:pt x="29873" y="13663"/>
                    <a:pt x="29873" y="18655"/>
                  </a:cubicBezTo>
                  <a:cubicBezTo>
                    <a:pt x="29873" y="22537"/>
                    <a:pt x="29873" y="22537"/>
                    <a:pt x="24984" y="41395"/>
                  </a:cubicBezTo>
                  <a:lnTo>
                    <a:pt x="234" y="122371"/>
                  </a:lnTo>
                  <a:lnTo>
                    <a:pt x="23456" y="122371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0D14A4FC-CD1D-0715-4309-502F6FFFDC3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872498" y="4505373"/>
              <a:ext cx="116415" cy="125346"/>
            </a:xfrm>
            <a:custGeom>
              <a:avLst/>
              <a:gdLst>
                <a:gd name="connsiteX0" fmla="*/ 100153 w 116415"/>
                <a:gd name="connsiteY0" fmla="*/ 92144 h 125346"/>
                <a:gd name="connsiteX1" fmla="*/ 55543 w 116415"/>
                <a:gd name="connsiteY1" fmla="*/ 112942 h 125346"/>
                <a:gd name="connsiteX2" fmla="*/ 26821 w 116415"/>
                <a:gd name="connsiteY2" fmla="*/ 87984 h 125346"/>
                <a:gd name="connsiteX3" fmla="*/ 29876 w 116415"/>
                <a:gd name="connsiteY3" fmla="*/ 70790 h 125346"/>
                <a:gd name="connsiteX4" fmla="*/ 38432 w 116415"/>
                <a:gd name="connsiteY4" fmla="*/ 69681 h 125346"/>
                <a:gd name="connsiteX5" fmla="*/ 116653 w 116415"/>
                <a:gd name="connsiteY5" fmla="*/ 18932 h 125346"/>
                <a:gd name="connsiteX6" fmla="*/ 92209 w 116415"/>
                <a:gd name="connsiteY6" fmla="*/ 75 h 125346"/>
                <a:gd name="connsiteX7" fmla="*/ 238 w 116415"/>
                <a:gd name="connsiteY7" fmla="*/ 87429 h 125346"/>
                <a:gd name="connsiteX8" fmla="*/ 40571 w 116415"/>
                <a:gd name="connsiteY8" fmla="*/ 125422 h 125346"/>
                <a:gd name="connsiteX9" fmla="*/ 103820 w 116415"/>
                <a:gd name="connsiteY9" fmla="*/ 95471 h 125346"/>
                <a:gd name="connsiteX10" fmla="*/ 100153 w 116415"/>
                <a:gd name="connsiteY10" fmla="*/ 92144 h 125346"/>
                <a:gd name="connsiteX11" fmla="*/ 37210 w 116415"/>
                <a:gd name="connsiteY11" fmla="*/ 52487 h 125346"/>
                <a:gd name="connsiteX12" fmla="*/ 85792 w 116415"/>
                <a:gd name="connsiteY12" fmla="*/ 6453 h 125346"/>
                <a:gd name="connsiteX13" fmla="*/ 96487 w 116415"/>
                <a:gd name="connsiteY13" fmla="*/ 17268 h 125346"/>
                <a:gd name="connsiteX14" fmla="*/ 81209 w 116415"/>
                <a:gd name="connsiteY14" fmla="*/ 44168 h 125346"/>
                <a:gd name="connsiteX15" fmla="*/ 32015 w 116415"/>
                <a:gd name="connsiteY15" fmla="*/ 64689 h 125346"/>
                <a:gd name="connsiteX16" fmla="*/ 37210 w 116415"/>
                <a:gd name="connsiteY16" fmla="*/ 5248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415" h="125346">
                  <a:moveTo>
                    <a:pt x="100153" y="92144"/>
                  </a:moveTo>
                  <a:cubicBezTo>
                    <a:pt x="78154" y="108505"/>
                    <a:pt x="68682" y="112942"/>
                    <a:pt x="55543" y="112942"/>
                  </a:cubicBezTo>
                  <a:cubicBezTo>
                    <a:pt x="38126" y="112942"/>
                    <a:pt x="26821" y="102959"/>
                    <a:pt x="26821" y="87984"/>
                  </a:cubicBezTo>
                  <a:cubicBezTo>
                    <a:pt x="26821" y="83824"/>
                    <a:pt x="27432" y="79664"/>
                    <a:pt x="29876" y="70790"/>
                  </a:cubicBezTo>
                  <a:lnTo>
                    <a:pt x="38432" y="69681"/>
                  </a:lnTo>
                  <a:cubicBezTo>
                    <a:pt x="84265" y="63857"/>
                    <a:pt x="116653" y="42781"/>
                    <a:pt x="116653" y="18932"/>
                  </a:cubicBezTo>
                  <a:cubicBezTo>
                    <a:pt x="116653" y="7285"/>
                    <a:pt x="107487" y="75"/>
                    <a:pt x="92209" y="75"/>
                  </a:cubicBezTo>
                  <a:cubicBezTo>
                    <a:pt x="48210" y="75"/>
                    <a:pt x="238" y="45832"/>
                    <a:pt x="238" y="87429"/>
                  </a:cubicBezTo>
                  <a:cubicBezTo>
                    <a:pt x="238" y="109892"/>
                    <a:pt x="16738" y="125422"/>
                    <a:pt x="40571" y="125422"/>
                  </a:cubicBezTo>
                  <a:cubicBezTo>
                    <a:pt x="62265" y="125422"/>
                    <a:pt x="85792" y="114052"/>
                    <a:pt x="103820" y="95471"/>
                  </a:cubicBezTo>
                  <a:lnTo>
                    <a:pt x="100153" y="92144"/>
                  </a:lnTo>
                  <a:close/>
                  <a:moveTo>
                    <a:pt x="37210" y="52487"/>
                  </a:moveTo>
                  <a:cubicBezTo>
                    <a:pt x="47598" y="27806"/>
                    <a:pt x="70209" y="6453"/>
                    <a:pt x="85792" y="6453"/>
                  </a:cubicBezTo>
                  <a:cubicBezTo>
                    <a:pt x="92209" y="6453"/>
                    <a:pt x="96487" y="10890"/>
                    <a:pt x="96487" y="17268"/>
                  </a:cubicBezTo>
                  <a:cubicBezTo>
                    <a:pt x="96487" y="25865"/>
                    <a:pt x="90681" y="35849"/>
                    <a:pt x="81209" y="44168"/>
                  </a:cubicBezTo>
                  <a:cubicBezTo>
                    <a:pt x="69904" y="53874"/>
                    <a:pt x="58293" y="58866"/>
                    <a:pt x="32015" y="64689"/>
                  </a:cubicBezTo>
                  <a:lnTo>
                    <a:pt x="37210" y="52487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0B4FA52C-2C96-7644-6AE5-50D3F2F0108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011420" y="4438263"/>
              <a:ext cx="73026" cy="192457"/>
            </a:xfrm>
            <a:custGeom>
              <a:avLst/>
              <a:gdLst>
                <a:gd name="connsiteX0" fmla="*/ 57686 w 73026"/>
                <a:gd name="connsiteY0" fmla="*/ 155372 h 192457"/>
                <a:gd name="connsiteX1" fmla="*/ 49436 w 73026"/>
                <a:gd name="connsiteY1" fmla="*/ 164801 h 192457"/>
                <a:gd name="connsiteX2" fmla="*/ 28353 w 73026"/>
                <a:gd name="connsiteY2" fmla="*/ 180608 h 192457"/>
                <a:gd name="connsiteX3" fmla="*/ 23770 w 73026"/>
                <a:gd name="connsiteY3" fmla="*/ 175616 h 192457"/>
                <a:gd name="connsiteX4" fmla="*/ 26214 w 73026"/>
                <a:gd name="connsiteY4" fmla="*/ 164801 h 192457"/>
                <a:gd name="connsiteX5" fmla="*/ 27131 w 73026"/>
                <a:gd name="connsiteY5" fmla="*/ 162027 h 192457"/>
                <a:gd name="connsiteX6" fmla="*/ 73269 w 73026"/>
                <a:gd name="connsiteY6" fmla="*/ 1461 h 192457"/>
                <a:gd name="connsiteX7" fmla="*/ 71741 w 73026"/>
                <a:gd name="connsiteY7" fmla="*/ 75 h 192457"/>
                <a:gd name="connsiteX8" fmla="*/ 24075 w 73026"/>
                <a:gd name="connsiteY8" fmla="*/ 7562 h 192457"/>
                <a:gd name="connsiteX9" fmla="*/ 24075 w 73026"/>
                <a:gd name="connsiteY9" fmla="*/ 11999 h 192457"/>
                <a:gd name="connsiteX10" fmla="*/ 44853 w 73026"/>
                <a:gd name="connsiteY10" fmla="*/ 18378 h 192457"/>
                <a:gd name="connsiteX11" fmla="*/ 43631 w 73026"/>
                <a:gd name="connsiteY11" fmla="*/ 23369 h 192457"/>
                <a:gd name="connsiteX12" fmla="*/ 1770 w 73026"/>
                <a:gd name="connsiteY12" fmla="*/ 169792 h 192457"/>
                <a:gd name="connsiteX13" fmla="*/ 242 w 73026"/>
                <a:gd name="connsiteY13" fmla="*/ 177002 h 192457"/>
                <a:gd name="connsiteX14" fmla="*/ 15214 w 73026"/>
                <a:gd name="connsiteY14" fmla="*/ 192532 h 192457"/>
                <a:gd name="connsiteX15" fmla="*/ 61658 w 73026"/>
                <a:gd name="connsiteY15" fmla="*/ 157868 h 192457"/>
                <a:gd name="connsiteX16" fmla="*/ 57686 w 73026"/>
                <a:gd name="connsiteY16" fmla="*/ 155372 h 192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026" h="192457">
                  <a:moveTo>
                    <a:pt x="57686" y="155372"/>
                  </a:moveTo>
                  <a:cubicBezTo>
                    <a:pt x="54936" y="158422"/>
                    <a:pt x="52186" y="161473"/>
                    <a:pt x="49436" y="164801"/>
                  </a:cubicBezTo>
                  <a:cubicBezTo>
                    <a:pt x="39659" y="176448"/>
                    <a:pt x="33853" y="180608"/>
                    <a:pt x="28353" y="180608"/>
                  </a:cubicBezTo>
                  <a:cubicBezTo>
                    <a:pt x="25298" y="180608"/>
                    <a:pt x="23770" y="178666"/>
                    <a:pt x="23770" y="175616"/>
                  </a:cubicBezTo>
                  <a:cubicBezTo>
                    <a:pt x="23770" y="173675"/>
                    <a:pt x="24686" y="170347"/>
                    <a:pt x="26214" y="164801"/>
                  </a:cubicBezTo>
                  <a:cubicBezTo>
                    <a:pt x="26520" y="163969"/>
                    <a:pt x="26825" y="162582"/>
                    <a:pt x="27131" y="162027"/>
                  </a:cubicBezTo>
                  <a:lnTo>
                    <a:pt x="73269" y="1461"/>
                  </a:lnTo>
                  <a:lnTo>
                    <a:pt x="71741" y="75"/>
                  </a:lnTo>
                  <a:cubicBezTo>
                    <a:pt x="53714" y="3680"/>
                    <a:pt x="42103" y="5621"/>
                    <a:pt x="24075" y="7562"/>
                  </a:cubicBezTo>
                  <a:lnTo>
                    <a:pt x="24075" y="11999"/>
                  </a:lnTo>
                  <a:cubicBezTo>
                    <a:pt x="38742" y="11999"/>
                    <a:pt x="44853" y="13941"/>
                    <a:pt x="44853" y="18378"/>
                  </a:cubicBezTo>
                  <a:cubicBezTo>
                    <a:pt x="44853" y="19210"/>
                    <a:pt x="44547" y="20873"/>
                    <a:pt x="43631" y="23369"/>
                  </a:cubicBezTo>
                  <a:lnTo>
                    <a:pt x="1770" y="169792"/>
                  </a:lnTo>
                  <a:cubicBezTo>
                    <a:pt x="853" y="172843"/>
                    <a:pt x="242" y="175616"/>
                    <a:pt x="242" y="177002"/>
                  </a:cubicBezTo>
                  <a:cubicBezTo>
                    <a:pt x="242" y="186986"/>
                    <a:pt x="5437" y="192532"/>
                    <a:pt x="15214" y="192532"/>
                  </a:cubicBezTo>
                  <a:cubicBezTo>
                    <a:pt x="31103" y="192532"/>
                    <a:pt x="41797" y="184490"/>
                    <a:pt x="61658" y="157868"/>
                  </a:cubicBezTo>
                  <a:lnTo>
                    <a:pt x="57686" y="155372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C50506FE-C2DC-0DEF-EBF3-1689FF45D1B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089652" y="4505373"/>
              <a:ext cx="140248" cy="125346"/>
            </a:xfrm>
            <a:custGeom>
              <a:avLst/>
              <a:gdLst>
                <a:gd name="connsiteX0" fmla="*/ 136827 w 140248"/>
                <a:gd name="connsiteY0" fmla="*/ 91866 h 125346"/>
                <a:gd name="connsiteX1" fmla="*/ 128271 w 140248"/>
                <a:gd name="connsiteY1" fmla="*/ 99631 h 125346"/>
                <a:gd name="connsiteX2" fmla="*/ 112383 w 140248"/>
                <a:gd name="connsiteY2" fmla="*/ 111001 h 125346"/>
                <a:gd name="connsiteX3" fmla="*/ 108105 w 140248"/>
                <a:gd name="connsiteY3" fmla="*/ 107396 h 125346"/>
                <a:gd name="connsiteX4" fmla="*/ 135299 w 140248"/>
                <a:gd name="connsiteY4" fmla="*/ 6730 h 125346"/>
                <a:gd name="connsiteX5" fmla="*/ 137132 w 140248"/>
                <a:gd name="connsiteY5" fmla="*/ 907 h 125346"/>
                <a:gd name="connsiteX6" fmla="*/ 134994 w 140248"/>
                <a:gd name="connsiteY6" fmla="*/ 75 h 125346"/>
                <a:gd name="connsiteX7" fmla="*/ 116355 w 140248"/>
                <a:gd name="connsiteY7" fmla="*/ 2016 h 125346"/>
                <a:gd name="connsiteX8" fmla="*/ 115438 w 140248"/>
                <a:gd name="connsiteY8" fmla="*/ 2848 h 125346"/>
                <a:gd name="connsiteX9" fmla="*/ 112077 w 140248"/>
                <a:gd name="connsiteY9" fmla="*/ 16159 h 125346"/>
                <a:gd name="connsiteX10" fmla="*/ 87633 w 140248"/>
                <a:gd name="connsiteY10" fmla="*/ 75 h 125346"/>
                <a:gd name="connsiteX11" fmla="*/ 245 w 140248"/>
                <a:gd name="connsiteY11" fmla="*/ 94640 h 125346"/>
                <a:gd name="connsiteX12" fmla="*/ 31411 w 140248"/>
                <a:gd name="connsiteY12" fmla="*/ 125422 h 125346"/>
                <a:gd name="connsiteX13" fmla="*/ 92827 w 140248"/>
                <a:gd name="connsiteY13" fmla="*/ 81883 h 125346"/>
                <a:gd name="connsiteX14" fmla="*/ 85800 w 140248"/>
                <a:gd name="connsiteY14" fmla="*/ 113774 h 125346"/>
                <a:gd name="connsiteX15" fmla="*/ 98022 w 140248"/>
                <a:gd name="connsiteY15" fmla="*/ 125144 h 125346"/>
                <a:gd name="connsiteX16" fmla="*/ 140493 w 140248"/>
                <a:gd name="connsiteY16" fmla="*/ 94640 h 125346"/>
                <a:gd name="connsiteX17" fmla="*/ 136827 w 140248"/>
                <a:gd name="connsiteY17" fmla="*/ 91866 h 125346"/>
                <a:gd name="connsiteX18" fmla="*/ 89466 w 140248"/>
                <a:gd name="connsiteY18" fmla="*/ 6176 h 125346"/>
                <a:gd name="connsiteX19" fmla="*/ 106577 w 140248"/>
                <a:gd name="connsiteY19" fmla="*/ 23092 h 125346"/>
                <a:gd name="connsiteX20" fmla="*/ 70216 w 140248"/>
                <a:gd name="connsiteY20" fmla="*/ 99631 h 125346"/>
                <a:gd name="connsiteX21" fmla="*/ 43633 w 140248"/>
                <a:gd name="connsiteY21" fmla="*/ 111833 h 125346"/>
                <a:gd name="connsiteX22" fmla="*/ 25911 w 140248"/>
                <a:gd name="connsiteY22" fmla="*/ 91034 h 125346"/>
                <a:gd name="connsiteX23" fmla="*/ 50661 w 140248"/>
                <a:gd name="connsiteY23" fmla="*/ 30302 h 125346"/>
                <a:gd name="connsiteX24" fmla="*/ 89466 w 140248"/>
                <a:gd name="connsiteY24" fmla="*/ 617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48" h="125346">
                  <a:moveTo>
                    <a:pt x="136827" y="91866"/>
                  </a:moveTo>
                  <a:cubicBezTo>
                    <a:pt x="132244" y="96026"/>
                    <a:pt x="130410" y="97413"/>
                    <a:pt x="128271" y="99631"/>
                  </a:cubicBezTo>
                  <a:cubicBezTo>
                    <a:pt x="119105" y="108228"/>
                    <a:pt x="115133" y="111001"/>
                    <a:pt x="112383" y="111001"/>
                  </a:cubicBezTo>
                  <a:cubicBezTo>
                    <a:pt x="109938" y="111001"/>
                    <a:pt x="108105" y="109337"/>
                    <a:pt x="108105" y="107396"/>
                  </a:cubicBezTo>
                  <a:cubicBezTo>
                    <a:pt x="108105" y="101850"/>
                    <a:pt x="120938" y="54429"/>
                    <a:pt x="135299" y="6730"/>
                  </a:cubicBezTo>
                  <a:cubicBezTo>
                    <a:pt x="136216" y="3957"/>
                    <a:pt x="136521" y="3403"/>
                    <a:pt x="137132" y="907"/>
                  </a:cubicBezTo>
                  <a:lnTo>
                    <a:pt x="134994" y="75"/>
                  </a:lnTo>
                  <a:lnTo>
                    <a:pt x="116355" y="2016"/>
                  </a:lnTo>
                  <a:lnTo>
                    <a:pt x="115438" y="2848"/>
                  </a:lnTo>
                  <a:lnTo>
                    <a:pt x="112077" y="16159"/>
                  </a:lnTo>
                  <a:cubicBezTo>
                    <a:pt x="109633" y="5898"/>
                    <a:pt x="100772" y="75"/>
                    <a:pt x="87633" y="75"/>
                  </a:cubicBezTo>
                  <a:cubicBezTo>
                    <a:pt x="47300" y="75"/>
                    <a:pt x="245" y="50824"/>
                    <a:pt x="245" y="94640"/>
                  </a:cubicBezTo>
                  <a:cubicBezTo>
                    <a:pt x="245" y="114052"/>
                    <a:pt x="11856" y="125422"/>
                    <a:pt x="31411" y="125422"/>
                  </a:cubicBezTo>
                  <a:cubicBezTo>
                    <a:pt x="52800" y="125422"/>
                    <a:pt x="65939" y="116270"/>
                    <a:pt x="92827" y="81883"/>
                  </a:cubicBezTo>
                  <a:cubicBezTo>
                    <a:pt x="86716" y="103514"/>
                    <a:pt x="85800" y="107119"/>
                    <a:pt x="85800" y="113774"/>
                  </a:cubicBezTo>
                  <a:cubicBezTo>
                    <a:pt x="85800" y="121817"/>
                    <a:pt x="89466" y="125144"/>
                    <a:pt x="98022" y="125144"/>
                  </a:cubicBezTo>
                  <a:cubicBezTo>
                    <a:pt x="110244" y="125144"/>
                    <a:pt x="117883" y="119875"/>
                    <a:pt x="140493" y="94640"/>
                  </a:cubicBezTo>
                  <a:lnTo>
                    <a:pt x="136827" y="91866"/>
                  </a:lnTo>
                  <a:close/>
                  <a:moveTo>
                    <a:pt x="89466" y="6176"/>
                  </a:moveTo>
                  <a:cubicBezTo>
                    <a:pt x="99855" y="6730"/>
                    <a:pt x="106577" y="13386"/>
                    <a:pt x="106577" y="23092"/>
                  </a:cubicBezTo>
                  <a:cubicBezTo>
                    <a:pt x="106577" y="46387"/>
                    <a:pt x="91300" y="79110"/>
                    <a:pt x="70216" y="99631"/>
                  </a:cubicBezTo>
                  <a:cubicBezTo>
                    <a:pt x="62883" y="107119"/>
                    <a:pt x="52494" y="111833"/>
                    <a:pt x="43633" y="111833"/>
                  </a:cubicBezTo>
                  <a:cubicBezTo>
                    <a:pt x="32939" y="111833"/>
                    <a:pt x="25911" y="103791"/>
                    <a:pt x="25911" y="91034"/>
                  </a:cubicBezTo>
                  <a:cubicBezTo>
                    <a:pt x="25911" y="76059"/>
                    <a:pt x="37522" y="47496"/>
                    <a:pt x="50661" y="30302"/>
                  </a:cubicBezTo>
                  <a:cubicBezTo>
                    <a:pt x="62883" y="14218"/>
                    <a:pt x="77244" y="5344"/>
                    <a:pt x="89466" y="6176"/>
                  </a:cubicBez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58318F22-C36F-3773-5B7C-D39E53BA7E2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249112" y="4476255"/>
              <a:ext cx="79137" cy="154465"/>
            </a:xfrm>
            <a:custGeom>
              <a:avLst/>
              <a:gdLst>
                <a:gd name="connsiteX0" fmla="*/ 79388 w 79137"/>
                <a:gd name="connsiteY0" fmla="*/ 32798 h 154465"/>
                <a:gd name="connsiteX1" fmla="*/ 54944 w 79137"/>
                <a:gd name="connsiteY1" fmla="*/ 32798 h 154465"/>
                <a:gd name="connsiteX2" fmla="*/ 63499 w 79137"/>
                <a:gd name="connsiteY2" fmla="*/ 4234 h 154465"/>
                <a:gd name="connsiteX3" fmla="*/ 63805 w 79137"/>
                <a:gd name="connsiteY3" fmla="*/ 2848 h 154465"/>
                <a:gd name="connsiteX4" fmla="*/ 61360 w 79137"/>
                <a:gd name="connsiteY4" fmla="*/ 75 h 154465"/>
                <a:gd name="connsiteX5" fmla="*/ 56777 w 79137"/>
                <a:gd name="connsiteY5" fmla="*/ 2571 h 154465"/>
                <a:gd name="connsiteX6" fmla="*/ 16139 w 79137"/>
                <a:gd name="connsiteY6" fmla="*/ 33075 h 154465"/>
                <a:gd name="connsiteX7" fmla="*/ 6361 w 79137"/>
                <a:gd name="connsiteY7" fmla="*/ 40008 h 154465"/>
                <a:gd name="connsiteX8" fmla="*/ 6667 w 79137"/>
                <a:gd name="connsiteY8" fmla="*/ 41672 h 154465"/>
                <a:gd name="connsiteX9" fmla="*/ 29277 w 79137"/>
                <a:gd name="connsiteY9" fmla="*/ 41672 h 154465"/>
                <a:gd name="connsiteX10" fmla="*/ 7278 w 79137"/>
                <a:gd name="connsiteY10" fmla="*/ 117934 h 154465"/>
                <a:gd name="connsiteX11" fmla="*/ 5444 w 79137"/>
                <a:gd name="connsiteY11" fmla="*/ 123758 h 154465"/>
                <a:gd name="connsiteX12" fmla="*/ 250 w 79137"/>
                <a:gd name="connsiteY12" fmla="*/ 144002 h 154465"/>
                <a:gd name="connsiteX13" fmla="*/ 14917 w 79137"/>
                <a:gd name="connsiteY13" fmla="*/ 154540 h 154465"/>
                <a:gd name="connsiteX14" fmla="*/ 58305 w 79137"/>
                <a:gd name="connsiteY14" fmla="*/ 120985 h 154465"/>
                <a:gd name="connsiteX15" fmla="*/ 54333 w 79137"/>
                <a:gd name="connsiteY15" fmla="*/ 119043 h 154465"/>
                <a:gd name="connsiteX16" fmla="*/ 29583 w 79137"/>
                <a:gd name="connsiteY16" fmla="*/ 140951 h 154465"/>
                <a:gd name="connsiteX17" fmla="*/ 25000 w 79137"/>
                <a:gd name="connsiteY17" fmla="*/ 135405 h 154465"/>
                <a:gd name="connsiteX18" fmla="*/ 25305 w 79137"/>
                <a:gd name="connsiteY18" fmla="*/ 134018 h 154465"/>
                <a:gd name="connsiteX19" fmla="*/ 52194 w 79137"/>
                <a:gd name="connsiteY19" fmla="*/ 41672 h 154465"/>
                <a:gd name="connsiteX20" fmla="*/ 77860 w 79137"/>
                <a:gd name="connsiteY20" fmla="*/ 41672 h 154465"/>
                <a:gd name="connsiteX21" fmla="*/ 79388 w 79137"/>
                <a:gd name="connsiteY21" fmla="*/ 32798 h 15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137" h="154465">
                  <a:moveTo>
                    <a:pt x="79388" y="32798"/>
                  </a:moveTo>
                  <a:lnTo>
                    <a:pt x="54944" y="32798"/>
                  </a:lnTo>
                  <a:lnTo>
                    <a:pt x="63499" y="4234"/>
                  </a:lnTo>
                  <a:cubicBezTo>
                    <a:pt x="63805" y="3680"/>
                    <a:pt x="63805" y="3125"/>
                    <a:pt x="63805" y="2848"/>
                  </a:cubicBezTo>
                  <a:cubicBezTo>
                    <a:pt x="63805" y="907"/>
                    <a:pt x="62888" y="75"/>
                    <a:pt x="61360" y="75"/>
                  </a:cubicBezTo>
                  <a:cubicBezTo>
                    <a:pt x="59527" y="75"/>
                    <a:pt x="58610" y="352"/>
                    <a:pt x="56777" y="2571"/>
                  </a:cubicBezTo>
                  <a:cubicBezTo>
                    <a:pt x="44861" y="16714"/>
                    <a:pt x="25916" y="30579"/>
                    <a:pt x="16139" y="33075"/>
                  </a:cubicBezTo>
                  <a:cubicBezTo>
                    <a:pt x="8500" y="35294"/>
                    <a:pt x="6361" y="36958"/>
                    <a:pt x="6361" y="40008"/>
                  </a:cubicBezTo>
                  <a:cubicBezTo>
                    <a:pt x="6361" y="40286"/>
                    <a:pt x="6361" y="40840"/>
                    <a:pt x="6667" y="41672"/>
                  </a:cubicBezTo>
                  <a:lnTo>
                    <a:pt x="29277" y="41672"/>
                  </a:lnTo>
                  <a:lnTo>
                    <a:pt x="7278" y="117934"/>
                  </a:lnTo>
                  <a:cubicBezTo>
                    <a:pt x="6667" y="120430"/>
                    <a:pt x="6361" y="121262"/>
                    <a:pt x="5444" y="123758"/>
                  </a:cubicBezTo>
                  <a:cubicBezTo>
                    <a:pt x="2694" y="132077"/>
                    <a:pt x="250" y="141783"/>
                    <a:pt x="250" y="144002"/>
                  </a:cubicBezTo>
                  <a:cubicBezTo>
                    <a:pt x="250" y="150103"/>
                    <a:pt x="6667" y="154540"/>
                    <a:pt x="14917" y="154540"/>
                  </a:cubicBezTo>
                  <a:cubicBezTo>
                    <a:pt x="28972" y="154540"/>
                    <a:pt x="39055" y="146775"/>
                    <a:pt x="58305" y="120985"/>
                  </a:cubicBezTo>
                  <a:lnTo>
                    <a:pt x="54333" y="119043"/>
                  </a:lnTo>
                  <a:cubicBezTo>
                    <a:pt x="39361" y="136514"/>
                    <a:pt x="34472" y="140951"/>
                    <a:pt x="29583" y="140951"/>
                  </a:cubicBezTo>
                  <a:cubicBezTo>
                    <a:pt x="26833" y="140951"/>
                    <a:pt x="25000" y="138733"/>
                    <a:pt x="25000" y="135405"/>
                  </a:cubicBezTo>
                  <a:cubicBezTo>
                    <a:pt x="25000" y="135128"/>
                    <a:pt x="25000" y="134850"/>
                    <a:pt x="25305" y="134018"/>
                  </a:cubicBezTo>
                  <a:lnTo>
                    <a:pt x="52194" y="41672"/>
                  </a:lnTo>
                  <a:lnTo>
                    <a:pt x="77860" y="41672"/>
                  </a:lnTo>
                  <a:lnTo>
                    <a:pt x="79388" y="32798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FE1511D3-A609-C226-2857-329151946A5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338037" y="4446305"/>
              <a:ext cx="65693" cy="184415"/>
            </a:xfrm>
            <a:custGeom>
              <a:avLst/>
              <a:gdLst>
                <a:gd name="connsiteX0" fmla="*/ 53113 w 65693"/>
                <a:gd name="connsiteY0" fmla="*/ 149825 h 184415"/>
                <a:gd name="connsiteX1" fmla="*/ 40586 w 65693"/>
                <a:gd name="connsiteY1" fmla="*/ 163969 h 184415"/>
                <a:gd name="connsiteX2" fmla="*/ 28058 w 65693"/>
                <a:gd name="connsiteY2" fmla="*/ 171456 h 184415"/>
                <a:gd name="connsiteX3" fmla="*/ 23169 w 65693"/>
                <a:gd name="connsiteY3" fmla="*/ 167296 h 184415"/>
                <a:gd name="connsiteX4" fmla="*/ 26225 w 65693"/>
                <a:gd name="connsiteY4" fmla="*/ 155095 h 184415"/>
                <a:gd name="connsiteX5" fmla="*/ 27752 w 65693"/>
                <a:gd name="connsiteY5" fmla="*/ 150103 h 184415"/>
                <a:gd name="connsiteX6" fmla="*/ 27752 w 65693"/>
                <a:gd name="connsiteY6" fmla="*/ 149548 h 184415"/>
                <a:gd name="connsiteX7" fmla="*/ 28058 w 65693"/>
                <a:gd name="connsiteY7" fmla="*/ 148994 h 184415"/>
                <a:gd name="connsiteX8" fmla="*/ 54947 w 65693"/>
                <a:gd name="connsiteY8" fmla="*/ 59698 h 184415"/>
                <a:gd name="connsiteX9" fmla="*/ 54030 w 65693"/>
                <a:gd name="connsiteY9" fmla="*/ 59143 h 184415"/>
                <a:gd name="connsiteX10" fmla="*/ 5142 w 65693"/>
                <a:gd name="connsiteY10" fmla="*/ 66076 h 184415"/>
                <a:gd name="connsiteX11" fmla="*/ 5142 w 65693"/>
                <a:gd name="connsiteY11" fmla="*/ 70513 h 184415"/>
                <a:gd name="connsiteX12" fmla="*/ 24391 w 65693"/>
                <a:gd name="connsiteY12" fmla="*/ 77169 h 184415"/>
                <a:gd name="connsiteX13" fmla="*/ 21641 w 65693"/>
                <a:gd name="connsiteY13" fmla="*/ 89371 h 184415"/>
                <a:gd name="connsiteX14" fmla="*/ 6975 w 65693"/>
                <a:gd name="connsiteY14" fmla="*/ 138456 h 184415"/>
                <a:gd name="connsiteX15" fmla="*/ 253 w 65693"/>
                <a:gd name="connsiteY15" fmla="*/ 168683 h 184415"/>
                <a:gd name="connsiteX16" fmla="*/ 14308 w 65693"/>
                <a:gd name="connsiteY16" fmla="*/ 184490 h 184415"/>
                <a:gd name="connsiteX17" fmla="*/ 57086 w 65693"/>
                <a:gd name="connsiteY17" fmla="*/ 152876 h 184415"/>
                <a:gd name="connsiteX18" fmla="*/ 53113 w 65693"/>
                <a:gd name="connsiteY18" fmla="*/ 149825 h 184415"/>
                <a:gd name="connsiteX19" fmla="*/ 50669 w 65693"/>
                <a:gd name="connsiteY19" fmla="*/ 75 h 184415"/>
                <a:gd name="connsiteX20" fmla="*/ 36308 w 65693"/>
                <a:gd name="connsiteY20" fmla="*/ 14772 h 184415"/>
                <a:gd name="connsiteX21" fmla="*/ 50974 w 65693"/>
                <a:gd name="connsiteY21" fmla="*/ 29470 h 184415"/>
                <a:gd name="connsiteX22" fmla="*/ 65947 w 65693"/>
                <a:gd name="connsiteY22" fmla="*/ 15327 h 184415"/>
                <a:gd name="connsiteX23" fmla="*/ 50669 w 65693"/>
                <a:gd name="connsiteY23" fmla="*/ 75 h 184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5693" h="184415">
                  <a:moveTo>
                    <a:pt x="53113" y="149825"/>
                  </a:moveTo>
                  <a:cubicBezTo>
                    <a:pt x="45780" y="158700"/>
                    <a:pt x="43641" y="160918"/>
                    <a:pt x="40586" y="163969"/>
                  </a:cubicBezTo>
                  <a:cubicBezTo>
                    <a:pt x="35391" y="168683"/>
                    <a:pt x="30808" y="171456"/>
                    <a:pt x="28058" y="171456"/>
                  </a:cubicBezTo>
                  <a:cubicBezTo>
                    <a:pt x="25614" y="171456"/>
                    <a:pt x="23169" y="169238"/>
                    <a:pt x="23169" y="167296"/>
                  </a:cubicBezTo>
                  <a:cubicBezTo>
                    <a:pt x="23169" y="164523"/>
                    <a:pt x="24086" y="160364"/>
                    <a:pt x="26225" y="155095"/>
                  </a:cubicBezTo>
                  <a:cubicBezTo>
                    <a:pt x="26225" y="154263"/>
                    <a:pt x="27141" y="152321"/>
                    <a:pt x="27752" y="150103"/>
                  </a:cubicBezTo>
                  <a:lnTo>
                    <a:pt x="27752" y="149548"/>
                  </a:lnTo>
                  <a:lnTo>
                    <a:pt x="28058" y="148994"/>
                  </a:lnTo>
                  <a:lnTo>
                    <a:pt x="54947" y="59698"/>
                  </a:lnTo>
                  <a:lnTo>
                    <a:pt x="54030" y="59143"/>
                  </a:lnTo>
                  <a:cubicBezTo>
                    <a:pt x="23169" y="64412"/>
                    <a:pt x="17058" y="65244"/>
                    <a:pt x="5142" y="66076"/>
                  </a:cubicBezTo>
                  <a:lnTo>
                    <a:pt x="5142" y="70513"/>
                  </a:lnTo>
                  <a:cubicBezTo>
                    <a:pt x="21336" y="70790"/>
                    <a:pt x="24391" y="71622"/>
                    <a:pt x="24391" y="77169"/>
                  </a:cubicBezTo>
                  <a:cubicBezTo>
                    <a:pt x="24391" y="79387"/>
                    <a:pt x="23475" y="83824"/>
                    <a:pt x="21641" y="89371"/>
                  </a:cubicBezTo>
                  <a:lnTo>
                    <a:pt x="6975" y="138456"/>
                  </a:lnTo>
                  <a:cubicBezTo>
                    <a:pt x="2086" y="154540"/>
                    <a:pt x="253" y="163137"/>
                    <a:pt x="253" y="168683"/>
                  </a:cubicBezTo>
                  <a:cubicBezTo>
                    <a:pt x="253" y="178944"/>
                    <a:pt x="5142" y="184490"/>
                    <a:pt x="14308" y="184490"/>
                  </a:cubicBezTo>
                  <a:cubicBezTo>
                    <a:pt x="28364" y="184490"/>
                    <a:pt x="39669" y="176171"/>
                    <a:pt x="57086" y="152876"/>
                  </a:cubicBezTo>
                  <a:lnTo>
                    <a:pt x="53113" y="149825"/>
                  </a:lnTo>
                  <a:close/>
                  <a:moveTo>
                    <a:pt x="50669" y="75"/>
                  </a:moveTo>
                  <a:cubicBezTo>
                    <a:pt x="42419" y="75"/>
                    <a:pt x="36308" y="6453"/>
                    <a:pt x="36308" y="14772"/>
                  </a:cubicBezTo>
                  <a:cubicBezTo>
                    <a:pt x="36308" y="23647"/>
                    <a:pt x="42113" y="29470"/>
                    <a:pt x="50974" y="29470"/>
                  </a:cubicBezTo>
                  <a:cubicBezTo>
                    <a:pt x="58919" y="29470"/>
                    <a:pt x="65947" y="23092"/>
                    <a:pt x="65947" y="15327"/>
                  </a:cubicBezTo>
                  <a:cubicBezTo>
                    <a:pt x="65947" y="7285"/>
                    <a:pt x="58919" y="75"/>
                    <a:pt x="50669" y="75"/>
                  </a:cubicBez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DA81BCBA-971B-828B-E4F0-FCDE8BFB702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416574" y="4505373"/>
              <a:ext cx="134748" cy="125346"/>
            </a:xfrm>
            <a:custGeom>
              <a:avLst/>
              <a:gdLst>
                <a:gd name="connsiteX0" fmla="*/ 91310 w 134748"/>
                <a:gd name="connsiteY0" fmla="*/ 75 h 125346"/>
                <a:gd name="connsiteX1" fmla="*/ 256 w 134748"/>
                <a:gd name="connsiteY1" fmla="*/ 86597 h 125346"/>
                <a:gd name="connsiteX2" fmla="*/ 45172 w 134748"/>
                <a:gd name="connsiteY2" fmla="*/ 125422 h 125346"/>
                <a:gd name="connsiteX3" fmla="*/ 102616 w 134748"/>
                <a:gd name="connsiteY3" fmla="*/ 101295 h 125346"/>
                <a:gd name="connsiteX4" fmla="*/ 135004 w 134748"/>
                <a:gd name="connsiteY4" fmla="*/ 38899 h 125346"/>
                <a:gd name="connsiteX5" fmla="*/ 91310 w 134748"/>
                <a:gd name="connsiteY5" fmla="*/ 75 h 125346"/>
                <a:gd name="connsiteX6" fmla="*/ 87643 w 134748"/>
                <a:gd name="connsiteY6" fmla="*/ 5898 h 125346"/>
                <a:gd name="connsiteX7" fmla="*/ 109338 w 134748"/>
                <a:gd name="connsiteY7" fmla="*/ 31966 h 125346"/>
                <a:gd name="connsiteX8" fmla="*/ 85810 w 134748"/>
                <a:gd name="connsiteY8" fmla="*/ 97967 h 125346"/>
                <a:gd name="connsiteX9" fmla="*/ 49755 w 134748"/>
                <a:gd name="connsiteY9" fmla="*/ 119598 h 125346"/>
                <a:gd name="connsiteX10" fmla="*/ 25922 w 134748"/>
                <a:gd name="connsiteY10" fmla="*/ 94362 h 125346"/>
                <a:gd name="connsiteX11" fmla="*/ 49755 w 134748"/>
                <a:gd name="connsiteY11" fmla="*/ 29748 h 125346"/>
                <a:gd name="connsiteX12" fmla="*/ 87643 w 134748"/>
                <a:gd name="connsiteY12" fmla="*/ 5898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48" h="125346">
                  <a:moveTo>
                    <a:pt x="91310" y="75"/>
                  </a:moveTo>
                  <a:cubicBezTo>
                    <a:pt x="45477" y="75"/>
                    <a:pt x="256" y="43059"/>
                    <a:pt x="256" y="86597"/>
                  </a:cubicBezTo>
                  <a:cubicBezTo>
                    <a:pt x="256" y="110447"/>
                    <a:pt x="17367" y="125422"/>
                    <a:pt x="45172" y="125422"/>
                  </a:cubicBezTo>
                  <a:cubicBezTo>
                    <a:pt x="65338" y="125422"/>
                    <a:pt x="84894" y="117102"/>
                    <a:pt x="102616" y="101295"/>
                  </a:cubicBezTo>
                  <a:cubicBezTo>
                    <a:pt x="122782" y="83270"/>
                    <a:pt x="135004" y="59698"/>
                    <a:pt x="135004" y="38899"/>
                  </a:cubicBezTo>
                  <a:cubicBezTo>
                    <a:pt x="135004" y="15882"/>
                    <a:pt x="117282" y="75"/>
                    <a:pt x="91310" y="75"/>
                  </a:cubicBezTo>
                  <a:close/>
                  <a:moveTo>
                    <a:pt x="87643" y="5898"/>
                  </a:moveTo>
                  <a:cubicBezTo>
                    <a:pt x="100782" y="5898"/>
                    <a:pt x="109338" y="16159"/>
                    <a:pt x="109338" y="31966"/>
                  </a:cubicBezTo>
                  <a:cubicBezTo>
                    <a:pt x="109338" y="52210"/>
                    <a:pt x="99254" y="79942"/>
                    <a:pt x="85810" y="97967"/>
                  </a:cubicBezTo>
                  <a:cubicBezTo>
                    <a:pt x="74505" y="112665"/>
                    <a:pt x="62894" y="119598"/>
                    <a:pt x="49755" y="119598"/>
                  </a:cubicBezTo>
                  <a:cubicBezTo>
                    <a:pt x="35394" y="119598"/>
                    <a:pt x="25922" y="109615"/>
                    <a:pt x="25922" y="94362"/>
                  </a:cubicBezTo>
                  <a:cubicBezTo>
                    <a:pt x="25922" y="73841"/>
                    <a:pt x="34783" y="49437"/>
                    <a:pt x="49755" y="29748"/>
                  </a:cubicBezTo>
                  <a:cubicBezTo>
                    <a:pt x="61672" y="14218"/>
                    <a:pt x="74505" y="5898"/>
                    <a:pt x="87643" y="5898"/>
                  </a:cubicBez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195A4676-5EE2-60AB-A5A7-AFE9ABB5F48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565951" y="4505373"/>
              <a:ext cx="140553" cy="124792"/>
            </a:xfrm>
            <a:custGeom>
              <a:avLst/>
              <a:gdLst>
                <a:gd name="connsiteX0" fmla="*/ 136537 w 140553"/>
                <a:gd name="connsiteY0" fmla="*/ 89925 h 124792"/>
                <a:gd name="connsiteX1" fmla="*/ 130120 w 140553"/>
                <a:gd name="connsiteY1" fmla="*/ 97135 h 124792"/>
                <a:gd name="connsiteX2" fmla="*/ 111482 w 140553"/>
                <a:gd name="connsiteY2" fmla="*/ 111833 h 124792"/>
                <a:gd name="connsiteX3" fmla="*/ 106593 w 140553"/>
                <a:gd name="connsiteY3" fmla="*/ 107396 h 124792"/>
                <a:gd name="connsiteX4" fmla="*/ 110870 w 140553"/>
                <a:gd name="connsiteY4" fmla="*/ 89925 h 124792"/>
                <a:gd name="connsiteX5" fmla="*/ 128287 w 140553"/>
                <a:gd name="connsiteY5" fmla="*/ 32798 h 124792"/>
                <a:gd name="connsiteX6" fmla="*/ 131037 w 140553"/>
                <a:gd name="connsiteY6" fmla="*/ 16991 h 124792"/>
                <a:gd name="connsiteX7" fmla="*/ 110870 w 140553"/>
                <a:gd name="connsiteY7" fmla="*/ 75 h 124792"/>
                <a:gd name="connsiteX8" fmla="*/ 40593 w 140553"/>
                <a:gd name="connsiteY8" fmla="*/ 61084 h 124792"/>
                <a:gd name="connsiteX9" fmla="*/ 61065 w 140553"/>
                <a:gd name="connsiteY9" fmla="*/ 629 h 124792"/>
                <a:gd name="connsiteX10" fmla="*/ 60149 w 140553"/>
                <a:gd name="connsiteY10" fmla="*/ 75 h 124792"/>
                <a:gd name="connsiteX11" fmla="*/ 10649 w 140553"/>
                <a:gd name="connsiteY11" fmla="*/ 8672 h 124792"/>
                <a:gd name="connsiteX12" fmla="*/ 10649 w 140553"/>
                <a:gd name="connsiteY12" fmla="*/ 13109 h 124792"/>
                <a:gd name="connsiteX13" fmla="*/ 30205 w 140553"/>
                <a:gd name="connsiteY13" fmla="*/ 20596 h 124792"/>
                <a:gd name="connsiteX14" fmla="*/ 29594 w 140553"/>
                <a:gd name="connsiteY14" fmla="*/ 25310 h 124792"/>
                <a:gd name="connsiteX15" fmla="*/ 261 w 140553"/>
                <a:gd name="connsiteY15" fmla="*/ 122371 h 124792"/>
                <a:gd name="connsiteX16" fmla="*/ 23177 w 140553"/>
                <a:gd name="connsiteY16" fmla="*/ 122371 h 124792"/>
                <a:gd name="connsiteX17" fmla="*/ 53732 w 140553"/>
                <a:gd name="connsiteY17" fmla="*/ 53597 h 124792"/>
                <a:gd name="connsiteX18" fmla="*/ 98954 w 140553"/>
                <a:gd name="connsiteY18" fmla="*/ 14218 h 124792"/>
                <a:gd name="connsiteX19" fmla="*/ 106287 w 140553"/>
                <a:gd name="connsiteY19" fmla="*/ 22260 h 124792"/>
                <a:gd name="connsiteX20" fmla="*/ 102009 w 140553"/>
                <a:gd name="connsiteY20" fmla="*/ 43336 h 124792"/>
                <a:gd name="connsiteX21" fmla="*/ 88565 w 140553"/>
                <a:gd name="connsiteY21" fmla="*/ 89093 h 124792"/>
                <a:gd name="connsiteX22" fmla="*/ 83676 w 140553"/>
                <a:gd name="connsiteY22" fmla="*/ 109892 h 124792"/>
                <a:gd name="connsiteX23" fmla="*/ 98037 w 140553"/>
                <a:gd name="connsiteY23" fmla="*/ 124867 h 124792"/>
                <a:gd name="connsiteX24" fmla="*/ 140815 w 140553"/>
                <a:gd name="connsiteY24" fmla="*/ 93530 h 124792"/>
                <a:gd name="connsiteX25" fmla="*/ 136537 w 140553"/>
                <a:gd name="connsiteY25" fmla="*/ 89925 h 12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553" h="124792">
                  <a:moveTo>
                    <a:pt x="136537" y="89925"/>
                  </a:moveTo>
                  <a:lnTo>
                    <a:pt x="130120" y="97135"/>
                  </a:lnTo>
                  <a:cubicBezTo>
                    <a:pt x="121259" y="107396"/>
                    <a:pt x="115759" y="111833"/>
                    <a:pt x="111482" y="111833"/>
                  </a:cubicBezTo>
                  <a:cubicBezTo>
                    <a:pt x="109037" y="111833"/>
                    <a:pt x="106593" y="109615"/>
                    <a:pt x="106593" y="107396"/>
                  </a:cubicBezTo>
                  <a:cubicBezTo>
                    <a:pt x="106593" y="105455"/>
                    <a:pt x="106593" y="105455"/>
                    <a:pt x="110870" y="89925"/>
                  </a:cubicBezTo>
                  <a:lnTo>
                    <a:pt x="128287" y="32798"/>
                  </a:lnTo>
                  <a:cubicBezTo>
                    <a:pt x="129815" y="26974"/>
                    <a:pt x="131037" y="20873"/>
                    <a:pt x="131037" y="16991"/>
                  </a:cubicBezTo>
                  <a:cubicBezTo>
                    <a:pt x="131037" y="7008"/>
                    <a:pt x="122787" y="75"/>
                    <a:pt x="110870" y="75"/>
                  </a:cubicBezTo>
                  <a:cubicBezTo>
                    <a:pt x="91315" y="75"/>
                    <a:pt x="72065" y="16714"/>
                    <a:pt x="40593" y="61084"/>
                  </a:cubicBezTo>
                  <a:lnTo>
                    <a:pt x="61065" y="629"/>
                  </a:lnTo>
                  <a:lnTo>
                    <a:pt x="60149" y="75"/>
                  </a:lnTo>
                  <a:cubicBezTo>
                    <a:pt x="43649" y="3125"/>
                    <a:pt x="37232" y="4234"/>
                    <a:pt x="10649" y="8672"/>
                  </a:cubicBezTo>
                  <a:lnTo>
                    <a:pt x="10649" y="13109"/>
                  </a:lnTo>
                  <a:cubicBezTo>
                    <a:pt x="26233" y="13386"/>
                    <a:pt x="30205" y="15050"/>
                    <a:pt x="30205" y="20596"/>
                  </a:cubicBezTo>
                  <a:cubicBezTo>
                    <a:pt x="30205" y="22260"/>
                    <a:pt x="29899" y="23924"/>
                    <a:pt x="29594" y="25310"/>
                  </a:cubicBezTo>
                  <a:lnTo>
                    <a:pt x="261" y="122371"/>
                  </a:lnTo>
                  <a:lnTo>
                    <a:pt x="23177" y="122371"/>
                  </a:lnTo>
                  <a:cubicBezTo>
                    <a:pt x="37538" y="78555"/>
                    <a:pt x="40288" y="72454"/>
                    <a:pt x="53732" y="53597"/>
                  </a:cubicBezTo>
                  <a:cubicBezTo>
                    <a:pt x="72065" y="28084"/>
                    <a:pt x="87648" y="14218"/>
                    <a:pt x="98954" y="14218"/>
                  </a:cubicBezTo>
                  <a:cubicBezTo>
                    <a:pt x="103537" y="14218"/>
                    <a:pt x="106287" y="17268"/>
                    <a:pt x="106287" y="22260"/>
                  </a:cubicBezTo>
                  <a:cubicBezTo>
                    <a:pt x="106287" y="25588"/>
                    <a:pt x="104454" y="34739"/>
                    <a:pt x="102009" y="43336"/>
                  </a:cubicBezTo>
                  <a:lnTo>
                    <a:pt x="88565" y="89093"/>
                  </a:lnTo>
                  <a:cubicBezTo>
                    <a:pt x="84593" y="103236"/>
                    <a:pt x="83676" y="107119"/>
                    <a:pt x="83676" y="109892"/>
                  </a:cubicBezTo>
                  <a:cubicBezTo>
                    <a:pt x="83676" y="120430"/>
                    <a:pt x="87954" y="124867"/>
                    <a:pt x="98037" y="124867"/>
                  </a:cubicBezTo>
                  <a:cubicBezTo>
                    <a:pt x="111787" y="124867"/>
                    <a:pt x="119731" y="119043"/>
                    <a:pt x="140815" y="93530"/>
                  </a:cubicBezTo>
                  <a:lnTo>
                    <a:pt x="136537" y="89925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F6A86351-D81F-0B08-38B4-25F613C6EC35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796585" y="4442145"/>
              <a:ext cx="83415" cy="235441"/>
            </a:xfrm>
            <a:custGeom>
              <a:avLst/>
              <a:gdLst>
                <a:gd name="connsiteX0" fmla="*/ 4240 w 83415"/>
                <a:gd name="connsiteY0" fmla="*/ 235516 h 235441"/>
                <a:gd name="connsiteX1" fmla="*/ 71462 w 83415"/>
                <a:gd name="connsiteY1" fmla="*/ 157590 h 235441"/>
                <a:gd name="connsiteX2" fmla="*/ 83684 w 83415"/>
                <a:gd name="connsiteY2" fmla="*/ 101295 h 235441"/>
                <a:gd name="connsiteX3" fmla="*/ 76962 w 83415"/>
                <a:gd name="connsiteY3" fmla="*/ 51101 h 235441"/>
                <a:gd name="connsiteX4" fmla="*/ 53434 w 83415"/>
                <a:gd name="connsiteY4" fmla="*/ 75 h 235441"/>
                <a:gd name="connsiteX5" fmla="*/ 47629 w 83415"/>
                <a:gd name="connsiteY5" fmla="*/ 1461 h 235441"/>
                <a:gd name="connsiteX6" fmla="*/ 62601 w 83415"/>
                <a:gd name="connsiteY6" fmla="*/ 74118 h 235441"/>
                <a:gd name="connsiteX7" fmla="*/ 36934 w 83415"/>
                <a:gd name="connsiteY7" fmla="*/ 183935 h 235441"/>
                <a:gd name="connsiteX8" fmla="*/ 268 w 83415"/>
                <a:gd name="connsiteY8" fmla="*/ 231356 h 235441"/>
                <a:gd name="connsiteX9" fmla="*/ 4240 w 83415"/>
                <a:gd name="connsiteY9" fmla="*/ 235516 h 23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415" h="235441">
                  <a:moveTo>
                    <a:pt x="4240" y="235516"/>
                  </a:moveTo>
                  <a:cubicBezTo>
                    <a:pt x="42129" y="205566"/>
                    <a:pt x="57712" y="187818"/>
                    <a:pt x="71462" y="157590"/>
                  </a:cubicBezTo>
                  <a:cubicBezTo>
                    <a:pt x="80017" y="139287"/>
                    <a:pt x="83684" y="121817"/>
                    <a:pt x="83684" y="101295"/>
                  </a:cubicBezTo>
                  <a:cubicBezTo>
                    <a:pt x="83684" y="85488"/>
                    <a:pt x="81239" y="67740"/>
                    <a:pt x="76962" y="51101"/>
                  </a:cubicBezTo>
                  <a:cubicBezTo>
                    <a:pt x="71767" y="32243"/>
                    <a:pt x="67184" y="22260"/>
                    <a:pt x="53434" y="75"/>
                  </a:cubicBezTo>
                  <a:lnTo>
                    <a:pt x="47629" y="1461"/>
                  </a:lnTo>
                  <a:cubicBezTo>
                    <a:pt x="58017" y="23924"/>
                    <a:pt x="62601" y="46387"/>
                    <a:pt x="62601" y="74118"/>
                  </a:cubicBezTo>
                  <a:cubicBezTo>
                    <a:pt x="62601" y="109337"/>
                    <a:pt x="52212" y="154263"/>
                    <a:pt x="36934" y="183935"/>
                  </a:cubicBezTo>
                  <a:cubicBezTo>
                    <a:pt x="28073" y="201961"/>
                    <a:pt x="18907" y="213608"/>
                    <a:pt x="268" y="231356"/>
                  </a:cubicBezTo>
                  <a:lnTo>
                    <a:pt x="4240" y="235516"/>
                  </a:lnTo>
                  <a:close/>
                </a:path>
              </a:pathLst>
            </a:custGeom>
            <a:grpFill/>
            <a:ln w="30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21" name="Group 920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$2^{nd}$ Order}&#10;$$&#10;}&#10;\end{document}" title="IguanaTex Shape Display">
            <a:extLst>
              <a:ext uri="{FF2B5EF4-FFF2-40B4-BE49-F238E27FC236}">
                <a16:creationId xmlns:a16="http://schemas.microsoft.com/office/drawing/2014/main" id="{C4682E46-6E2B-F956-D27F-2FA3E966320F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10103681" y="3146453"/>
            <a:ext cx="1178605" cy="282546"/>
            <a:chOff x="9076206" y="4539148"/>
            <a:chExt cx="1178605" cy="282546"/>
          </a:xfrm>
        </p:grpSpPr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5F1FA69F-C699-389F-A253-38CD2DA0399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076206" y="4612951"/>
              <a:ext cx="134624" cy="204508"/>
            </a:xfrm>
            <a:custGeom>
              <a:avLst/>
              <a:gdLst>
                <a:gd name="connsiteX0" fmla="*/ 134839 w 134624"/>
                <a:gd name="connsiteY0" fmla="*/ 163137 h 204508"/>
                <a:gd name="connsiteX1" fmla="*/ 130906 w 134624"/>
                <a:gd name="connsiteY1" fmla="*/ 161624 h 204508"/>
                <a:gd name="connsiteX2" fmla="*/ 102166 w 134624"/>
                <a:gd name="connsiteY2" fmla="*/ 181591 h 204508"/>
                <a:gd name="connsiteX3" fmla="*/ 29862 w 134624"/>
                <a:gd name="connsiteY3" fmla="*/ 181591 h 204508"/>
                <a:gd name="connsiteX4" fmla="*/ 80686 w 134624"/>
                <a:gd name="connsiteY4" fmla="*/ 128346 h 204508"/>
                <a:gd name="connsiteX5" fmla="*/ 119410 w 134624"/>
                <a:gd name="connsiteY5" fmla="*/ 53622 h 204508"/>
                <a:gd name="connsiteX6" fmla="*/ 63442 w 134624"/>
                <a:gd name="connsiteY6" fmla="*/ 75 h 204508"/>
                <a:gd name="connsiteX7" fmla="*/ 19878 w 134624"/>
                <a:gd name="connsiteY7" fmla="*/ 18831 h 204508"/>
                <a:gd name="connsiteX8" fmla="*/ 517 w 134624"/>
                <a:gd name="connsiteY8" fmla="*/ 60278 h 204508"/>
                <a:gd name="connsiteX9" fmla="*/ 6870 w 134624"/>
                <a:gd name="connsiteY9" fmla="*/ 61790 h 204508"/>
                <a:gd name="connsiteX10" fmla="*/ 50736 w 134624"/>
                <a:gd name="connsiteY10" fmla="*/ 22462 h 204508"/>
                <a:gd name="connsiteX11" fmla="*/ 93392 w 134624"/>
                <a:gd name="connsiteY11" fmla="*/ 65118 h 204508"/>
                <a:gd name="connsiteX12" fmla="*/ 54064 w 134624"/>
                <a:gd name="connsiteY12" fmla="*/ 143775 h 204508"/>
                <a:gd name="connsiteX13" fmla="*/ 214 w 134624"/>
                <a:gd name="connsiteY13" fmla="*/ 200953 h 204508"/>
                <a:gd name="connsiteX14" fmla="*/ 214 w 134624"/>
                <a:gd name="connsiteY14" fmla="*/ 204583 h 204508"/>
                <a:gd name="connsiteX15" fmla="*/ 118200 w 134624"/>
                <a:gd name="connsiteY15" fmla="*/ 204583 h 204508"/>
                <a:gd name="connsiteX16" fmla="*/ 134839 w 134624"/>
                <a:gd name="connsiteY16" fmla="*/ 16313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839" y="163137"/>
                  </a:moveTo>
                  <a:lnTo>
                    <a:pt x="130906" y="161624"/>
                  </a:lnTo>
                  <a:cubicBezTo>
                    <a:pt x="119712" y="178868"/>
                    <a:pt x="115779" y="181591"/>
                    <a:pt x="102166" y="181591"/>
                  </a:cubicBezTo>
                  <a:lnTo>
                    <a:pt x="29862" y="181591"/>
                  </a:lnTo>
                  <a:lnTo>
                    <a:pt x="80686" y="128346"/>
                  </a:lnTo>
                  <a:cubicBezTo>
                    <a:pt x="107611" y="100211"/>
                    <a:pt x="119410" y="77219"/>
                    <a:pt x="119410" y="53622"/>
                  </a:cubicBezTo>
                  <a:cubicBezTo>
                    <a:pt x="119410" y="23369"/>
                    <a:pt x="94905" y="75"/>
                    <a:pt x="63442" y="75"/>
                  </a:cubicBezTo>
                  <a:cubicBezTo>
                    <a:pt x="46803" y="75"/>
                    <a:pt x="31072" y="6730"/>
                    <a:pt x="19878" y="18831"/>
                  </a:cubicBezTo>
                  <a:cubicBezTo>
                    <a:pt x="10198" y="29117"/>
                    <a:pt x="5660" y="38798"/>
                    <a:pt x="517" y="60278"/>
                  </a:cubicBezTo>
                  <a:lnTo>
                    <a:pt x="6870" y="61790"/>
                  </a:lnTo>
                  <a:cubicBezTo>
                    <a:pt x="18971" y="32143"/>
                    <a:pt x="29862" y="22462"/>
                    <a:pt x="50736" y="22462"/>
                  </a:cubicBezTo>
                  <a:cubicBezTo>
                    <a:pt x="76148" y="22462"/>
                    <a:pt x="93392" y="39706"/>
                    <a:pt x="93392" y="65118"/>
                  </a:cubicBezTo>
                  <a:cubicBezTo>
                    <a:pt x="93392" y="88715"/>
                    <a:pt x="79476" y="116850"/>
                    <a:pt x="54064" y="143775"/>
                  </a:cubicBezTo>
                  <a:lnTo>
                    <a:pt x="214" y="200953"/>
                  </a:lnTo>
                  <a:lnTo>
                    <a:pt x="214" y="204583"/>
                  </a:lnTo>
                  <a:lnTo>
                    <a:pt x="118200" y="204583"/>
                  </a:lnTo>
                  <a:lnTo>
                    <a:pt x="134839" y="163137"/>
                  </a:ln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9A23E7A3-7EAE-7ED1-EA0C-7C0DFCD0539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222095" y="4593324"/>
              <a:ext cx="102980" cy="100741"/>
            </a:xfrm>
            <a:custGeom>
              <a:avLst/>
              <a:gdLst>
                <a:gd name="connsiteX0" fmla="*/ 100065 w 102980"/>
                <a:gd name="connsiteY0" fmla="*/ 72604 h 100741"/>
                <a:gd name="connsiteX1" fmla="*/ 95364 w 102980"/>
                <a:gd name="connsiteY1" fmla="*/ 78425 h 100741"/>
                <a:gd name="connsiteX2" fmla="*/ 81708 w 102980"/>
                <a:gd name="connsiteY2" fmla="*/ 90290 h 100741"/>
                <a:gd name="connsiteX3" fmla="*/ 78126 w 102980"/>
                <a:gd name="connsiteY3" fmla="*/ 86708 h 100741"/>
                <a:gd name="connsiteX4" fmla="*/ 81260 w 102980"/>
                <a:gd name="connsiteY4" fmla="*/ 72604 h 100741"/>
                <a:gd name="connsiteX5" fmla="*/ 94021 w 102980"/>
                <a:gd name="connsiteY5" fmla="*/ 26487 h 100741"/>
                <a:gd name="connsiteX6" fmla="*/ 96035 w 102980"/>
                <a:gd name="connsiteY6" fmla="*/ 13727 h 100741"/>
                <a:gd name="connsiteX7" fmla="*/ 81260 w 102980"/>
                <a:gd name="connsiteY7" fmla="*/ 71 h 100741"/>
                <a:gd name="connsiteX8" fmla="*/ 29770 w 102980"/>
                <a:gd name="connsiteY8" fmla="*/ 49322 h 100741"/>
                <a:gd name="connsiteX9" fmla="*/ 44769 w 102980"/>
                <a:gd name="connsiteY9" fmla="*/ 518 h 100741"/>
                <a:gd name="connsiteX10" fmla="*/ 44098 w 102980"/>
                <a:gd name="connsiteY10" fmla="*/ 71 h 100741"/>
                <a:gd name="connsiteX11" fmla="*/ 7831 w 102980"/>
                <a:gd name="connsiteY11" fmla="*/ 7011 h 100741"/>
                <a:gd name="connsiteX12" fmla="*/ 7831 w 102980"/>
                <a:gd name="connsiteY12" fmla="*/ 10592 h 100741"/>
                <a:gd name="connsiteX13" fmla="*/ 22158 w 102980"/>
                <a:gd name="connsiteY13" fmla="*/ 16637 h 100741"/>
                <a:gd name="connsiteX14" fmla="*/ 21711 w 102980"/>
                <a:gd name="connsiteY14" fmla="*/ 20443 h 100741"/>
                <a:gd name="connsiteX15" fmla="*/ 219 w 102980"/>
                <a:gd name="connsiteY15" fmla="*/ 98797 h 100741"/>
                <a:gd name="connsiteX16" fmla="*/ 17009 w 102980"/>
                <a:gd name="connsiteY16" fmla="*/ 98797 h 100741"/>
                <a:gd name="connsiteX17" fmla="*/ 39396 w 102980"/>
                <a:gd name="connsiteY17" fmla="*/ 43277 h 100741"/>
                <a:gd name="connsiteX18" fmla="*/ 72529 w 102980"/>
                <a:gd name="connsiteY18" fmla="*/ 11488 h 100741"/>
                <a:gd name="connsiteX19" fmla="*/ 77902 w 102980"/>
                <a:gd name="connsiteY19" fmla="*/ 17980 h 100741"/>
                <a:gd name="connsiteX20" fmla="*/ 74768 w 102980"/>
                <a:gd name="connsiteY20" fmla="*/ 34994 h 100741"/>
                <a:gd name="connsiteX21" fmla="*/ 64917 w 102980"/>
                <a:gd name="connsiteY21" fmla="*/ 71933 h 100741"/>
                <a:gd name="connsiteX22" fmla="*/ 61336 w 102980"/>
                <a:gd name="connsiteY22" fmla="*/ 88723 h 100741"/>
                <a:gd name="connsiteX23" fmla="*/ 71857 w 102980"/>
                <a:gd name="connsiteY23" fmla="*/ 100812 h 100741"/>
                <a:gd name="connsiteX24" fmla="*/ 103199 w 102980"/>
                <a:gd name="connsiteY24" fmla="*/ 75515 h 100741"/>
                <a:gd name="connsiteX25" fmla="*/ 100065 w 102980"/>
                <a:gd name="connsiteY25" fmla="*/ 72604 h 10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980" h="100741">
                  <a:moveTo>
                    <a:pt x="100065" y="72604"/>
                  </a:moveTo>
                  <a:lnTo>
                    <a:pt x="95364" y="78425"/>
                  </a:lnTo>
                  <a:cubicBezTo>
                    <a:pt x="88872" y="86708"/>
                    <a:pt x="84842" y="90290"/>
                    <a:pt x="81708" y="90290"/>
                  </a:cubicBezTo>
                  <a:cubicBezTo>
                    <a:pt x="79917" y="90290"/>
                    <a:pt x="78126" y="88499"/>
                    <a:pt x="78126" y="86708"/>
                  </a:cubicBezTo>
                  <a:cubicBezTo>
                    <a:pt x="78126" y="85141"/>
                    <a:pt x="78126" y="85141"/>
                    <a:pt x="81260" y="72604"/>
                  </a:cubicBezTo>
                  <a:lnTo>
                    <a:pt x="94021" y="26487"/>
                  </a:lnTo>
                  <a:cubicBezTo>
                    <a:pt x="95140" y="21786"/>
                    <a:pt x="96035" y="16861"/>
                    <a:pt x="96035" y="13727"/>
                  </a:cubicBezTo>
                  <a:cubicBezTo>
                    <a:pt x="96035" y="5667"/>
                    <a:pt x="89991" y="71"/>
                    <a:pt x="81260" y="71"/>
                  </a:cubicBezTo>
                  <a:cubicBezTo>
                    <a:pt x="66932" y="71"/>
                    <a:pt x="52828" y="13503"/>
                    <a:pt x="29770" y="49322"/>
                  </a:cubicBezTo>
                  <a:lnTo>
                    <a:pt x="44769" y="518"/>
                  </a:lnTo>
                  <a:lnTo>
                    <a:pt x="44098" y="71"/>
                  </a:lnTo>
                  <a:cubicBezTo>
                    <a:pt x="32009" y="2533"/>
                    <a:pt x="27307" y="3429"/>
                    <a:pt x="7831" y="7011"/>
                  </a:cubicBezTo>
                  <a:lnTo>
                    <a:pt x="7831" y="10592"/>
                  </a:lnTo>
                  <a:cubicBezTo>
                    <a:pt x="19248" y="10816"/>
                    <a:pt x="22158" y="12160"/>
                    <a:pt x="22158" y="16637"/>
                  </a:cubicBezTo>
                  <a:cubicBezTo>
                    <a:pt x="22158" y="17980"/>
                    <a:pt x="21934" y="19323"/>
                    <a:pt x="21711" y="20443"/>
                  </a:cubicBezTo>
                  <a:lnTo>
                    <a:pt x="219" y="98797"/>
                  </a:lnTo>
                  <a:lnTo>
                    <a:pt x="17009" y="98797"/>
                  </a:lnTo>
                  <a:cubicBezTo>
                    <a:pt x="27531" y="63426"/>
                    <a:pt x="29546" y="58501"/>
                    <a:pt x="39396" y="43277"/>
                  </a:cubicBezTo>
                  <a:cubicBezTo>
                    <a:pt x="52828" y="22681"/>
                    <a:pt x="64246" y="11488"/>
                    <a:pt x="72529" y="11488"/>
                  </a:cubicBezTo>
                  <a:cubicBezTo>
                    <a:pt x="75887" y="11488"/>
                    <a:pt x="77902" y="13951"/>
                    <a:pt x="77902" y="17980"/>
                  </a:cubicBezTo>
                  <a:cubicBezTo>
                    <a:pt x="77902" y="20667"/>
                    <a:pt x="76559" y="28054"/>
                    <a:pt x="74768" y="34994"/>
                  </a:cubicBezTo>
                  <a:lnTo>
                    <a:pt x="64917" y="71933"/>
                  </a:lnTo>
                  <a:cubicBezTo>
                    <a:pt x="62007" y="83350"/>
                    <a:pt x="61336" y="86484"/>
                    <a:pt x="61336" y="88723"/>
                  </a:cubicBezTo>
                  <a:cubicBezTo>
                    <a:pt x="61336" y="97230"/>
                    <a:pt x="64470" y="100812"/>
                    <a:pt x="71857" y="100812"/>
                  </a:cubicBezTo>
                  <a:cubicBezTo>
                    <a:pt x="81932" y="100812"/>
                    <a:pt x="87752" y="96111"/>
                    <a:pt x="103199" y="75515"/>
                  </a:cubicBezTo>
                  <a:lnTo>
                    <a:pt x="100065" y="72604"/>
                  </a:ln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AB7A7AB0-99FC-FD7E-1EDE-992D8D511E0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334673" y="4539148"/>
              <a:ext cx="114621" cy="155813"/>
            </a:xfrm>
            <a:custGeom>
              <a:avLst/>
              <a:gdLst>
                <a:gd name="connsiteX0" fmla="*/ 100516 w 114621"/>
                <a:gd name="connsiteY0" fmla="*/ 128124 h 155813"/>
                <a:gd name="connsiteX1" fmla="*/ 82159 w 114621"/>
                <a:gd name="connsiteY1" fmla="*/ 144019 h 155813"/>
                <a:gd name="connsiteX2" fmla="*/ 78129 w 114621"/>
                <a:gd name="connsiteY2" fmla="*/ 139541 h 155813"/>
                <a:gd name="connsiteX3" fmla="*/ 92681 w 114621"/>
                <a:gd name="connsiteY3" fmla="*/ 84469 h 155813"/>
                <a:gd name="connsiteX4" fmla="*/ 114844 w 114621"/>
                <a:gd name="connsiteY4" fmla="*/ 1190 h 155813"/>
                <a:gd name="connsiteX5" fmla="*/ 113725 w 114621"/>
                <a:gd name="connsiteY5" fmla="*/ 71 h 155813"/>
                <a:gd name="connsiteX6" fmla="*/ 79473 w 114621"/>
                <a:gd name="connsiteY6" fmla="*/ 5220 h 155813"/>
                <a:gd name="connsiteX7" fmla="*/ 79473 w 114621"/>
                <a:gd name="connsiteY7" fmla="*/ 9025 h 155813"/>
                <a:gd name="connsiteX8" fmla="*/ 93353 w 114621"/>
                <a:gd name="connsiteY8" fmla="*/ 14846 h 155813"/>
                <a:gd name="connsiteX9" fmla="*/ 89995 w 114621"/>
                <a:gd name="connsiteY9" fmla="*/ 30517 h 155813"/>
                <a:gd name="connsiteX10" fmla="*/ 80144 w 114621"/>
                <a:gd name="connsiteY10" fmla="*/ 67232 h 155813"/>
                <a:gd name="connsiteX11" fmla="*/ 65593 w 114621"/>
                <a:gd name="connsiteY11" fmla="*/ 54247 h 155813"/>
                <a:gd name="connsiteX12" fmla="*/ 223 w 114621"/>
                <a:gd name="connsiteY12" fmla="*/ 129915 h 155813"/>
                <a:gd name="connsiteX13" fmla="*/ 23729 w 114621"/>
                <a:gd name="connsiteY13" fmla="*/ 155436 h 155813"/>
                <a:gd name="connsiteX14" fmla="*/ 64026 w 114621"/>
                <a:gd name="connsiteY14" fmla="*/ 125885 h 155813"/>
                <a:gd name="connsiteX15" fmla="*/ 61115 w 114621"/>
                <a:gd name="connsiteY15" fmla="*/ 145810 h 155813"/>
                <a:gd name="connsiteX16" fmla="*/ 70518 w 114621"/>
                <a:gd name="connsiteY16" fmla="*/ 155884 h 155813"/>
                <a:gd name="connsiteX17" fmla="*/ 103203 w 114621"/>
                <a:gd name="connsiteY17" fmla="*/ 130363 h 155813"/>
                <a:gd name="connsiteX18" fmla="*/ 100516 w 114621"/>
                <a:gd name="connsiteY18" fmla="*/ 128124 h 155813"/>
                <a:gd name="connsiteX19" fmla="*/ 66488 w 114621"/>
                <a:gd name="connsiteY19" fmla="*/ 59396 h 155813"/>
                <a:gd name="connsiteX20" fmla="*/ 76562 w 114621"/>
                <a:gd name="connsiteY20" fmla="*/ 72157 h 155813"/>
                <a:gd name="connsiteX21" fmla="*/ 32684 w 114621"/>
                <a:gd name="connsiteY21" fmla="*/ 144690 h 155813"/>
                <a:gd name="connsiteX22" fmla="*/ 19699 w 114621"/>
                <a:gd name="connsiteY22" fmla="*/ 129915 h 155813"/>
                <a:gd name="connsiteX23" fmla="*/ 45668 w 114621"/>
                <a:gd name="connsiteY23" fmla="*/ 69694 h 155813"/>
                <a:gd name="connsiteX24" fmla="*/ 66488 w 114621"/>
                <a:gd name="connsiteY24" fmla="*/ 59396 h 15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621" h="155813">
                  <a:moveTo>
                    <a:pt x="100516" y="128124"/>
                  </a:moveTo>
                  <a:cubicBezTo>
                    <a:pt x="88427" y="142004"/>
                    <a:pt x="85965" y="144019"/>
                    <a:pt x="82159" y="144019"/>
                  </a:cubicBezTo>
                  <a:cubicBezTo>
                    <a:pt x="79920" y="144019"/>
                    <a:pt x="78129" y="142004"/>
                    <a:pt x="78129" y="139541"/>
                  </a:cubicBezTo>
                  <a:cubicBezTo>
                    <a:pt x="78129" y="136407"/>
                    <a:pt x="85293" y="109095"/>
                    <a:pt x="92681" y="84469"/>
                  </a:cubicBezTo>
                  <a:cubicBezTo>
                    <a:pt x="98725" y="63873"/>
                    <a:pt x="103427" y="45964"/>
                    <a:pt x="114844" y="1190"/>
                  </a:cubicBezTo>
                  <a:lnTo>
                    <a:pt x="113725" y="71"/>
                  </a:lnTo>
                  <a:cubicBezTo>
                    <a:pt x="101860" y="2533"/>
                    <a:pt x="93800" y="3876"/>
                    <a:pt x="79473" y="5220"/>
                  </a:cubicBezTo>
                  <a:lnTo>
                    <a:pt x="79473" y="9025"/>
                  </a:lnTo>
                  <a:cubicBezTo>
                    <a:pt x="91785" y="9473"/>
                    <a:pt x="93353" y="10145"/>
                    <a:pt x="93353" y="14846"/>
                  </a:cubicBezTo>
                  <a:cubicBezTo>
                    <a:pt x="93353" y="17756"/>
                    <a:pt x="93129" y="19100"/>
                    <a:pt x="89995" y="30517"/>
                  </a:cubicBezTo>
                  <a:lnTo>
                    <a:pt x="80144" y="67232"/>
                  </a:lnTo>
                  <a:cubicBezTo>
                    <a:pt x="78353" y="57829"/>
                    <a:pt x="74324" y="54247"/>
                    <a:pt x="65593" y="54247"/>
                  </a:cubicBezTo>
                  <a:cubicBezTo>
                    <a:pt x="36490" y="54247"/>
                    <a:pt x="223" y="96335"/>
                    <a:pt x="223" y="129915"/>
                  </a:cubicBezTo>
                  <a:cubicBezTo>
                    <a:pt x="223" y="145810"/>
                    <a:pt x="9178" y="155436"/>
                    <a:pt x="23729" y="155436"/>
                  </a:cubicBezTo>
                  <a:cubicBezTo>
                    <a:pt x="38952" y="155436"/>
                    <a:pt x="48803" y="148272"/>
                    <a:pt x="64026" y="125885"/>
                  </a:cubicBezTo>
                  <a:cubicBezTo>
                    <a:pt x="61563" y="137303"/>
                    <a:pt x="61115" y="140661"/>
                    <a:pt x="61115" y="145810"/>
                  </a:cubicBezTo>
                  <a:cubicBezTo>
                    <a:pt x="61115" y="151854"/>
                    <a:pt x="64921" y="155884"/>
                    <a:pt x="70518" y="155884"/>
                  </a:cubicBezTo>
                  <a:cubicBezTo>
                    <a:pt x="79920" y="155884"/>
                    <a:pt x="91562" y="146705"/>
                    <a:pt x="103203" y="130363"/>
                  </a:cubicBezTo>
                  <a:lnTo>
                    <a:pt x="100516" y="128124"/>
                  </a:lnTo>
                  <a:close/>
                  <a:moveTo>
                    <a:pt x="66488" y="59396"/>
                  </a:moveTo>
                  <a:cubicBezTo>
                    <a:pt x="73204" y="59844"/>
                    <a:pt x="76562" y="64097"/>
                    <a:pt x="76562" y="72157"/>
                  </a:cubicBezTo>
                  <a:cubicBezTo>
                    <a:pt x="76562" y="106185"/>
                    <a:pt x="53280" y="144690"/>
                    <a:pt x="32684" y="144690"/>
                  </a:cubicBezTo>
                  <a:cubicBezTo>
                    <a:pt x="25072" y="144690"/>
                    <a:pt x="19699" y="138646"/>
                    <a:pt x="19699" y="129915"/>
                  </a:cubicBezTo>
                  <a:cubicBezTo>
                    <a:pt x="19699" y="111334"/>
                    <a:pt x="30893" y="85365"/>
                    <a:pt x="45668" y="69694"/>
                  </a:cubicBezTo>
                  <a:cubicBezTo>
                    <a:pt x="51937" y="63202"/>
                    <a:pt x="60220" y="58948"/>
                    <a:pt x="66488" y="59396"/>
                  </a:cubicBez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723452A-490B-49AA-C84C-0B14B762F13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556736" y="4612951"/>
              <a:ext cx="197852" cy="208743"/>
            </a:xfrm>
            <a:custGeom>
              <a:avLst/>
              <a:gdLst>
                <a:gd name="connsiteX0" fmla="*/ 99156 w 197852"/>
                <a:gd name="connsiteY0" fmla="*/ 75 h 208743"/>
                <a:gd name="connsiteX1" fmla="*/ 230 w 197852"/>
                <a:gd name="connsiteY1" fmla="*/ 104446 h 208743"/>
                <a:gd name="connsiteX2" fmla="*/ 26247 w 197852"/>
                <a:gd name="connsiteY2" fmla="*/ 177960 h 208743"/>
                <a:gd name="connsiteX3" fmla="*/ 97341 w 197852"/>
                <a:gd name="connsiteY3" fmla="*/ 208818 h 208743"/>
                <a:gd name="connsiteX4" fmla="*/ 198082 w 197852"/>
                <a:gd name="connsiteY4" fmla="*/ 105657 h 208743"/>
                <a:gd name="connsiteX5" fmla="*/ 172670 w 197852"/>
                <a:gd name="connsiteY5" fmla="*/ 31840 h 208743"/>
                <a:gd name="connsiteX6" fmla="*/ 99156 w 197852"/>
                <a:gd name="connsiteY6" fmla="*/ 75 h 208743"/>
                <a:gd name="connsiteX7" fmla="*/ 99156 w 197852"/>
                <a:gd name="connsiteY7" fmla="*/ 10966 h 208743"/>
                <a:gd name="connsiteX8" fmla="*/ 137880 w 197852"/>
                <a:gd name="connsiteY8" fmla="*/ 26092 h 208743"/>
                <a:gd name="connsiteX9" fmla="*/ 163594 w 197852"/>
                <a:gd name="connsiteY9" fmla="*/ 105354 h 208743"/>
                <a:gd name="connsiteX10" fmla="*/ 153611 w 197852"/>
                <a:gd name="connsiteY10" fmla="*/ 159809 h 208743"/>
                <a:gd name="connsiteX11" fmla="*/ 138787 w 197852"/>
                <a:gd name="connsiteY11" fmla="*/ 181893 h 208743"/>
                <a:gd name="connsiteX12" fmla="*/ 98551 w 197852"/>
                <a:gd name="connsiteY12" fmla="*/ 197927 h 208743"/>
                <a:gd name="connsiteX13" fmla="*/ 60433 w 197852"/>
                <a:gd name="connsiteY13" fmla="*/ 183103 h 208743"/>
                <a:gd name="connsiteX14" fmla="*/ 34718 w 197852"/>
                <a:gd name="connsiteY14" fmla="*/ 105052 h 208743"/>
                <a:gd name="connsiteX15" fmla="*/ 55895 w 197852"/>
                <a:gd name="connsiteY15" fmla="*/ 30630 h 208743"/>
                <a:gd name="connsiteX16" fmla="*/ 99156 w 197852"/>
                <a:gd name="connsiteY16" fmla="*/ 10966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7852" h="208743">
                  <a:moveTo>
                    <a:pt x="99156" y="75"/>
                  </a:moveTo>
                  <a:cubicBezTo>
                    <a:pt x="41374" y="75"/>
                    <a:pt x="230" y="43639"/>
                    <a:pt x="230" y="104446"/>
                  </a:cubicBezTo>
                  <a:cubicBezTo>
                    <a:pt x="230" y="132884"/>
                    <a:pt x="9911" y="160414"/>
                    <a:pt x="26247" y="177960"/>
                  </a:cubicBezTo>
                  <a:cubicBezTo>
                    <a:pt x="43794" y="197020"/>
                    <a:pt x="70719" y="208818"/>
                    <a:pt x="97341" y="208818"/>
                  </a:cubicBezTo>
                  <a:cubicBezTo>
                    <a:pt x="156939" y="208818"/>
                    <a:pt x="198082" y="166464"/>
                    <a:pt x="198082" y="105657"/>
                  </a:cubicBezTo>
                  <a:cubicBezTo>
                    <a:pt x="198082" y="75706"/>
                    <a:pt x="189309" y="49992"/>
                    <a:pt x="172670" y="31840"/>
                  </a:cubicBezTo>
                  <a:cubicBezTo>
                    <a:pt x="153611" y="10966"/>
                    <a:pt x="128199" y="75"/>
                    <a:pt x="99156" y="75"/>
                  </a:cubicBezTo>
                  <a:close/>
                  <a:moveTo>
                    <a:pt x="99156" y="10966"/>
                  </a:moveTo>
                  <a:cubicBezTo>
                    <a:pt x="113072" y="10966"/>
                    <a:pt x="126989" y="16411"/>
                    <a:pt x="137880" y="26092"/>
                  </a:cubicBezTo>
                  <a:cubicBezTo>
                    <a:pt x="154216" y="40916"/>
                    <a:pt x="163594" y="69353"/>
                    <a:pt x="163594" y="105354"/>
                  </a:cubicBezTo>
                  <a:cubicBezTo>
                    <a:pt x="163594" y="123203"/>
                    <a:pt x="159661" y="144077"/>
                    <a:pt x="153611" y="159809"/>
                  </a:cubicBezTo>
                  <a:cubicBezTo>
                    <a:pt x="150888" y="167372"/>
                    <a:pt x="145745" y="174935"/>
                    <a:pt x="138787" y="181893"/>
                  </a:cubicBezTo>
                  <a:cubicBezTo>
                    <a:pt x="128199" y="192482"/>
                    <a:pt x="114585" y="197927"/>
                    <a:pt x="98551" y="197927"/>
                  </a:cubicBezTo>
                  <a:cubicBezTo>
                    <a:pt x="84635" y="197927"/>
                    <a:pt x="71021" y="192482"/>
                    <a:pt x="60433" y="183103"/>
                  </a:cubicBezTo>
                  <a:cubicBezTo>
                    <a:pt x="44701" y="169187"/>
                    <a:pt x="34718" y="138632"/>
                    <a:pt x="34718" y="105052"/>
                  </a:cubicBezTo>
                  <a:cubicBezTo>
                    <a:pt x="34718" y="74194"/>
                    <a:pt x="43189" y="44849"/>
                    <a:pt x="55895" y="30630"/>
                  </a:cubicBezTo>
                  <a:cubicBezTo>
                    <a:pt x="67693" y="17621"/>
                    <a:pt x="82517" y="10966"/>
                    <a:pt x="99156" y="10966"/>
                  </a:cubicBez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0F6D30B0-7A4B-8298-9848-10032FD41D9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67206" y="4678297"/>
              <a:ext cx="99833" cy="139162"/>
            </a:xfrm>
            <a:custGeom>
              <a:avLst/>
              <a:gdLst>
                <a:gd name="connsiteX0" fmla="*/ 842 w 99833"/>
                <a:gd name="connsiteY0" fmla="*/ 21252 h 139162"/>
                <a:gd name="connsiteX1" fmla="*/ 11431 w 99833"/>
                <a:gd name="connsiteY1" fmla="*/ 20041 h 139162"/>
                <a:gd name="connsiteX2" fmla="*/ 21716 w 99833"/>
                <a:gd name="connsiteY2" fmla="*/ 38193 h 139162"/>
                <a:gd name="connsiteX3" fmla="*/ 21716 w 99833"/>
                <a:gd name="connsiteY3" fmla="*/ 113825 h 139162"/>
                <a:gd name="connsiteX4" fmla="*/ 237 w 99833"/>
                <a:gd name="connsiteY4" fmla="*/ 134699 h 139162"/>
                <a:gd name="connsiteX5" fmla="*/ 237 w 99833"/>
                <a:gd name="connsiteY5" fmla="*/ 139237 h 139162"/>
                <a:gd name="connsiteX6" fmla="*/ 72844 w 99833"/>
                <a:gd name="connsiteY6" fmla="*/ 139237 h 139162"/>
                <a:gd name="connsiteX7" fmla="*/ 72844 w 99833"/>
                <a:gd name="connsiteY7" fmla="*/ 134699 h 139162"/>
                <a:gd name="connsiteX8" fmla="*/ 47129 w 99833"/>
                <a:gd name="connsiteY8" fmla="*/ 112010 h 139162"/>
                <a:gd name="connsiteX9" fmla="*/ 47129 w 99833"/>
                <a:gd name="connsiteY9" fmla="*/ 43941 h 139162"/>
                <a:gd name="connsiteX10" fmla="*/ 68306 w 99833"/>
                <a:gd name="connsiteY10" fmla="*/ 19134 h 139162"/>
                <a:gd name="connsiteX11" fmla="*/ 76171 w 99833"/>
                <a:gd name="connsiteY11" fmla="*/ 23672 h 139162"/>
                <a:gd name="connsiteX12" fmla="*/ 88272 w 99833"/>
                <a:gd name="connsiteY12" fmla="*/ 29722 h 139162"/>
                <a:gd name="connsiteX13" fmla="*/ 100071 w 99833"/>
                <a:gd name="connsiteY13" fmla="*/ 16109 h 139162"/>
                <a:gd name="connsiteX14" fmla="*/ 83432 w 99833"/>
                <a:gd name="connsiteY14" fmla="*/ 75 h 139162"/>
                <a:gd name="connsiteX15" fmla="*/ 47129 w 99833"/>
                <a:gd name="connsiteY15" fmla="*/ 28512 h 139162"/>
                <a:gd name="connsiteX16" fmla="*/ 47129 w 99833"/>
                <a:gd name="connsiteY16" fmla="*/ 680 h 139162"/>
                <a:gd name="connsiteX17" fmla="*/ 45616 w 99833"/>
                <a:gd name="connsiteY17" fmla="*/ 75 h 139162"/>
                <a:gd name="connsiteX18" fmla="*/ 842 w 99833"/>
                <a:gd name="connsiteY18" fmla="*/ 16411 h 139162"/>
                <a:gd name="connsiteX19" fmla="*/ 842 w 99833"/>
                <a:gd name="connsiteY19" fmla="*/ 2125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842" y="21252"/>
                  </a:moveTo>
                  <a:cubicBezTo>
                    <a:pt x="5078" y="20344"/>
                    <a:pt x="7800" y="20041"/>
                    <a:pt x="11431" y="20041"/>
                  </a:cubicBezTo>
                  <a:cubicBezTo>
                    <a:pt x="18994" y="20041"/>
                    <a:pt x="21716" y="24882"/>
                    <a:pt x="21716" y="38193"/>
                  </a:cubicBezTo>
                  <a:lnTo>
                    <a:pt x="21716" y="113825"/>
                  </a:lnTo>
                  <a:cubicBezTo>
                    <a:pt x="21716" y="128951"/>
                    <a:pt x="19599" y="131069"/>
                    <a:pt x="237" y="134699"/>
                  </a:cubicBezTo>
                  <a:lnTo>
                    <a:pt x="237" y="139237"/>
                  </a:lnTo>
                  <a:lnTo>
                    <a:pt x="72844" y="139237"/>
                  </a:lnTo>
                  <a:lnTo>
                    <a:pt x="72844" y="134699"/>
                  </a:lnTo>
                  <a:cubicBezTo>
                    <a:pt x="52272" y="133792"/>
                    <a:pt x="47129" y="129254"/>
                    <a:pt x="47129" y="112010"/>
                  </a:cubicBezTo>
                  <a:lnTo>
                    <a:pt x="47129" y="43941"/>
                  </a:lnTo>
                  <a:cubicBezTo>
                    <a:pt x="47129" y="34260"/>
                    <a:pt x="60137" y="19134"/>
                    <a:pt x="68306" y="19134"/>
                  </a:cubicBezTo>
                  <a:cubicBezTo>
                    <a:pt x="70121" y="19134"/>
                    <a:pt x="72844" y="20647"/>
                    <a:pt x="76171" y="23672"/>
                  </a:cubicBezTo>
                  <a:cubicBezTo>
                    <a:pt x="81012" y="27907"/>
                    <a:pt x="84340" y="29722"/>
                    <a:pt x="88272" y="29722"/>
                  </a:cubicBezTo>
                  <a:cubicBezTo>
                    <a:pt x="95533" y="29722"/>
                    <a:pt x="100071" y="24579"/>
                    <a:pt x="100071" y="16109"/>
                  </a:cubicBezTo>
                  <a:cubicBezTo>
                    <a:pt x="100071" y="6125"/>
                    <a:pt x="93718" y="75"/>
                    <a:pt x="83432" y="75"/>
                  </a:cubicBezTo>
                  <a:cubicBezTo>
                    <a:pt x="70726" y="75"/>
                    <a:pt x="61953" y="7033"/>
                    <a:pt x="47129" y="28512"/>
                  </a:cubicBezTo>
                  <a:lnTo>
                    <a:pt x="47129" y="680"/>
                  </a:lnTo>
                  <a:lnTo>
                    <a:pt x="45616" y="75"/>
                  </a:lnTo>
                  <a:cubicBezTo>
                    <a:pt x="29582" y="6730"/>
                    <a:pt x="18691" y="10663"/>
                    <a:pt x="842" y="16411"/>
                  </a:cubicBezTo>
                  <a:lnTo>
                    <a:pt x="842" y="21252"/>
                  </a:ln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D3F31D97-CE28-4F96-A421-9250D7532B5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874979" y="4610833"/>
              <a:ext cx="140372" cy="209651"/>
            </a:xfrm>
            <a:custGeom>
              <a:avLst/>
              <a:gdLst>
                <a:gd name="connsiteX0" fmla="*/ 96141 w 140372"/>
                <a:gd name="connsiteY0" fmla="*/ 209726 h 209651"/>
                <a:gd name="connsiteX1" fmla="*/ 140613 w 140372"/>
                <a:gd name="connsiteY1" fmla="*/ 193994 h 209651"/>
                <a:gd name="connsiteX2" fmla="*/ 140613 w 140372"/>
                <a:gd name="connsiteY2" fmla="*/ 189154 h 209651"/>
                <a:gd name="connsiteX3" fmla="*/ 133655 w 140372"/>
                <a:gd name="connsiteY3" fmla="*/ 189457 h 209651"/>
                <a:gd name="connsiteX4" fmla="*/ 120344 w 140372"/>
                <a:gd name="connsiteY4" fmla="*/ 172212 h 209651"/>
                <a:gd name="connsiteX5" fmla="*/ 120344 w 140372"/>
                <a:gd name="connsiteY5" fmla="*/ 680 h 209651"/>
                <a:gd name="connsiteX6" fmla="*/ 118831 w 140372"/>
                <a:gd name="connsiteY6" fmla="*/ 75 h 209651"/>
                <a:gd name="connsiteX7" fmla="*/ 74359 w 140372"/>
                <a:gd name="connsiteY7" fmla="*/ 13386 h 209651"/>
                <a:gd name="connsiteX8" fmla="*/ 74359 w 140372"/>
                <a:gd name="connsiteY8" fmla="*/ 18226 h 209651"/>
                <a:gd name="connsiteX9" fmla="*/ 81015 w 140372"/>
                <a:gd name="connsiteY9" fmla="*/ 17924 h 209651"/>
                <a:gd name="connsiteX10" fmla="*/ 94931 w 140372"/>
                <a:gd name="connsiteY10" fmla="*/ 33353 h 209651"/>
                <a:gd name="connsiteX11" fmla="*/ 94931 w 140372"/>
                <a:gd name="connsiteY11" fmla="*/ 80547 h 209651"/>
                <a:gd name="connsiteX12" fmla="*/ 63166 w 140372"/>
                <a:gd name="connsiteY12" fmla="*/ 67538 h 209651"/>
                <a:gd name="connsiteX13" fmla="*/ 240 w 140372"/>
                <a:gd name="connsiteY13" fmla="*/ 144683 h 209651"/>
                <a:gd name="connsiteX14" fmla="*/ 56208 w 140372"/>
                <a:gd name="connsiteY14" fmla="*/ 209726 h 209651"/>
                <a:gd name="connsiteX15" fmla="*/ 94931 w 140372"/>
                <a:gd name="connsiteY15" fmla="*/ 189457 h 209651"/>
                <a:gd name="connsiteX16" fmla="*/ 94931 w 140372"/>
                <a:gd name="connsiteY16" fmla="*/ 208818 h 209651"/>
                <a:gd name="connsiteX17" fmla="*/ 96141 w 140372"/>
                <a:gd name="connsiteY17" fmla="*/ 209726 h 209651"/>
                <a:gd name="connsiteX18" fmla="*/ 94931 w 140372"/>
                <a:gd name="connsiteY18" fmla="*/ 175843 h 209651"/>
                <a:gd name="connsiteX19" fmla="*/ 89788 w 140372"/>
                <a:gd name="connsiteY19" fmla="*/ 184919 h 209651"/>
                <a:gd name="connsiteX20" fmla="*/ 68006 w 140372"/>
                <a:gd name="connsiteY20" fmla="*/ 193994 h 209651"/>
                <a:gd name="connsiteX21" fmla="*/ 26258 w 140372"/>
                <a:gd name="connsiteY21" fmla="*/ 132581 h 209651"/>
                <a:gd name="connsiteX22" fmla="*/ 64074 w 140372"/>
                <a:gd name="connsiteY22" fmla="*/ 76009 h 209651"/>
                <a:gd name="connsiteX23" fmla="*/ 94931 w 140372"/>
                <a:gd name="connsiteY23" fmla="*/ 106262 h 209651"/>
                <a:gd name="connsiteX24" fmla="*/ 94931 w 140372"/>
                <a:gd name="connsiteY24" fmla="*/ 175843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72" h="209651">
                  <a:moveTo>
                    <a:pt x="96141" y="209726"/>
                  </a:moveTo>
                  <a:lnTo>
                    <a:pt x="140613" y="193994"/>
                  </a:lnTo>
                  <a:lnTo>
                    <a:pt x="140613" y="189154"/>
                  </a:lnTo>
                  <a:cubicBezTo>
                    <a:pt x="135167" y="189457"/>
                    <a:pt x="134562" y="189457"/>
                    <a:pt x="133655" y="189457"/>
                  </a:cubicBezTo>
                  <a:cubicBezTo>
                    <a:pt x="122764" y="189457"/>
                    <a:pt x="120344" y="186129"/>
                    <a:pt x="120344" y="172212"/>
                  </a:cubicBezTo>
                  <a:lnTo>
                    <a:pt x="120344" y="680"/>
                  </a:lnTo>
                  <a:lnTo>
                    <a:pt x="118831" y="75"/>
                  </a:lnTo>
                  <a:cubicBezTo>
                    <a:pt x="104310" y="5218"/>
                    <a:pt x="93721" y="8243"/>
                    <a:pt x="74359" y="13386"/>
                  </a:cubicBezTo>
                  <a:lnTo>
                    <a:pt x="74359" y="18226"/>
                  </a:lnTo>
                  <a:cubicBezTo>
                    <a:pt x="76780" y="17924"/>
                    <a:pt x="78595" y="17924"/>
                    <a:pt x="81015" y="17924"/>
                  </a:cubicBezTo>
                  <a:cubicBezTo>
                    <a:pt x="92209" y="17924"/>
                    <a:pt x="94931" y="20949"/>
                    <a:pt x="94931" y="33353"/>
                  </a:cubicBezTo>
                  <a:lnTo>
                    <a:pt x="94931" y="80547"/>
                  </a:lnTo>
                  <a:cubicBezTo>
                    <a:pt x="83435" y="70866"/>
                    <a:pt x="75267" y="67538"/>
                    <a:pt x="63166" y="67538"/>
                  </a:cubicBezTo>
                  <a:cubicBezTo>
                    <a:pt x="28375" y="67538"/>
                    <a:pt x="240" y="101724"/>
                    <a:pt x="240" y="144683"/>
                  </a:cubicBezTo>
                  <a:cubicBezTo>
                    <a:pt x="240" y="183406"/>
                    <a:pt x="22930" y="209726"/>
                    <a:pt x="56208" y="209726"/>
                  </a:cubicBezTo>
                  <a:cubicBezTo>
                    <a:pt x="73149" y="209726"/>
                    <a:pt x="84645" y="203675"/>
                    <a:pt x="94931" y="189457"/>
                  </a:cubicBezTo>
                  <a:lnTo>
                    <a:pt x="94931" y="208818"/>
                  </a:lnTo>
                  <a:lnTo>
                    <a:pt x="96141" y="209726"/>
                  </a:lnTo>
                  <a:close/>
                  <a:moveTo>
                    <a:pt x="94931" y="175843"/>
                  </a:moveTo>
                  <a:cubicBezTo>
                    <a:pt x="94931" y="177960"/>
                    <a:pt x="92814" y="181591"/>
                    <a:pt x="89788" y="184919"/>
                  </a:cubicBezTo>
                  <a:cubicBezTo>
                    <a:pt x="84343" y="190969"/>
                    <a:pt x="76780" y="193994"/>
                    <a:pt x="68006" y="193994"/>
                  </a:cubicBezTo>
                  <a:cubicBezTo>
                    <a:pt x="42897" y="193994"/>
                    <a:pt x="26258" y="169792"/>
                    <a:pt x="26258" y="132581"/>
                  </a:cubicBezTo>
                  <a:cubicBezTo>
                    <a:pt x="26258" y="98396"/>
                    <a:pt x="41082" y="76009"/>
                    <a:pt x="64074" y="76009"/>
                  </a:cubicBezTo>
                  <a:cubicBezTo>
                    <a:pt x="80107" y="76009"/>
                    <a:pt x="94931" y="90228"/>
                    <a:pt x="94931" y="106262"/>
                  </a:cubicBezTo>
                  <a:lnTo>
                    <a:pt x="94931" y="175843"/>
                  </a:ln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3BFF3317-E452-B4F6-995B-6D74420ED5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026205" y="4678297"/>
              <a:ext cx="120708" cy="142187"/>
            </a:xfrm>
            <a:custGeom>
              <a:avLst/>
              <a:gdLst>
                <a:gd name="connsiteX0" fmla="*/ 116113 w 120708"/>
                <a:gd name="connsiteY0" fmla="*/ 89623 h 142187"/>
                <a:gd name="connsiteX1" fmla="*/ 69221 w 120708"/>
                <a:gd name="connsiteY1" fmla="*/ 121388 h 142187"/>
                <a:gd name="connsiteX2" fmla="*/ 30196 w 120708"/>
                <a:gd name="connsiteY2" fmla="*/ 95371 h 142187"/>
                <a:gd name="connsiteX3" fmla="*/ 22027 w 120708"/>
                <a:gd name="connsiteY3" fmla="*/ 55437 h 142187"/>
                <a:gd name="connsiteX4" fmla="*/ 115206 w 120708"/>
                <a:gd name="connsiteY4" fmla="*/ 55437 h 142187"/>
                <a:gd name="connsiteX5" fmla="*/ 102197 w 120708"/>
                <a:gd name="connsiteY5" fmla="*/ 17319 h 142187"/>
                <a:gd name="connsiteX6" fmla="*/ 63473 w 120708"/>
                <a:gd name="connsiteY6" fmla="*/ 75 h 142187"/>
                <a:gd name="connsiteX7" fmla="*/ 22632 w 120708"/>
                <a:gd name="connsiteY7" fmla="*/ 15806 h 142187"/>
                <a:gd name="connsiteX8" fmla="*/ 245 w 120708"/>
                <a:gd name="connsiteY8" fmla="*/ 74496 h 142187"/>
                <a:gd name="connsiteX9" fmla="*/ 56818 w 120708"/>
                <a:gd name="connsiteY9" fmla="*/ 142262 h 142187"/>
                <a:gd name="connsiteX10" fmla="*/ 120954 w 120708"/>
                <a:gd name="connsiteY10" fmla="*/ 91740 h 142187"/>
                <a:gd name="connsiteX11" fmla="*/ 116113 w 120708"/>
                <a:gd name="connsiteY11" fmla="*/ 89623 h 142187"/>
                <a:gd name="connsiteX12" fmla="*/ 22632 w 120708"/>
                <a:gd name="connsiteY12" fmla="*/ 45756 h 142187"/>
                <a:gd name="connsiteX13" fmla="*/ 54700 w 120708"/>
                <a:gd name="connsiteY13" fmla="*/ 10966 h 142187"/>
                <a:gd name="connsiteX14" fmla="*/ 84348 w 120708"/>
                <a:gd name="connsiteY14" fmla="*/ 45756 h 142187"/>
                <a:gd name="connsiteX15" fmla="*/ 22632 w 120708"/>
                <a:gd name="connsiteY15" fmla="*/ 4575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13" y="89623"/>
                  </a:moveTo>
                  <a:cubicBezTo>
                    <a:pt x="101592" y="112615"/>
                    <a:pt x="88583" y="121388"/>
                    <a:pt x="69221" y="121388"/>
                  </a:cubicBezTo>
                  <a:cubicBezTo>
                    <a:pt x="51977" y="121388"/>
                    <a:pt x="38969" y="112615"/>
                    <a:pt x="30196" y="95371"/>
                  </a:cubicBezTo>
                  <a:cubicBezTo>
                    <a:pt x="24750" y="83875"/>
                    <a:pt x="22632" y="73891"/>
                    <a:pt x="22027" y="55437"/>
                  </a:cubicBezTo>
                  <a:lnTo>
                    <a:pt x="115206" y="55437"/>
                  </a:lnTo>
                  <a:cubicBezTo>
                    <a:pt x="112785" y="35773"/>
                    <a:pt x="109760" y="27000"/>
                    <a:pt x="102197" y="17319"/>
                  </a:cubicBezTo>
                  <a:cubicBezTo>
                    <a:pt x="93121" y="6428"/>
                    <a:pt x="79205" y="75"/>
                    <a:pt x="63473" y="75"/>
                  </a:cubicBezTo>
                  <a:cubicBezTo>
                    <a:pt x="48347" y="75"/>
                    <a:pt x="34128" y="5520"/>
                    <a:pt x="22632" y="15806"/>
                  </a:cubicBezTo>
                  <a:cubicBezTo>
                    <a:pt x="8414" y="28210"/>
                    <a:pt x="245" y="49689"/>
                    <a:pt x="245" y="74496"/>
                  </a:cubicBezTo>
                  <a:cubicBezTo>
                    <a:pt x="245" y="116245"/>
                    <a:pt x="22027" y="142262"/>
                    <a:pt x="56818" y="142262"/>
                  </a:cubicBezTo>
                  <a:cubicBezTo>
                    <a:pt x="85558" y="142262"/>
                    <a:pt x="108247" y="124413"/>
                    <a:pt x="120954" y="91740"/>
                  </a:cubicBezTo>
                  <a:lnTo>
                    <a:pt x="116113" y="89623"/>
                  </a:lnTo>
                  <a:close/>
                  <a:moveTo>
                    <a:pt x="22632" y="45756"/>
                  </a:moveTo>
                  <a:cubicBezTo>
                    <a:pt x="25960" y="22159"/>
                    <a:pt x="36246" y="10966"/>
                    <a:pt x="54700" y="10966"/>
                  </a:cubicBezTo>
                  <a:cubicBezTo>
                    <a:pt x="73154" y="10966"/>
                    <a:pt x="80415" y="19436"/>
                    <a:pt x="84348" y="45756"/>
                  </a:cubicBezTo>
                  <a:lnTo>
                    <a:pt x="22632" y="45756"/>
                  </a:ln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8CDBBB4-84DC-8BBF-98DB-139A34647D4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154978" y="4678297"/>
              <a:ext cx="99833" cy="139162"/>
            </a:xfrm>
            <a:custGeom>
              <a:avLst/>
              <a:gdLst>
                <a:gd name="connsiteX0" fmla="*/ 855 w 99833"/>
                <a:gd name="connsiteY0" fmla="*/ 21252 h 139162"/>
                <a:gd name="connsiteX1" fmla="*/ 11443 w 99833"/>
                <a:gd name="connsiteY1" fmla="*/ 20041 h 139162"/>
                <a:gd name="connsiteX2" fmla="*/ 21729 w 99833"/>
                <a:gd name="connsiteY2" fmla="*/ 38193 h 139162"/>
                <a:gd name="connsiteX3" fmla="*/ 21729 w 99833"/>
                <a:gd name="connsiteY3" fmla="*/ 113825 h 139162"/>
                <a:gd name="connsiteX4" fmla="*/ 250 w 99833"/>
                <a:gd name="connsiteY4" fmla="*/ 134699 h 139162"/>
                <a:gd name="connsiteX5" fmla="*/ 250 w 99833"/>
                <a:gd name="connsiteY5" fmla="*/ 139237 h 139162"/>
                <a:gd name="connsiteX6" fmla="*/ 72856 w 99833"/>
                <a:gd name="connsiteY6" fmla="*/ 139237 h 139162"/>
                <a:gd name="connsiteX7" fmla="*/ 72856 w 99833"/>
                <a:gd name="connsiteY7" fmla="*/ 134699 h 139162"/>
                <a:gd name="connsiteX8" fmla="*/ 47141 w 99833"/>
                <a:gd name="connsiteY8" fmla="*/ 112010 h 139162"/>
                <a:gd name="connsiteX9" fmla="*/ 47141 w 99833"/>
                <a:gd name="connsiteY9" fmla="*/ 43941 h 139162"/>
                <a:gd name="connsiteX10" fmla="*/ 68318 w 99833"/>
                <a:gd name="connsiteY10" fmla="*/ 19134 h 139162"/>
                <a:gd name="connsiteX11" fmla="*/ 76184 w 99833"/>
                <a:gd name="connsiteY11" fmla="*/ 23672 h 139162"/>
                <a:gd name="connsiteX12" fmla="*/ 88285 w 99833"/>
                <a:gd name="connsiteY12" fmla="*/ 29722 h 139162"/>
                <a:gd name="connsiteX13" fmla="*/ 100084 w 99833"/>
                <a:gd name="connsiteY13" fmla="*/ 16109 h 139162"/>
                <a:gd name="connsiteX14" fmla="*/ 83445 w 99833"/>
                <a:gd name="connsiteY14" fmla="*/ 75 h 139162"/>
                <a:gd name="connsiteX15" fmla="*/ 47141 w 99833"/>
                <a:gd name="connsiteY15" fmla="*/ 28512 h 139162"/>
                <a:gd name="connsiteX16" fmla="*/ 47141 w 99833"/>
                <a:gd name="connsiteY16" fmla="*/ 680 h 139162"/>
                <a:gd name="connsiteX17" fmla="*/ 45629 w 99833"/>
                <a:gd name="connsiteY17" fmla="*/ 75 h 139162"/>
                <a:gd name="connsiteX18" fmla="*/ 855 w 99833"/>
                <a:gd name="connsiteY18" fmla="*/ 16411 h 139162"/>
                <a:gd name="connsiteX19" fmla="*/ 855 w 99833"/>
                <a:gd name="connsiteY19" fmla="*/ 2125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855" y="21252"/>
                  </a:moveTo>
                  <a:cubicBezTo>
                    <a:pt x="5090" y="20344"/>
                    <a:pt x="7813" y="20041"/>
                    <a:pt x="11443" y="20041"/>
                  </a:cubicBezTo>
                  <a:cubicBezTo>
                    <a:pt x="19006" y="20041"/>
                    <a:pt x="21729" y="24882"/>
                    <a:pt x="21729" y="38193"/>
                  </a:cubicBezTo>
                  <a:lnTo>
                    <a:pt x="21729" y="113825"/>
                  </a:lnTo>
                  <a:cubicBezTo>
                    <a:pt x="21729" y="128951"/>
                    <a:pt x="19612" y="131069"/>
                    <a:pt x="250" y="134699"/>
                  </a:cubicBezTo>
                  <a:lnTo>
                    <a:pt x="250" y="139237"/>
                  </a:lnTo>
                  <a:lnTo>
                    <a:pt x="72856" y="139237"/>
                  </a:lnTo>
                  <a:lnTo>
                    <a:pt x="72856" y="134699"/>
                  </a:lnTo>
                  <a:cubicBezTo>
                    <a:pt x="52284" y="133792"/>
                    <a:pt x="47141" y="129254"/>
                    <a:pt x="47141" y="112010"/>
                  </a:cubicBezTo>
                  <a:lnTo>
                    <a:pt x="47141" y="43941"/>
                  </a:lnTo>
                  <a:cubicBezTo>
                    <a:pt x="47141" y="34260"/>
                    <a:pt x="60150" y="19134"/>
                    <a:pt x="68318" y="19134"/>
                  </a:cubicBezTo>
                  <a:cubicBezTo>
                    <a:pt x="70133" y="19134"/>
                    <a:pt x="72856" y="20647"/>
                    <a:pt x="76184" y="23672"/>
                  </a:cubicBezTo>
                  <a:cubicBezTo>
                    <a:pt x="81024" y="27907"/>
                    <a:pt x="84352" y="29722"/>
                    <a:pt x="88285" y="29722"/>
                  </a:cubicBezTo>
                  <a:cubicBezTo>
                    <a:pt x="95546" y="29722"/>
                    <a:pt x="100084" y="24579"/>
                    <a:pt x="100084" y="16109"/>
                  </a:cubicBezTo>
                  <a:cubicBezTo>
                    <a:pt x="100084" y="6125"/>
                    <a:pt x="93731" y="75"/>
                    <a:pt x="83445" y="75"/>
                  </a:cubicBezTo>
                  <a:cubicBezTo>
                    <a:pt x="70739" y="75"/>
                    <a:pt x="61965" y="7033"/>
                    <a:pt x="47141" y="28512"/>
                  </a:cubicBezTo>
                  <a:lnTo>
                    <a:pt x="47141" y="680"/>
                  </a:lnTo>
                  <a:lnTo>
                    <a:pt x="45629" y="75"/>
                  </a:lnTo>
                  <a:cubicBezTo>
                    <a:pt x="29595" y="6730"/>
                    <a:pt x="18704" y="10663"/>
                    <a:pt x="855" y="16411"/>
                  </a:cubicBezTo>
                  <a:lnTo>
                    <a:pt x="855" y="21252"/>
                  </a:lnTo>
                  <a:close/>
                </a:path>
              </a:pathLst>
            </a:custGeom>
            <a:solidFill>
              <a:srgbClr val="FFFFFF"/>
            </a:solidFill>
            <a:ln w="30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280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5375-1507-083A-65F5-C25B81803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9C23B-3FCA-CA21-88C7-A1DB3B7C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2A3F9-F092-C116-9531-8F407B5F7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ABD74-54FD-B68E-A881-93284CC0A46F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F36E9-49FC-FD6A-F049-E94EB771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74" y="210954"/>
            <a:ext cx="79629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7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C616-C2CF-083E-E8E8-21E43470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BF4D-235F-6DC5-4A3E-269D4770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249A-1864-64AB-E1C7-07E9B3704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72238-6A61-BE70-ACAB-5EBEBF084EA9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C936E-3889-AD1C-37BD-EC8A2E6A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12" y="224852"/>
            <a:ext cx="10218867" cy="62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119B-FD46-E458-BBFD-E12CD0D7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5C51-01E4-8443-9BD9-76DAC505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F390-EA1C-A84B-C267-A42A63A6F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AAA25-37FD-D757-541A-83A77374471A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CDF33-72E7-FAAD-86CD-627223FE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142416"/>
            <a:ext cx="7716327" cy="657316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C93D89-125F-CAEC-7596-ABD3D3A36A60}"/>
              </a:ext>
            </a:extLst>
          </p:cNvPr>
          <p:cNvCxnSpPr>
            <a:cxnSpLocks/>
          </p:cNvCxnSpPr>
          <p:nvPr/>
        </p:nvCxnSpPr>
        <p:spPr>
          <a:xfrm>
            <a:off x="4257368" y="3630859"/>
            <a:ext cx="314632" cy="81327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977DD12-7707-467B-2433-6B8B6D8A4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9" y="3271835"/>
            <a:ext cx="5486400" cy="31432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080E46-99B6-ACBB-4C87-F5480C5B3E4B}"/>
              </a:ext>
            </a:extLst>
          </p:cNvPr>
          <p:cNvCxnSpPr/>
          <p:nvPr/>
        </p:nvCxnSpPr>
        <p:spPr>
          <a:xfrm>
            <a:off x="4572000" y="4561609"/>
            <a:ext cx="0" cy="1475509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66071F-A17C-5678-208B-898ED73BB326}"/>
              </a:ext>
            </a:extLst>
          </p:cNvPr>
          <p:cNvCxnSpPr>
            <a:cxnSpLocks/>
          </p:cNvCxnSpPr>
          <p:nvPr/>
        </p:nvCxnSpPr>
        <p:spPr>
          <a:xfrm>
            <a:off x="3229393" y="4561609"/>
            <a:ext cx="1347067" cy="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912EE7-136F-5241-0BB8-6995C37E1B71}"/>
              </a:ext>
            </a:extLst>
          </p:cNvPr>
          <p:cNvSpPr txBox="1"/>
          <p:nvPr/>
        </p:nvSpPr>
        <p:spPr>
          <a:xfrm>
            <a:off x="5390969" y="6219204"/>
            <a:ext cx="1609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x-values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941CA-1263-238A-8EBB-DB171C728912}"/>
              </a:ext>
            </a:extLst>
          </p:cNvPr>
          <p:cNvSpPr txBox="1"/>
          <p:nvPr/>
        </p:nvSpPr>
        <p:spPr>
          <a:xfrm rot="16200000">
            <a:off x="1663951" y="3198166"/>
            <a:ext cx="1609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y-values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AFB350-009F-0791-A9FB-4D2666437BCB}"/>
              </a:ext>
            </a:extLst>
          </p:cNvPr>
          <p:cNvSpPr txBox="1"/>
          <p:nvPr/>
        </p:nvSpPr>
        <p:spPr>
          <a:xfrm>
            <a:off x="2603621" y="1139251"/>
            <a:ext cx="706148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bg1"/>
                </a:solidFill>
              </a:rPr>
              <a:t>Second order Lagrange Interpolation  Polynomial for given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313BEB-1C19-123B-1F15-21F5ECB61EBF}"/>
              </a:ext>
            </a:extLst>
          </p:cNvPr>
          <p:cNvSpPr txBox="1"/>
          <p:nvPr/>
        </p:nvSpPr>
        <p:spPr>
          <a:xfrm>
            <a:off x="3258913" y="4230623"/>
            <a:ext cx="1288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0.565844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ED39F-2D94-283A-DB7B-0C50627C7331}"/>
              </a:ext>
            </a:extLst>
          </p:cNvPr>
          <p:cNvSpPr txBox="1"/>
          <p:nvPr/>
        </p:nvSpPr>
        <p:spPr>
          <a:xfrm rot="16200000">
            <a:off x="4420383" y="5476808"/>
            <a:ext cx="624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 = 2</a:t>
            </a:r>
          </a:p>
        </p:txBody>
      </p:sp>
    </p:spTree>
    <p:extLst>
      <p:ext uri="{BB962C8B-B14F-4D97-AF65-F5344CB8AC3E}">
        <p14:creationId xmlns:p14="http://schemas.microsoft.com/office/powerpoint/2010/main" val="358650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8652-450C-5A8F-1BE5-57E3C34C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0483-05BA-AAA1-5FAA-90820561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99E7-7AAF-2C4E-238D-D05870BED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1431B-E589-1DBB-B9DF-C746F3A9EEDB}"/>
                  </a:ext>
                </a:extLst>
              </p:cNvPr>
              <p:cNvSpPr txBox="1"/>
              <p:nvPr/>
            </p:nvSpPr>
            <p:spPr>
              <a:xfrm>
                <a:off x="1972272" y="748034"/>
                <a:ext cx="955498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Ex:  Using </a:t>
                </a:r>
                <a:r>
                  <a:rPr lang="en-US" sz="2800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Lagrange Interpolation </a:t>
                </a:r>
                <a:r>
                  <a:rPr lang="en-US" sz="2800" dirty="0"/>
                  <a:t>for the given data and compute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(10).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1431B-E589-1DBB-B9DF-C746F3A9E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72" y="748034"/>
                <a:ext cx="9554980" cy="954107"/>
              </a:xfrm>
              <a:prstGeom prst="rect">
                <a:avLst/>
              </a:prstGeom>
              <a:blipFill>
                <a:blip r:embed="rId76"/>
                <a:stretch>
                  <a:fillRect l="-1340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682888D-3078-7DB1-7DE6-B22A3C48BFE8}"/>
              </a:ext>
            </a:extLst>
          </p:cNvPr>
          <p:cNvGrpSpPr/>
          <p:nvPr/>
        </p:nvGrpSpPr>
        <p:grpSpPr>
          <a:xfrm>
            <a:off x="2422323" y="2401271"/>
            <a:ext cx="6395148" cy="2623449"/>
            <a:chOff x="3235929" y="2303995"/>
            <a:chExt cx="6395148" cy="262344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428C9C-CBF9-95A0-3636-55206DE087EC}"/>
                </a:ext>
              </a:extLst>
            </p:cNvPr>
            <p:cNvSpPr/>
            <p:nvPr/>
          </p:nvSpPr>
          <p:spPr>
            <a:xfrm>
              <a:off x="3235929" y="2303995"/>
              <a:ext cx="6380958" cy="45312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3E5901-814F-E54A-15BC-6AEF9840D1D5}"/>
                </a:ext>
              </a:extLst>
            </p:cNvPr>
            <p:cNvSpPr/>
            <p:nvPr/>
          </p:nvSpPr>
          <p:spPr>
            <a:xfrm>
              <a:off x="3250119" y="3140884"/>
              <a:ext cx="6380958" cy="45312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031889-3570-ED6B-642E-7190FC6A0A6B}"/>
                </a:ext>
              </a:extLst>
            </p:cNvPr>
            <p:cNvSpPr/>
            <p:nvPr/>
          </p:nvSpPr>
          <p:spPr>
            <a:xfrm>
              <a:off x="3250119" y="3998194"/>
              <a:ext cx="6380958" cy="45312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6" name="Group 395" descr="\documentclass{article}&#10;\usepackage{amsmath,amsfonts,amssymb,xcolor,mathptmx}&#10;\newcommand{\dbar}{{d\mkern-7mu\mathchar'26\mkern-2mu}}&#10;\usepackage{times}&#10;\usepackage{mathptmx}&#10;\usepackage{tabularx}&#10;\usepackage{bm}&#10;\usepackage{xcolor}&#10;\pagestyle{empty}&#10;\begin{document}&#10;\color{white}{&#10;\begin{tabular}{|&gt;{\centering\arraybackslash}m{1cm}|&gt;{\centering\arraybackslash}m{2cm}|&gt;{\centering\arraybackslash}m{2cm}|}&#10;\hline&#10;$k$ &amp; $t [s]$ &amp; $v [cm/s]$  \\&#10;\hline&#10;0 &amp; 1 &amp;  800 \\&#10;\hline&#10;1 &amp; 3 &amp;  2310 \\&#10;\hline&#10;2 &amp; 5 &amp;  3090 \\&#10;\hline&#10;3 &amp; 7 &amp;  3940 \\&#10;\hline&#10;4 &amp; 13 &amp;  4755 \\&#10;\hline&#10;\end{tabular}&#10;}&#10;\end{document}" title="IguanaTex Shape Display">
              <a:extLst>
                <a:ext uri="{FF2B5EF4-FFF2-40B4-BE49-F238E27FC236}">
                  <a16:creationId xmlns:a16="http://schemas.microsoft.com/office/drawing/2014/main" id="{3C4DE3B4-B920-2EA1-361E-784FD892513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3235929" y="2303995"/>
              <a:ext cx="6380958" cy="2623449"/>
              <a:chOff x="6185599" y="4163524"/>
              <a:chExt cx="6380958" cy="2623449"/>
            </a:xfrm>
          </p:grpSpPr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6B647FF-447E-FF1D-51A7-E139CE5BC59D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6185599" y="4163524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B735EDFA-36EC-6390-D644-0B3723D904E5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6185599" y="417755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BC7D6F8E-F60E-3A76-CD12-2EF1EFB2BC7D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6840530" y="4233511"/>
                <a:ext cx="157988" cy="242496"/>
              </a:xfrm>
              <a:custGeom>
                <a:avLst/>
                <a:gdLst>
                  <a:gd name="connsiteX0" fmla="*/ 141471 w 157988"/>
                  <a:gd name="connsiteY0" fmla="*/ 200628 h 242496"/>
                  <a:gd name="connsiteX1" fmla="*/ 136170 w 157988"/>
                  <a:gd name="connsiteY1" fmla="*/ 209713 h 242496"/>
                  <a:gd name="connsiteX2" fmla="*/ 120265 w 157988"/>
                  <a:gd name="connsiteY2" fmla="*/ 224388 h 242496"/>
                  <a:gd name="connsiteX3" fmla="*/ 91636 w 157988"/>
                  <a:gd name="connsiteY3" fmla="*/ 179313 h 242496"/>
                  <a:gd name="connsiteX4" fmla="*/ 78559 w 157988"/>
                  <a:gd name="connsiteY4" fmla="*/ 148564 h 242496"/>
                  <a:gd name="connsiteX5" fmla="*/ 158083 w 157988"/>
                  <a:gd name="connsiteY5" fmla="*/ 94754 h 242496"/>
                  <a:gd name="connsiteX6" fmla="*/ 158083 w 157988"/>
                  <a:gd name="connsiteY6" fmla="*/ 89163 h 242496"/>
                  <a:gd name="connsiteX7" fmla="*/ 93403 w 157988"/>
                  <a:gd name="connsiteY7" fmla="*/ 89163 h 242496"/>
                  <a:gd name="connsiteX8" fmla="*/ 93403 w 157988"/>
                  <a:gd name="connsiteY8" fmla="*/ 94754 h 242496"/>
                  <a:gd name="connsiteX9" fmla="*/ 99058 w 157988"/>
                  <a:gd name="connsiteY9" fmla="*/ 94754 h 242496"/>
                  <a:gd name="connsiteX10" fmla="*/ 112843 w 157988"/>
                  <a:gd name="connsiteY10" fmla="*/ 101044 h 242496"/>
                  <a:gd name="connsiteX11" fmla="*/ 62301 w 157988"/>
                  <a:gd name="connsiteY11" fmla="*/ 149962 h 242496"/>
                  <a:gd name="connsiteX12" fmla="*/ 47103 w 157988"/>
                  <a:gd name="connsiteY12" fmla="*/ 161493 h 242496"/>
                  <a:gd name="connsiteX13" fmla="*/ 89516 w 157988"/>
                  <a:gd name="connsiteY13" fmla="*/ 1809 h 242496"/>
                  <a:gd name="connsiteX14" fmla="*/ 87748 w 157988"/>
                  <a:gd name="connsiteY14" fmla="*/ 62 h 242496"/>
                  <a:gd name="connsiteX15" fmla="*/ 32612 w 157988"/>
                  <a:gd name="connsiteY15" fmla="*/ 9496 h 242496"/>
                  <a:gd name="connsiteX16" fmla="*/ 32612 w 157988"/>
                  <a:gd name="connsiteY16" fmla="*/ 15087 h 242496"/>
                  <a:gd name="connsiteX17" fmla="*/ 56646 w 157988"/>
                  <a:gd name="connsiteY17" fmla="*/ 23822 h 242496"/>
                  <a:gd name="connsiteX18" fmla="*/ 48870 w 157988"/>
                  <a:gd name="connsiteY18" fmla="*/ 55270 h 242496"/>
                  <a:gd name="connsiteX19" fmla="*/ 45689 w 157988"/>
                  <a:gd name="connsiteY19" fmla="*/ 66800 h 242496"/>
                  <a:gd name="connsiteX20" fmla="*/ 44982 w 157988"/>
                  <a:gd name="connsiteY20" fmla="*/ 69945 h 242496"/>
                  <a:gd name="connsiteX21" fmla="*/ 95 w 157988"/>
                  <a:gd name="connsiteY21" fmla="*/ 238714 h 242496"/>
                  <a:gd name="connsiteX22" fmla="*/ 26603 w 157988"/>
                  <a:gd name="connsiteY22" fmla="*/ 238714 h 242496"/>
                  <a:gd name="connsiteX23" fmla="*/ 43568 w 157988"/>
                  <a:gd name="connsiteY23" fmla="*/ 175819 h 242496"/>
                  <a:gd name="connsiteX24" fmla="*/ 58413 w 157988"/>
                  <a:gd name="connsiteY24" fmla="*/ 164638 h 242496"/>
                  <a:gd name="connsiteX25" fmla="*/ 79619 w 157988"/>
                  <a:gd name="connsiteY25" fmla="*/ 213906 h 242496"/>
                  <a:gd name="connsiteX26" fmla="*/ 107541 w 157988"/>
                  <a:gd name="connsiteY26" fmla="*/ 242558 h 242496"/>
                  <a:gd name="connsiteX27" fmla="*/ 146773 w 157988"/>
                  <a:gd name="connsiteY27" fmla="*/ 204471 h 242496"/>
                  <a:gd name="connsiteX28" fmla="*/ 141471 w 157988"/>
                  <a:gd name="connsiteY28" fmla="*/ 200628 h 242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57988" h="242496">
                    <a:moveTo>
                      <a:pt x="141471" y="200628"/>
                    </a:moveTo>
                    <a:lnTo>
                      <a:pt x="136170" y="209713"/>
                    </a:lnTo>
                    <a:cubicBezTo>
                      <a:pt x="129808" y="220545"/>
                      <a:pt x="125566" y="224388"/>
                      <a:pt x="120265" y="224388"/>
                    </a:cubicBezTo>
                    <a:cubicBezTo>
                      <a:pt x="112843" y="224388"/>
                      <a:pt x="105420" y="212857"/>
                      <a:pt x="91636" y="179313"/>
                    </a:cubicBezTo>
                    <a:cubicBezTo>
                      <a:pt x="89869" y="174771"/>
                      <a:pt x="84567" y="162192"/>
                      <a:pt x="78559" y="148564"/>
                    </a:cubicBezTo>
                    <a:cubicBezTo>
                      <a:pt x="130515" y="102791"/>
                      <a:pt x="141471" y="95802"/>
                      <a:pt x="158083" y="94754"/>
                    </a:cubicBezTo>
                    <a:lnTo>
                      <a:pt x="158083" y="89163"/>
                    </a:lnTo>
                    <a:lnTo>
                      <a:pt x="93403" y="89163"/>
                    </a:lnTo>
                    <a:lnTo>
                      <a:pt x="93403" y="94754"/>
                    </a:lnTo>
                    <a:lnTo>
                      <a:pt x="99058" y="94754"/>
                    </a:lnTo>
                    <a:cubicBezTo>
                      <a:pt x="107894" y="94754"/>
                      <a:pt x="112843" y="97200"/>
                      <a:pt x="112843" y="101044"/>
                    </a:cubicBezTo>
                    <a:cubicBezTo>
                      <a:pt x="112843" y="108032"/>
                      <a:pt x="95171" y="125153"/>
                      <a:pt x="62301" y="149962"/>
                    </a:cubicBezTo>
                    <a:cubicBezTo>
                      <a:pt x="57352" y="153806"/>
                      <a:pt x="53111" y="157300"/>
                      <a:pt x="47103" y="161493"/>
                    </a:cubicBezTo>
                    <a:lnTo>
                      <a:pt x="89516" y="1809"/>
                    </a:lnTo>
                    <a:lnTo>
                      <a:pt x="87748" y="62"/>
                    </a:lnTo>
                    <a:cubicBezTo>
                      <a:pt x="66895" y="4604"/>
                      <a:pt x="53465" y="7050"/>
                      <a:pt x="32612" y="9496"/>
                    </a:cubicBezTo>
                    <a:lnTo>
                      <a:pt x="32612" y="15087"/>
                    </a:lnTo>
                    <a:cubicBezTo>
                      <a:pt x="49577" y="14737"/>
                      <a:pt x="56292" y="17183"/>
                      <a:pt x="56646" y="23822"/>
                    </a:cubicBezTo>
                    <a:cubicBezTo>
                      <a:pt x="55939" y="29762"/>
                      <a:pt x="53465" y="39196"/>
                      <a:pt x="48870" y="55270"/>
                    </a:cubicBezTo>
                    <a:cubicBezTo>
                      <a:pt x="47456" y="60162"/>
                      <a:pt x="46396" y="64005"/>
                      <a:pt x="45689" y="66800"/>
                    </a:cubicBezTo>
                    <a:lnTo>
                      <a:pt x="44982" y="69945"/>
                    </a:lnTo>
                    <a:lnTo>
                      <a:pt x="95" y="238714"/>
                    </a:lnTo>
                    <a:lnTo>
                      <a:pt x="26603" y="238714"/>
                    </a:lnTo>
                    <a:lnTo>
                      <a:pt x="43568" y="175819"/>
                    </a:lnTo>
                    <a:lnTo>
                      <a:pt x="58413" y="164638"/>
                    </a:lnTo>
                    <a:cubicBezTo>
                      <a:pt x="64068" y="180012"/>
                      <a:pt x="73257" y="201327"/>
                      <a:pt x="79619" y="213906"/>
                    </a:cubicBezTo>
                    <a:cubicBezTo>
                      <a:pt x="90929" y="235919"/>
                      <a:pt x="97291" y="242558"/>
                      <a:pt x="107541" y="242558"/>
                    </a:cubicBezTo>
                    <a:cubicBezTo>
                      <a:pt x="121679" y="242558"/>
                      <a:pt x="130868" y="233823"/>
                      <a:pt x="146773" y="204471"/>
                    </a:cubicBezTo>
                    <a:lnTo>
                      <a:pt x="141471" y="200628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1AAD4FE3-0268-7CD2-1107-B9C04432B618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634916" y="417755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8286194-D17C-4D30-4B2B-B406A354B791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651379" y="4281381"/>
                <a:ext cx="91541" cy="194626"/>
              </a:xfrm>
              <a:custGeom>
                <a:avLst/>
                <a:gdLst>
                  <a:gd name="connsiteX0" fmla="*/ 91687 w 91541"/>
                  <a:gd name="connsiteY0" fmla="*/ 41293 h 194626"/>
                  <a:gd name="connsiteX1" fmla="*/ 63412 w 91541"/>
                  <a:gd name="connsiteY1" fmla="*/ 41293 h 194626"/>
                  <a:gd name="connsiteX2" fmla="*/ 73308 w 91541"/>
                  <a:gd name="connsiteY2" fmla="*/ 5303 h 194626"/>
                  <a:gd name="connsiteX3" fmla="*/ 73661 w 91541"/>
                  <a:gd name="connsiteY3" fmla="*/ 3556 h 194626"/>
                  <a:gd name="connsiteX4" fmla="*/ 70834 w 91541"/>
                  <a:gd name="connsiteY4" fmla="*/ 62 h 194626"/>
                  <a:gd name="connsiteX5" fmla="*/ 65532 w 91541"/>
                  <a:gd name="connsiteY5" fmla="*/ 3206 h 194626"/>
                  <a:gd name="connsiteX6" fmla="*/ 18524 w 91541"/>
                  <a:gd name="connsiteY6" fmla="*/ 41642 h 194626"/>
                  <a:gd name="connsiteX7" fmla="*/ 7214 w 91541"/>
                  <a:gd name="connsiteY7" fmla="*/ 50378 h 194626"/>
                  <a:gd name="connsiteX8" fmla="*/ 7568 w 91541"/>
                  <a:gd name="connsiteY8" fmla="*/ 52474 h 194626"/>
                  <a:gd name="connsiteX9" fmla="*/ 33722 w 91541"/>
                  <a:gd name="connsiteY9" fmla="*/ 52474 h 194626"/>
                  <a:gd name="connsiteX10" fmla="*/ 8275 w 91541"/>
                  <a:gd name="connsiteY10" fmla="*/ 148564 h 194626"/>
                  <a:gd name="connsiteX11" fmla="*/ 6154 w 91541"/>
                  <a:gd name="connsiteY11" fmla="*/ 155902 h 194626"/>
                  <a:gd name="connsiteX12" fmla="*/ 146 w 91541"/>
                  <a:gd name="connsiteY12" fmla="*/ 181410 h 194626"/>
                  <a:gd name="connsiteX13" fmla="*/ 17111 w 91541"/>
                  <a:gd name="connsiteY13" fmla="*/ 194688 h 194626"/>
                  <a:gd name="connsiteX14" fmla="*/ 67299 w 91541"/>
                  <a:gd name="connsiteY14" fmla="*/ 152408 h 194626"/>
                  <a:gd name="connsiteX15" fmla="*/ 62705 w 91541"/>
                  <a:gd name="connsiteY15" fmla="*/ 149962 h 194626"/>
                  <a:gd name="connsiteX16" fmla="*/ 34076 w 91541"/>
                  <a:gd name="connsiteY16" fmla="*/ 177566 h 194626"/>
                  <a:gd name="connsiteX17" fmla="*/ 28774 w 91541"/>
                  <a:gd name="connsiteY17" fmla="*/ 170578 h 194626"/>
                  <a:gd name="connsiteX18" fmla="*/ 29128 w 91541"/>
                  <a:gd name="connsiteY18" fmla="*/ 168831 h 194626"/>
                  <a:gd name="connsiteX19" fmla="*/ 60231 w 91541"/>
                  <a:gd name="connsiteY19" fmla="*/ 52474 h 194626"/>
                  <a:gd name="connsiteX20" fmla="*/ 89920 w 91541"/>
                  <a:gd name="connsiteY20" fmla="*/ 52474 h 194626"/>
                  <a:gd name="connsiteX21" fmla="*/ 91687 w 91541"/>
                  <a:gd name="connsiteY21" fmla="*/ 41293 h 194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1541" h="194626">
                    <a:moveTo>
                      <a:pt x="91687" y="41293"/>
                    </a:moveTo>
                    <a:lnTo>
                      <a:pt x="63412" y="41293"/>
                    </a:lnTo>
                    <a:lnTo>
                      <a:pt x="73308" y="5303"/>
                    </a:lnTo>
                    <a:cubicBezTo>
                      <a:pt x="73661" y="4604"/>
                      <a:pt x="73661" y="3905"/>
                      <a:pt x="73661" y="3556"/>
                    </a:cubicBezTo>
                    <a:cubicBezTo>
                      <a:pt x="73661" y="1110"/>
                      <a:pt x="72601" y="62"/>
                      <a:pt x="70834" y="62"/>
                    </a:cubicBezTo>
                    <a:cubicBezTo>
                      <a:pt x="68713" y="62"/>
                      <a:pt x="67653" y="411"/>
                      <a:pt x="65532" y="3206"/>
                    </a:cubicBezTo>
                    <a:cubicBezTo>
                      <a:pt x="51748" y="21027"/>
                      <a:pt x="29835" y="38498"/>
                      <a:pt x="18524" y="41642"/>
                    </a:cubicBezTo>
                    <a:cubicBezTo>
                      <a:pt x="9688" y="44438"/>
                      <a:pt x="7214" y="46534"/>
                      <a:pt x="7214" y="50378"/>
                    </a:cubicBezTo>
                    <a:cubicBezTo>
                      <a:pt x="7214" y="50727"/>
                      <a:pt x="7214" y="51426"/>
                      <a:pt x="7568" y="52474"/>
                    </a:cubicBezTo>
                    <a:lnTo>
                      <a:pt x="33722" y="52474"/>
                    </a:lnTo>
                    <a:lnTo>
                      <a:pt x="8275" y="148564"/>
                    </a:lnTo>
                    <a:cubicBezTo>
                      <a:pt x="7568" y="151709"/>
                      <a:pt x="7214" y="152757"/>
                      <a:pt x="6154" y="155902"/>
                    </a:cubicBezTo>
                    <a:cubicBezTo>
                      <a:pt x="2973" y="166385"/>
                      <a:pt x="146" y="178614"/>
                      <a:pt x="146" y="181410"/>
                    </a:cubicBezTo>
                    <a:cubicBezTo>
                      <a:pt x="146" y="189097"/>
                      <a:pt x="7568" y="194688"/>
                      <a:pt x="17111" y="194688"/>
                    </a:cubicBezTo>
                    <a:cubicBezTo>
                      <a:pt x="33369" y="194688"/>
                      <a:pt x="45033" y="184904"/>
                      <a:pt x="67299" y="152408"/>
                    </a:cubicBezTo>
                    <a:lnTo>
                      <a:pt x="62705" y="149962"/>
                    </a:lnTo>
                    <a:cubicBezTo>
                      <a:pt x="45386" y="171975"/>
                      <a:pt x="39731" y="177566"/>
                      <a:pt x="34076" y="177566"/>
                    </a:cubicBezTo>
                    <a:cubicBezTo>
                      <a:pt x="30895" y="177566"/>
                      <a:pt x="28774" y="174771"/>
                      <a:pt x="28774" y="170578"/>
                    </a:cubicBezTo>
                    <a:cubicBezTo>
                      <a:pt x="28774" y="170228"/>
                      <a:pt x="28774" y="169879"/>
                      <a:pt x="29128" y="168831"/>
                    </a:cubicBezTo>
                    <a:lnTo>
                      <a:pt x="60231" y="52474"/>
                    </a:lnTo>
                    <a:lnTo>
                      <a:pt x="89920" y="52474"/>
                    </a:lnTo>
                    <a:lnTo>
                      <a:pt x="91687" y="4129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66098D-4FF9-5778-758A-860068A0B795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802750" y="4210100"/>
                <a:ext cx="48421" cy="349418"/>
              </a:xfrm>
              <a:custGeom>
                <a:avLst/>
                <a:gdLst>
                  <a:gd name="connsiteX0" fmla="*/ 48570 w 48421"/>
                  <a:gd name="connsiteY0" fmla="*/ 349480 h 349418"/>
                  <a:gd name="connsiteX1" fmla="*/ 48570 w 48421"/>
                  <a:gd name="connsiteY1" fmla="*/ 335503 h 349418"/>
                  <a:gd name="connsiteX2" fmla="*/ 14287 w 48421"/>
                  <a:gd name="connsiteY2" fmla="*/ 335503 h 349418"/>
                  <a:gd name="connsiteX3" fmla="*/ 14287 w 48421"/>
                  <a:gd name="connsiteY3" fmla="*/ 14038 h 349418"/>
                  <a:gd name="connsiteX4" fmla="*/ 48570 w 48421"/>
                  <a:gd name="connsiteY4" fmla="*/ 14038 h 349418"/>
                  <a:gd name="connsiteX5" fmla="*/ 48570 w 48421"/>
                  <a:gd name="connsiteY5" fmla="*/ 62 h 349418"/>
                  <a:gd name="connsiteX6" fmla="*/ 149 w 48421"/>
                  <a:gd name="connsiteY6" fmla="*/ 62 h 349418"/>
                  <a:gd name="connsiteX7" fmla="*/ 149 w 48421"/>
                  <a:gd name="connsiteY7" fmla="*/ 349480 h 349418"/>
                  <a:gd name="connsiteX8" fmla="*/ 48570 w 48421"/>
                  <a:gd name="connsiteY8" fmla="*/ 349480 h 34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421" h="349418">
                    <a:moveTo>
                      <a:pt x="48570" y="349480"/>
                    </a:moveTo>
                    <a:lnTo>
                      <a:pt x="48570" y="335503"/>
                    </a:lnTo>
                    <a:lnTo>
                      <a:pt x="14287" y="335503"/>
                    </a:lnTo>
                    <a:lnTo>
                      <a:pt x="14287" y="14038"/>
                    </a:lnTo>
                    <a:lnTo>
                      <a:pt x="48570" y="14038"/>
                    </a:lnTo>
                    <a:lnTo>
                      <a:pt x="48570" y="62"/>
                    </a:lnTo>
                    <a:lnTo>
                      <a:pt x="149" y="62"/>
                    </a:lnTo>
                    <a:lnTo>
                      <a:pt x="149" y="349480"/>
                    </a:lnTo>
                    <a:lnTo>
                      <a:pt x="48570" y="34948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F51C9D2A-6AFE-0D08-47AD-2D53439D196F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864966" y="4317721"/>
                <a:ext cx="123704" cy="158985"/>
              </a:xfrm>
              <a:custGeom>
                <a:avLst/>
                <a:gdLst>
                  <a:gd name="connsiteX0" fmla="*/ 7221 w 123704"/>
                  <a:gd name="connsiteY0" fmla="*/ 103489 h 158985"/>
                  <a:gd name="connsiteX1" fmla="*/ 152 w 123704"/>
                  <a:gd name="connsiteY1" fmla="*/ 159047 h 158985"/>
                  <a:gd name="connsiteX2" fmla="*/ 5807 w 123704"/>
                  <a:gd name="connsiteY2" fmla="*/ 159047 h 158985"/>
                  <a:gd name="connsiteX3" fmla="*/ 14289 w 123704"/>
                  <a:gd name="connsiteY3" fmla="*/ 151709 h 158985"/>
                  <a:gd name="connsiteX4" fmla="*/ 31608 w 123704"/>
                  <a:gd name="connsiteY4" fmla="*/ 154854 h 158985"/>
                  <a:gd name="connsiteX5" fmla="*/ 51047 w 123704"/>
                  <a:gd name="connsiteY5" fmla="*/ 158348 h 158985"/>
                  <a:gd name="connsiteX6" fmla="*/ 101943 w 123704"/>
                  <a:gd name="connsiteY6" fmla="*/ 112924 h 158985"/>
                  <a:gd name="connsiteX7" fmla="*/ 77909 w 123704"/>
                  <a:gd name="connsiteY7" fmla="*/ 64005 h 158985"/>
                  <a:gd name="connsiteX8" fmla="*/ 58823 w 123704"/>
                  <a:gd name="connsiteY8" fmla="*/ 27316 h 158985"/>
                  <a:gd name="connsiteX9" fmla="*/ 78616 w 123704"/>
                  <a:gd name="connsiteY9" fmla="*/ 8448 h 158985"/>
                  <a:gd name="connsiteX10" fmla="*/ 111132 w 123704"/>
                  <a:gd name="connsiteY10" fmla="*/ 48631 h 158985"/>
                  <a:gd name="connsiteX11" fmla="*/ 116787 w 123704"/>
                  <a:gd name="connsiteY11" fmla="*/ 48631 h 158985"/>
                  <a:gd name="connsiteX12" fmla="*/ 123856 w 123704"/>
                  <a:gd name="connsiteY12" fmla="*/ 62 h 158985"/>
                  <a:gd name="connsiteX13" fmla="*/ 118908 w 123704"/>
                  <a:gd name="connsiteY13" fmla="*/ 62 h 158985"/>
                  <a:gd name="connsiteX14" fmla="*/ 108305 w 123704"/>
                  <a:gd name="connsiteY14" fmla="*/ 6351 h 158985"/>
                  <a:gd name="connsiteX15" fmla="*/ 95581 w 123704"/>
                  <a:gd name="connsiteY15" fmla="*/ 3905 h 158985"/>
                  <a:gd name="connsiteX16" fmla="*/ 75788 w 123704"/>
                  <a:gd name="connsiteY16" fmla="*/ 411 h 158985"/>
                  <a:gd name="connsiteX17" fmla="*/ 33022 w 123704"/>
                  <a:gd name="connsiteY17" fmla="*/ 38847 h 158985"/>
                  <a:gd name="connsiteX18" fmla="*/ 55289 w 123704"/>
                  <a:gd name="connsiteY18" fmla="*/ 83922 h 158985"/>
                  <a:gd name="connsiteX19" fmla="*/ 75081 w 123704"/>
                  <a:gd name="connsiteY19" fmla="*/ 124105 h 158985"/>
                  <a:gd name="connsiteX20" fmla="*/ 48927 w 123704"/>
                  <a:gd name="connsiteY20" fmla="*/ 151010 h 158985"/>
                  <a:gd name="connsiteX21" fmla="*/ 12876 w 123704"/>
                  <a:gd name="connsiteY21" fmla="*/ 103489 h 158985"/>
                  <a:gd name="connsiteX22" fmla="*/ 7221 w 123704"/>
                  <a:gd name="connsiteY22" fmla="*/ 103489 h 15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3704" h="158985">
                    <a:moveTo>
                      <a:pt x="7221" y="103489"/>
                    </a:moveTo>
                    <a:lnTo>
                      <a:pt x="152" y="159047"/>
                    </a:lnTo>
                    <a:lnTo>
                      <a:pt x="5807" y="159047"/>
                    </a:lnTo>
                    <a:cubicBezTo>
                      <a:pt x="8634" y="153456"/>
                      <a:pt x="10755" y="151709"/>
                      <a:pt x="14289" y="151709"/>
                    </a:cubicBezTo>
                    <a:cubicBezTo>
                      <a:pt x="18177" y="151709"/>
                      <a:pt x="24539" y="153107"/>
                      <a:pt x="31608" y="154854"/>
                    </a:cubicBezTo>
                    <a:cubicBezTo>
                      <a:pt x="39384" y="157300"/>
                      <a:pt x="45392" y="158348"/>
                      <a:pt x="51047" y="158348"/>
                    </a:cubicBezTo>
                    <a:cubicBezTo>
                      <a:pt x="80736" y="158348"/>
                      <a:pt x="101943" y="139480"/>
                      <a:pt x="101943" y="112924"/>
                    </a:cubicBezTo>
                    <a:cubicBezTo>
                      <a:pt x="101943" y="99646"/>
                      <a:pt x="94521" y="84271"/>
                      <a:pt x="77909" y="64005"/>
                    </a:cubicBezTo>
                    <a:cubicBezTo>
                      <a:pt x="64478" y="47583"/>
                      <a:pt x="58823" y="36751"/>
                      <a:pt x="58823" y="27316"/>
                    </a:cubicBezTo>
                    <a:cubicBezTo>
                      <a:pt x="58823" y="15785"/>
                      <a:pt x="66245" y="8448"/>
                      <a:pt x="78616" y="8448"/>
                    </a:cubicBezTo>
                    <a:cubicBezTo>
                      <a:pt x="96995" y="8448"/>
                      <a:pt x="107598" y="21376"/>
                      <a:pt x="111132" y="48631"/>
                    </a:cubicBezTo>
                    <a:lnTo>
                      <a:pt x="116787" y="48631"/>
                    </a:lnTo>
                    <a:lnTo>
                      <a:pt x="123856" y="62"/>
                    </a:lnTo>
                    <a:lnTo>
                      <a:pt x="118908" y="62"/>
                    </a:lnTo>
                    <a:cubicBezTo>
                      <a:pt x="116080" y="4953"/>
                      <a:pt x="113253" y="6351"/>
                      <a:pt x="108305" y="6351"/>
                    </a:cubicBezTo>
                    <a:cubicBezTo>
                      <a:pt x="105831" y="6351"/>
                      <a:pt x="102296" y="5652"/>
                      <a:pt x="95581" y="3905"/>
                    </a:cubicBezTo>
                    <a:cubicBezTo>
                      <a:pt x="86745" y="1110"/>
                      <a:pt x="81443" y="411"/>
                      <a:pt x="75788" y="411"/>
                    </a:cubicBezTo>
                    <a:cubicBezTo>
                      <a:pt x="49987" y="411"/>
                      <a:pt x="33022" y="15436"/>
                      <a:pt x="33022" y="38847"/>
                    </a:cubicBezTo>
                    <a:cubicBezTo>
                      <a:pt x="33022" y="50028"/>
                      <a:pt x="40444" y="65053"/>
                      <a:pt x="55289" y="83922"/>
                    </a:cubicBezTo>
                    <a:cubicBezTo>
                      <a:pt x="69073" y="101742"/>
                      <a:pt x="75081" y="113972"/>
                      <a:pt x="75081" y="124105"/>
                    </a:cubicBezTo>
                    <a:cubicBezTo>
                      <a:pt x="75081" y="139829"/>
                      <a:pt x="64478" y="151010"/>
                      <a:pt x="48927" y="151010"/>
                    </a:cubicBezTo>
                    <a:cubicBezTo>
                      <a:pt x="29487" y="151010"/>
                      <a:pt x="18531" y="136684"/>
                      <a:pt x="12876" y="103489"/>
                    </a:cubicBezTo>
                    <a:lnTo>
                      <a:pt x="7221" y="10348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35DBDF3C-D225-EFCC-92D1-13A3A0C2B799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9005087" y="4210100"/>
                <a:ext cx="48421" cy="349418"/>
              </a:xfrm>
              <a:custGeom>
                <a:avLst/>
                <a:gdLst>
                  <a:gd name="connsiteX0" fmla="*/ 48577 w 48421"/>
                  <a:gd name="connsiteY0" fmla="*/ 62 h 349418"/>
                  <a:gd name="connsiteX1" fmla="*/ 156 w 48421"/>
                  <a:gd name="connsiteY1" fmla="*/ 62 h 349418"/>
                  <a:gd name="connsiteX2" fmla="*/ 156 w 48421"/>
                  <a:gd name="connsiteY2" fmla="*/ 14038 h 349418"/>
                  <a:gd name="connsiteX3" fmla="*/ 34439 w 48421"/>
                  <a:gd name="connsiteY3" fmla="*/ 14038 h 349418"/>
                  <a:gd name="connsiteX4" fmla="*/ 34439 w 48421"/>
                  <a:gd name="connsiteY4" fmla="*/ 335503 h 349418"/>
                  <a:gd name="connsiteX5" fmla="*/ 156 w 48421"/>
                  <a:gd name="connsiteY5" fmla="*/ 335503 h 349418"/>
                  <a:gd name="connsiteX6" fmla="*/ 156 w 48421"/>
                  <a:gd name="connsiteY6" fmla="*/ 349480 h 349418"/>
                  <a:gd name="connsiteX7" fmla="*/ 48577 w 48421"/>
                  <a:gd name="connsiteY7" fmla="*/ 349480 h 349418"/>
                  <a:gd name="connsiteX8" fmla="*/ 48577 w 48421"/>
                  <a:gd name="connsiteY8" fmla="*/ 62 h 34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421" h="349418">
                    <a:moveTo>
                      <a:pt x="48577" y="62"/>
                    </a:moveTo>
                    <a:lnTo>
                      <a:pt x="156" y="62"/>
                    </a:lnTo>
                    <a:lnTo>
                      <a:pt x="156" y="14038"/>
                    </a:lnTo>
                    <a:lnTo>
                      <a:pt x="34439" y="14038"/>
                    </a:lnTo>
                    <a:lnTo>
                      <a:pt x="34439" y="335503"/>
                    </a:lnTo>
                    <a:lnTo>
                      <a:pt x="156" y="335503"/>
                    </a:lnTo>
                    <a:lnTo>
                      <a:pt x="156" y="349480"/>
                    </a:lnTo>
                    <a:lnTo>
                      <a:pt x="48577" y="349480"/>
                    </a:lnTo>
                    <a:lnTo>
                      <a:pt x="48577" y="6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AFC10218-3B2A-0529-0536-0A9A8A70CEE0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0093641" y="417755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1 w 14190"/>
                  <a:gd name="connsiteY1" fmla="*/ 0 h 420874"/>
                  <a:gd name="connsiteX2" fmla="*/ 14191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1" y="0"/>
                    </a:lnTo>
                    <a:lnTo>
                      <a:pt x="14191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04B3B923-C9CF-BCD8-BDB5-F68DDE5A2335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0795979" y="4318070"/>
                <a:ext cx="143143" cy="160383"/>
              </a:xfrm>
              <a:custGeom>
                <a:avLst/>
                <a:gdLst>
                  <a:gd name="connsiteX0" fmla="*/ 206 w 143143"/>
                  <a:gd name="connsiteY0" fmla="*/ 13339 h 160383"/>
                  <a:gd name="connsiteX1" fmla="*/ 10809 w 143143"/>
                  <a:gd name="connsiteY1" fmla="*/ 12990 h 160383"/>
                  <a:gd name="connsiteX2" fmla="*/ 33076 w 143143"/>
                  <a:gd name="connsiteY2" fmla="*/ 51077 h 160383"/>
                  <a:gd name="connsiteX3" fmla="*/ 40852 w 143143"/>
                  <a:gd name="connsiteY3" fmla="*/ 148215 h 160383"/>
                  <a:gd name="connsiteX4" fmla="*/ 44033 w 143143"/>
                  <a:gd name="connsiteY4" fmla="*/ 160445 h 160383"/>
                  <a:gd name="connsiteX5" fmla="*/ 121790 w 143143"/>
                  <a:gd name="connsiteY5" fmla="*/ 73789 h 160383"/>
                  <a:gd name="connsiteX6" fmla="*/ 143350 w 143143"/>
                  <a:gd name="connsiteY6" fmla="*/ 20677 h 160383"/>
                  <a:gd name="connsiteX7" fmla="*/ 123557 w 143143"/>
                  <a:gd name="connsiteY7" fmla="*/ 62 h 160383"/>
                  <a:gd name="connsiteX8" fmla="*/ 110480 w 143143"/>
                  <a:gd name="connsiteY8" fmla="*/ 11942 h 160383"/>
                  <a:gd name="connsiteX9" fmla="*/ 118962 w 143143"/>
                  <a:gd name="connsiteY9" fmla="*/ 27316 h 160383"/>
                  <a:gd name="connsiteX10" fmla="*/ 125324 w 143143"/>
                  <a:gd name="connsiteY10" fmla="*/ 37799 h 160383"/>
                  <a:gd name="connsiteX11" fmla="*/ 76903 w 143143"/>
                  <a:gd name="connsiteY11" fmla="*/ 118514 h 160383"/>
                  <a:gd name="connsiteX12" fmla="*/ 65946 w 143143"/>
                  <a:gd name="connsiteY12" fmla="*/ 129696 h 160383"/>
                  <a:gd name="connsiteX13" fmla="*/ 56757 w 143143"/>
                  <a:gd name="connsiteY13" fmla="*/ 36401 h 160383"/>
                  <a:gd name="connsiteX14" fmla="*/ 46507 w 143143"/>
                  <a:gd name="connsiteY14" fmla="*/ 62 h 160383"/>
                  <a:gd name="connsiteX15" fmla="*/ 39438 w 143143"/>
                  <a:gd name="connsiteY15" fmla="*/ 1459 h 160383"/>
                  <a:gd name="connsiteX16" fmla="*/ 206 w 143143"/>
                  <a:gd name="connsiteY16" fmla="*/ 8797 h 160383"/>
                  <a:gd name="connsiteX17" fmla="*/ 206 w 143143"/>
                  <a:gd name="connsiteY17" fmla="*/ 13339 h 160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3143" h="160383">
                    <a:moveTo>
                      <a:pt x="206" y="13339"/>
                    </a:moveTo>
                    <a:cubicBezTo>
                      <a:pt x="4094" y="12990"/>
                      <a:pt x="6921" y="12990"/>
                      <a:pt x="10809" y="12990"/>
                    </a:cubicBezTo>
                    <a:cubicBezTo>
                      <a:pt x="24593" y="12990"/>
                      <a:pt x="28128" y="18930"/>
                      <a:pt x="33076" y="51077"/>
                    </a:cubicBezTo>
                    <a:cubicBezTo>
                      <a:pt x="36610" y="75187"/>
                      <a:pt x="40852" y="127949"/>
                      <a:pt x="40852" y="148215"/>
                    </a:cubicBezTo>
                    <a:cubicBezTo>
                      <a:pt x="40852" y="157999"/>
                      <a:pt x="41559" y="160445"/>
                      <a:pt x="44033" y="160445"/>
                    </a:cubicBezTo>
                    <a:cubicBezTo>
                      <a:pt x="52869" y="160445"/>
                      <a:pt x="85739" y="123406"/>
                      <a:pt x="121790" y="73789"/>
                    </a:cubicBezTo>
                    <a:cubicBezTo>
                      <a:pt x="134160" y="56318"/>
                      <a:pt x="143350" y="33606"/>
                      <a:pt x="143350" y="20677"/>
                    </a:cubicBezTo>
                    <a:cubicBezTo>
                      <a:pt x="143350" y="9496"/>
                      <a:pt x="134160" y="62"/>
                      <a:pt x="123557" y="62"/>
                    </a:cubicBezTo>
                    <a:cubicBezTo>
                      <a:pt x="115781" y="62"/>
                      <a:pt x="110480" y="4604"/>
                      <a:pt x="110480" y="11942"/>
                    </a:cubicBezTo>
                    <a:cubicBezTo>
                      <a:pt x="110480" y="17532"/>
                      <a:pt x="112600" y="21726"/>
                      <a:pt x="118962" y="27316"/>
                    </a:cubicBezTo>
                    <a:cubicBezTo>
                      <a:pt x="123557" y="31509"/>
                      <a:pt x="125324" y="34305"/>
                      <a:pt x="125324" y="37799"/>
                    </a:cubicBezTo>
                    <a:cubicBezTo>
                      <a:pt x="125324" y="53872"/>
                      <a:pt x="101997" y="92657"/>
                      <a:pt x="76903" y="118514"/>
                    </a:cubicBezTo>
                    <a:lnTo>
                      <a:pt x="65946" y="129696"/>
                    </a:lnTo>
                    <a:cubicBezTo>
                      <a:pt x="63472" y="80428"/>
                      <a:pt x="61351" y="62258"/>
                      <a:pt x="56757" y="36401"/>
                    </a:cubicBezTo>
                    <a:cubicBezTo>
                      <a:pt x="49688" y="760"/>
                      <a:pt x="49688" y="62"/>
                      <a:pt x="46507" y="62"/>
                    </a:cubicBezTo>
                    <a:cubicBezTo>
                      <a:pt x="44740" y="62"/>
                      <a:pt x="42265" y="411"/>
                      <a:pt x="39438" y="1459"/>
                    </a:cubicBezTo>
                    <a:cubicBezTo>
                      <a:pt x="33076" y="3206"/>
                      <a:pt x="13637" y="6701"/>
                      <a:pt x="206" y="8797"/>
                    </a:cubicBezTo>
                    <a:lnTo>
                      <a:pt x="206" y="1333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46C0982B-03C3-6A93-4738-0B22915E7863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0987777" y="4210100"/>
                <a:ext cx="48421" cy="349418"/>
              </a:xfrm>
              <a:custGeom>
                <a:avLst/>
                <a:gdLst>
                  <a:gd name="connsiteX0" fmla="*/ 48632 w 48421"/>
                  <a:gd name="connsiteY0" fmla="*/ 349480 h 349418"/>
                  <a:gd name="connsiteX1" fmla="*/ 48632 w 48421"/>
                  <a:gd name="connsiteY1" fmla="*/ 335503 h 349418"/>
                  <a:gd name="connsiteX2" fmla="*/ 14348 w 48421"/>
                  <a:gd name="connsiteY2" fmla="*/ 335503 h 349418"/>
                  <a:gd name="connsiteX3" fmla="*/ 14348 w 48421"/>
                  <a:gd name="connsiteY3" fmla="*/ 14038 h 349418"/>
                  <a:gd name="connsiteX4" fmla="*/ 48632 w 48421"/>
                  <a:gd name="connsiteY4" fmla="*/ 14038 h 349418"/>
                  <a:gd name="connsiteX5" fmla="*/ 48632 w 48421"/>
                  <a:gd name="connsiteY5" fmla="*/ 62 h 349418"/>
                  <a:gd name="connsiteX6" fmla="*/ 210 w 48421"/>
                  <a:gd name="connsiteY6" fmla="*/ 62 h 349418"/>
                  <a:gd name="connsiteX7" fmla="*/ 210 w 48421"/>
                  <a:gd name="connsiteY7" fmla="*/ 349480 h 349418"/>
                  <a:gd name="connsiteX8" fmla="*/ 48632 w 48421"/>
                  <a:gd name="connsiteY8" fmla="*/ 349480 h 34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421" h="349418">
                    <a:moveTo>
                      <a:pt x="48632" y="349480"/>
                    </a:moveTo>
                    <a:lnTo>
                      <a:pt x="48632" y="335503"/>
                    </a:lnTo>
                    <a:lnTo>
                      <a:pt x="14348" y="335503"/>
                    </a:lnTo>
                    <a:lnTo>
                      <a:pt x="14348" y="14038"/>
                    </a:lnTo>
                    <a:lnTo>
                      <a:pt x="48632" y="14038"/>
                    </a:lnTo>
                    <a:lnTo>
                      <a:pt x="48632" y="62"/>
                    </a:lnTo>
                    <a:lnTo>
                      <a:pt x="210" y="62"/>
                    </a:lnTo>
                    <a:lnTo>
                      <a:pt x="210" y="349480"/>
                    </a:lnTo>
                    <a:lnTo>
                      <a:pt x="48632" y="34948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2FB2EE3F-0EC2-CFCA-42F7-17F4606FD9F2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1054941" y="4318070"/>
                <a:ext cx="139609" cy="157937"/>
              </a:xfrm>
              <a:custGeom>
                <a:avLst/>
                <a:gdLst>
                  <a:gd name="connsiteX0" fmla="*/ 113314 w 139609"/>
                  <a:gd name="connsiteY0" fmla="*/ 117117 h 157937"/>
                  <a:gd name="connsiteX1" fmla="*/ 62772 w 139609"/>
                  <a:gd name="connsiteY1" fmla="*/ 145420 h 157937"/>
                  <a:gd name="connsiteX2" fmla="*/ 30609 w 139609"/>
                  <a:gd name="connsiteY2" fmla="*/ 105586 h 157937"/>
                  <a:gd name="connsiteX3" fmla="*/ 62772 w 139609"/>
                  <a:gd name="connsiteY3" fmla="*/ 24171 h 157937"/>
                  <a:gd name="connsiteX4" fmla="*/ 100944 w 139609"/>
                  <a:gd name="connsiteY4" fmla="*/ 7399 h 157937"/>
                  <a:gd name="connsiteX5" fmla="*/ 114375 w 139609"/>
                  <a:gd name="connsiteY5" fmla="*/ 14388 h 157937"/>
                  <a:gd name="connsiteX6" fmla="*/ 112254 w 139609"/>
                  <a:gd name="connsiteY6" fmla="*/ 21027 h 157937"/>
                  <a:gd name="connsiteX7" fmla="*/ 109073 w 139609"/>
                  <a:gd name="connsiteY7" fmla="*/ 31160 h 157937"/>
                  <a:gd name="connsiteX8" fmla="*/ 122857 w 139609"/>
                  <a:gd name="connsiteY8" fmla="*/ 44438 h 157937"/>
                  <a:gd name="connsiteX9" fmla="*/ 139822 w 139609"/>
                  <a:gd name="connsiteY9" fmla="*/ 28364 h 157937"/>
                  <a:gd name="connsiteX10" fmla="*/ 102711 w 139609"/>
                  <a:gd name="connsiteY10" fmla="*/ 62 h 157937"/>
                  <a:gd name="connsiteX11" fmla="*/ 213 w 139609"/>
                  <a:gd name="connsiteY11" fmla="*/ 105586 h 157937"/>
                  <a:gd name="connsiteX12" fmla="*/ 52169 w 139609"/>
                  <a:gd name="connsiteY12" fmla="*/ 157999 h 157937"/>
                  <a:gd name="connsiteX13" fmla="*/ 118969 w 139609"/>
                  <a:gd name="connsiteY13" fmla="*/ 120611 h 157937"/>
                  <a:gd name="connsiteX14" fmla="*/ 113314 w 139609"/>
                  <a:gd name="connsiteY14" fmla="*/ 117117 h 157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9609" h="157937">
                    <a:moveTo>
                      <a:pt x="113314" y="117117"/>
                    </a:moveTo>
                    <a:cubicBezTo>
                      <a:pt x="93875" y="137732"/>
                      <a:pt x="80091" y="145420"/>
                      <a:pt x="62772" y="145420"/>
                    </a:cubicBezTo>
                    <a:cubicBezTo>
                      <a:pt x="42626" y="145420"/>
                      <a:pt x="30609" y="130395"/>
                      <a:pt x="30609" y="105586"/>
                    </a:cubicBezTo>
                    <a:cubicBezTo>
                      <a:pt x="30609" y="75885"/>
                      <a:pt x="42979" y="44787"/>
                      <a:pt x="62772" y="24171"/>
                    </a:cubicBezTo>
                    <a:cubicBezTo>
                      <a:pt x="73022" y="13689"/>
                      <a:pt x="87160" y="7399"/>
                      <a:pt x="100944" y="7399"/>
                    </a:cubicBezTo>
                    <a:cubicBezTo>
                      <a:pt x="109073" y="7399"/>
                      <a:pt x="114375" y="10195"/>
                      <a:pt x="114375" y="14388"/>
                    </a:cubicBezTo>
                    <a:cubicBezTo>
                      <a:pt x="114375" y="16135"/>
                      <a:pt x="113668" y="17882"/>
                      <a:pt x="112254" y="21027"/>
                    </a:cubicBezTo>
                    <a:cubicBezTo>
                      <a:pt x="109780" y="25569"/>
                      <a:pt x="109073" y="28015"/>
                      <a:pt x="109073" y="31160"/>
                    </a:cubicBezTo>
                    <a:cubicBezTo>
                      <a:pt x="109073" y="39546"/>
                      <a:pt x="114375" y="44438"/>
                      <a:pt x="122857" y="44438"/>
                    </a:cubicBezTo>
                    <a:cubicBezTo>
                      <a:pt x="132400" y="44438"/>
                      <a:pt x="139822" y="37449"/>
                      <a:pt x="139822" y="28364"/>
                    </a:cubicBezTo>
                    <a:cubicBezTo>
                      <a:pt x="139822" y="12291"/>
                      <a:pt x="123917" y="62"/>
                      <a:pt x="102711" y="62"/>
                    </a:cubicBezTo>
                    <a:cubicBezTo>
                      <a:pt x="49695" y="62"/>
                      <a:pt x="213" y="51077"/>
                      <a:pt x="213" y="105586"/>
                    </a:cubicBezTo>
                    <a:cubicBezTo>
                      <a:pt x="213" y="138781"/>
                      <a:pt x="19299" y="157999"/>
                      <a:pt x="52169" y="157999"/>
                    </a:cubicBezTo>
                    <a:cubicBezTo>
                      <a:pt x="78324" y="157999"/>
                      <a:pt x="97763" y="147167"/>
                      <a:pt x="118969" y="120611"/>
                    </a:cubicBezTo>
                    <a:lnTo>
                      <a:pt x="113314" y="117117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6A936785-731A-E74A-EA71-DE4BF2CF8CB5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1206094" y="4318070"/>
                <a:ext cx="244581" cy="157238"/>
              </a:xfrm>
              <a:custGeom>
                <a:avLst/>
                <a:gdLst>
                  <a:gd name="connsiteX0" fmla="*/ 239497 w 244581"/>
                  <a:gd name="connsiteY0" fmla="*/ 113273 h 157238"/>
                  <a:gd name="connsiteX1" fmla="*/ 232075 w 244581"/>
                  <a:gd name="connsiteY1" fmla="*/ 122358 h 157238"/>
                  <a:gd name="connsiteX2" fmla="*/ 209455 w 244581"/>
                  <a:gd name="connsiteY2" fmla="*/ 140877 h 157238"/>
                  <a:gd name="connsiteX3" fmla="*/ 204860 w 244581"/>
                  <a:gd name="connsiteY3" fmla="*/ 135287 h 157238"/>
                  <a:gd name="connsiteX4" fmla="*/ 208394 w 244581"/>
                  <a:gd name="connsiteY4" fmla="*/ 119563 h 157238"/>
                  <a:gd name="connsiteX5" fmla="*/ 232428 w 244581"/>
                  <a:gd name="connsiteY5" fmla="*/ 31859 h 157238"/>
                  <a:gd name="connsiteX6" fmla="*/ 233489 w 244581"/>
                  <a:gd name="connsiteY6" fmla="*/ 22075 h 157238"/>
                  <a:gd name="connsiteX7" fmla="*/ 212636 w 244581"/>
                  <a:gd name="connsiteY7" fmla="*/ 62 h 157238"/>
                  <a:gd name="connsiteX8" fmla="*/ 190369 w 244581"/>
                  <a:gd name="connsiteY8" fmla="*/ 7749 h 157238"/>
                  <a:gd name="connsiteX9" fmla="*/ 134172 w 244581"/>
                  <a:gd name="connsiteY9" fmla="*/ 74138 h 157238"/>
                  <a:gd name="connsiteX10" fmla="*/ 148309 w 244581"/>
                  <a:gd name="connsiteY10" fmla="*/ 21027 h 157238"/>
                  <a:gd name="connsiteX11" fmla="*/ 128163 w 244581"/>
                  <a:gd name="connsiteY11" fmla="*/ 62 h 157238"/>
                  <a:gd name="connsiteX12" fmla="*/ 49346 w 244581"/>
                  <a:gd name="connsiteY12" fmla="*/ 73789 h 157238"/>
                  <a:gd name="connsiteX13" fmla="*/ 69845 w 244581"/>
                  <a:gd name="connsiteY13" fmla="*/ 760 h 157238"/>
                  <a:gd name="connsiteX14" fmla="*/ 68785 w 244581"/>
                  <a:gd name="connsiteY14" fmla="*/ 62 h 157238"/>
                  <a:gd name="connsiteX15" fmla="*/ 12235 w 244581"/>
                  <a:gd name="connsiteY15" fmla="*/ 10894 h 157238"/>
                  <a:gd name="connsiteX16" fmla="*/ 12235 w 244581"/>
                  <a:gd name="connsiteY16" fmla="*/ 16484 h 157238"/>
                  <a:gd name="connsiteX17" fmla="*/ 21071 w 244581"/>
                  <a:gd name="connsiteY17" fmla="*/ 16484 h 157238"/>
                  <a:gd name="connsiteX18" fmla="*/ 34855 w 244581"/>
                  <a:gd name="connsiteY18" fmla="*/ 24171 h 157238"/>
                  <a:gd name="connsiteX19" fmla="*/ 14002 w 244581"/>
                  <a:gd name="connsiteY19" fmla="*/ 104188 h 157238"/>
                  <a:gd name="connsiteX20" fmla="*/ 218 w 244581"/>
                  <a:gd name="connsiteY20" fmla="*/ 154155 h 157238"/>
                  <a:gd name="connsiteX21" fmla="*/ 26726 w 244581"/>
                  <a:gd name="connsiteY21" fmla="*/ 154155 h 157238"/>
                  <a:gd name="connsiteX22" fmla="*/ 61009 w 244581"/>
                  <a:gd name="connsiteY22" fmla="*/ 67499 h 157238"/>
                  <a:gd name="connsiteX23" fmla="*/ 114026 w 244581"/>
                  <a:gd name="connsiteY23" fmla="*/ 18231 h 157238"/>
                  <a:gd name="connsiteX24" fmla="*/ 121094 w 244581"/>
                  <a:gd name="connsiteY24" fmla="*/ 26967 h 157238"/>
                  <a:gd name="connsiteX25" fmla="*/ 87517 w 244581"/>
                  <a:gd name="connsiteY25" fmla="*/ 154155 h 157238"/>
                  <a:gd name="connsiteX26" fmla="*/ 114026 w 244581"/>
                  <a:gd name="connsiteY26" fmla="*/ 154155 h 157238"/>
                  <a:gd name="connsiteX27" fmla="*/ 153257 w 244581"/>
                  <a:gd name="connsiteY27" fmla="*/ 57366 h 157238"/>
                  <a:gd name="connsiteX28" fmla="*/ 198498 w 244581"/>
                  <a:gd name="connsiteY28" fmla="*/ 18231 h 157238"/>
                  <a:gd name="connsiteX29" fmla="*/ 205567 w 244581"/>
                  <a:gd name="connsiteY29" fmla="*/ 25569 h 157238"/>
                  <a:gd name="connsiteX30" fmla="*/ 203093 w 244581"/>
                  <a:gd name="connsiteY30" fmla="*/ 37799 h 157238"/>
                  <a:gd name="connsiteX31" fmla="*/ 182593 w 244581"/>
                  <a:gd name="connsiteY31" fmla="*/ 118165 h 157238"/>
                  <a:gd name="connsiteX32" fmla="*/ 177998 w 244581"/>
                  <a:gd name="connsiteY32" fmla="*/ 141227 h 157238"/>
                  <a:gd name="connsiteX33" fmla="*/ 192136 w 244581"/>
                  <a:gd name="connsiteY33" fmla="*/ 157300 h 157238"/>
                  <a:gd name="connsiteX34" fmla="*/ 243031 w 244581"/>
                  <a:gd name="connsiteY34" fmla="*/ 119912 h 157238"/>
                  <a:gd name="connsiteX35" fmla="*/ 244799 w 244581"/>
                  <a:gd name="connsiteY35" fmla="*/ 117466 h 157238"/>
                  <a:gd name="connsiteX36" fmla="*/ 239497 w 244581"/>
                  <a:gd name="connsiteY36" fmla="*/ 113273 h 15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44581" h="157238">
                    <a:moveTo>
                      <a:pt x="239497" y="113273"/>
                    </a:moveTo>
                    <a:cubicBezTo>
                      <a:pt x="235963" y="117466"/>
                      <a:pt x="233135" y="120960"/>
                      <a:pt x="232075" y="122358"/>
                    </a:cubicBezTo>
                    <a:cubicBezTo>
                      <a:pt x="222178" y="134937"/>
                      <a:pt x="214756" y="140877"/>
                      <a:pt x="209455" y="140877"/>
                    </a:cubicBezTo>
                    <a:cubicBezTo>
                      <a:pt x="206627" y="140877"/>
                      <a:pt x="204860" y="138781"/>
                      <a:pt x="204860" y="135287"/>
                    </a:cubicBezTo>
                    <a:cubicBezTo>
                      <a:pt x="204860" y="133539"/>
                      <a:pt x="206274" y="127949"/>
                      <a:pt x="208394" y="119563"/>
                    </a:cubicBezTo>
                    <a:lnTo>
                      <a:pt x="232428" y="31859"/>
                    </a:lnTo>
                    <a:cubicBezTo>
                      <a:pt x="232782" y="30461"/>
                      <a:pt x="233489" y="24171"/>
                      <a:pt x="233489" y="22075"/>
                    </a:cubicBezTo>
                    <a:cubicBezTo>
                      <a:pt x="233489" y="9496"/>
                      <a:pt x="224653" y="62"/>
                      <a:pt x="212636" y="62"/>
                    </a:cubicBezTo>
                    <a:cubicBezTo>
                      <a:pt x="205920" y="62"/>
                      <a:pt x="198851" y="2508"/>
                      <a:pt x="190369" y="7749"/>
                    </a:cubicBezTo>
                    <a:cubicBezTo>
                      <a:pt x="173050" y="18930"/>
                      <a:pt x="158559" y="35702"/>
                      <a:pt x="134172" y="74138"/>
                    </a:cubicBezTo>
                    <a:cubicBezTo>
                      <a:pt x="143008" y="47582"/>
                      <a:pt x="148309" y="27666"/>
                      <a:pt x="148309" y="21027"/>
                    </a:cubicBezTo>
                    <a:cubicBezTo>
                      <a:pt x="148309" y="8797"/>
                      <a:pt x="140180" y="62"/>
                      <a:pt x="128163" y="62"/>
                    </a:cubicBezTo>
                    <a:cubicBezTo>
                      <a:pt x="106603" y="62"/>
                      <a:pt x="81862" y="23123"/>
                      <a:pt x="49346" y="73789"/>
                    </a:cubicBezTo>
                    <a:lnTo>
                      <a:pt x="69845" y="760"/>
                    </a:lnTo>
                    <a:lnTo>
                      <a:pt x="68785" y="62"/>
                    </a:lnTo>
                    <a:cubicBezTo>
                      <a:pt x="48992" y="4255"/>
                      <a:pt x="41570" y="5652"/>
                      <a:pt x="12235" y="10894"/>
                    </a:cubicBezTo>
                    <a:lnTo>
                      <a:pt x="12235" y="16484"/>
                    </a:lnTo>
                    <a:lnTo>
                      <a:pt x="21071" y="16484"/>
                    </a:lnTo>
                    <a:cubicBezTo>
                      <a:pt x="30260" y="16484"/>
                      <a:pt x="34855" y="18930"/>
                      <a:pt x="34855" y="24171"/>
                    </a:cubicBezTo>
                    <a:cubicBezTo>
                      <a:pt x="34855" y="28015"/>
                      <a:pt x="26726" y="59812"/>
                      <a:pt x="14002" y="104188"/>
                    </a:cubicBezTo>
                    <a:cubicBezTo>
                      <a:pt x="5873" y="132841"/>
                      <a:pt x="4812" y="136335"/>
                      <a:pt x="218" y="154155"/>
                    </a:cubicBezTo>
                    <a:lnTo>
                      <a:pt x="26726" y="154155"/>
                    </a:lnTo>
                    <a:cubicBezTo>
                      <a:pt x="43691" y="98598"/>
                      <a:pt x="48992" y="85669"/>
                      <a:pt x="61009" y="67499"/>
                    </a:cubicBezTo>
                    <a:cubicBezTo>
                      <a:pt x="80802" y="37799"/>
                      <a:pt x="102009" y="18231"/>
                      <a:pt x="114026" y="18231"/>
                    </a:cubicBezTo>
                    <a:cubicBezTo>
                      <a:pt x="118620" y="18231"/>
                      <a:pt x="121094" y="21376"/>
                      <a:pt x="121094" y="26967"/>
                    </a:cubicBezTo>
                    <a:cubicBezTo>
                      <a:pt x="121094" y="30112"/>
                      <a:pt x="109784" y="72391"/>
                      <a:pt x="87517" y="154155"/>
                    </a:cubicBezTo>
                    <a:lnTo>
                      <a:pt x="114026" y="154155"/>
                    </a:lnTo>
                    <a:cubicBezTo>
                      <a:pt x="128163" y="99646"/>
                      <a:pt x="135232" y="82175"/>
                      <a:pt x="153257" y="57366"/>
                    </a:cubicBezTo>
                    <a:cubicBezTo>
                      <a:pt x="170576" y="33606"/>
                      <a:pt x="188248" y="18231"/>
                      <a:pt x="198498" y="18231"/>
                    </a:cubicBezTo>
                    <a:cubicBezTo>
                      <a:pt x="202386" y="18231"/>
                      <a:pt x="205567" y="21726"/>
                      <a:pt x="205567" y="25569"/>
                    </a:cubicBezTo>
                    <a:cubicBezTo>
                      <a:pt x="205567" y="27316"/>
                      <a:pt x="204860" y="31509"/>
                      <a:pt x="203093" y="37799"/>
                    </a:cubicBezTo>
                    <a:lnTo>
                      <a:pt x="182593" y="118165"/>
                    </a:lnTo>
                    <a:cubicBezTo>
                      <a:pt x="179412" y="131093"/>
                      <a:pt x="177998" y="137732"/>
                      <a:pt x="177998" y="141227"/>
                    </a:cubicBezTo>
                    <a:cubicBezTo>
                      <a:pt x="177998" y="151709"/>
                      <a:pt x="182947" y="157300"/>
                      <a:pt x="192136" y="157300"/>
                    </a:cubicBezTo>
                    <a:cubicBezTo>
                      <a:pt x="208748" y="157300"/>
                      <a:pt x="224299" y="145769"/>
                      <a:pt x="243031" y="119912"/>
                    </a:cubicBezTo>
                    <a:lnTo>
                      <a:pt x="244799" y="117466"/>
                    </a:lnTo>
                    <a:lnTo>
                      <a:pt x="239497" y="11327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1DAA00B-CC8F-65EA-3C65-35A3EABD2477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1477432" y="4210100"/>
                <a:ext cx="137488" cy="349418"/>
              </a:xfrm>
              <a:custGeom>
                <a:avLst/>
                <a:gdLst>
                  <a:gd name="connsiteX0" fmla="*/ 135946 w 137488"/>
                  <a:gd name="connsiteY0" fmla="*/ 13339 h 349418"/>
                  <a:gd name="connsiteX1" fmla="*/ 137713 w 137488"/>
                  <a:gd name="connsiteY1" fmla="*/ 7050 h 349418"/>
                  <a:gd name="connsiteX2" fmla="*/ 130644 w 137488"/>
                  <a:gd name="connsiteY2" fmla="*/ 62 h 349418"/>
                  <a:gd name="connsiteX3" fmla="*/ 124636 w 137488"/>
                  <a:gd name="connsiteY3" fmla="*/ 3206 h 349418"/>
                  <a:gd name="connsiteX4" fmla="*/ 1992 w 137488"/>
                  <a:gd name="connsiteY4" fmla="*/ 336202 h 349418"/>
                  <a:gd name="connsiteX5" fmla="*/ 225 w 137488"/>
                  <a:gd name="connsiteY5" fmla="*/ 342492 h 349418"/>
                  <a:gd name="connsiteX6" fmla="*/ 7294 w 137488"/>
                  <a:gd name="connsiteY6" fmla="*/ 349480 h 349418"/>
                  <a:gd name="connsiteX7" fmla="*/ 15069 w 137488"/>
                  <a:gd name="connsiteY7" fmla="*/ 341094 h 349418"/>
                  <a:gd name="connsiteX8" fmla="*/ 135946 w 137488"/>
                  <a:gd name="connsiteY8" fmla="*/ 13339 h 34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488" h="349418">
                    <a:moveTo>
                      <a:pt x="135946" y="13339"/>
                    </a:moveTo>
                    <a:cubicBezTo>
                      <a:pt x="137713" y="8797"/>
                      <a:pt x="137713" y="7399"/>
                      <a:pt x="137713" y="7050"/>
                    </a:cubicBezTo>
                    <a:cubicBezTo>
                      <a:pt x="137713" y="3206"/>
                      <a:pt x="134532" y="62"/>
                      <a:pt x="130644" y="62"/>
                    </a:cubicBezTo>
                    <a:cubicBezTo>
                      <a:pt x="128170" y="62"/>
                      <a:pt x="125696" y="1110"/>
                      <a:pt x="124636" y="3206"/>
                    </a:cubicBezTo>
                    <a:lnTo>
                      <a:pt x="1992" y="336202"/>
                    </a:lnTo>
                    <a:cubicBezTo>
                      <a:pt x="225" y="340745"/>
                      <a:pt x="225" y="342142"/>
                      <a:pt x="225" y="342492"/>
                    </a:cubicBezTo>
                    <a:cubicBezTo>
                      <a:pt x="225" y="346335"/>
                      <a:pt x="3406" y="349480"/>
                      <a:pt x="7294" y="349480"/>
                    </a:cubicBezTo>
                    <a:cubicBezTo>
                      <a:pt x="11888" y="349480"/>
                      <a:pt x="12949" y="347034"/>
                      <a:pt x="15069" y="341094"/>
                    </a:cubicBezTo>
                    <a:lnTo>
                      <a:pt x="135946" y="1333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EE4BD3BE-2F6F-C232-F415-6B08FE685294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1641031" y="4317721"/>
                <a:ext cx="123704" cy="158985"/>
              </a:xfrm>
              <a:custGeom>
                <a:avLst/>
                <a:gdLst>
                  <a:gd name="connsiteX0" fmla="*/ 7299 w 123704"/>
                  <a:gd name="connsiteY0" fmla="*/ 103489 h 158985"/>
                  <a:gd name="connsiteX1" fmla="*/ 230 w 123704"/>
                  <a:gd name="connsiteY1" fmla="*/ 159047 h 158985"/>
                  <a:gd name="connsiteX2" fmla="*/ 5885 w 123704"/>
                  <a:gd name="connsiteY2" fmla="*/ 159047 h 158985"/>
                  <a:gd name="connsiteX3" fmla="*/ 14367 w 123704"/>
                  <a:gd name="connsiteY3" fmla="*/ 151709 h 158985"/>
                  <a:gd name="connsiteX4" fmla="*/ 31686 w 123704"/>
                  <a:gd name="connsiteY4" fmla="*/ 154854 h 158985"/>
                  <a:gd name="connsiteX5" fmla="*/ 51125 w 123704"/>
                  <a:gd name="connsiteY5" fmla="*/ 158348 h 158985"/>
                  <a:gd name="connsiteX6" fmla="*/ 102021 w 123704"/>
                  <a:gd name="connsiteY6" fmla="*/ 112924 h 158985"/>
                  <a:gd name="connsiteX7" fmla="*/ 77987 w 123704"/>
                  <a:gd name="connsiteY7" fmla="*/ 64005 h 158985"/>
                  <a:gd name="connsiteX8" fmla="*/ 58901 w 123704"/>
                  <a:gd name="connsiteY8" fmla="*/ 27316 h 158985"/>
                  <a:gd name="connsiteX9" fmla="*/ 78694 w 123704"/>
                  <a:gd name="connsiteY9" fmla="*/ 8448 h 158985"/>
                  <a:gd name="connsiteX10" fmla="*/ 111210 w 123704"/>
                  <a:gd name="connsiteY10" fmla="*/ 48631 h 158985"/>
                  <a:gd name="connsiteX11" fmla="*/ 116865 w 123704"/>
                  <a:gd name="connsiteY11" fmla="*/ 48631 h 158985"/>
                  <a:gd name="connsiteX12" fmla="*/ 123934 w 123704"/>
                  <a:gd name="connsiteY12" fmla="*/ 62 h 158985"/>
                  <a:gd name="connsiteX13" fmla="*/ 118986 w 123704"/>
                  <a:gd name="connsiteY13" fmla="*/ 62 h 158985"/>
                  <a:gd name="connsiteX14" fmla="*/ 108383 w 123704"/>
                  <a:gd name="connsiteY14" fmla="*/ 6351 h 158985"/>
                  <a:gd name="connsiteX15" fmla="*/ 95659 w 123704"/>
                  <a:gd name="connsiteY15" fmla="*/ 3905 h 158985"/>
                  <a:gd name="connsiteX16" fmla="*/ 75866 w 123704"/>
                  <a:gd name="connsiteY16" fmla="*/ 411 h 158985"/>
                  <a:gd name="connsiteX17" fmla="*/ 33100 w 123704"/>
                  <a:gd name="connsiteY17" fmla="*/ 38847 h 158985"/>
                  <a:gd name="connsiteX18" fmla="*/ 55367 w 123704"/>
                  <a:gd name="connsiteY18" fmla="*/ 83922 h 158985"/>
                  <a:gd name="connsiteX19" fmla="*/ 75159 w 123704"/>
                  <a:gd name="connsiteY19" fmla="*/ 124105 h 158985"/>
                  <a:gd name="connsiteX20" fmla="*/ 49005 w 123704"/>
                  <a:gd name="connsiteY20" fmla="*/ 151010 h 158985"/>
                  <a:gd name="connsiteX21" fmla="*/ 12954 w 123704"/>
                  <a:gd name="connsiteY21" fmla="*/ 103489 h 158985"/>
                  <a:gd name="connsiteX22" fmla="*/ 7299 w 123704"/>
                  <a:gd name="connsiteY22" fmla="*/ 103489 h 15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3704" h="158985">
                    <a:moveTo>
                      <a:pt x="7299" y="103489"/>
                    </a:moveTo>
                    <a:lnTo>
                      <a:pt x="230" y="159047"/>
                    </a:lnTo>
                    <a:lnTo>
                      <a:pt x="5885" y="159047"/>
                    </a:lnTo>
                    <a:cubicBezTo>
                      <a:pt x="8712" y="153456"/>
                      <a:pt x="10833" y="151709"/>
                      <a:pt x="14367" y="151709"/>
                    </a:cubicBezTo>
                    <a:cubicBezTo>
                      <a:pt x="18255" y="151709"/>
                      <a:pt x="24617" y="153107"/>
                      <a:pt x="31686" y="154854"/>
                    </a:cubicBezTo>
                    <a:cubicBezTo>
                      <a:pt x="39462" y="157300"/>
                      <a:pt x="45470" y="158348"/>
                      <a:pt x="51125" y="158348"/>
                    </a:cubicBezTo>
                    <a:cubicBezTo>
                      <a:pt x="80814" y="158348"/>
                      <a:pt x="102021" y="139480"/>
                      <a:pt x="102021" y="112924"/>
                    </a:cubicBezTo>
                    <a:cubicBezTo>
                      <a:pt x="102021" y="99646"/>
                      <a:pt x="94598" y="84271"/>
                      <a:pt x="77987" y="64005"/>
                    </a:cubicBezTo>
                    <a:cubicBezTo>
                      <a:pt x="64556" y="47583"/>
                      <a:pt x="58901" y="36751"/>
                      <a:pt x="58901" y="27316"/>
                    </a:cubicBezTo>
                    <a:cubicBezTo>
                      <a:pt x="58901" y="15785"/>
                      <a:pt x="66323" y="8448"/>
                      <a:pt x="78694" y="8448"/>
                    </a:cubicBezTo>
                    <a:cubicBezTo>
                      <a:pt x="97073" y="8448"/>
                      <a:pt x="107676" y="21376"/>
                      <a:pt x="111210" y="48631"/>
                    </a:cubicBezTo>
                    <a:lnTo>
                      <a:pt x="116865" y="48631"/>
                    </a:lnTo>
                    <a:lnTo>
                      <a:pt x="123934" y="62"/>
                    </a:lnTo>
                    <a:lnTo>
                      <a:pt x="118986" y="62"/>
                    </a:lnTo>
                    <a:cubicBezTo>
                      <a:pt x="116158" y="4953"/>
                      <a:pt x="113331" y="6351"/>
                      <a:pt x="108383" y="6351"/>
                    </a:cubicBezTo>
                    <a:cubicBezTo>
                      <a:pt x="105909" y="6351"/>
                      <a:pt x="102374" y="5652"/>
                      <a:pt x="95659" y="3905"/>
                    </a:cubicBezTo>
                    <a:cubicBezTo>
                      <a:pt x="86823" y="1110"/>
                      <a:pt x="81521" y="411"/>
                      <a:pt x="75866" y="411"/>
                    </a:cubicBezTo>
                    <a:cubicBezTo>
                      <a:pt x="50065" y="411"/>
                      <a:pt x="33100" y="15436"/>
                      <a:pt x="33100" y="38847"/>
                    </a:cubicBezTo>
                    <a:cubicBezTo>
                      <a:pt x="33100" y="50028"/>
                      <a:pt x="40522" y="65053"/>
                      <a:pt x="55367" y="83922"/>
                    </a:cubicBezTo>
                    <a:cubicBezTo>
                      <a:pt x="69151" y="101742"/>
                      <a:pt x="75159" y="113972"/>
                      <a:pt x="75159" y="124105"/>
                    </a:cubicBezTo>
                    <a:cubicBezTo>
                      <a:pt x="75159" y="139829"/>
                      <a:pt x="64556" y="151010"/>
                      <a:pt x="49005" y="151010"/>
                    </a:cubicBezTo>
                    <a:cubicBezTo>
                      <a:pt x="29565" y="151010"/>
                      <a:pt x="18609" y="136684"/>
                      <a:pt x="12954" y="103489"/>
                    </a:cubicBezTo>
                    <a:lnTo>
                      <a:pt x="7299" y="10348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89518125-C270-BDC5-A5E5-677D4FFD97AF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1781152" y="4210100"/>
                <a:ext cx="48421" cy="349418"/>
              </a:xfrm>
              <a:custGeom>
                <a:avLst/>
                <a:gdLst>
                  <a:gd name="connsiteX0" fmla="*/ 48655 w 48421"/>
                  <a:gd name="connsiteY0" fmla="*/ 62 h 349418"/>
                  <a:gd name="connsiteX1" fmla="*/ 234 w 48421"/>
                  <a:gd name="connsiteY1" fmla="*/ 62 h 349418"/>
                  <a:gd name="connsiteX2" fmla="*/ 234 w 48421"/>
                  <a:gd name="connsiteY2" fmla="*/ 14038 h 349418"/>
                  <a:gd name="connsiteX3" fmla="*/ 34517 w 48421"/>
                  <a:gd name="connsiteY3" fmla="*/ 14038 h 349418"/>
                  <a:gd name="connsiteX4" fmla="*/ 34517 w 48421"/>
                  <a:gd name="connsiteY4" fmla="*/ 335503 h 349418"/>
                  <a:gd name="connsiteX5" fmla="*/ 234 w 48421"/>
                  <a:gd name="connsiteY5" fmla="*/ 335503 h 349418"/>
                  <a:gd name="connsiteX6" fmla="*/ 234 w 48421"/>
                  <a:gd name="connsiteY6" fmla="*/ 349480 h 349418"/>
                  <a:gd name="connsiteX7" fmla="*/ 48655 w 48421"/>
                  <a:gd name="connsiteY7" fmla="*/ 349480 h 349418"/>
                  <a:gd name="connsiteX8" fmla="*/ 48655 w 48421"/>
                  <a:gd name="connsiteY8" fmla="*/ 62 h 34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421" h="349418">
                    <a:moveTo>
                      <a:pt x="48655" y="62"/>
                    </a:moveTo>
                    <a:lnTo>
                      <a:pt x="234" y="62"/>
                    </a:lnTo>
                    <a:lnTo>
                      <a:pt x="234" y="14038"/>
                    </a:lnTo>
                    <a:lnTo>
                      <a:pt x="34517" y="14038"/>
                    </a:lnTo>
                    <a:lnTo>
                      <a:pt x="34517" y="335503"/>
                    </a:lnTo>
                    <a:lnTo>
                      <a:pt x="234" y="335503"/>
                    </a:lnTo>
                    <a:lnTo>
                      <a:pt x="234" y="349480"/>
                    </a:lnTo>
                    <a:lnTo>
                      <a:pt x="48655" y="349480"/>
                    </a:lnTo>
                    <a:lnTo>
                      <a:pt x="48655" y="6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D86D2C03-8D71-3368-9F03-BB8EF8EE924D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2552367" y="417755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7193F1D1-DA98-A78E-AE51-0A35577063C9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6185599" y="4598427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3B0CD5D2-E614-4992-FCA5-ADF1A828D92E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6185599" y="4612456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9D765271-0989-B323-CB52-08E0B1AF26F1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6837144" y="4670860"/>
                <a:ext cx="159755" cy="241098"/>
              </a:xfrm>
              <a:custGeom>
                <a:avLst/>
                <a:gdLst>
                  <a:gd name="connsiteX0" fmla="*/ 81386 w 159755"/>
                  <a:gd name="connsiteY0" fmla="*/ 74 h 241098"/>
                  <a:gd name="connsiteX1" fmla="*/ 34025 w 159755"/>
                  <a:gd name="connsiteY1" fmla="*/ 18244 h 241098"/>
                  <a:gd name="connsiteX2" fmla="*/ 95 w 159755"/>
                  <a:gd name="connsiteY2" fmla="*/ 118876 h 241098"/>
                  <a:gd name="connsiteX3" fmla="*/ 28370 w 159755"/>
                  <a:gd name="connsiteY3" fmla="*/ 217412 h 241098"/>
                  <a:gd name="connsiteX4" fmla="*/ 79972 w 159755"/>
                  <a:gd name="connsiteY4" fmla="*/ 241173 h 241098"/>
                  <a:gd name="connsiteX5" fmla="*/ 125920 w 159755"/>
                  <a:gd name="connsiteY5" fmla="*/ 223003 h 241098"/>
                  <a:gd name="connsiteX6" fmla="*/ 159850 w 159755"/>
                  <a:gd name="connsiteY6" fmla="*/ 120973 h 241098"/>
                  <a:gd name="connsiteX7" fmla="*/ 81386 w 159755"/>
                  <a:gd name="connsiteY7" fmla="*/ 74 h 241098"/>
                  <a:gd name="connsiteX8" fmla="*/ 80326 w 159755"/>
                  <a:gd name="connsiteY8" fmla="*/ 9159 h 241098"/>
                  <a:gd name="connsiteX9" fmla="*/ 125920 w 159755"/>
                  <a:gd name="connsiteY9" fmla="*/ 121672 h 241098"/>
                  <a:gd name="connsiteX10" fmla="*/ 79972 w 159755"/>
                  <a:gd name="connsiteY10" fmla="*/ 232088 h 241098"/>
                  <a:gd name="connsiteX11" fmla="*/ 34025 w 159755"/>
                  <a:gd name="connsiteY11" fmla="*/ 122021 h 241098"/>
                  <a:gd name="connsiteX12" fmla="*/ 80326 w 159755"/>
                  <a:gd name="connsiteY12" fmla="*/ 9159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386" y="74"/>
                    </a:moveTo>
                    <a:cubicBezTo>
                      <a:pt x="61947" y="74"/>
                      <a:pt x="47102" y="6014"/>
                      <a:pt x="34025" y="18244"/>
                    </a:cubicBezTo>
                    <a:cubicBezTo>
                      <a:pt x="13526" y="37811"/>
                      <a:pt x="95" y="77994"/>
                      <a:pt x="95" y="118876"/>
                    </a:cubicBezTo>
                    <a:cubicBezTo>
                      <a:pt x="95" y="156963"/>
                      <a:pt x="11758" y="197845"/>
                      <a:pt x="28370" y="217412"/>
                    </a:cubicBezTo>
                    <a:cubicBezTo>
                      <a:pt x="41447" y="232787"/>
                      <a:pt x="59473" y="241173"/>
                      <a:pt x="79972" y="241173"/>
                    </a:cubicBezTo>
                    <a:cubicBezTo>
                      <a:pt x="97998" y="241173"/>
                      <a:pt x="113196" y="235233"/>
                      <a:pt x="125920" y="223003"/>
                    </a:cubicBezTo>
                    <a:cubicBezTo>
                      <a:pt x="146419" y="203785"/>
                      <a:pt x="159850" y="163252"/>
                      <a:pt x="159850" y="120973"/>
                    </a:cubicBezTo>
                    <a:cubicBezTo>
                      <a:pt x="159850" y="49342"/>
                      <a:pt x="127687" y="74"/>
                      <a:pt x="81386" y="74"/>
                    </a:cubicBezTo>
                    <a:close/>
                    <a:moveTo>
                      <a:pt x="80326" y="9159"/>
                    </a:moveTo>
                    <a:cubicBezTo>
                      <a:pt x="110015" y="9159"/>
                      <a:pt x="125920" y="48643"/>
                      <a:pt x="125920" y="121672"/>
                    </a:cubicBezTo>
                    <a:cubicBezTo>
                      <a:pt x="125920" y="194700"/>
                      <a:pt x="110368" y="232088"/>
                      <a:pt x="79972" y="232088"/>
                    </a:cubicBezTo>
                    <a:cubicBezTo>
                      <a:pt x="49577" y="232088"/>
                      <a:pt x="34025" y="194700"/>
                      <a:pt x="34025" y="122021"/>
                    </a:cubicBezTo>
                    <a:cubicBezTo>
                      <a:pt x="34025" y="47944"/>
                      <a:pt x="49930" y="9159"/>
                      <a:pt x="80326" y="9159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9B2D6204-37D3-8FA0-B16C-CE028FC0FA25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34916" y="4612456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EB9E01C3-7689-A570-CDFC-9AAB309D44BD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8821915" y="4670860"/>
                <a:ext cx="100023" cy="236206"/>
              </a:xfrm>
              <a:custGeom>
                <a:avLst/>
                <a:gdLst>
                  <a:gd name="connsiteX0" fmla="*/ 63769 w 100023"/>
                  <a:gd name="connsiteY0" fmla="*/ 74 h 236206"/>
                  <a:gd name="connsiteX1" fmla="*/ 150 w 100023"/>
                  <a:gd name="connsiteY1" fmla="*/ 31871 h 236206"/>
                  <a:gd name="connsiteX2" fmla="*/ 150 w 100023"/>
                  <a:gd name="connsiteY2" fmla="*/ 36763 h 236206"/>
                  <a:gd name="connsiteX3" fmla="*/ 9693 w 100023"/>
                  <a:gd name="connsiteY3" fmla="*/ 32919 h 236206"/>
                  <a:gd name="connsiteX4" fmla="*/ 25597 w 100023"/>
                  <a:gd name="connsiteY4" fmla="*/ 29076 h 236206"/>
                  <a:gd name="connsiteX5" fmla="*/ 36201 w 100023"/>
                  <a:gd name="connsiteY5" fmla="*/ 45498 h 236206"/>
                  <a:gd name="connsiteX6" fmla="*/ 36201 w 100023"/>
                  <a:gd name="connsiteY6" fmla="*/ 203785 h 236206"/>
                  <a:gd name="connsiteX7" fmla="*/ 27718 w 100023"/>
                  <a:gd name="connsiteY7" fmla="*/ 226497 h 236206"/>
                  <a:gd name="connsiteX8" fmla="*/ 2624 w 100023"/>
                  <a:gd name="connsiteY8" fmla="*/ 231040 h 236206"/>
                  <a:gd name="connsiteX9" fmla="*/ 2624 w 100023"/>
                  <a:gd name="connsiteY9" fmla="*/ 236281 h 236206"/>
                  <a:gd name="connsiteX10" fmla="*/ 100173 w 100023"/>
                  <a:gd name="connsiteY10" fmla="*/ 236281 h 236206"/>
                  <a:gd name="connsiteX11" fmla="*/ 100173 w 100023"/>
                  <a:gd name="connsiteY11" fmla="*/ 231040 h 236206"/>
                  <a:gd name="connsiteX12" fmla="*/ 66597 w 100023"/>
                  <a:gd name="connsiteY12" fmla="*/ 210424 h 236206"/>
                  <a:gd name="connsiteX13" fmla="*/ 66597 w 100023"/>
                  <a:gd name="connsiteY13" fmla="*/ 773 h 236206"/>
                  <a:gd name="connsiteX14" fmla="*/ 63769 w 100023"/>
                  <a:gd name="connsiteY14" fmla="*/ 74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23" h="236206">
                    <a:moveTo>
                      <a:pt x="63769" y="74"/>
                    </a:moveTo>
                    <a:lnTo>
                      <a:pt x="150" y="31871"/>
                    </a:lnTo>
                    <a:lnTo>
                      <a:pt x="150" y="36763"/>
                    </a:lnTo>
                    <a:cubicBezTo>
                      <a:pt x="4391" y="35016"/>
                      <a:pt x="8279" y="33618"/>
                      <a:pt x="9693" y="32919"/>
                    </a:cubicBezTo>
                    <a:cubicBezTo>
                      <a:pt x="16054" y="30473"/>
                      <a:pt x="22063" y="29076"/>
                      <a:pt x="25597" y="29076"/>
                    </a:cubicBezTo>
                    <a:cubicBezTo>
                      <a:pt x="33020" y="29076"/>
                      <a:pt x="36201" y="34317"/>
                      <a:pt x="36201" y="45498"/>
                    </a:cubicBezTo>
                    <a:lnTo>
                      <a:pt x="36201" y="203785"/>
                    </a:lnTo>
                    <a:cubicBezTo>
                      <a:pt x="36201" y="215316"/>
                      <a:pt x="33373" y="223352"/>
                      <a:pt x="27718" y="226497"/>
                    </a:cubicBezTo>
                    <a:cubicBezTo>
                      <a:pt x="22416" y="229642"/>
                      <a:pt x="17468" y="230690"/>
                      <a:pt x="2624" y="231040"/>
                    </a:cubicBezTo>
                    <a:lnTo>
                      <a:pt x="2624" y="236281"/>
                    </a:lnTo>
                    <a:lnTo>
                      <a:pt x="100173" y="236281"/>
                    </a:lnTo>
                    <a:lnTo>
                      <a:pt x="100173" y="231040"/>
                    </a:lnTo>
                    <a:cubicBezTo>
                      <a:pt x="72252" y="230690"/>
                      <a:pt x="66597" y="227196"/>
                      <a:pt x="66597" y="210424"/>
                    </a:cubicBezTo>
                    <a:lnTo>
                      <a:pt x="66597" y="773"/>
                    </a:lnTo>
                    <a:lnTo>
                      <a:pt x="63769" y="7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A259EE8F-8732-E960-65AF-730E134EFC19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0093641" y="4612456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1 w 14190"/>
                  <a:gd name="connsiteY1" fmla="*/ 0 h 420874"/>
                  <a:gd name="connsiteX2" fmla="*/ 14191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1" y="0"/>
                    </a:lnTo>
                    <a:lnTo>
                      <a:pt x="14191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95846505-246A-E096-84F3-046D07096C9A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1083818" y="4670860"/>
                <a:ext cx="137488" cy="241098"/>
              </a:xfrm>
              <a:custGeom>
                <a:avLst/>
                <a:gdLst>
                  <a:gd name="connsiteX0" fmla="*/ 82919 w 137488"/>
                  <a:gd name="connsiteY0" fmla="*/ 106647 h 241098"/>
                  <a:gd name="connsiteX1" fmla="*/ 130280 w 137488"/>
                  <a:gd name="connsiteY1" fmla="*/ 49691 h 241098"/>
                  <a:gd name="connsiteX2" fmla="*/ 69488 w 137488"/>
                  <a:gd name="connsiteY2" fmla="*/ 74 h 241098"/>
                  <a:gd name="connsiteX3" fmla="*/ 2334 w 137488"/>
                  <a:gd name="connsiteY3" fmla="*/ 55282 h 241098"/>
                  <a:gd name="connsiteX4" fmla="*/ 46161 w 137488"/>
                  <a:gd name="connsiteY4" fmla="*/ 120274 h 241098"/>
                  <a:gd name="connsiteX5" fmla="*/ 214 w 137488"/>
                  <a:gd name="connsiteY5" fmla="*/ 183519 h 241098"/>
                  <a:gd name="connsiteX6" fmla="*/ 68074 w 137488"/>
                  <a:gd name="connsiteY6" fmla="*/ 241173 h 241098"/>
                  <a:gd name="connsiteX7" fmla="*/ 137702 w 137488"/>
                  <a:gd name="connsiteY7" fmla="*/ 182121 h 241098"/>
                  <a:gd name="connsiteX8" fmla="*/ 82919 w 137488"/>
                  <a:gd name="connsiteY8" fmla="*/ 106647 h 241098"/>
                  <a:gd name="connsiteX9" fmla="*/ 76557 w 137488"/>
                  <a:gd name="connsiteY9" fmla="*/ 142637 h 241098"/>
                  <a:gd name="connsiteX10" fmla="*/ 110841 w 137488"/>
                  <a:gd name="connsiteY10" fmla="*/ 192953 h 241098"/>
                  <a:gd name="connsiteX11" fmla="*/ 71962 w 137488"/>
                  <a:gd name="connsiteY11" fmla="*/ 231389 h 241098"/>
                  <a:gd name="connsiteX12" fmla="*/ 27075 w 137488"/>
                  <a:gd name="connsiteY12" fmla="*/ 180723 h 241098"/>
                  <a:gd name="connsiteX13" fmla="*/ 55350 w 137488"/>
                  <a:gd name="connsiteY13" fmla="*/ 127262 h 241098"/>
                  <a:gd name="connsiteX14" fmla="*/ 76557 w 137488"/>
                  <a:gd name="connsiteY14" fmla="*/ 142637 h 241098"/>
                  <a:gd name="connsiteX15" fmla="*/ 72669 w 137488"/>
                  <a:gd name="connsiteY15" fmla="*/ 100357 h 241098"/>
                  <a:gd name="connsiteX16" fmla="*/ 28489 w 137488"/>
                  <a:gd name="connsiteY16" fmla="*/ 44450 h 241098"/>
                  <a:gd name="connsiteX17" fmla="*/ 66661 w 137488"/>
                  <a:gd name="connsiteY17" fmla="*/ 9858 h 241098"/>
                  <a:gd name="connsiteX18" fmla="*/ 105893 w 137488"/>
                  <a:gd name="connsiteY18" fmla="*/ 49342 h 241098"/>
                  <a:gd name="connsiteX19" fmla="*/ 75850 w 137488"/>
                  <a:gd name="connsiteY19" fmla="*/ 98261 h 241098"/>
                  <a:gd name="connsiteX20" fmla="*/ 72669 w 137488"/>
                  <a:gd name="connsiteY20" fmla="*/ 100357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37488" h="241098">
                    <a:moveTo>
                      <a:pt x="82919" y="106647"/>
                    </a:moveTo>
                    <a:cubicBezTo>
                      <a:pt x="117909" y="88127"/>
                      <a:pt x="130280" y="73452"/>
                      <a:pt x="130280" y="49691"/>
                    </a:cubicBezTo>
                    <a:cubicBezTo>
                      <a:pt x="130280" y="21039"/>
                      <a:pt x="104832" y="74"/>
                      <a:pt x="69488" y="74"/>
                    </a:cubicBezTo>
                    <a:cubicBezTo>
                      <a:pt x="30963" y="74"/>
                      <a:pt x="2334" y="23485"/>
                      <a:pt x="2334" y="55282"/>
                    </a:cubicBezTo>
                    <a:cubicBezTo>
                      <a:pt x="2334" y="77994"/>
                      <a:pt x="9050" y="88127"/>
                      <a:pt x="46161" y="120274"/>
                    </a:cubicBezTo>
                    <a:cubicBezTo>
                      <a:pt x="7989" y="148926"/>
                      <a:pt x="214" y="159758"/>
                      <a:pt x="214" y="183519"/>
                    </a:cubicBezTo>
                    <a:cubicBezTo>
                      <a:pt x="214" y="217412"/>
                      <a:pt x="28136" y="241173"/>
                      <a:pt x="68074" y="241173"/>
                    </a:cubicBezTo>
                    <a:cubicBezTo>
                      <a:pt x="110487" y="241173"/>
                      <a:pt x="137702" y="218111"/>
                      <a:pt x="137702" y="182121"/>
                    </a:cubicBezTo>
                    <a:cubicBezTo>
                      <a:pt x="137702" y="155216"/>
                      <a:pt x="125685" y="138094"/>
                      <a:pt x="82919" y="106647"/>
                    </a:cubicBezTo>
                    <a:close/>
                    <a:moveTo>
                      <a:pt x="76557" y="142637"/>
                    </a:moveTo>
                    <a:cubicBezTo>
                      <a:pt x="102358" y="160806"/>
                      <a:pt x="110841" y="173385"/>
                      <a:pt x="110841" y="192953"/>
                    </a:cubicBezTo>
                    <a:cubicBezTo>
                      <a:pt x="110841" y="215665"/>
                      <a:pt x="94936" y="231389"/>
                      <a:pt x="71962" y="231389"/>
                    </a:cubicBezTo>
                    <a:cubicBezTo>
                      <a:pt x="45101" y="231389"/>
                      <a:pt x="27075" y="211123"/>
                      <a:pt x="27075" y="180723"/>
                    </a:cubicBezTo>
                    <a:cubicBezTo>
                      <a:pt x="27075" y="158360"/>
                      <a:pt x="34851" y="143685"/>
                      <a:pt x="55350" y="127262"/>
                    </a:cubicBezTo>
                    <a:lnTo>
                      <a:pt x="76557" y="142637"/>
                    </a:lnTo>
                    <a:close/>
                    <a:moveTo>
                      <a:pt x="72669" y="100357"/>
                    </a:moveTo>
                    <a:cubicBezTo>
                      <a:pt x="41213" y="80091"/>
                      <a:pt x="28489" y="64018"/>
                      <a:pt x="28489" y="44450"/>
                    </a:cubicBezTo>
                    <a:cubicBezTo>
                      <a:pt x="28489" y="24184"/>
                      <a:pt x="44394" y="9858"/>
                      <a:pt x="66661" y="9858"/>
                    </a:cubicBezTo>
                    <a:cubicBezTo>
                      <a:pt x="90695" y="9858"/>
                      <a:pt x="105893" y="25232"/>
                      <a:pt x="105893" y="49342"/>
                    </a:cubicBezTo>
                    <a:cubicBezTo>
                      <a:pt x="105893" y="69259"/>
                      <a:pt x="95996" y="84983"/>
                      <a:pt x="75850" y="98261"/>
                    </a:cubicBezTo>
                    <a:cubicBezTo>
                      <a:pt x="74083" y="99309"/>
                      <a:pt x="74083" y="99309"/>
                      <a:pt x="72669" y="100357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72EE6BE4-8006-C53F-594B-A5C3514B0AC4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1249891" y="4670860"/>
                <a:ext cx="159755" cy="241098"/>
              </a:xfrm>
              <a:custGeom>
                <a:avLst/>
                <a:gdLst>
                  <a:gd name="connsiteX0" fmla="*/ 81510 w 159755"/>
                  <a:gd name="connsiteY0" fmla="*/ 74 h 241098"/>
                  <a:gd name="connsiteX1" fmla="*/ 34149 w 159755"/>
                  <a:gd name="connsiteY1" fmla="*/ 18244 h 241098"/>
                  <a:gd name="connsiteX2" fmla="*/ 219 w 159755"/>
                  <a:gd name="connsiteY2" fmla="*/ 118876 h 241098"/>
                  <a:gd name="connsiteX3" fmla="*/ 28494 w 159755"/>
                  <a:gd name="connsiteY3" fmla="*/ 217412 h 241098"/>
                  <a:gd name="connsiteX4" fmla="*/ 80096 w 159755"/>
                  <a:gd name="connsiteY4" fmla="*/ 241173 h 241098"/>
                  <a:gd name="connsiteX5" fmla="*/ 126044 w 159755"/>
                  <a:gd name="connsiteY5" fmla="*/ 223003 h 241098"/>
                  <a:gd name="connsiteX6" fmla="*/ 159974 w 159755"/>
                  <a:gd name="connsiteY6" fmla="*/ 120973 h 241098"/>
                  <a:gd name="connsiteX7" fmla="*/ 81510 w 159755"/>
                  <a:gd name="connsiteY7" fmla="*/ 74 h 241098"/>
                  <a:gd name="connsiteX8" fmla="*/ 80450 w 159755"/>
                  <a:gd name="connsiteY8" fmla="*/ 9159 h 241098"/>
                  <a:gd name="connsiteX9" fmla="*/ 126044 w 159755"/>
                  <a:gd name="connsiteY9" fmla="*/ 121672 h 241098"/>
                  <a:gd name="connsiteX10" fmla="*/ 80096 w 159755"/>
                  <a:gd name="connsiteY10" fmla="*/ 232088 h 241098"/>
                  <a:gd name="connsiteX11" fmla="*/ 34149 w 159755"/>
                  <a:gd name="connsiteY11" fmla="*/ 122021 h 241098"/>
                  <a:gd name="connsiteX12" fmla="*/ 80450 w 159755"/>
                  <a:gd name="connsiteY12" fmla="*/ 9159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510" y="74"/>
                    </a:moveTo>
                    <a:cubicBezTo>
                      <a:pt x="62071" y="74"/>
                      <a:pt x="47226" y="6014"/>
                      <a:pt x="34149" y="18244"/>
                    </a:cubicBezTo>
                    <a:cubicBezTo>
                      <a:pt x="13649" y="37811"/>
                      <a:pt x="219" y="77994"/>
                      <a:pt x="219" y="118876"/>
                    </a:cubicBezTo>
                    <a:cubicBezTo>
                      <a:pt x="219" y="156963"/>
                      <a:pt x="11882" y="197845"/>
                      <a:pt x="28494" y="217412"/>
                    </a:cubicBezTo>
                    <a:cubicBezTo>
                      <a:pt x="41571" y="232787"/>
                      <a:pt x="59597" y="241173"/>
                      <a:pt x="80096" y="241173"/>
                    </a:cubicBezTo>
                    <a:cubicBezTo>
                      <a:pt x="98122" y="241173"/>
                      <a:pt x="113320" y="235233"/>
                      <a:pt x="126044" y="223003"/>
                    </a:cubicBezTo>
                    <a:cubicBezTo>
                      <a:pt x="146543" y="203785"/>
                      <a:pt x="159974" y="163252"/>
                      <a:pt x="159974" y="120973"/>
                    </a:cubicBezTo>
                    <a:cubicBezTo>
                      <a:pt x="159974" y="49342"/>
                      <a:pt x="127811" y="74"/>
                      <a:pt x="81510" y="74"/>
                    </a:cubicBezTo>
                    <a:close/>
                    <a:moveTo>
                      <a:pt x="80450" y="9159"/>
                    </a:moveTo>
                    <a:cubicBezTo>
                      <a:pt x="110139" y="9159"/>
                      <a:pt x="126044" y="48643"/>
                      <a:pt x="126044" y="121672"/>
                    </a:cubicBezTo>
                    <a:cubicBezTo>
                      <a:pt x="126044" y="194700"/>
                      <a:pt x="110492" y="232088"/>
                      <a:pt x="80096" y="232088"/>
                    </a:cubicBezTo>
                    <a:cubicBezTo>
                      <a:pt x="49700" y="232088"/>
                      <a:pt x="34149" y="194700"/>
                      <a:pt x="34149" y="122021"/>
                    </a:cubicBezTo>
                    <a:cubicBezTo>
                      <a:pt x="34149" y="47944"/>
                      <a:pt x="50054" y="9159"/>
                      <a:pt x="80450" y="9159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96A00408-5C90-8065-B1D1-8A5BF643E8F1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1427274" y="4670860"/>
                <a:ext cx="159755" cy="241098"/>
              </a:xfrm>
              <a:custGeom>
                <a:avLst/>
                <a:gdLst>
                  <a:gd name="connsiteX0" fmla="*/ 81515 w 159755"/>
                  <a:gd name="connsiteY0" fmla="*/ 74 h 241098"/>
                  <a:gd name="connsiteX1" fmla="*/ 34154 w 159755"/>
                  <a:gd name="connsiteY1" fmla="*/ 18244 h 241098"/>
                  <a:gd name="connsiteX2" fmla="*/ 224 w 159755"/>
                  <a:gd name="connsiteY2" fmla="*/ 118876 h 241098"/>
                  <a:gd name="connsiteX3" fmla="*/ 28499 w 159755"/>
                  <a:gd name="connsiteY3" fmla="*/ 217412 h 241098"/>
                  <a:gd name="connsiteX4" fmla="*/ 80101 w 159755"/>
                  <a:gd name="connsiteY4" fmla="*/ 241173 h 241098"/>
                  <a:gd name="connsiteX5" fmla="*/ 126049 w 159755"/>
                  <a:gd name="connsiteY5" fmla="*/ 223003 h 241098"/>
                  <a:gd name="connsiteX6" fmla="*/ 159979 w 159755"/>
                  <a:gd name="connsiteY6" fmla="*/ 120973 h 241098"/>
                  <a:gd name="connsiteX7" fmla="*/ 81515 w 159755"/>
                  <a:gd name="connsiteY7" fmla="*/ 74 h 241098"/>
                  <a:gd name="connsiteX8" fmla="*/ 80455 w 159755"/>
                  <a:gd name="connsiteY8" fmla="*/ 9159 h 241098"/>
                  <a:gd name="connsiteX9" fmla="*/ 126049 w 159755"/>
                  <a:gd name="connsiteY9" fmla="*/ 121672 h 241098"/>
                  <a:gd name="connsiteX10" fmla="*/ 80101 w 159755"/>
                  <a:gd name="connsiteY10" fmla="*/ 232088 h 241098"/>
                  <a:gd name="connsiteX11" fmla="*/ 34154 w 159755"/>
                  <a:gd name="connsiteY11" fmla="*/ 122021 h 241098"/>
                  <a:gd name="connsiteX12" fmla="*/ 80455 w 159755"/>
                  <a:gd name="connsiteY12" fmla="*/ 9159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515" y="74"/>
                    </a:moveTo>
                    <a:cubicBezTo>
                      <a:pt x="62076" y="74"/>
                      <a:pt x="47231" y="6014"/>
                      <a:pt x="34154" y="18244"/>
                    </a:cubicBezTo>
                    <a:cubicBezTo>
                      <a:pt x="13654" y="37811"/>
                      <a:pt x="224" y="77994"/>
                      <a:pt x="224" y="118876"/>
                    </a:cubicBezTo>
                    <a:cubicBezTo>
                      <a:pt x="224" y="156963"/>
                      <a:pt x="11887" y="197845"/>
                      <a:pt x="28499" y="217412"/>
                    </a:cubicBezTo>
                    <a:cubicBezTo>
                      <a:pt x="41576" y="232787"/>
                      <a:pt x="59602" y="241173"/>
                      <a:pt x="80101" y="241173"/>
                    </a:cubicBezTo>
                    <a:cubicBezTo>
                      <a:pt x="98127" y="241173"/>
                      <a:pt x="113325" y="235233"/>
                      <a:pt x="126049" y="223003"/>
                    </a:cubicBezTo>
                    <a:cubicBezTo>
                      <a:pt x="146548" y="203785"/>
                      <a:pt x="159979" y="163252"/>
                      <a:pt x="159979" y="120973"/>
                    </a:cubicBezTo>
                    <a:cubicBezTo>
                      <a:pt x="159979" y="49342"/>
                      <a:pt x="127816" y="74"/>
                      <a:pt x="81515" y="74"/>
                    </a:cubicBezTo>
                    <a:close/>
                    <a:moveTo>
                      <a:pt x="80455" y="9159"/>
                    </a:moveTo>
                    <a:cubicBezTo>
                      <a:pt x="110144" y="9159"/>
                      <a:pt x="126049" y="48643"/>
                      <a:pt x="126049" y="121672"/>
                    </a:cubicBezTo>
                    <a:cubicBezTo>
                      <a:pt x="126049" y="194700"/>
                      <a:pt x="110497" y="232088"/>
                      <a:pt x="80101" y="232088"/>
                    </a:cubicBezTo>
                    <a:cubicBezTo>
                      <a:pt x="49705" y="232088"/>
                      <a:pt x="34154" y="194700"/>
                      <a:pt x="34154" y="122021"/>
                    </a:cubicBezTo>
                    <a:cubicBezTo>
                      <a:pt x="34154" y="47944"/>
                      <a:pt x="50059" y="9159"/>
                      <a:pt x="80455" y="9159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9903FB67-C4AC-3F88-7871-AA7894A881F7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2552367" y="4612456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5EEF934-14FF-F9D4-AAED-3D279EF19FB4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6185599" y="5033331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B815545C-1283-55A6-BB3D-16738AF2022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6185599" y="504736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72F4F0EB-DCDC-7F43-CC74-A3BDCAA7C941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6867893" y="5105764"/>
                <a:ext cx="100023" cy="236206"/>
              </a:xfrm>
              <a:custGeom>
                <a:avLst/>
                <a:gdLst>
                  <a:gd name="connsiteX0" fmla="*/ 63714 w 100023"/>
                  <a:gd name="connsiteY0" fmla="*/ 86 h 236206"/>
                  <a:gd name="connsiteX1" fmla="*/ 95 w 100023"/>
                  <a:gd name="connsiteY1" fmla="*/ 31883 h 236206"/>
                  <a:gd name="connsiteX2" fmla="*/ 95 w 100023"/>
                  <a:gd name="connsiteY2" fmla="*/ 36775 h 236206"/>
                  <a:gd name="connsiteX3" fmla="*/ 9638 w 100023"/>
                  <a:gd name="connsiteY3" fmla="*/ 32932 h 236206"/>
                  <a:gd name="connsiteX4" fmla="*/ 25543 w 100023"/>
                  <a:gd name="connsiteY4" fmla="*/ 29088 h 236206"/>
                  <a:gd name="connsiteX5" fmla="*/ 36146 w 100023"/>
                  <a:gd name="connsiteY5" fmla="*/ 45511 h 236206"/>
                  <a:gd name="connsiteX6" fmla="*/ 36146 w 100023"/>
                  <a:gd name="connsiteY6" fmla="*/ 203797 h 236206"/>
                  <a:gd name="connsiteX7" fmla="*/ 27663 w 100023"/>
                  <a:gd name="connsiteY7" fmla="*/ 226509 h 236206"/>
                  <a:gd name="connsiteX8" fmla="*/ 2569 w 100023"/>
                  <a:gd name="connsiteY8" fmla="*/ 231052 h 236206"/>
                  <a:gd name="connsiteX9" fmla="*/ 2569 w 100023"/>
                  <a:gd name="connsiteY9" fmla="*/ 236293 h 236206"/>
                  <a:gd name="connsiteX10" fmla="*/ 100119 w 100023"/>
                  <a:gd name="connsiteY10" fmla="*/ 236293 h 236206"/>
                  <a:gd name="connsiteX11" fmla="*/ 100119 w 100023"/>
                  <a:gd name="connsiteY11" fmla="*/ 231052 h 236206"/>
                  <a:gd name="connsiteX12" fmla="*/ 66542 w 100023"/>
                  <a:gd name="connsiteY12" fmla="*/ 210436 h 236206"/>
                  <a:gd name="connsiteX13" fmla="*/ 66542 w 100023"/>
                  <a:gd name="connsiteY13" fmla="*/ 785 h 236206"/>
                  <a:gd name="connsiteX14" fmla="*/ 63714 w 100023"/>
                  <a:gd name="connsiteY14" fmla="*/ 86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23" h="236206">
                    <a:moveTo>
                      <a:pt x="63714" y="86"/>
                    </a:moveTo>
                    <a:lnTo>
                      <a:pt x="95" y="31883"/>
                    </a:lnTo>
                    <a:lnTo>
                      <a:pt x="95" y="36775"/>
                    </a:lnTo>
                    <a:cubicBezTo>
                      <a:pt x="4336" y="35028"/>
                      <a:pt x="8224" y="33630"/>
                      <a:pt x="9638" y="32932"/>
                    </a:cubicBezTo>
                    <a:cubicBezTo>
                      <a:pt x="16000" y="30486"/>
                      <a:pt x="22008" y="29088"/>
                      <a:pt x="25543" y="29088"/>
                    </a:cubicBezTo>
                    <a:cubicBezTo>
                      <a:pt x="32965" y="29088"/>
                      <a:pt x="36146" y="34329"/>
                      <a:pt x="36146" y="45511"/>
                    </a:cubicBezTo>
                    <a:lnTo>
                      <a:pt x="36146" y="203797"/>
                    </a:lnTo>
                    <a:cubicBezTo>
                      <a:pt x="36146" y="215328"/>
                      <a:pt x="33318" y="223365"/>
                      <a:pt x="27663" y="226509"/>
                    </a:cubicBezTo>
                    <a:cubicBezTo>
                      <a:pt x="22362" y="229654"/>
                      <a:pt x="17413" y="230702"/>
                      <a:pt x="2569" y="231052"/>
                    </a:cubicBezTo>
                    <a:lnTo>
                      <a:pt x="2569" y="236293"/>
                    </a:lnTo>
                    <a:lnTo>
                      <a:pt x="100119" y="236293"/>
                    </a:lnTo>
                    <a:lnTo>
                      <a:pt x="100119" y="231052"/>
                    </a:lnTo>
                    <a:cubicBezTo>
                      <a:pt x="72197" y="230702"/>
                      <a:pt x="66542" y="227208"/>
                      <a:pt x="66542" y="210436"/>
                    </a:cubicBezTo>
                    <a:lnTo>
                      <a:pt x="66542" y="785"/>
                    </a:lnTo>
                    <a:lnTo>
                      <a:pt x="63714" y="86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D42C156E-47A2-CC77-4DF7-95A023367604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34916" y="504736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6666E7CC-E028-5B12-75F6-B5A0776BCE64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8797881" y="5105764"/>
                <a:ext cx="137488" cy="241098"/>
              </a:xfrm>
              <a:custGeom>
                <a:avLst/>
                <a:gdLst>
                  <a:gd name="connsiteX0" fmla="*/ 39028 w 137488"/>
                  <a:gd name="connsiteY0" fmla="*/ 120985 h 241098"/>
                  <a:gd name="connsiteX1" fmla="*/ 76493 w 137488"/>
                  <a:gd name="connsiteY1" fmla="*/ 124829 h 241098"/>
                  <a:gd name="connsiteX2" fmla="*/ 112190 w 137488"/>
                  <a:gd name="connsiteY2" fmla="*/ 176543 h 241098"/>
                  <a:gd name="connsiteX3" fmla="*/ 65890 w 137488"/>
                  <a:gd name="connsiteY3" fmla="*/ 228606 h 241098"/>
                  <a:gd name="connsiteX4" fmla="*/ 36201 w 137488"/>
                  <a:gd name="connsiteY4" fmla="*/ 217774 h 241098"/>
                  <a:gd name="connsiteX5" fmla="*/ 13580 w 137488"/>
                  <a:gd name="connsiteY5" fmla="*/ 209039 h 241098"/>
                  <a:gd name="connsiteX6" fmla="*/ 150 w 137488"/>
                  <a:gd name="connsiteY6" fmla="*/ 221268 h 241098"/>
                  <a:gd name="connsiteX7" fmla="*/ 40088 w 137488"/>
                  <a:gd name="connsiteY7" fmla="*/ 241185 h 241098"/>
                  <a:gd name="connsiteX8" fmla="*/ 111837 w 137488"/>
                  <a:gd name="connsiteY8" fmla="*/ 217774 h 241098"/>
                  <a:gd name="connsiteX9" fmla="*/ 137638 w 137488"/>
                  <a:gd name="connsiteY9" fmla="*/ 159771 h 241098"/>
                  <a:gd name="connsiteX10" fmla="*/ 121733 w 137488"/>
                  <a:gd name="connsiteY10" fmla="*/ 114696 h 241098"/>
                  <a:gd name="connsiteX11" fmla="*/ 92398 w 137488"/>
                  <a:gd name="connsiteY11" fmla="*/ 96176 h 241098"/>
                  <a:gd name="connsiteX12" fmla="*/ 125621 w 137488"/>
                  <a:gd name="connsiteY12" fmla="*/ 47957 h 241098"/>
                  <a:gd name="connsiteX13" fmla="*/ 70484 w 137488"/>
                  <a:gd name="connsiteY13" fmla="*/ 86 h 241098"/>
                  <a:gd name="connsiteX14" fmla="*/ 24537 w 137488"/>
                  <a:gd name="connsiteY14" fmla="*/ 17208 h 241098"/>
                  <a:gd name="connsiteX15" fmla="*/ 857 w 137488"/>
                  <a:gd name="connsiteY15" fmla="*/ 56692 h 241098"/>
                  <a:gd name="connsiteX16" fmla="*/ 6158 w 137488"/>
                  <a:gd name="connsiteY16" fmla="*/ 58090 h 241098"/>
                  <a:gd name="connsiteX17" fmla="*/ 58821 w 137488"/>
                  <a:gd name="connsiteY17" fmla="*/ 21051 h 241098"/>
                  <a:gd name="connsiteX18" fmla="*/ 97699 w 137488"/>
                  <a:gd name="connsiteY18" fmla="*/ 58439 h 241098"/>
                  <a:gd name="connsiteX19" fmla="*/ 83562 w 137488"/>
                  <a:gd name="connsiteY19" fmla="*/ 92333 h 241098"/>
                  <a:gd name="connsiteX20" fmla="*/ 39028 w 137488"/>
                  <a:gd name="connsiteY20" fmla="*/ 116443 h 241098"/>
                  <a:gd name="connsiteX21" fmla="*/ 39028 w 137488"/>
                  <a:gd name="connsiteY21" fmla="*/ 120985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488" h="241098">
                    <a:moveTo>
                      <a:pt x="39028" y="120985"/>
                    </a:moveTo>
                    <a:cubicBezTo>
                      <a:pt x="59881" y="120985"/>
                      <a:pt x="68010" y="121684"/>
                      <a:pt x="76493" y="124829"/>
                    </a:cubicBezTo>
                    <a:cubicBezTo>
                      <a:pt x="98406" y="132516"/>
                      <a:pt x="112190" y="152433"/>
                      <a:pt x="112190" y="176543"/>
                    </a:cubicBezTo>
                    <a:cubicBezTo>
                      <a:pt x="112190" y="205894"/>
                      <a:pt x="92044" y="228606"/>
                      <a:pt x="65890" y="228606"/>
                    </a:cubicBezTo>
                    <a:cubicBezTo>
                      <a:pt x="56347" y="228606"/>
                      <a:pt x="49278" y="226160"/>
                      <a:pt x="36201" y="217774"/>
                    </a:cubicBezTo>
                    <a:cubicBezTo>
                      <a:pt x="25597" y="211484"/>
                      <a:pt x="19589" y="209039"/>
                      <a:pt x="13580" y="209039"/>
                    </a:cubicBezTo>
                    <a:cubicBezTo>
                      <a:pt x="5451" y="209039"/>
                      <a:pt x="150" y="213930"/>
                      <a:pt x="150" y="221268"/>
                    </a:cubicBezTo>
                    <a:cubicBezTo>
                      <a:pt x="150" y="233498"/>
                      <a:pt x="15348" y="241185"/>
                      <a:pt x="40088" y="241185"/>
                    </a:cubicBezTo>
                    <a:cubicBezTo>
                      <a:pt x="67303" y="241185"/>
                      <a:pt x="95225" y="232100"/>
                      <a:pt x="111837" y="217774"/>
                    </a:cubicBezTo>
                    <a:cubicBezTo>
                      <a:pt x="128449" y="203448"/>
                      <a:pt x="137638" y="183182"/>
                      <a:pt x="137638" y="159771"/>
                    </a:cubicBezTo>
                    <a:cubicBezTo>
                      <a:pt x="137638" y="141950"/>
                      <a:pt x="131983" y="125528"/>
                      <a:pt x="121733" y="114696"/>
                    </a:cubicBezTo>
                    <a:cubicBezTo>
                      <a:pt x="114664" y="107008"/>
                      <a:pt x="107949" y="102815"/>
                      <a:pt x="92398" y="96176"/>
                    </a:cubicBezTo>
                    <a:cubicBezTo>
                      <a:pt x="116785" y="79754"/>
                      <a:pt x="125621" y="66825"/>
                      <a:pt x="125621" y="47957"/>
                    </a:cubicBezTo>
                    <a:cubicBezTo>
                      <a:pt x="125621" y="19654"/>
                      <a:pt x="103001" y="86"/>
                      <a:pt x="70484" y="86"/>
                    </a:cubicBezTo>
                    <a:cubicBezTo>
                      <a:pt x="52812" y="86"/>
                      <a:pt x="37261" y="6026"/>
                      <a:pt x="24537" y="17208"/>
                    </a:cubicBezTo>
                    <a:cubicBezTo>
                      <a:pt x="13934" y="26642"/>
                      <a:pt x="8632" y="35727"/>
                      <a:pt x="857" y="56692"/>
                    </a:cubicBezTo>
                    <a:lnTo>
                      <a:pt x="6158" y="58090"/>
                    </a:lnTo>
                    <a:cubicBezTo>
                      <a:pt x="20649" y="32582"/>
                      <a:pt x="36554" y="21051"/>
                      <a:pt x="58821" y="21051"/>
                    </a:cubicBezTo>
                    <a:cubicBezTo>
                      <a:pt x="81794" y="21051"/>
                      <a:pt x="97699" y="36426"/>
                      <a:pt x="97699" y="58439"/>
                    </a:cubicBezTo>
                    <a:cubicBezTo>
                      <a:pt x="97699" y="71018"/>
                      <a:pt x="92398" y="83597"/>
                      <a:pt x="83562" y="92333"/>
                    </a:cubicBezTo>
                    <a:cubicBezTo>
                      <a:pt x="72958" y="102815"/>
                      <a:pt x="63062" y="108057"/>
                      <a:pt x="39028" y="116443"/>
                    </a:cubicBezTo>
                    <a:lnTo>
                      <a:pt x="39028" y="12098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091C229C-1145-DEDA-7767-3956388B0C4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0093641" y="504736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1 w 14190"/>
                  <a:gd name="connsiteY1" fmla="*/ 0 h 420874"/>
                  <a:gd name="connsiteX2" fmla="*/ 14191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1" y="0"/>
                    </a:lnTo>
                    <a:lnTo>
                      <a:pt x="14191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BE5427CE-416A-D076-00D5-2440EDD329F9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0985937" y="5105764"/>
                <a:ext cx="157281" cy="236206"/>
              </a:xfrm>
              <a:custGeom>
                <a:avLst/>
                <a:gdLst>
                  <a:gd name="connsiteX0" fmla="*/ 157492 w 157281"/>
                  <a:gd name="connsiteY0" fmla="*/ 188423 h 236206"/>
                  <a:gd name="connsiteX1" fmla="*/ 152898 w 157281"/>
                  <a:gd name="connsiteY1" fmla="*/ 186676 h 236206"/>
                  <a:gd name="connsiteX2" fmla="*/ 119321 w 157281"/>
                  <a:gd name="connsiteY2" fmla="*/ 209737 h 236206"/>
                  <a:gd name="connsiteX3" fmla="*/ 34848 w 157281"/>
                  <a:gd name="connsiteY3" fmla="*/ 209737 h 236206"/>
                  <a:gd name="connsiteX4" fmla="*/ 94226 w 157281"/>
                  <a:gd name="connsiteY4" fmla="*/ 148240 h 236206"/>
                  <a:gd name="connsiteX5" fmla="*/ 139467 w 157281"/>
                  <a:gd name="connsiteY5" fmla="*/ 61933 h 236206"/>
                  <a:gd name="connsiteX6" fmla="*/ 74080 w 157281"/>
                  <a:gd name="connsiteY6" fmla="*/ 86 h 236206"/>
                  <a:gd name="connsiteX7" fmla="*/ 23185 w 157281"/>
                  <a:gd name="connsiteY7" fmla="*/ 21750 h 236206"/>
                  <a:gd name="connsiteX8" fmla="*/ 565 w 157281"/>
                  <a:gd name="connsiteY8" fmla="*/ 69621 h 236206"/>
                  <a:gd name="connsiteX9" fmla="*/ 7987 w 157281"/>
                  <a:gd name="connsiteY9" fmla="*/ 71368 h 236206"/>
                  <a:gd name="connsiteX10" fmla="*/ 59236 w 157281"/>
                  <a:gd name="connsiteY10" fmla="*/ 25943 h 236206"/>
                  <a:gd name="connsiteX11" fmla="*/ 109071 w 157281"/>
                  <a:gd name="connsiteY11" fmla="*/ 75211 h 236206"/>
                  <a:gd name="connsiteX12" fmla="*/ 63124 w 157281"/>
                  <a:gd name="connsiteY12" fmla="*/ 166060 h 236206"/>
                  <a:gd name="connsiteX13" fmla="*/ 211 w 157281"/>
                  <a:gd name="connsiteY13" fmla="*/ 232100 h 236206"/>
                  <a:gd name="connsiteX14" fmla="*/ 211 w 157281"/>
                  <a:gd name="connsiteY14" fmla="*/ 236293 h 236206"/>
                  <a:gd name="connsiteX15" fmla="*/ 138053 w 157281"/>
                  <a:gd name="connsiteY15" fmla="*/ 236293 h 236206"/>
                  <a:gd name="connsiteX16" fmla="*/ 157492 w 157281"/>
                  <a:gd name="connsiteY16" fmla="*/ 188423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7281" h="236206">
                    <a:moveTo>
                      <a:pt x="157492" y="188423"/>
                    </a:moveTo>
                    <a:lnTo>
                      <a:pt x="152898" y="186676"/>
                    </a:lnTo>
                    <a:cubicBezTo>
                      <a:pt x="139820" y="206593"/>
                      <a:pt x="135226" y="209737"/>
                      <a:pt x="119321" y="209737"/>
                    </a:cubicBezTo>
                    <a:lnTo>
                      <a:pt x="34848" y="209737"/>
                    </a:lnTo>
                    <a:lnTo>
                      <a:pt x="94226" y="148240"/>
                    </a:lnTo>
                    <a:cubicBezTo>
                      <a:pt x="125683" y="115744"/>
                      <a:pt x="139467" y="89188"/>
                      <a:pt x="139467" y="61933"/>
                    </a:cubicBezTo>
                    <a:cubicBezTo>
                      <a:pt x="139467" y="26992"/>
                      <a:pt x="110838" y="86"/>
                      <a:pt x="74080" y="86"/>
                    </a:cubicBezTo>
                    <a:cubicBezTo>
                      <a:pt x="54641" y="86"/>
                      <a:pt x="36262" y="7773"/>
                      <a:pt x="23185" y="21750"/>
                    </a:cubicBezTo>
                    <a:cubicBezTo>
                      <a:pt x="11875" y="33630"/>
                      <a:pt x="6573" y="44812"/>
                      <a:pt x="565" y="69621"/>
                    </a:cubicBezTo>
                    <a:lnTo>
                      <a:pt x="7987" y="71368"/>
                    </a:lnTo>
                    <a:cubicBezTo>
                      <a:pt x="22125" y="37125"/>
                      <a:pt x="34848" y="25943"/>
                      <a:pt x="59236" y="25943"/>
                    </a:cubicBezTo>
                    <a:cubicBezTo>
                      <a:pt x="88925" y="25943"/>
                      <a:pt x="109071" y="45860"/>
                      <a:pt x="109071" y="75211"/>
                    </a:cubicBezTo>
                    <a:cubicBezTo>
                      <a:pt x="109071" y="102466"/>
                      <a:pt x="92813" y="134962"/>
                      <a:pt x="63124" y="166060"/>
                    </a:cubicBezTo>
                    <a:lnTo>
                      <a:pt x="211" y="232100"/>
                    </a:lnTo>
                    <a:lnTo>
                      <a:pt x="211" y="236293"/>
                    </a:lnTo>
                    <a:lnTo>
                      <a:pt x="138053" y="236293"/>
                    </a:lnTo>
                    <a:lnTo>
                      <a:pt x="157492" y="18842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D003C031-41D4-CAD1-7271-F67A96BB902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1167914" y="5105764"/>
                <a:ext cx="137488" cy="241098"/>
              </a:xfrm>
              <a:custGeom>
                <a:avLst/>
                <a:gdLst>
                  <a:gd name="connsiteX0" fmla="*/ 39095 w 137488"/>
                  <a:gd name="connsiteY0" fmla="*/ 120985 h 241098"/>
                  <a:gd name="connsiteX1" fmla="*/ 76559 w 137488"/>
                  <a:gd name="connsiteY1" fmla="*/ 124829 h 241098"/>
                  <a:gd name="connsiteX2" fmla="*/ 112257 w 137488"/>
                  <a:gd name="connsiteY2" fmla="*/ 176543 h 241098"/>
                  <a:gd name="connsiteX3" fmla="*/ 65956 w 137488"/>
                  <a:gd name="connsiteY3" fmla="*/ 228606 h 241098"/>
                  <a:gd name="connsiteX4" fmla="*/ 36267 w 137488"/>
                  <a:gd name="connsiteY4" fmla="*/ 217774 h 241098"/>
                  <a:gd name="connsiteX5" fmla="*/ 13647 w 137488"/>
                  <a:gd name="connsiteY5" fmla="*/ 209039 h 241098"/>
                  <a:gd name="connsiteX6" fmla="*/ 216 w 137488"/>
                  <a:gd name="connsiteY6" fmla="*/ 221268 h 241098"/>
                  <a:gd name="connsiteX7" fmla="*/ 40155 w 137488"/>
                  <a:gd name="connsiteY7" fmla="*/ 241185 h 241098"/>
                  <a:gd name="connsiteX8" fmla="*/ 111904 w 137488"/>
                  <a:gd name="connsiteY8" fmla="*/ 217774 h 241098"/>
                  <a:gd name="connsiteX9" fmla="*/ 137705 w 137488"/>
                  <a:gd name="connsiteY9" fmla="*/ 159771 h 241098"/>
                  <a:gd name="connsiteX10" fmla="*/ 121800 w 137488"/>
                  <a:gd name="connsiteY10" fmla="*/ 114696 h 241098"/>
                  <a:gd name="connsiteX11" fmla="*/ 92464 w 137488"/>
                  <a:gd name="connsiteY11" fmla="*/ 96176 h 241098"/>
                  <a:gd name="connsiteX12" fmla="*/ 125688 w 137488"/>
                  <a:gd name="connsiteY12" fmla="*/ 47957 h 241098"/>
                  <a:gd name="connsiteX13" fmla="*/ 70551 w 137488"/>
                  <a:gd name="connsiteY13" fmla="*/ 86 h 241098"/>
                  <a:gd name="connsiteX14" fmla="*/ 24604 w 137488"/>
                  <a:gd name="connsiteY14" fmla="*/ 17208 h 241098"/>
                  <a:gd name="connsiteX15" fmla="*/ 923 w 137488"/>
                  <a:gd name="connsiteY15" fmla="*/ 56692 h 241098"/>
                  <a:gd name="connsiteX16" fmla="*/ 6225 w 137488"/>
                  <a:gd name="connsiteY16" fmla="*/ 58090 h 241098"/>
                  <a:gd name="connsiteX17" fmla="*/ 58887 w 137488"/>
                  <a:gd name="connsiteY17" fmla="*/ 21051 h 241098"/>
                  <a:gd name="connsiteX18" fmla="*/ 97766 w 137488"/>
                  <a:gd name="connsiteY18" fmla="*/ 58439 h 241098"/>
                  <a:gd name="connsiteX19" fmla="*/ 83628 w 137488"/>
                  <a:gd name="connsiteY19" fmla="*/ 92333 h 241098"/>
                  <a:gd name="connsiteX20" fmla="*/ 39095 w 137488"/>
                  <a:gd name="connsiteY20" fmla="*/ 116443 h 241098"/>
                  <a:gd name="connsiteX21" fmla="*/ 39095 w 137488"/>
                  <a:gd name="connsiteY21" fmla="*/ 120985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488" h="241098">
                    <a:moveTo>
                      <a:pt x="39095" y="120985"/>
                    </a:moveTo>
                    <a:cubicBezTo>
                      <a:pt x="59948" y="120985"/>
                      <a:pt x="68077" y="121684"/>
                      <a:pt x="76559" y="124829"/>
                    </a:cubicBezTo>
                    <a:cubicBezTo>
                      <a:pt x="98473" y="132516"/>
                      <a:pt x="112257" y="152433"/>
                      <a:pt x="112257" y="176543"/>
                    </a:cubicBezTo>
                    <a:cubicBezTo>
                      <a:pt x="112257" y="205894"/>
                      <a:pt x="92111" y="228606"/>
                      <a:pt x="65956" y="228606"/>
                    </a:cubicBezTo>
                    <a:cubicBezTo>
                      <a:pt x="56413" y="228606"/>
                      <a:pt x="49344" y="226160"/>
                      <a:pt x="36267" y="217774"/>
                    </a:cubicBezTo>
                    <a:cubicBezTo>
                      <a:pt x="25664" y="211484"/>
                      <a:pt x="19655" y="209039"/>
                      <a:pt x="13647" y="209039"/>
                    </a:cubicBezTo>
                    <a:cubicBezTo>
                      <a:pt x="5518" y="209039"/>
                      <a:pt x="216" y="213930"/>
                      <a:pt x="216" y="221268"/>
                    </a:cubicBezTo>
                    <a:cubicBezTo>
                      <a:pt x="216" y="233498"/>
                      <a:pt x="15414" y="241185"/>
                      <a:pt x="40155" y="241185"/>
                    </a:cubicBezTo>
                    <a:cubicBezTo>
                      <a:pt x="67370" y="241185"/>
                      <a:pt x="95292" y="232100"/>
                      <a:pt x="111904" y="217774"/>
                    </a:cubicBezTo>
                    <a:cubicBezTo>
                      <a:pt x="128515" y="203448"/>
                      <a:pt x="137705" y="183182"/>
                      <a:pt x="137705" y="159771"/>
                    </a:cubicBezTo>
                    <a:cubicBezTo>
                      <a:pt x="137705" y="141950"/>
                      <a:pt x="132050" y="125528"/>
                      <a:pt x="121800" y="114696"/>
                    </a:cubicBezTo>
                    <a:cubicBezTo>
                      <a:pt x="114731" y="107008"/>
                      <a:pt x="108016" y="102815"/>
                      <a:pt x="92464" y="96176"/>
                    </a:cubicBezTo>
                    <a:cubicBezTo>
                      <a:pt x="116852" y="79754"/>
                      <a:pt x="125688" y="66825"/>
                      <a:pt x="125688" y="47957"/>
                    </a:cubicBezTo>
                    <a:cubicBezTo>
                      <a:pt x="125688" y="19654"/>
                      <a:pt x="103067" y="86"/>
                      <a:pt x="70551" y="86"/>
                    </a:cubicBezTo>
                    <a:cubicBezTo>
                      <a:pt x="52879" y="86"/>
                      <a:pt x="37327" y="6026"/>
                      <a:pt x="24604" y="17208"/>
                    </a:cubicBezTo>
                    <a:cubicBezTo>
                      <a:pt x="14000" y="26642"/>
                      <a:pt x="8699" y="35727"/>
                      <a:pt x="923" y="56692"/>
                    </a:cubicBezTo>
                    <a:lnTo>
                      <a:pt x="6225" y="58090"/>
                    </a:lnTo>
                    <a:cubicBezTo>
                      <a:pt x="20716" y="32582"/>
                      <a:pt x="36621" y="21051"/>
                      <a:pt x="58887" y="21051"/>
                    </a:cubicBezTo>
                    <a:cubicBezTo>
                      <a:pt x="81861" y="21051"/>
                      <a:pt x="97766" y="36426"/>
                      <a:pt x="97766" y="58439"/>
                    </a:cubicBezTo>
                    <a:cubicBezTo>
                      <a:pt x="97766" y="71018"/>
                      <a:pt x="92464" y="83597"/>
                      <a:pt x="83628" y="92333"/>
                    </a:cubicBezTo>
                    <a:cubicBezTo>
                      <a:pt x="73025" y="102815"/>
                      <a:pt x="63129" y="108057"/>
                      <a:pt x="39095" y="116443"/>
                    </a:cubicBezTo>
                    <a:lnTo>
                      <a:pt x="39095" y="12098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66DFB353-4B34-673F-E16C-AC30B598572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1369331" y="5105764"/>
                <a:ext cx="100023" cy="236206"/>
              </a:xfrm>
              <a:custGeom>
                <a:avLst/>
                <a:gdLst>
                  <a:gd name="connsiteX0" fmla="*/ 63841 w 100023"/>
                  <a:gd name="connsiteY0" fmla="*/ 86 h 236206"/>
                  <a:gd name="connsiteX1" fmla="*/ 221 w 100023"/>
                  <a:gd name="connsiteY1" fmla="*/ 31883 h 236206"/>
                  <a:gd name="connsiteX2" fmla="*/ 221 w 100023"/>
                  <a:gd name="connsiteY2" fmla="*/ 36775 h 236206"/>
                  <a:gd name="connsiteX3" fmla="*/ 9764 w 100023"/>
                  <a:gd name="connsiteY3" fmla="*/ 32932 h 236206"/>
                  <a:gd name="connsiteX4" fmla="*/ 25669 w 100023"/>
                  <a:gd name="connsiteY4" fmla="*/ 29088 h 236206"/>
                  <a:gd name="connsiteX5" fmla="*/ 36272 w 100023"/>
                  <a:gd name="connsiteY5" fmla="*/ 45511 h 236206"/>
                  <a:gd name="connsiteX6" fmla="*/ 36272 w 100023"/>
                  <a:gd name="connsiteY6" fmla="*/ 203797 h 236206"/>
                  <a:gd name="connsiteX7" fmla="*/ 27790 w 100023"/>
                  <a:gd name="connsiteY7" fmla="*/ 226509 h 236206"/>
                  <a:gd name="connsiteX8" fmla="*/ 2695 w 100023"/>
                  <a:gd name="connsiteY8" fmla="*/ 231052 h 236206"/>
                  <a:gd name="connsiteX9" fmla="*/ 2695 w 100023"/>
                  <a:gd name="connsiteY9" fmla="*/ 236293 h 236206"/>
                  <a:gd name="connsiteX10" fmla="*/ 100245 w 100023"/>
                  <a:gd name="connsiteY10" fmla="*/ 236293 h 236206"/>
                  <a:gd name="connsiteX11" fmla="*/ 100245 w 100023"/>
                  <a:gd name="connsiteY11" fmla="*/ 231052 h 236206"/>
                  <a:gd name="connsiteX12" fmla="*/ 66668 w 100023"/>
                  <a:gd name="connsiteY12" fmla="*/ 210436 h 236206"/>
                  <a:gd name="connsiteX13" fmla="*/ 66668 w 100023"/>
                  <a:gd name="connsiteY13" fmla="*/ 785 h 236206"/>
                  <a:gd name="connsiteX14" fmla="*/ 63841 w 100023"/>
                  <a:gd name="connsiteY14" fmla="*/ 86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23" h="236206">
                    <a:moveTo>
                      <a:pt x="63841" y="86"/>
                    </a:moveTo>
                    <a:lnTo>
                      <a:pt x="221" y="31883"/>
                    </a:lnTo>
                    <a:lnTo>
                      <a:pt x="221" y="36775"/>
                    </a:lnTo>
                    <a:cubicBezTo>
                      <a:pt x="4462" y="35028"/>
                      <a:pt x="8350" y="33630"/>
                      <a:pt x="9764" y="32932"/>
                    </a:cubicBezTo>
                    <a:cubicBezTo>
                      <a:pt x="16126" y="30486"/>
                      <a:pt x="22135" y="29088"/>
                      <a:pt x="25669" y="29088"/>
                    </a:cubicBezTo>
                    <a:cubicBezTo>
                      <a:pt x="33091" y="29088"/>
                      <a:pt x="36272" y="34329"/>
                      <a:pt x="36272" y="45511"/>
                    </a:cubicBezTo>
                    <a:lnTo>
                      <a:pt x="36272" y="203797"/>
                    </a:lnTo>
                    <a:cubicBezTo>
                      <a:pt x="36272" y="215328"/>
                      <a:pt x="33445" y="223365"/>
                      <a:pt x="27790" y="226509"/>
                    </a:cubicBezTo>
                    <a:cubicBezTo>
                      <a:pt x="22488" y="229654"/>
                      <a:pt x="17540" y="230702"/>
                      <a:pt x="2695" y="231052"/>
                    </a:cubicBezTo>
                    <a:lnTo>
                      <a:pt x="2695" y="236293"/>
                    </a:lnTo>
                    <a:lnTo>
                      <a:pt x="100245" y="236293"/>
                    </a:lnTo>
                    <a:lnTo>
                      <a:pt x="100245" y="231052"/>
                    </a:lnTo>
                    <a:cubicBezTo>
                      <a:pt x="72323" y="230702"/>
                      <a:pt x="66668" y="227208"/>
                      <a:pt x="66668" y="210436"/>
                    </a:cubicBezTo>
                    <a:lnTo>
                      <a:pt x="66668" y="785"/>
                    </a:lnTo>
                    <a:lnTo>
                      <a:pt x="63841" y="86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DE198771-94AD-0A00-222C-6CF857A066C1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11515965" y="5105764"/>
                <a:ext cx="159755" cy="241098"/>
              </a:xfrm>
              <a:custGeom>
                <a:avLst/>
                <a:gdLst>
                  <a:gd name="connsiteX0" fmla="*/ 81518 w 159755"/>
                  <a:gd name="connsiteY0" fmla="*/ 86 h 241098"/>
                  <a:gd name="connsiteX1" fmla="*/ 34156 w 159755"/>
                  <a:gd name="connsiteY1" fmla="*/ 18256 h 241098"/>
                  <a:gd name="connsiteX2" fmla="*/ 226 w 159755"/>
                  <a:gd name="connsiteY2" fmla="*/ 118889 h 241098"/>
                  <a:gd name="connsiteX3" fmla="*/ 28501 w 159755"/>
                  <a:gd name="connsiteY3" fmla="*/ 217425 h 241098"/>
                  <a:gd name="connsiteX4" fmla="*/ 80104 w 159755"/>
                  <a:gd name="connsiteY4" fmla="*/ 241185 h 241098"/>
                  <a:gd name="connsiteX5" fmla="*/ 126051 w 159755"/>
                  <a:gd name="connsiteY5" fmla="*/ 223015 h 241098"/>
                  <a:gd name="connsiteX6" fmla="*/ 159981 w 159755"/>
                  <a:gd name="connsiteY6" fmla="*/ 120985 h 241098"/>
                  <a:gd name="connsiteX7" fmla="*/ 81518 w 159755"/>
                  <a:gd name="connsiteY7" fmla="*/ 86 h 241098"/>
                  <a:gd name="connsiteX8" fmla="*/ 80457 w 159755"/>
                  <a:gd name="connsiteY8" fmla="*/ 9171 h 241098"/>
                  <a:gd name="connsiteX9" fmla="*/ 126051 w 159755"/>
                  <a:gd name="connsiteY9" fmla="*/ 121684 h 241098"/>
                  <a:gd name="connsiteX10" fmla="*/ 80104 w 159755"/>
                  <a:gd name="connsiteY10" fmla="*/ 232100 h 241098"/>
                  <a:gd name="connsiteX11" fmla="*/ 34156 w 159755"/>
                  <a:gd name="connsiteY11" fmla="*/ 122033 h 241098"/>
                  <a:gd name="connsiteX12" fmla="*/ 80457 w 159755"/>
                  <a:gd name="connsiteY12" fmla="*/ 9171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518" y="86"/>
                    </a:moveTo>
                    <a:cubicBezTo>
                      <a:pt x="62078" y="86"/>
                      <a:pt x="47234" y="6026"/>
                      <a:pt x="34156" y="18256"/>
                    </a:cubicBezTo>
                    <a:cubicBezTo>
                      <a:pt x="13657" y="37823"/>
                      <a:pt x="226" y="78007"/>
                      <a:pt x="226" y="118889"/>
                    </a:cubicBezTo>
                    <a:cubicBezTo>
                      <a:pt x="226" y="156975"/>
                      <a:pt x="11890" y="197857"/>
                      <a:pt x="28501" y="217425"/>
                    </a:cubicBezTo>
                    <a:cubicBezTo>
                      <a:pt x="41579" y="232799"/>
                      <a:pt x="59604" y="241185"/>
                      <a:pt x="80104" y="241185"/>
                    </a:cubicBezTo>
                    <a:cubicBezTo>
                      <a:pt x="98129" y="241185"/>
                      <a:pt x="113327" y="235245"/>
                      <a:pt x="126051" y="223015"/>
                    </a:cubicBezTo>
                    <a:cubicBezTo>
                      <a:pt x="146551" y="203797"/>
                      <a:pt x="159981" y="163265"/>
                      <a:pt x="159981" y="120985"/>
                    </a:cubicBezTo>
                    <a:cubicBezTo>
                      <a:pt x="159981" y="49354"/>
                      <a:pt x="127818" y="86"/>
                      <a:pt x="81518" y="86"/>
                    </a:cubicBezTo>
                    <a:close/>
                    <a:moveTo>
                      <a:pt x="80457" y="9171"/>
                    </a:moveTo>
                    <a:cubicBezTo>
                      <a:pt x="110146" y="9171"/>
                      <a:pt x="126051" y="48655"/>
                      <a:pt x="126051" y="121684"/>
                    </a:cubicBezTo>
                    <a:cubicBezTo>
                      <a:pt x="126051" y="194712"/>
                      <a:pt x="110500" y="232100"/>
                      <a:pt x="80104" y="232100"/>
                    </a:cubicBezTo>
                    <a:cubicBezTo>
                      <a:pt x="49708" y="232100"/>
                      <a:pt x="34156" y="194712"/>
                      <a:pt x="34156" y="122033"/>
                    </a:cubicBezTo>
                    <a:cubicBezTo>
                      <a:pt x="34156" y="47957"/>
                      <a:pt x="50061" y="9171"/>
                      <a:pt x="80457" y="9171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87CECF7C-2EA0-3767-90DB-1C3564B4D149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12552367" y="504736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4D68168-85D5-67C0-C5D6-67053464DBB5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6185599" y="5468234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90A46D08-E866-41E3-4880-F37F677D4521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6185599" y="548226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2E8E85A8-C057-232D-DDB8-7F338F461101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6839265" y="5540667"/>
                <a:ext cx="157281" cy="236206"/>
              </a:xfrm>
              <a:custGeom>
                <a:avLst/>
                <a:gdLst>
                  <a:gd name="connsiteX0" fmla="*/ 157376 w 157281"/>
                  <a:gd name="connsiteY0" fmla="*/ 188435 h 236206"/>
                  <a:gd name="connsiteX1" fmla="*/ 152781 w 157281"/>
                  <a:gd name="connsiteY1" fmla="*/ 186688 h 236206"/>
                  <a:gd name="connsiteX2" fmla="*/ 119204 w 157281"/>
                  <a:gd name="connsiteY2" fmla="*/ 209750 h 236206"/>
                  <a:gd name="connsiteX3" fmla="*/ 34732 w 157281"/>
                  <a:gd name="connsiteY3" fmla="*/ 209750 h 236206"/>
                  <a:gd name="connsiteX4" fmla="*/ 94110 w 157281"/>
                  <a:gd name="connsiteY4" fmla="*/ 148252 h 236206"/>
                  <a:gd name="connsiteX5" fmla="*/ 139350 w 157281"/>
                  <a:gd name="connsiteY5" fmla="*/ 61946 h 236206"/>
                  <a:gd name="connsiteX6" fmla="*/ 73964 w 157281"/>
                  <a:gd name="connsiteY6" fmla="*/ 99 h 236206"/>
                  <a:gd name="connsiteX7" fmla="*/ 23068 w 157281"/>
                  <a:gd name="connsiteY7" fmla="*/ 21763 h 236206"/>
                  <a:gd name="connsiteX8" fmla="*/ 448 w 157281"/>
                  <a:gd name="connsiteY8" fmla="*/ 69633 h 236206"/>
                  <a:gd name="connsiteX9" fmla="*/ 7870 w 157281"/>
                  <a:gd name="connsiteY9" fmla="*/ 71380 h 236206"/>
                  <a:gd name="connsiteX10" fmla="*/ 59119 w 157281"/>
                  <a:gd name="connsiteY10" fmla="*/ 25956 h 236206"/>
                  <a:gd name="connsiteX11" fmla="*/ 108955 w 157281"/>
                  <a:gd name="connsiteY11" fmla="*/ 75224 h 236206"/>
                  <a:gd name="connsiteX12" fmla="*/ 63007 w 157281"/>
                  <a:gd name="connsiteY12" fmla="*/ 166072 h 236206"/>
                  <a:gd name="connsiteX13" fmla="*/ 95 w 157281"/>
                  <a:gd name="connsiteY13" fmla="*/ 232113 h 236206"/>
                  <a:gd name="connsiteX14" fmla="*/ 95 w 157281"/>
                  <a:gd name="connsiteY14" fmla="*/ 236306 h 236206"/>
                  <a:gd name="connsiteX15" fmla="*/ 137937 w 157281"/>
                  <a:gd name="connsiteY15" fmla="*/ 236306 h 236206"/>
                  <a:gd name="connsiteX16" fmla="*/ 157376 w 157281"/>
                  <a:gd name="connsiteY16" fmla="*/ 188435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7281" h="236206">
                    <a:moveTo>
                      <a:pt x="157376" y="188435"/>
                    </a:moveTo>
                    <a:lnTo>
                      <a:pt x="152781" y="186688"/>
                    </a:lnTo>
                    <a:cubicBezTo>
                      <a:pt x="139704" y="206605"/>
                      <a:pt x="135109" y="209750"/>
                      <a:pt x="119204" y="209750"/>
                    </a:cubicBezTo>
                    <a:lnTo>
                      <a:pt x="34732" y="209750"/>
                    </a:lnTo>
                    <a:lnTo>
                      <a:pt x="94110" y="148252"/>
                    </a:lnTo>
                    <a:cubicBezTo>
                      <a:pt x="125566" y="115756"/>
                      <a:pt x="139350" y="89200"/>
                      <a:pt x="139350" y="61946"/>
                    </a:cubicBezTo>
                    <a:cubicBezTo>
                      <a:pt x="139350" y="27004"/>
                      <a:pt x="110722" y="99"/>
                      <a:pt x="73964" y="99"/>
                    </a:cubicBezTo>
                    <a:cubicBezTo>
                      <a:pt x="54525" y="99"/>
                      <a:pt x="36146" y="7786"/>
                      <a:pt x="23068" y="21763"/>
                    </a:cubicBezTo>
                    <a:cubicBezTo>
                      <a:pt x="11758" y="33643"/>
                      <a:pt x="6457" y="44824"/>
                      <a:pt x="448" y="69633"/>
                    </a:cubicBezTo>
                    <a:lnTo>
                      <a:pt x="7870" y="71380"/>
                    </a:lnTo>
                    <a:cubicBezTo>
                      <a:pt x="22008" y="37137"/>
                      <a:pt x="34732" y="25956"/>
                      <a:pt x="59119" y="25956"/>
                    </a:cubicBezTo>
                    <a:cubicBezTo>
                      <a:pt x="88808" y="25956"/>
                      <a:pt x="108955" y="45872"/>
                      <a:pt x="108955" y="75224"/>
                    </a:cubicBezTo>
                    <a:cubicBezTo>
                      <a:pt x="108955" y="102478"/>
                      <a:pt x="92696" y="134974"/>
                      <a:pt x="63007" y="166072"/>
                    </a:cubicBezTo>
                    <a:lnTo>
                      <a:pt x="95" y="232113"/>
                    </a:lnTo>
                    <a:lnTo>
                      <a:pt x="95" y="236306"/>
                    </a:lnTo>
                    <a:lnTo>
                      <a:pt x="137937" y="236306"/>
                    </a:lnTo>
                    <a:lnTo>
                      <a:pt x="157376" y="18843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091B20ED-8F8F-035F-B471-34E930CB8ADF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34916" y="548226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585C5EA1-C020-25C7-A0FA-92607215B0FC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8793993" y="5536474"/>
                <a:ext cx="143497" cy="245291"/>
              </a:xfrm>
              <a:custGeom>
                <a:avLst/>
                <a:gdLst>
                  <a:gd name="connsiteX0" fmla="*/ 52812 w 143497"/>
                  <a:gd name="connsiteY0" fmla="*/ 36788 h 245291"/>
                  <a:gd name="connsiteX1" fmla="*/ 122087 w 143497"/>
                  <a:gd name="connsiteY1" fmla="*/ 36788 h 245291"/>
                  <a:gd name="connsiteX2" fmla="*/ 130216 w 143497"/>
                  <a:gd name="connsiteY2" fmla="*/ 33643 h 245291"/>
                  <a:gd name="connsiteX3" fmla="*/ 143647 w 143497"/>
                  <a:gd name="connsiteY3" fmla="*/ 2545 h 245291"/>
                  <a:gd name="connsiteX4" fmla="*/ 140466 w 143497"/>
                  <a:gd name="connsiteY4" fmla="*/ 99 h 245291"/>
                  <a:gd name="connsiteX5" fmla="*/ 124207 w 143497"/>
                  <a:gd name="connsiteY5" fmla="*/ 9184 h 245291"/>
                  <a:gd name="connsiteX6" fmla="*/ 50338 w 143497"/>
                  <a:gd name="connsiteY6" fmla="*/ 9184 h 245291"/>
                  <a:gd name="connsiteX7" fmla="*/ 11813 w 143497"/>
                  <a:gd name="connsiteY7" fmla="*/ 91996 h 245291"/>
                  <a:gd name="connsiteX8" fmla="*/ 11460 w 143497"/>
                  <a:gd name="connsiteY8" fmla="*/ 93743 h 245291"/>
                  <a:gd name="connsiteX9" fmla="*/ 15701 w 143497"/>
                  <a:gd name="connsiteY9" fmla="*/ 96538 h 245291"/>
                  <a:gd name="connsiteX10" fmla="*/ 55640 w 143497"/>
                  <a:gd name="connsiteY10" fmla="*/ 103526 h 245291"/>
                  <a:gd name="connsiteX11" fmla="*/ 115018 w 143497"/>
                  <a:gd name="connsiteY11" fmla="*/ 172711 h 245291"/>
                  <a:gd name="connsiteX12" fmla="*/ 65890 w 143497"/>
                  <a:gd name="connsiteY12" fmla="*/ 232462 h 245291"/>
                  <a:gd name="connsiteX13" fmla="*/ 42209 w 143497"/>
                  <a:gd name="connsiteY13" fmla="*/ 222329 h 245291"/>
                  <a:gd name="connsiteX14" fmla="*/ 15348 w 143497"/>
                  <a:gd name="connsiteY14" fmla="*/ 210798 h 245291"/>
                  <a:gd name="connsiteX15" fmla="*/ 150 w 143497"/>
                  <a:gd name="connsiteY15" fmla="*/ 223726 h 245291"/>
                  <a:gd name="connsiteX16" fmla="*/ 43269 w 143497"/>
                  <a:gd name="connsiteY16" fmla="*/ 245390 h 245291"/>
                  <a:gd name="connsiteX17" fmla="*/ 116078 w 143497"/>
                  <a:gd name="connsiteY17" fmla="*/ 218136 h 245291"/>
                  <a:gd name="connsiteX18" fmla="*/ 139759 w 143497"/>
                  <a:gd name="connsiteY18" fmla="*/ 155939 h 245291"/>
                  <a:gd name="connsiteX19" fmla="*/ 115371 w 143497"/>
                  <a:gd name="connsiteY19" fmla="*/ 97237 h 245291"/>
                  <a:gd name="connsiteX20" fmla="*/ 37968 w 143497"/>
                  <a:gd name="connsiteY20" fmla="*/ 66488 h 245291"/>
                  <a:gd name="connsiteX21" fmla="*/ 52812 w 143497"/>
                  <a:gd name="connsiteY21" fmla="*/ 36788 h 24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3497" h="245291">
                    <a:moveTo>
                      <a:pt x="52812" y="36788"/>
                    </a:moveTo>
                    <a:lnTo>
                      <a:pt x="122087" y="36788"/>
                    </a:lnTo>
                    <a:cubicBezTo>
                      <a:pt x="127742" y="36788"/>
                      <a:pt x="129156" y="36089"/>
                      <a:pt x="130216" y="33643"/>
                    </a:cubicBezTo>
                    <a:lnTo>
                      <a:pt x="143647" y="2545"/>
                    </a:lnTo>
                    <a:lnTo>
                      <a:pt x="140466" y="99"/>
                    </a:lnTo>
                    <a:cubicBezTo>
                      <a:pt x="135164" y="7436"/>
                      <a:pt x="131630" y="9184"/>
                      <a:pt x="124207" y="9184"/>
                    </a:cubicBezTo>
                    <a:lnTo>
                      <a:pt x="50338" y="9184"/>
                    </a:lnTo>
                    <a:lnTo>
                      <a:pt x="11813" y="91996"/>
                    </a:lnTo>
                    <a:cubicBezTo>
                      <a:pt x="11460" y="92695"/>
                      <a:pt x="11460" y="93044"/>
                      <a:pt x="11460" y="93743"/>
                    </a:cubicBezTo>
                    <a:cubicBezTo>
                      <a:pt x="11460" y="95490"/>
                      <a:pt x="12874" y="96538"/>
                      <a:pt x="15701" y="96538"/>
                    </a:cubicBezTo>
                    <a:cubicBezTo>
                      <a:pt x="27011" y="96538"/>
                      <a:pt x="41149" y="98984"/>
                      <a:pt x="55640" y="103526"/>
                    </a:cubicBezTo>
                    <a:cubicBezTo>
                      <a:pt x="96286" y="116455"/>
                      <a:pt x="115018" y="138119"/>
                      <a:pt x="115018" y="172711"/>
                    </a:cubicBezTo>
                    <a:cubicBezTo>
                      <a:pt x="115018" y="206256"/>
                      <a:pt x="93458" y="232462"/>
                      <a:pt x="65890" y="232462"/>
                    </a:cubicBezTo>
                    <a:cubicBezTo>
                      <a:pt x="58821" y="232462"/>
                      <a:pt x="52812" y="230016"/>
                      <a:pt x="42209" y="222329"/>
                    </a:cubicBezTo>
                    <a:cubicBezTo>
                      <a:pt x="30899" y="214292"/>
                      <a:pt x="22770" y="210798"/>
                      <a:pt x="15348" y="210798"/>
                    </a:cubicBezTo>
                    <a:cubicBezTo>
                      <a:pt x="5098" y="210798"/>
                      <a:pt x="150" y="214991"/>
                      <a:pt x="150" y="223726"/>
                    </a:cubicBezTo>
                    <a:cubicBezTo>
                      <a:pt x="150" y="237004"/>
                      <a:pt x="16761" y="245390"/>
                      <a:pt x="43269" y="245390"/>
                    </a:cubicBezTo>
                    <a:cubicBezTo>
                      <a:pt x="72958" y="245390"/>
                      <a:pt x="98406" y="235956"/>
                      <a:pt x="116078" y="218136"/>
                    </a:cubicBezTo>
                    <a:cubicBezTo>
                      <a:pt x="132337" y="202412"/>
                      <a:pt x="139759" y="182495"/>
                      <a:pt x="139759" y="155939"/>
                    </a:cubicBezTo>
                    <a:cubicBezTo>
                      <a:pt x="139759" y="130781"/>
                      <a:pt x="133043" y="114708"/>
                      <a:pt x="115371" y="97237"/>
                    </a:cubicBezTo>
                    <a:cubicBezTo>
                      <a:pt x="99820" y="81863"/>
                      <a:pt x="79674" y="73826"/>
                      <a:pt x="37968" y="66488"/>
                    </a:cubicBezTo>
                    <a:lnTo>
                      <a:pt x="52812" y="36788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6C47E199-3777-2EE1-9E51-C5B12356A0A6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10093641" y="548226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1 w 14190"/>
                  <a:gd name="connsiteY1" fmla="*/ 0 h 420874"/>
                  <a:gd name="connsiteX2" fmla="*/ 14191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1" y="0"/>
                    </a:lnTo>
                    <a:lnTo>
                      <a:pt x="14191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B7D68E3B-3E3F-EFEE-F4C2-834E21CD538C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10990531" y="5540667"/>
                <a:ext cx="137488" cy="241098"/>
              </a:xfrm>
              <a:custGeom>
                <a:avLst/>
                <a:gdLst>
                  <a:gd name="connsiteX0" fmla="*/ 39090 w 137488"/>
                  <a:gd name="connsiteY0" fmla="*/ 120997 h 241098"/>
                  <a:gd name="connsiteX1" fmla="*/ 76554 w 137488"/>
                  <a:gd name="connsiteY1" fmla="*/ 124841 h 241098"/>
                  <a:gd name="connsiteX2" fmla="*/ 112252 w 137488"/>
                  <a:gd name="connsiteY2" fmla="*/ 176555 h 241098"/>
                  <a:gd name="connsiteX3" fmla="*/ 65951 w 137488"/>
                  <a:gd name="connsiteY3" fmla="*/ 228618 h 241098"/>
                  <a:gd name="connsiteX4" fmla="*/ 36262 w 137488"/>
                  <a:gd name="connsiteY4" fmla="*/ 217786 h 241098"/>
                  <a:gd name="connsiteX5" fmla="*/ 13642 w 137488"/>
                  <a:gd name="connsiteY5" fmla="*/ 209051 h 241098"/>
                  <a:gd name="connsiteX6" fmla="*/ 211 w 137488"/>
                  <a:gd name="connsiteY6" fmla="*/ 221281 h 241098"/>
                  <a:gd name="connsiteX7" fmla="*/ 40150 w 137488"/>
                  <a:gd name="connsiteY7" fmla="*/ 241197 h 241098"/>
                  <a:gd name="connsiteX8" fmla="*/ 111899 w 137488"/>
                  <a:gd name="connsiteY8" fmla="*/ 217786 h 241098"/>
                  <a:gd name="connsiteX9" fmla="*/ 137700 w 137488"/>
                  <a:gd name="connsiteY9" fmla="*/ 159783 h 241098"/>
                  <a:gd name="connsiteX10" fmla="*/ 121795 w 137488"/>
                  <a:gd name="connsiteY10" fmla="*/ 114708 h 241098"/>
                  <a:gd name="connsiteX11" fmla="*/ 92459 w 137488"/>
                  <a:gd name="connsiteY11" fmla="*/ 96189 h 241098"/>
                  <a:gd name="connsiteX12" fmla="*/ 125683 w 137488"/>
                  <a:gd name="connsiteY12" fmla="*/ 47969 h 241098"/>
                  <a:gd name="connsiteX13" fmla="*/ 70546 w 137488"/>
                  <a:gd name="connsiteY13" fmla="*/ 99 h 241098"/>
                  <a:gd name="connsiteX14" fmla="*/ 24599 w 137488"/>
                  <a:gd name="connsiteY14" fmla="*/ 17220 h 241098"/>
                  <a:gd name="connsiteX15" fmla="*/ 918 w 137488"/>
                  <a:gd name="connsiteY15" fmla="*/ 56704 h 241098"/>
                  <a:gd name="connsiteX16" fmla="*/ 6220 w 137488"/>
                  <a:gd name="connsiteY16" fmla="*/ 58102 h 241098"/>
                  <a:gd name="connsiteX17" fmla="*/ 58882 w 137488"/>
                  <a:gd name="connsiteY17" fmla="*/ 21064 h 241098"/>
                  <a:gd name="connsiteX18" fmla="*/ 97761 w 137488"/>
                  <a:gd name="connsiteY18" fmla="*/ 58452 h 241098"/>
                  <a:gd name="connsiteX19" fmla="*/ 83623 w 137488"/>
                  <a:gd name="connsiteY19" fmla="*/ 92345 h 241098"/>
                  <a:gd name="connsiteX20" fmla="*/ 39090 w 137488"/>
                  <a:gd name="connsiteY20" fmla="*/ 116455 h 241098"/>
                  <a:gd name="connsiteX21" fmla="*/ 39090 w 137488"/>
                  <a:gd name="connsiteY21" fmla="*/ 120997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488" h="241098">
                    <a:moveTo>
                      <a:pt x="39090" y="120997"/>
                    </a:moveTo>
                    <a:cubicBezTo>
                      <a:pt x="59943" y="120997"/>
                      <a:pt x="68072" y="121696"/>
                      <a:pt x="76554" y="124841"/>
                    </a:cubicBezTo>
                    <a:cubicBezTo>
                      <a:pt x="98468" y="132528"/>
                      <a:pt x="112252" y="152445"/>
                      <a:pt x="112252" y="176555"/>
                    </a:cubicBezTo>
                    <a:cubicBezTo>
                      <a:pt x="112252" y="205906"/>
                      <a:pt x="92106" y="228618"/>
                      <a:pt x="65951" y="228618"/>
                    </a:cubicBezTo>
                    <a:cubicBezTo>
                      <a:pt x="56408" y="228618"/>
                      <a:pt x="49339" y="226172"/>
                      <a:pt x="36262" y="217786"/>
                    </a:cubicBezTo>
                    <a:cubicBezTo>
                      <a:pt x="25659" y="211497"/>
                      <a:pt x="19650" y="209051"/>
                      <a:pt x="13642" y="209051"/>
                    </a:cubicBezTo>
                    <a:cubicBezTo>
                      <a:pt x="5513" y="209051"/>
                      <a:pt x="211" y="213943"/>
                      <a:pt x="211" y="221281"/>
                    </a:cubicBezTo>
                    <a:cubicBezTo>
                      <a:pt x="211" y="233510"/>
                      <a:pt x="15409" y="241197"/>
                      <a:pt x="40150" y="241197"/>
                    </a:cubicBezTo>
                    <a:cubicBezTo>
                      <a:pt x="67365" y="241197"/>
                      <a:pt x="95287" y="232113"/>
                      <a:pt x="111899" y="217786"/>
                    </a:cubicBezTo>
                    <a:cubicBezTo>
                      <a:pt x="128510" y="203460"/>
                      <a:pt x="137700" y="183194"/>
                      <a:pt x="137700" y="159783"/>
                    </a:cubicBezTo>
                    <a:cubicBezTo>
                      <a:pt x="137700" y="141963"/>
                      <a:pt x="132045" y="125540"/>
                      <a:pt x="121795" y="114708"/>
                    </a:cubicBezTo>
                    <a:cubicBezTo>
                      <a:pt x="114726" y="107021"/>
                      <a:pt x="108011" y="102828"/>
                      <a:pt x="92459" y="96189"/>
                    </a:cubicBezTo>
                    <a:cubicBezTo>
                      <a:pt x="116847" y="79766"/>
                      <a:pt x="125683" y="66838"/>
                      <a:pt x="125683" y="47969"/>
                    </a:cubicBezTo>
                    <a:cubicBezTo>
                      <a:pt x="125683" y="19666"/>
                      <a:pt x="103063" y="99"/>
                      <a:pt x="70546" y="99"/>
                    </a:cubicBezTo>
                    <a:cubicBezTo>
                      <a:pt x="52874" y="99"/>
                      <a:pt x="37323" y="6039"/>
                      <a:pt x="24599" y="17220"/>
                    </a:cubicBezTo>
                    <a:cubicBezTo>
                      <a:pt x="13995" y="26654"/>
                      <a:pt x="8694" y="35739"/>
                      <a:pt x="918" y="56704"/>
                    </a:cubicBezTo>
                    <a:lnTo>
                      <a:pt x="6220" y="58102"/>
                    </a:lnTo>
                    <a:cubicBezTo>
                      <a:pt x="20711" y="32595"/>
                      <a:pt x="36616" y="21064"/>
                      <a:pt x="58882" y="21064"/>
                    </a:cubicBezTo>
                    <a:cubicBezTo>
                      <a:pt x="81856" y="21064"/>
                      <a:pt x="97761" y="36438"/>
                      <a:pt x="97761" y="58452"/>
                    </a:cubicBezTo>
                    <a:cubicBezTo>
                      <a:pt x="97761" y="71031"/>
                      <a:pt x="92459" y="83610"/>
                      <a:pt x="83623" y="92345"/>
                    </a:cubicBezTo>
                    <a:cubicBezTo>
                      <a:pt x="73020" y="102828"/>
                      <a:pt x="63124" y="108069"/>
                      <a:pt x="39090" y="116455"/>
                    </a:cubicBezTo>
                    <a:lnTo>
                      <a:pt x="39090" y="120997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954A234F-9F3D-03AC-0947-F9069C5DA19F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11161199" y="5540667"/>
                <a:ext cx="159755" cy="241098"/>
              </a:xfrm>
              <a:custGeom>
                <a:avLst/>
                <a:gdLst>
                  <a:gd name="connsiteX0" fmla="*/ 81508 w 159755"/>
                  <a:gd name="connsiteY0" fmla="*/ 99 h 241098"/>
                  <a:gd name="connsiteX1" fmla="*/ 34147 w 159755"/>
                  <a:gd name="connsiteY1" fmla="*/ 18268 h 241098"/>
                  <a:gd name="connsiteX2" fmla="*/ 216 w 159755"/>
                  <a:gd name="connsiteY2" fmla="*/ 118901 h 241098"/>
                  <a:gd name="connsiteX3" fmla="*/ 28491 w 159755"/>
                  <a:gd name="connsiteY3" fmla="*/ 217437 h 241098"/>
                  <a:gd name="connsiteX4" fmla="*/ 80094 w 159755"/>
                  <a:gd name="connsiteY4" fmla="*/ 241197 h 241098"/>
                  <a:gd name="connsiteX5" fmla="*/ 126041 w 159755"/>
                  <a:gd name="connsiteY5" fmla="*/ 223028 h 241098"/>
                  <a:gd name="connsiteX6" fmla="*/ 159971 w 159755"/>
                  <a:gd name="connsiteY6" fmla="*/ 120997 h 241098"/>
                  <a:gd name="connsiteX7" fmla="*/ 81508 w 159755"/>
                  <a:gd name="connsiteY7" fmla="*/ 99 h 241098"/>
                  <a:gd name="connsiteX8" fmla="*/ 80447 w 159755"/>
                  <a:gd name="connsiteY8" fmla="*/ 9184 h 241098"/>
                  <a:gd name="connsiteX9" fmla="*/ 126041 w 159755"/>
                  <a:gd name="connsiteY9" fmla="*/ 121696 h 241098"/>
                  <a:gd name="connsiteX10" fmla="*/ 80094 w 159755"/>
                  <a:gd name="connsiteY10" fmla="*/ 232113 h 241098"/>
                  <a:gd name="connsiteX11" fmla="*/ 34147 w 159755"/>
                  <a:gd name="connsiteY11" fmla="*/ 122046 h 241098"/>
                  <a:gd name="connsiteX12" fmla="*/ 80447 w 159755"/>
                  <a:gd name="connsiteY12" fmla="*/ 9184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508" y="99"/>
                    </a:moveTo>
                    <a:cubicBezTo>
                      <a:pt x="62068" y="99"/>
                      <a:pt x="47224" y="6039"/>
                      <a:pt x="34147" y="18268"/>
                    </a:cubicBezTo>
                    <a:cubicBezTo>
                      <a:pt x="13647" y="37836"/>
                      <a:pt x="216" y="78019"/>
                      <a:pt x="216" y="118901"/>
                    </a:cubicBezTo>
                    <a:cubicBezTo>
                      <a:pt x="216" y="156988"/>
                      <a:pt x="11880" y="197870"/>
                      <a:pt x="28491" y="217437"/>
                    </a:cubicBezTo>
                    <a:cubicBezTo>
                      <a:pt x="41569" y="232811"/>
                      <a:pt x="59594" y="241197"/>
                      <a:pt x="80094" y="241197"/>
                    </a:cubicBezTo>
                    <a:cubicBezTo>
                      <a:pt x="98119" y="241197"/>
                      <a:pt x="113317" y="235257"/>
                      <a:pt x="126041" y="223028"/>
                    </a:cubicBezTo>
                    <a:cubicBezTo>
                      <a:pt x="146541" y="203810"/>
                      <a:pt x="159971" y="163277"/>
                      <a:pt x="159971" y="120997"/>
                    </a:cubicBezTo>
                    <a:cubicBezTo>
                      <a:pt x="159971" y="49367"/>
                      <a:pt x="127808" y="99"/>
                      <a:pt x="81508" y="99"/>
                    </a:cubicBezTo>
                    <a:close/>
                    <a:moveTo>
                      <a:pt x="80447" y="9184"/>
                    </a:moveTo>
                    <a:cubicBezTo>
                      <a:pt x="110136" y="9184"/>
                      <a:pt x="126041" y="48668"/>
                      <a:pt x="126041" y="121696"/>
                    </a:cubicBezTo>
                    <a:cubicBezTo>
                      <a:pt x="126041" y="194725"/>
                      <a:pt x="110490" y="232113"/>
                      <a:pt x="80094" y="232113"/>
                    </a:cubicBezTo>
                    <a:cubicBezTo>
                      <a:pt x="49698" y="232113"/>
                      <a:pt x="34147" y="194725"/>
                      <a:pt x="34147" y="122046"/>
                    </a:cubicBezTo>
                    <a:cubicBezTo>
                      <a:pt x="34147" y="47969"/>
                      <a:pt x="50051" y="9184"/>
                      <a:pt x="80447" y="9184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C70600A8-408F-F234-E955-A4BDA0A48B4E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11340703" y="5540667"/>
                <a:ext cx="151626" cy="243894"/>
              </a:xfrm>
              <a:custGeom>
                <a:avLst/>
                <a:gdLst>
                  <a:gd name="connsiteX0" fmla="*/ 10471 w 151626"/>
                  <a:gd name="connsiteY0" fmla="*/ 243993 h 243894"/>
                  <a:gd name="connsiteX1" fmla="*/ 93530 w 151626"/>
                  <a:gd name="connsiteY1" fmla="*/ 215690 h 243894"/>
                  <a:gd name="connsiteX2" fmla="*/ 151847 w 151626"/>
                  <a:gd name="connsiteY2" fmla="*/ 98635 h 243894"/>
                  <a:gd name="connsiteX3" fmla="*/ 73737 w 151626"/>
                  <a:gd name="connsiteY3" fmla="*/ 99 h 243894"/>
                  <a:gd name="connsiteX4" fmla="*/ 221 w 151626"/>
                  <a:gd name="connsiteY4" fmla="*/ 82561 h 243894"/>
                  <a:gd name="connsiteX5" fmla="*/ 63841 w 151626"/>
                  <a:gd name="connsiteY5" fmla="*/ 153493 h 243894"/>
                  <a:gd name="connsiteX6" fmla="*/ 116857 w 151626"/>
                  <a:gd name="connsiteY6" fmla="*/ 133577 h 243894"/>
                  <a:gd name="connsiteX7" fmla="*/ 9411 w 151626"/>
                  <a:gd name="connsiteY7" fmla="*/ 237004 h 243894"/>
                  <a:gd name="connsiteX8" fmla="*/ 10471 w 151626"/>
                  <a:gd name="connsiteY8" fmla="*/ 243993 h 243894"/>
                  <a:gd name="connsiteX9" fmla="*/ 117564 w 151626"/>
                  <a:gd name="connsiteY9" fmla="*/ 112262 h 243894"/>
                  <a:gd name="connsiteX10" fmla="*/ 112262 w 151626"/>
                  <a:gd name="connsiteY10" fmla="*/ 125540 h 243894"/>
                  <a:gd name="connsiteX11" fmla="*/ 76564 w 151626"/>
                  <a:gd name="connsiteY11" fmla="*/ 138468 h 243894"/>
                  <a:gd name="connsiteX12" fmla="*/ 32738 w 151626"/>
                  <a:gd name="connsiteY12" fmla="*/ 70681 h 243894"/>
                  <a:gd name="connsiteX13" fmla="*/ 45815 w 151626"/>
                  <a:gd name="connsiteY13" fmla="*/ 20714 h 243894"/>
                  <a:gd name="connsiteX14" fmla="*/ 70909 w 151626"/>
                  <a:gd name="connsiteY14" fmla="*/ 9882 h 243894"/>
                  <a:gd name="connsiteX15" fmla="*/ 117564 w 151626"/>
                  <a:gd name="connsiteY15" fmla="*/ 98635 h 243894"/>
                  <a:gd name="connsiteX16" fmla="*/ 117564 w 151626"/>
                  <a:gd name="connsiteY16" fmla="*/ 112262 h 24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1626" h="243894">
                    <a:moveTo>
                      <a:pt x="10471" y="243993"/>
                    </a:moveTo>
                    <a:cubicBezTo>
                      <a:pt x="50056" y="239450"/>
                      <a:pt x="69496" y="232811"/>
                      <a:pt x="93530" y="215690"/>
                    </a:cubicBezTo>
                    <a:cubicBezTo>
                      <a:pt x="130287" y="189134"/>
                      <a:pt x="151847" y="145806"/>
                      <a:pt x="151847" y="98635"/>
                    </a:cubicBezTo>
                    <a:cubicBezTo>
                      <a:pt x="151847" y="40981"/>
                      <a:pt x="119331" y="99"/>
                      <a:pt x="73737" y="99"/>
                    </a:cubicBezTo>
                    <a:cubicBezTo>
                      <a:pt x="31677" y="99"/>
                      <a:pt x="221" y="35390"/>
                      <a:pt x="221" y="82561"/>
                    </a:cubicBezTo>
                    <a:cubicBezTo>
                      <a:pt x="221" y="125190"/>
                      <a:pt x="25669" y="153493"/>
                      <a:pt x="63841" y="153493"/>
                    </a:cubicBezTo>
                    <a:cubicBezTo>
                      <a:pt x="83280" y="153493"/>
                      <a:pt x="98124" y="147903"/>
                      <a:pt x="116857" y="133577"/>
                    </a:cubicBezTo>
                    <a:cubicBezTo>
                      <a:pt x="102366" y="190532"/>
                      <a:pt x="63134" y="227919"/>
                      <a:pt x="9411" y="237004"/>
                    </a:cubicBezTo>
                    <a:lnTo>
                      <a:pt x="10471" y="243993"/>
                    </a:lnTo>
                    <a:close/>
                    <a:moveTo>
                      <a:pt x="117564" y="112262"/>
                    </a:moveTo>
                    <a:cubicBezTo>
                      <a:pt x="117564" y="119250"/>
                      <a:pt x="116150" y="122395"/>
                      <a:pt x="112262" y="125540"/>
                    </a:cubicBezTo>
                    <a:cubicBezTo>
                      <a:pt x="102366" y="133926"/>
                      <a:pt x="89288" y="138468"/>
                      <a:pt x="76564" y="138468"/>
                    </a:cubicBezTo>
                    <a:cubicBezTo>
                      <a:pt x="49703" y="138468"/>
                      <a:pt x="32738" y="112262"/>
                      <a:pt x="32738" y="70681"/>
                    </a:cubicBezTo>
                    <a:cubicBezTo>
                      <a:pt x="32738" y="50764"/>
                      <a:pt x="38393" y="29799"/>
                      <a:pt x="45815" y="20714"/>
                    </a:cubicBezTo>
                    <a:cubicBezTo>
                      <a:pt x="51824" y="13726"/>
                      <a:pt x="60660" y="9882"/>
                      <a:pt x="70909" y="9882"/>
                    </a:cubicBezTo>
                    <a:cubicBezTo>
                      <a:pt x="101659" y="9882"/>
                      <a:pt x="117564" y="39932"/>
                      <a:pt x="117564" y="98635"/>
                    </a:cubicBezTo>
                    <a:lnTo>
                      <a:pt x="117564" y="11226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9C2A3448-A0E1-E43B-3FF7-4CF4879F7285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11515965" y="5540667"/>
                <a:ext cx="159755" cy="241098"/>
              </a:xfrm>
              <a:custGeom>
                <a:avLst/>
                <a:gdLst>
                  <a:gd name="connsiteX0" fmla="*/ 81518 w 159755"/>
                  <a:gd name="connsiteY0" fmla="*/ 99 h 241098"/>
                  <a:gd name="connsiteX1" fmla="*/ 34156 w 159755"/>
                  <a:gd name="connsiteY1" fmla="*/ 18268 h 241098"/>
                  <a:gd name="connsiteX2" fmla="*/ 226 w 159755"/>
                  <a:gd name="connsiteY2" fmla="*/ 118901 h 241098"/>
                  <a:gd name="connsiteX3" fmla="*/ 28501 w 159755"/>
                  <a:gd name="connsiteY3" fmla="*/ 217437 h 241098"/>
                  <a:gd name="connsiteX4" fmla="*/ 80104 w 159755"/>
                  <a:gd name="connsiteY4" fmla="*/ 241197 h 241098"/>
                  <a:gd name="connsiteX5" fmla="*/ 126051 w 159755"/>
                  <a:gd name="connsiteY5" fmla="*/ 223028 h 241098"/>
                  <a:gd name="connsiteX6" fmla="*/ 159981 w 159755"/>
                  <a:gd name="connsiteY6" fmla="*/ 120997 h 241098"/>
                  <a:gd name="connsiteX7" fmla="*/ 81518 w 159755"/>
                  <a:gd name="connsiteY7" fmla="*/ 99 h 241098"/>
                  <a:gd name="connsiteX8" fmla="*/ 80457 w 159755"/>
                  <a:gd name="connsiteY8" fmla="*/ 9184 h 241098"/>
                  <a:gd name="connsiteX9" fmla="*/ 126051 w 159755"/>
                  <a:gd name="connsiteY9" fmla="*/ 121696 h 241098"/>
                  <a:gd name="connsiteX10" fmla="*/ 80104 w 159755"/>
                  <a:gd name="connsiteY10" fmla="*/ 232113 h 241098"/>
                  <a:gd name="connsiteX11" fmla="*/ 34156 w 159755"/>
                  <a:gd name="connsiteY11" fmla="*/ 122046 h 241098"/>
                  <a:gd name="connsiteX12" fmla="*/ 80457 w 159755"/>
                  <a:gd name="connsiteY12" fmla="*/ 9184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518" y="99"/>
                    </a:moveTo>
                    <a:cubicBezTo>
                      <a:pt x="62078" y="99"/>
                      <a:pt x="47234" y="6039"/>
                      <a:pt x="34156" y="18268"/>
                    </a:cubicBezTo>
                    <a:cubicBezTo>
                      <a:pt x="13657" y="37836"/>
                      <a:pt x="226" y="78019"/>
                      <a:pt x="226" y="118901"/>
                    </a:cubicBezTo>
                    <a:cubicBezTo>
                      <a:pt x="226" y="156988"/>
                      <a:pt x="11890" y="197870"/>
                      <a:pt x="28501" y="217437"/>
                    </a:cubicBezTo>
                    <a:cubicBezTo>
                      <a:pt x="41579" y="232811"/>
                      <a:pt x="59604" y="241197"/>
                      <a:pt x="80104" y="241197"/>
                    </a:cubicBezTo>
                    <a:cubicBezTo>
                      <a:pt x="98129" y="241197"/>
                      <a:pt x="113327" y="235257"/>
                      <a:pt x="126051" y="223028"/>
                    </a:cubicBezTo>
                    <a:cubicBezTo>
                      <a:pt x="146551" y="203810"/>
                      <a:pt x="159981" y="163277"/>
                      <a:pt x="159981" y="120997"/>
                    </a:cubicBezTo>
                    <a:cubicBezTo>
                      <a:pt x="159981" y="49367"/>
                      <a:pt x="127818" y="99"/>
                      <a:pt x="81518" y="99"/>
                    </a:cubicBezTo>
                    <a:close/>
                    <a:moveTo>
                      <a:pt x="80457" y="9184"/>
                    </a:moveTo>
                    <a:cubicBezTo>
                      <a:pt x="110146" y="9184"/>
                      <a:pt x="126051" y="48668"/>
                      <a:pt x="126051" y="121696"/>
                    </a:cubicBezTo>
                    <a:cubicBezTo>
                      <a:pt x="126051" y="194725"/>
                      <a:pt x="110500" y="232113"/>
                      <a:pt x="80104" y="232113"/>
                    </a:cubicBezTo>
                    <a:cubicBezTo>
                      <a:pt x="49708" y="232113"/>
                      <a:pt x="34156" y="194725"/>
                      <a:pt x="34156" y="122046"/>
                    </a:cubicBezTo>
                    <a:cubicBezTo>
                      <a:pt x="34156" y="47969"/>
                      <a:pt x="50061" y="9184"/>
                      <a:pt x="80457" y="9184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877B06BD-F6E9-B456-6134-95D0700837A5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12552367" y="5482263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087C66B5-258D-0B49-7D5B-7C06ECD19736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6185599" y="5903138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8CA59F00-CFF6-F886-F1CC-3C16A331E49A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6185599" y="5917167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BCEC04EB-0EE0-88D1-DA0D-83DF7C3F1FA8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6843859" y="5975571"/>
                <a:ext cx="137488" cy="241098"/>
              </a:xfrm>
              <a:custGeom>
                <a:avLst/>
                <a:gdLst>
                  <a:gd name="connsiteX0" fmla="*/ 38973 w 137488"/>
                  <a:gd name="connsiteY0" fmla="*/ 121010 h 241098"/>
                  <a:gd name="connsiteX1" fmla="*/ 76438 w 137488"/>
                  <a:gd name="connsiteY1" fmla="*/ 124853 h 241098"/>
                  <a:gd name="connsiteX2" fmla="*/ 112136 w 137488"/>
                  <a:gd name="connsiteY2" fmla="*/ 176567 h 241098"/>
                  <a:gd name="connsiteX3" fmla="*/ 65835 w 137488"/>
                  <a:gd name="connsiteY3" fmla="*/ 228631 h 241098"/>
                  <a:gd name="connsiteX4" fmla="*/ 36146 w 137488"/>
                  <a:gd name="connsiteY4" fmla="*/ 217799 h 241098"/>
                  <a:gd name="connsiteX5" fmla="*/ 13526 w 137488"/>
                  <a:gd name="connsiteY5" fmla="*/ 209063 h 241098"/>
                  <a:gd name="connsiteX6" fmla="*/ 95 w 137488"/>
                  <a:gd name="connsiteY6" fmla="*/ 221293 h 241098"/>
                  <a:gd name="connsiteX7" fmla="*/ 40034 w 137488"/>
                  <a:gd name="connsiteY7" fmla="*/ 241210 h 241098"/>
                  <a:gd name="connsiteX8" fmla="*/ 111782 w 137488"/>
                  <a:gd name="connsiteY8" fmla="*/ 217799 h 241098"/>
                  <a:gd name="connsiteX9" fmla="*/ 137583 w 137488"/>
                  <a:gd name="connsiteY9" fmla="*/ 159795 h 241098"/>
                  <a:gd name="connsiteX10" fmla="*/ 121678 w 137488"/>
                  <a:gd name="connsiteY10" fmla="*/ 114720 h 241098"/>
                  <a:gd name="connsiteX11" fmla="*/ 92343 w 137488"/>
                  <a:gd name="connsiteY11" fmla="*/ 96201 h 241098"/>
                  <a:gd name="connsiteX12" fmla="*/ 125566 w 137488"/>
                  <a:gd name="connsiteY12" fmla="*/ 47981 h 241098"/>
                  <a:gd name="connsiteX13" fmla="*/ 70430 w 137488"/>
                  <a:gd name="connsiteY13" fmla="*/ 111 h 241098"/>
                  <a:gd name="connsiteX14" fmla="*/ 24482 w 137488"/>
                  <a:gd name="connsiteY14" fmla="*/ 17233 h 241098"/>
                  <a:gd name="connsiteX15" fmla="*/ 802 w 137488"/>
                  <a:gd name="connsiteY15" fmla="*/ 56717 h 241098"/>
                  <a:gd name="connsiteX16" fmla="*/ 6103 w 137488"/>
                  <a:gd name="connsiteY16" fmla="*/ 58114 h 241098"/>
                  <a:gd name="connsiteX17" fmla="*/ 58766 w 137488"/>
                  <a:gd name="connsiteY17" fmla="*/ 21076 h 241098"/>
                  <a:gd name="connsiteX18" fmla="*/ 97644 w 137488"/>
                  <a:gd name="connsiteY18" fmla="*/ 58464 h 241098"/>
                  <a:gd name="connsiteX19" fmla="*/ 83507 w 137488"/>
                  <a:gd name="connsiteY19" fmla="*/ 92357 h 241098"/>
                  <a:gd name="connsiteX20" fmla="*/ 38973 w 137488"/>
                  <a:gd name="connsiteY20" fmla="*/ 116467 h 241098"/>
                  <a:gd name="connsiteX21" fmla="*/ 38973 w 137488"/>
                  <a:gd name="connsiteY21" fmla="*/ 121010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488" h="241098">
                    <a:moveTo>
                      <a:pt x="38973" y="121010"/>
                    </a:moveTo>
                    <a:cubicBezTo>
                      <a:pt x="59826" y="121010"/>
                      <a:pt x="67955" y="121709"/>
                      <a:pt x="76438" y="124853"/>
                    </a:cubicBezTo>
                    <a:cubicBezTo>
                      <a:pt x="98351" y="132541"/>
                      <a:pt x="112136" y="152457"/>
                      <a:pt x="112136" y="176567"/>
                    </a:cubicBezTo>
                    <a:cubicBezTo>
                      <a:pt x="112136" y="205918"/>
                      <a:pt x="91989" y="228631"/>
                      <a:pt x="65835" y="228631"/>
                    </a:cubicBezTo>
                    <a:cubicBezTo>
                      <a:pt x="56292" y="228631"/>
                      <a:pt x="49223" y="226185"/>
                      <a:pt x="36146" y="217799"/>
                    </a:cubicBezTo>
                    <a:cubicBezTo>
                      <a:pt x="25543" y="211509"/>
                      <a:pt x="19534" y="209063"/>
                      <a:pt x="13526" y="209063"/>
                    </a:cubicBezTo>
                    <a:cubicBezTo>
                      <a:pt x="5396" y="209063"/>
                      <a:pt x="95" y="213955"/>
                      <a:pt x="95" y="221293"/>
                    </a:cubicBezTo>
                    <a:cubicBezTo>
                      <a:pt x="95" y="233523"/>
                      <a:pt x="15293" y="241210"/>
                      <a:pt x="40034" y="241210"/>
                    </a:cubicBezTo>
                    <a:cubicBezTo>
                      <a:pt x="67249" y="241210"/>
                      <a:pt x="95170" y="232125"/>
                      <a:pt x="111782" y="217799"/>
                    </a:cubicBezTo>
                    <a:cubicBezTo>
                      <a:pt x="128394" y="203473"/>
                      <a:pt x="137583" y="183206"/>
                      <a:pt x="137583" y="159795"/>
                    </a:cubicBezTo>
                    <a:cubicBezTo>
                      <a:pt x="137583" y="141975"/>
                      <a:pt x="131928" y="125552"/>
                      <a:pt x="121678" y="114720"/>
                    </a:cubicBezTo>
                    <a:cubicBezTo>
                      <a:pt x="114610" y="107033"/>
                      <a:pt x="107894" y="102840"/>
                      <a:pt x="92343" y="96201"/>
                    </a:cubicBezTo>
                    <a:cubicBezTo>
                      <a:pt x="116730" y="79778"/>
                      <a:pt x="125566" y="66850"/>
                      <a:pt x="125566" y="47981"/>
                    </a:cubicBezTo>
                    <a:cubicBezTo>
                      <a:pt x="125566" y="19678"/>
                      <a:pt x="102946" y="111"/>
                      <a:pt x="70430" y="111"/>
                    </a:cubicBezTo>
                    <a:cubicBezTo>
                      <a:pt x="52757" y="111"/>
                      <a:pt x="37206" y="6051"/>
                      <a:pt x="24482" y="17233"/>
                    </a:cubicBezTo>
                    <a:cubicBezTo>
                      <a:pt x="13879" y="26667"/>
                      <a:pt x="8577" y="35752"/>
                      <a:pt x="802" y="56717"/>
                    </a:cubicBezTo>
                    <a:lnTo>
                      <a:pt x="6103" y="58114"/>
                    </a:lnTo>
                    <a:cubicBezTo>
                      <a:pt x="20594" y="32607"/>
                      <a:pt x="36499" y="21076"/>
                      <a:pt x="58766" y="21076"/>
                    </a:cubicBezTo>
                    <a:cubicBezTo>
                      <a:pt x="81740" y="21076"/>
                      <a:pt x="97644" y="36451"/>
                      <a:pt x="97644" y="58464"/>
                    </a:cubicBezTo>
                    <a:cubicBezTo>
                      <a:pt x="97644" y="71043"/>
                      <a:pt x="92343" y="83622"/>
                      <a:pt x="83507" y="92357"/>
                    </a:cubicBezTo>
                    <a:cubicBezTo>
                      <a:pt x="72904" y="102840"/>
                      <a:pt x="63007" y="108081"/>
                      <a:pt x="38973" y="116467"/>
                    </a:cubicBezTo>
                    <a:lnTo>
                      <a:pt x="38973" y="12101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ADD8947-AFD0-909D-DB52-AEFF7FAA0DE1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34916" y="5917167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A2308FCF-CE7D-9AA6-D5B9-6F1B4C0E5C93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8789752" y="5980463"/>
                <a:ext cx="151626" cy="234110"/>
              </a:xfrm>
              <a:custGeom>
                <a:avLst/>
                <a:gdLst>
                  <a:gd name="connsiteX0" fmla="*/ 151776 w 151626"/>
                  <a:gd name="connsiteY0" fmla="*/ 111 h 234110"/>
                  <a:gd name="connsiteX1" fmla="*/ 21003 w 151626"/>
                  <a:gd name="connsiteY1" fmla="*/ 111 h 234110"/>
                  <a:gd name="connsiteX2" fmla="*/ 150 w 151626"/>
                  <a:gd name="connsiteY2" fmla="*/ 51476 h 234110"/>
                  <a:gd name="connsiteX3" fmla="*/ 6158 w 151626"/>
                  <a:gd name="connsiteY3" fmla="*/ 54271 h 234110"/>
                  <a:gd name="connsiteX4" fmla="*/ 47157 w 151626"/>
                  <a:gd name="connsiteY4" fmla="*/ 25968 h 234110"/>
                  <a:gd name="connsiteX5" fmla="*/ 123854 w 151626"/>
                  <a:gd name="connsiteY5" fmla="*/ 25968 h 234110"/>
                  <a:gd name="connsiteX6" fmla="*/ 53873 w 151626"/>
                  <a:gd name="connsiteY6" fmla="*/ 234221 h 234110"/>
                  <a:gd name="connsiteX7" fmla="*/ 76846 w 151626"/>
                  <a:gd name="connsiteY7" fmla="*/ 234221 h 234110"/>
                  <a:gd name="connsiteX8" fmla="*/ 151776 w 151626"/>
                  <a:gd name="connsiteY8" fmla="*/ 5702 h 234110"/>
                  <a:gd name="connsiteX9" fmla="*/ 151776 w 151626"/>
                  <a:gd name="connsiteY9" fmla="*/ 111 h 234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626" h="234110">
                    <a:moveTo>
                      <a:pt x="151776" y="111"/>
                    </a:moveTo>
                    <a:lnTo>
                      <a:pt x="21003" y="111"/>
                    </a:lnTo>
                    <a:lnTo>
                      <a:pt x="150" y="51476"/>
                    </a:lnTo>
                    <a:lnTo>
                      <a:pt x="6158" y="54271"/>
                    </a:lnTo>
                    <a:cubicBezTo>
                      <a:pt x="21356" y="30510"/>
                      <a:pt x="27718" y="25968"/>
                      <a:pt x="47157" y="25968"/>
                    </a:cubicBezTo>
                    <a:lnTo>
                      <a:pt x="123854" y="25968"/>
                    </a:lnTo>
                    <a:lnTo>
                      <a:pt x="53873" y="234221"/>
                    </a:lnTo>
                    <a:lnTo>
                      <a:pt x="76846" y="234221"/>
                    </a:lnTo>
                    <a:lnTo>
                      <a:pt x="151776" y="5702"/>
                    </a:lnTo>
                    <a:lnTo>
                      <a:pt x="151776" y="111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54E5A988-09BC-09C9-5AA9-CFCA5BA561EE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10093641" y="5917167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1 w 14190"/>
                  <a:gd name="connsiteY1" fmla="*/ 0 h 420874"/>
                  <a:gd name="connsiteX2" fmla="*/ 14191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1" y="0"/>
                    </a:lnTo>
                    <a:lnTo>
                      <a:pt x="14191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110DE094-DA61-2E1C-86C3-526FFFBD7938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0990531" y="5975571"/>
                <a:ext cx="137488" cy="241098"/>
              </a:xfrm>
              <a:custGeom>
                <a:avLst/>
                <a:gdLst>
                  <a:gd name="connsiteX0" fmla="*/ 39090 w 137488"/>
                  <a:gd name="connsiteY0" fmla="*/ 121010 h 241098"/>
                  <a:gd name="connsiteX1" fmla="*/ 76554 w 137488"/>
                  <a:gd name="connsiteY1" fmla="*/ 124853 h 241098"/>
                  <a:gd name="connsiteX2" fmla="*/ 112252 w 137488"/>
                  <a:gd name="connsiteY2" fmla="*/ 176567 h 241098"/>
                  <a:gd name="connsiteX3" fmla="*/ 65951 w 137488"/>
                  <a:gd name="connsiteY3" fmla="*/ 228631 h 241098"/>
                  <a:gd name="connsiteX4" fmla="*/ 36262 w 137488"/>
                  <a:gd name="connsiteY4" fmla="*/ 217799 h 241098"/>
                  <a:gd name="connsiteX5" fmla="*/ 13642 w 137488"/>
                  <a:gd name="connsiteY5" fmla="*/ 209063 h 241098"/>
                  <a:gd name="connsiteX6" fmla="*/ 211 w 137488"/>
                  <a:gd name="connsiteY6" fmla="*/ 221293 h 241098"/>
                  <a:gd name="connsiteX7" fmla="*/ 40150 w 137488"/>
                  <a:gd name="connsiteY7" fmla="*/ 241210 h 241098"/>
                  <a:gd name="connsiteX8" fmla="*/ 111899 w 137488"/>
                  <a:gd name="connsiteY8" fmla="*/ 217799 h 241098"/>
                  <a:gd name="connsiteX9" fmla="*/ 137700 w 137488"/>
                  <a:gd name="connsiteY9" fmla="*/ 159795 h 241098"/>
                  <a:gd name="connsiteX10" fmla="*/ 121795 w 137488"/>
                  <a:gd name="connsiteY10" fmla="*/ 114720 h 241098"/>
                  <a:gd name="connsiteX11" fmla="*/ 92459 w 137488"/>
                  <a:gd name="connsiteY11" fmla="*/ 96201 h 241098"/>
                  <a:gd name="connsiteX12" fmla="*/ 125683 w 137488"/>
                  <a:gd name="connsiteY12" fmla="*/ 47981 h 241098"/>
                  <a:gd name="connsiteX13" fmla="*/ 70546 w 137488"/>
                  <a:gd name="connsiteY13" fmla="*/ 111 h 241098"/>
                  <a:gd name="connsiteX14" fmla="*/ 24599 w 137488"/>
                  <a:gd name="connsiteY14" fmla="*/ 17233 h 241098"/>
                  <a:gd name="connsiteX15" fmla="*/ 918 w 137488"/>
                  <a:gd name="connsiteY15" fmla="*/ 56717 h 241098"/>
                  <a:gd name="connsiteX16" fmla="*/ 6220 w 137488"/>
                  <a:gd name="connsiteY16" fmla="*/ 58114 h 241098"/>
                  <a:gd name="connsiteX17" fmla="*/ 58882 w 137488"/>
                  <a:gd name="connsiteY17" fmla="*/ 21076 h 241098"/>
                  <a:gd name="connsiteX18" fmla="*/ 97761 w 137488"/>
                  <a:gd name="connsiteY18" fmla="*/ 58464 h 241098"/>
                  <a:gd name="connsiteX19" fmla="*/ 83623 w 137488"/>
                  <a:gd name="connsiteY19" fmla="*/ 92357 h 241098"/>
                  <a:gd name="connsiteX20" fmla="*/ 39090 w 137488"/>
                  <a:gd name="connsiteY20" fmla="*/ 116467 h 241098"/>
                  <a:gd name="connsiteX21" fmla="*/ 39090 w 137488"/>
                  <a:gd name="connsiteY21" fmla="*/ 121010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488" h="241098">
                    <a:moveTo>
                      <a:pt x="39090" y="121010"/>
                    </a:moveTo>
                    <a:cubicBezTo>
                      <a:pt x="59943" y="121010"/>
                      <a:pt x="68072" y="121709"/>
                      <a:pt x="76554" y="124853"/>
                    </a:cubicBezTo>
                    <a:cubicBezTo>
                      <a:pt x="98468" y="132541"/>
                      <a:pt x="112252" y="152457"/>
                      <a:pt x="112252" y="176567"/>
                    </a:cubicBezTo>
                    <a:cubicBezTo>
                      <a:pt x="112252" y="205918"/>
                      <a:pt x="92106" y="228631"/>
                      <a:pt x="65951" y="228631"/>
                    </a:cubicBezTo>
                    <a:cubicBezTo>
                      <a:pt x="56408" y="228631"/>
                      <a:pt x="49339" y="226185"/>
                      <a:pt x="36262" y="217799"/>
                    </a:cubicBezTo>
                    <a:cubicBezTo>
                      <a:pt x="25659" y="211509"/>
                      <a:pt x="19650" y="209063"/>
                      <a:pt x="13642" y="209063"/>
                    </a:cubicBezTo>
                    <a:cubicBezTo>
                      <a:pt x="5513" y="209063"/>
                      <a:pt x="211" y="213955"/>
                      <a:pt x="211" y="221293"/>
                    </a:cubicBezTo>
                    <a:cubicBezTo>
                      <a:pt x="211" y="233523"/>
                      <a:pt x="15409" y="241210"/>
                      <a:pt x="40150" y="241210"/>
                    </a:cubicBezTo>
                    <a:cubicBezTo>
                      <a:pt x="67365" y="241210"/>
                      <a:pt x="95287" y="232125"/>
                      <a:pt x="111899" y="217799"/>
                    </a:cubicBezTo>
                    <a:cubicBezTo>
                      <a:pt x="128510" y="203473"/>
                      <a:pt x="137700" y="183206"/>
                      <a:pt x="137700" y="159795"/>
                    </a:cubicBezTo>
                    <a:cubicBezTo>
                      <a:pt x="137700" y="141975"/>
                      <a:pt x="132045" y="125552"/>
                      <a:pt x="121795" y="114720"/>
                    </a:cubicBezTo>
                    <a:cubicBezTo>
                      <a:pt x="114726" y="107033"/>
                      <a:pt x="108011" y="102840"/>
                      <a:pt x="92459" y="96201"/>
                    </a:cubicBezTo>
                    <a:cubicBezTo>
                      <a:pt x="116847" y="79778"/>
                      <a:pt x="125683" y="66850"/>
                      <a:pt x="125683" y="47981"/>
                    </a:cubicBezTo>
                    <a:cubicBezTo>
                      <a:pt x="125683" y="19678"/>
                      <a:pt x="103063" y="111"/>
                      <a:pt x="70546" y="111"/>
                    </a:cubicBezTo>
                    <a:cubicBezTo>
                      <a:pt x="52874" y="111"/>
                      <a:pt x="37323" y="6051"/>
                      <a:pt x="24599" y="17233"/>
                    </a:cubicBezTo>
                    <a:cubicBezTo>
                      <a:pt x="13995" y="26667"/>
                      <a:pt x="8694" y="35752"/>
                      <a:pt x="918" y="56717"/>
                    </a:cubicBezTo>
                    <a:lnTo>
                      <a:pt x="6220" y="58114"/>
                    </a:lnTo>
                    <a:cubicBezTo>
                      <a:pt x="20711" y="32607"/>
                      <a:pt x="36616" y="21076"/>
                      <a:pt x="58882" y="21076"/>
                    </a:cubicBezTo>
                    <a:cubicBezTo>
                      <a:pt x="81856" y="21076"/>
                      <a:pt x="97761" y="36451"/>
                      <a:pt x="97761" y="58464"/>
                    </a:cubicBezTo>
                    <a:cubicBezTo>
                      <a:pt x="97761" y="71043"/>
                      <a:pt x="92459" y="83622"/>
                      <a:pt x="83623" y="92357"/>
                    </a:cubicBezTo>
                    <a:cubicBezTo>
                      <a:pt x="73020" y="102840"/>
                      <a:pt x="63124" y="108081"/>
                      <a:pt x="39090" y="116467"/>
                    </a:cubicBezTo>
                    <a:lnTo>
                      <a:pt x="39090" y="12101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EF4D6267-4759-7293-7157-BE6C0324B3F6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1163320" y="5975571"/>
                <a:ext cx="151626" cy="243894"/>
              </a:xfrm>
              <a:custGeom>
                <a:avLst/>
                <a:gdLst>
                  <a:gd name="connsiteX0" fmla="*/ 10466 w 151626"/>
                  <a:gd name="connsiteY0" fmla="*/ 244005 h 243894"/>
                  <a:gd name="connsiteX1" fmla="*/ 93525 w 151626"/>
                  <a:gd name="connsiteY1" fmla="*/ 215702 h 243894"/>
                  <a:gd name="connsiteX2" fmla="*/ 151842 w 151626"/>
                  <a:gd name="connsiteY2" fmla="*/ 98647 h 243894"/>
                  <a:gd name="connsiteX3" fmla="*/ 73732 w 151626"/>
                  <a:gd name="connsiteY3" fmla="*/ 111 h 243894"/>
                  <a:gd name="connsiteX4" fmla="*/ 216 w 151626"/>
                  <a:gd name="connsiteY4" fmla="*/ 82574 h 243894"/>
                  <a:gd name="connsiteX5" fmla="*/ 63836 w 151626"/>
                  <a:gd name="connsiteY5" fmla="*/ 153506 h 243894"/>
                  <a:gd name="connsiteX6" fmla="*/ 116852 w 151626"/>
                  <a:gd name="connsiteY6" fmla="*/ 133589 h 243894"/>
                  <a:gd name="connsiteX7" fmla="*/ 9406 w 151626"/>
                  <a:gd name="connsiteY7" fmla="*/ 237017 h 243894"/>
                  <a:gd name="connsiteX8" fmla="*/ 10466 w 151626"/>
                  <a:gd name="connsiteY8" fmla="*/ 244005 h 243894"/>
                  <a:gd name="connsiteX9" fmla="*/ 117559 w 151626"/>
                  <a:gd name="connsiteY9" fmla="*/ 112274 h 243894"/>
                  <a:gd name="connsiteX10" fmla="*/ 112257 w 151626"/>
                  <a:gd name="connsiteY10" fmla="*/ 125552 h 243894"/>
                  <a:gd name="connsiteX11" fmla="*/ 76559 w 151626"/>
                  <a:gd name="connsiteY11" fmla="*/ 138481 h 243894"/>
                  <a:gd name="connsiteX12" fmla="*/ 32733 w 151626"/>
                  <a:gd name="connsiteY12" fmla="*/ 70694 h 243894"/>
                  <a:gd name="connsiteX13" fmla="*/ 45810 w 151626"/>
                  <a:gd name="connsiteY13" fmla="*/ 20727 h 243894"/>
                  <a:gd name="connsiteX14" fmla="*/ 70904 w 151626"/>
                  <a:gd name="connsiteY14" fmla="*/ 9895 h 243894"/>
                  <a:gd name="connsiteX15" fmla="*/ 117559 w 151626"/>
                  <a:gd name="connsiteY15" fmla="*/ 98647 h 243894"/>
                  <a:gd name="connsiteX16" fmla="*/ 117559 w 151626"/>
                  <a:gd name="connsiteY16" fmla="*/ 112274 h 24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1626" h="243894">
                    <a:moveTo>
                      <a:pt x="10466" y="244005"/>
                    </a:moveTo>
                    <a:cubicBezTo>
                      <a:pt x="50051" y="239463"/>
                      <a:pt x="69491" y="232824"/>
                      <a:pt x="93525" y="215702"/>
                    </a:cubicBezTo>
                    <a:cubicBezTo>
                      <a:pt x="130282" y="189146"/>
                      <a:pt x="151842" y="145818"/>
                      <a:pt x="151842" y="98647"/>
                    </a:cubicBezTo>
                    <a:cubicBezTo>
                      <a:pt x="151842" y="40993"/>
                      <a:pt x="119326" y="111"/>
                      <a:pt x="73732" y="111"/>
                    </a:cubicBezTo>
                    <a:cubicBezTo>
                      <a:pt x="31672" y="111"/>
                      <a:pt x="216" y="35402"/>
                      <a:pt x="216" y="82574"/>
                    </a:cubicBezTo>
                    <a:cubicBezTo>
                      <a:pt x="216" y="125203"/>
                      <a:pt x="25664" y="153506"/>
                      <a:pt x="63836" y="153506"/>
                    </a:cubicBezTo>
                    <a:cubicBezTo>
                      <a:pt x="83275" y="153506"/>
                      <a:pt x="98119" y="147915"/>
                      <a:pt x="116852" y="133589"/>
                    </a:cubicBezTo>
                    <a:cubicBezTo>
                      <a:pt x="102361" y="190544"/>
                      <a:pt x="63129" y="227932"/>
                      <a:pt x="9406" y="237017"/>
                    </a:cubicBezTo>
                    <a:lnTo>
                      <a:pt x="10466" y="244005"/>
                    </a:lnTo>
                    <a:close/>
                    <a:moveTo>
                      <a:pt x="117559" y="112274"/>
                    </a:moveTo>
                    <a:cubicBezTo>
                      <a:pt x="117559" y="119263"/>
                      <a:pt x="116145" y="122407"/>
                      <a:pt x="112257" y="125552"/>
                    </a:cubicBezTo>
                    <a:cubicBezTo>
                      <a:pt x="102361" y="133938"/>
                      <a:pt x="89283" y="138481"/>
                      <a:pt x="76559" y="138481"/>
                    </a:cubicBezTo>
                    <a:cubicBezTo>
                      <a:pt x="49698" y="138481"/>
                      <a:pt x="32733" y="112274"/>
                      <a:pt x="32733" y="70694"/>
                    </a:cubicBezTo>
                    <a:cubicBezTo>
                      <a:pt x="32733" y="50777"/>
                      <a:pt x="38388" y="29812"/>
                      <a:pt x="45810" y="20727"/>
                    </a:cubicBezTo>
                    <a:cubicBezTo>
                      <a:pt x="51819" y="13738"/>
                      <a:pt x="60655" y="9895"/>
                      <a:pt x="70904" y="9895"/>
                    </a:cubicBezTo>
                    <a:cubicBezTo>
                      <a:pt x="101654" y="9895"/>
                      <a:pt x="117559" y="39945"/>
                      <a:pt x="117559" y="98647"/>
                    </a:cubicBezTo>
                    <a:lnTo>
                      <a:pt x="117559" y="11227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CD7A9B82-C849-B488-6F44-64687DA41B3B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11334341" y="5975571"/>
                <a:ext cx="162582" cy="236206"/>
              </a:xfrm>
              <a:custGeom>
                <a:avLst/>
                <a:gdLst>
                  <a:gd name="connsiteX0" fmla="*/ 162804 w 162582"/>
                  <a:gd name="connsiteY0" fmla="*/ 155602 h 236206"/>
                  <a:gd name="connsiteX1" fmla="*/ 126753 w 162582"/>
                  <a:gd name="connsiteY1" fmla="*/ 155602 h 236206"/>
                  <a:gd name="connsiteX2" fmla="*/ 126753 w 162582"/>
                  <a:gd name="connsiteY2" fmla="*/ 111 h 236206"/>
                  <a:gd name="connsiteX3" fmla="*/ 111202 w 162582"/>
                  <a:gd name="connsiteY3" fmla="*/ 111 h 236206"/>
                  <a:gd name="connsiteX4" fmla="*/ 221 w 162582"/>
                  <a:gd name="connsiteY4" fmla="*/ 155602 h 236206"/>
                  <a:gd name="connsiteX5" fmla="*/ 221 w 162582"/>
                  <a:gd name="connsiteY5" fmla="*/ 177965 h 236206"/>
                  <a:gd name="connsiteX6" fmla="*/ 99538 w 162582"/>
                  <a:gd name="connsiteY6" fmla="*/ 177965 h 236206"/>
                  <a:gd name="connsiteX7" fmla="*/ 99538 w 162582"/>
                  <a:gd name="connsiteY7" fmla="*/ 236318 h 236206"/>
                  <a:gd name="connsiteX8" fmla="*/ 126753 w 162582"/>
                  <a:gd name="connsiteY8" fmla="*/ 236318 h 236206"/>
                  <a:gd name="connsiteX9" fmla="*/ 126753 w 162582"/>
                  <a:gd name="connsiteY9" fmla="*/ 177965 h 236206"/>
                  <a:gd name="connsiteX10" fmla="*/ 162804 w 162582"/>
                  <a:gd name="connsiteY10" fmla="*/ 177965 h 236206"/>
                  <a:gd name="connsiteX11" fmla="*/ 162804 w 162582"/>
                  <a:gd name="connsiteY11" fmla="*/ 155602 h 236206"/>
                  <a:gd name="connsiteX12" fmla="*/ 99185 w 162582"/>
                  <a:gd name="connsiteY12" fmla="*/ 155602 h 236206"/>
                  <a:gd name="connsiteX13" fmla="*/ 14359 w 162582"/>
                  <a:gd name="connsiteY13" fmla="*/ 155602 h 236206"/>
                  <a:gd name="connsiteX14" fmla="*/ 99185 w 162582"/>
                  <a:gd name="connsiteY14" fmla="*/ 35752 h 236206"/>
                  <a:gd name="connsiteX15" fmla="*/ 99185 w 162582"/>
                  <a:gd name="connsiteY15" fmla="*/ 155602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2582" h="236206">
                    <a:moveTo>
                      <a:pt x="162804" y="155602"/>
                    </a:moveTo>
                    <a:lnTo>
                      <a:pt x="126753" y="155602"/>
                    </a:lnTo>
                    <a:lnTo>
                      <a:pt x="126753" y="111"/>
                    </a:lnTo>
                    <a:lnTo>
                      <a:pt x="111202" y="111"/>
                    </a:lnTo>
                    <a:lnTo>
                      <a:pt x="221" y="155602"/>
                    </a:lnTo>
                    <a:lnTo>
                      <a:pt x="221" y="177965"/>
                    </a:lnTo>
                    <a:lnTo>
                      <a:pt x="99538" y="177965"/>
                    </a:lnTo>
                    <a:lnTo>
                      <a:pt x="99538" y="236318"/>
                    </a:lnTo>
                    <a:lnTo>
                      <a:pt x="126753" y="236318"/>
                    </a:lnTo>
                    <a:lnTo>
                      <a:pt x="126753" y="177965"/>
                    </a:lnTo>
                    <a:lnTo>
                      <a:pt x="162804" y="177965"/>
                    </a:lnTo>
                    <a:lnTo>
                      <a:pt x="162804" y="155602"/>
                    </a:lnTo>
                    <a:close/>
                    <a:moveTo>
                      <a:pt x="99185" y="155602"/>
                    </a:moveTo>
                    <a:lnTo>
                      <a:pt x="14359" y="155602"/>
                    </a:lnTo>
                    <a:lnTo>
                      <a:pt x="99185" y="35752"/>
                    </a:lnTo>
                    <a:lnTo>
                      <a:pt x="99185" y="15560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C6EED472-35DB-CA48-A51A-3B01D70DC268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11515965" y="5975571"/>
                <a:ext cx="159755" cy="241098"/>
              </a:xfrm>
              <a:custGeom>
                <a:avLst/>
                <a:gdLst>
                  <a:gd name="connsiteX0" fmla="*/ 81518 w 159755"/>
                  <a:gd name="connsiteY0" fmla="*/ 111 h 241098"/>
                  <a:gd name="connsiteX1" fmla="*/ 34156 w 159755"/>
                  <a:gd name="connsiteY1" fmla="*/ 18281 h 241098"/>
                  <a:gd name="connsiteX2" fmla="*/ 226 w 159755"/>
                  <a:gd name="connsiteY2" fmla="*/ 118913 h 241098"/>
                  <a:gd name="connsiteX3" fmla="*/ 28501 w 159755"/>
                  <a:gd name="connsiteY3" fmla="*/ 217449 h 241098"/>
                  <a:gd name="connsiteX4" fmla="*/ 80104 w 159755"/>
                  <a:gd name="connsiteY4" fmla="*/ 241210 h 241098"/>
                  <a:gd name="connsiteX5" fmla="*/ 126051 w 159755"/>
                  <a:gd name="connsiteY5" fmla="*/ 223040 h 241098"/>
                  <a:gd name="connsiteX6" fmla="*/ 159981 w 159755"/>
                  <a:gd name="connsiteY6" fmla="*/ 121010 h 241098"/>
                  <a:gd name="connsiteX7" fmla="*/ 81518 w 159755"/>
                  <a:gd name="connsiteY7" fmla="*/ 111 h 241098"/>
                  <a:gd name="connsiteX8" fmla="*/ 80457 w 159755"/>
                  <a:gd name="connsiteY8" fmla="*/ 9196 h 241098"/>
                  <a:gd name="connsiteX9" fmla="*/ 126051 w 159755"/>
                  <a:gd name="connsiteY9" fmla="*/ 121709 h 241098"/>
                  <a:gd name="connsiteX10" fmla="*/ 80104 w 159755"/>
                  <a:gd name="connsiteY10" fmla="*/ 232125 h 241098"/>
                  <a:gd name="connsiteX11" fmla="*/ 34156 w 159755"/>
                  <a:gd name="connsiteY11" fmla="*/ 122058 h 241098"/>
                  <a:gd name="connsiteX12" fmla="*/ 80457 w 159755"/>
                  <a:gd name="connsiteY12" fmla="*/ 9196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755" h="241098">
                    <a:moveTo>
                      <a:pt x="81518" y="111"/>
                    </a:moveTo>
                    <a:cubicBezTo>
                      <a:pt x="62078" y="111"/>
                      <a:pt x="47234" y="6051"/>
                      <a:pt x="34156" y="18281"/>
                    </a:cubicBezTo>
                    <a:cubicBezTo>
                      <a:pt x="13657" y="37848"/>
                      <a:pt x="226" y="78031"/>
                      <a:pt x="226" y="118913"/>
                    </a:cubicBezTo>
                    <a:cubicBezTo>
                      <a:pt x="226" y="157000"/>
                      <a:pt x="11890" y="197882"/>
                      <a:pt x="28501" y="217449"/>
                    </a:cubicBezTo>
                    <a:cubicBezTo>
                      <a:pt x="41579" y="232824"/>
                      <a:pt x="59604" y="241210"/>
                      <a:pt x="80104" y="241210"/>
                    </a:cubicBezTo>
                    <a:cubicBezTo>
                      <a:pt x="98129" y="241210"/>
                      <a:pt x="113327" y="235270"/>
                      <a:pt x="126051" y="223040"/>
                    </a:cubicBezTo>
                    <a:cubicBezTo>
                      <a:pt x="146551" y="203822"/>
                      <a:pt x="159981" y="163289"/>
                      <a:pt x="159981" y="121010"/>
                    </a:cubicBezTo>
                    <a:cubicBezTo>
                      <a:pt x="159981" y="49379"/>
                      <a:pt x="127818" y="111"/>
                      <a:pt x="81518" y="111"/>
                    </a:cubicBezTo>
                    <a:close/>
                    <a:moveTo>
                      <a:pt x="80457" y="9196"/>
                    </a:moveTo>
                    <a:cubicBezTo>
                      <a:pt x="110146" y="9196"/>
                      <a:pt x="126051" y="48680"/>
                      <a:pt x="126051" y="121709"/>
                    </a:cubicBezTo>
                    <a:cubicBezTo>
                      <a:pt x="126051" y="194737"/>
                      <a:pt x="110500" y="232125"/>
                      <a:pt x="80104" y="232125"/>
                    </a:cubicBezTo>
                    <a:cubicBezTo>
                      <a:pt x="49708" y="232125"/>
                      <a:pt x="34156" y="194737"/>
                      <a:pt x="34156" y="122058"/>
                    </a:cubicBezTo>
                    <a:cubicBezTo>
                      <a:pt x="34156" y="47981"/>
                      <a:pt x="50061" y="9196"/>
                      <a:pt x="80457" y="9196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ED83E693-2D61-0724-4DB6-01FB5F279A83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12552367" y="5917167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5 h 420874"/>
                  <a:gd name="connsiteX3" fmla="*/ 0 w 14190"/>
                  <a:gd name="connsiteY3" fmla="*/ 420875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5"/>
                    </a:lnTo>
                    <a:lnTo>
                      <a:pt x="0" y="42087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51683864-5400-7774-FBEE-4E3A75E00F17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6185599" y="6338041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41FEE961-6CDB-5D12-03E1-5C002C282F23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6185599" y="635207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4 h 420874"/>
                  <a:gd name="connsiteX3" fmla="*/ 0 w 14190"/>
                  <a:gd name="connsiteY3" fmla="*/ 420874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4"/>
                    </a:lnTo>
                    <a:lnTo>
                      <a:pt x="0" y="42087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7B33200F-3964-AFD0-7D51-D0C505C6AAA9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6832903" y="6410474"/>
                <a:ext cx="162582" cy="236206"/>
              </a:xfrm>
              <a:custGeom>
                <a:avLst/>
                <a:gdLst>
                  <a:gd name="connsiteX0" fmla="*/ 162678 w 162582"/>
                  <a:gd name="connsiteY0" fmla="*/ 155615 h 236206"/>
                  <a:gd name="connsiteX1" fmla="*/ 126627 w 162582"/>
                  <a:gd name="connsiteY1" fmla="*/ 155615 h 236206"/>
                  <a:gd name="connsiteX2" fmla="*/ 126627 w 162582"/>
                  <a:gd name="connsiteY2" fmla="*/ 123 h 236206"/>
                  <a:gd name="connsiteX3" fmla="*/ 111075 w 162582"/>
                  <a:gd name="connsiteY3" fmla="*/ 123 h 236206"/>
                  <a:gd name="connsiteX4" fmla="*/ 95 w 162582"/>
                  <a:gd name="connsiteY4" fmla="*/ 155615 h 236206"/>
                  <a:gd name="connsiteX5" fmla="*/ 95 w 162582"/>
                  <a:gd name="connsiteY5" fmla="*/ 177977 h 236206"/>
                  <a:gd name="connsiteX6" fmla="*/ 99412 w 162582"/>
                  <a:gd name="connsiteY6" fmla="*/ 177977 h 236206"/>
                  <a:gd name="connsiteX7" fmla="*/ 99412 w 162582"/>
                  <a:gd name="connsiteY7" fmla="*/ 236330 h 236206"/>
                  <a:gd name="connsiteX8" fmla="*/ 126627 w 162582"/>
                  <a:gd name="connsiteY8" fmla="*/ 236330 h 236206"/>
                  <a:gd name="connsiteX9" fmla="*/ 126627 w 162582"/>
                  <a:gd name="connsiteY9" fmla="*/ 177977 h 236206"/>
                  <a:gd name="connsiteX10" fmla="*/ 162678 w 162582"/>
                  <a:gd name="connsiteY10" fmla="*/ 177977 h 236206"/>
                  <a:gd name="connsiteX11" fmla="*/ 162678 w 162582"/>
                  <a:gd name="connsiteY11" fmla="*/ 155615 h 236206"/>
                  <a:gd name="connsiteX12" fmla="*/ 99058 w 162582"/>
                  <a:gd name="connsiteY12" fmla="*/ 155615 h 236206"/>
                  <a:gd name="connsiteX13" fmla="*/ 14232 w 162582"/>
                  <a:gd name="connsiteY13" fmla="*/ 155615 h 236206"/>
                  <a:gd name="connsiteX14" fmla="*/ 99058 w 162582"/>
                  <a:gd name="connsiteY14" fmla="*/ 35764 h 236206"/>
                  <a:gd name="connsiteX15" fmla="*/ 99058 w 162582"/>
                  <a:gd name="connsiteY15" fmla="*/ 155615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2582" h="236206">
                    <a:moveTo>
                      <a:pt x="162678" y="155615"/>
                    </a:moveTo>
                    <a:lnTo>
                      <a:pt x="126627" y="155615"/>
                    </a:lnTo>
                    <a:lnTo>
                      <a:pt x="126627" y="123"/>
                    </a:lnTo>
                    <a:lnTo>
                      <a:pt x="111075" y="123"/>
                    </a:lnTo>
                    <a:lnTo>
                      <a:pt x="95" y="155615"/>
                    </a:lnTo>
                    <a:lnTo>
                      <a:pt x="95" y="177977"/>
                    </a:lnTo>
                    <a:lnTo>
                      <a:pt x="99412" y="177977"/>
                    </a:lnTo>
                    <a:lnTo>
                      <a:pt x="99412" y="236330"/>
                    </a:lnTo>
                    <a:lnTo>
                      <a:pt x="126627" y="236330"/>
                    </a:lnTo>
                    <a:lnTo>
                      <a:pt x="126627" y="177977"/>
                    </a:lnTo>
                    <a:lnTo>
                      <a:pt x="162678" y="177977"/>
                    </a:lnTo>
                    <a:lnTo>
                      <a:pt x="162678" y="155615"/>
                    </a:lnTo>
                    <a:close/>
                    <a:moveTo>
                      <a:pt x="99058" y="155615"/>
                    </a:moveTo>
                    <a:lnTo>
                      <a:pt x="14232" y="155615"/>
                    </a:lnTo>
                    <a:lnTo>
                      <a:pt x="99058" y="35764"/>
                    </a:lnTo>
                    <a:lnTo>
                      <a:pt x="99058" y="15561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78454800-A2AF-76B8-69CC-581B18E8CFD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34916" y="635207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4 h 420874"/>
                  <a:gd name="connsiteX3" fmla="*/ 0 w 14190"/>
                  <a:gd name="connsiteY3" fmla="*/ 420874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4"/>
                    </a:lnTo>
                    <a:lnTo>
                      <a:pt x="0" y="42087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1BE0DFEF-09CC-A96F-679B-3B0A9E60F1FD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8733223" y="6410474"/>
                <a:ext cx="100023" cy="236206"/>
              </a:xfrm>
              <a:custGeom>
                <a:avLst/>
                <a:gdLst>
                  <a:gd name="connsiteX0" fmla="*/ 63766 w 100023"/>
                  <a:gd name="connsiteY0" fmla="*/ 123 h 236206"/>
                  <a:gd name="connsiteX1" fmla="*/ 147 w 100023"/>
                  <a:gd name="connsiteY1" fmla="*/ 31920 h 236206"/>
                  <a:gd name="connsiteX2" fmla="*/ 147 w 100023"/>
                  <a:gd name="connsiteY2" fmla="*/ 36812 h 236206"/>
                  <a:gd name="connsiteX3" fmla="*/ 9690 w 100023"/>
                  <a:gd name="connsiteY3" fmla="*/ 32969 h 236206"/>
                  <a:gd name="connsiteX4" fmla="*/ 25595 w 100023"/>
                  <a:gd name="connsiteY4" fmla="*/ 29125 h 236206"/>
                  <a:gd name="connsiteX5" fmla="*/ 36198 w 100023"/>
                  <a:gd name="connsiteY5" fmla="*/ 45548 h 236206"/>
                  <a:gd name="connsiteX6" fmla="*/ 36198 w 100023"/>
                  <a:gd name="connsiteY6" fmla="*/ 203834 h 236206"/>
                  <a:gd name="connsiteX7" fmla="*/ 27716 w 100023"/>
                  <a:gd name="connsiteY7" fmla="*/ 226547 h 236206"/>
                  <a:gd name="connsiteX8" fmla="*/ 2621 w 100023"/>
                  <a:gd name="connsiteY8" fmla="*/ 231089 h 236206"/>
                  <a:gd name="connsiteX9" fmla="*/ 2621 w 100023"/>
                  <a:gd name="connsiteY9" fmla="*/ 236330 h 236206"/>
                  <a:gd name="connsiteX10" fmla="*/ 100171 w 100023"/>
                  <a:gd name="connsiteY10" fmla="*/ 236330 h 236206"/>
                  <a:gd name="connsiteX11" fmla="*/ 100171 w 100023"/>
                  <a:gd name="connsiteY11" fmla="*/ 231089 h 236206"/>
                  <a:gd name="connsiteX12" fmla="*/ 66594 w 100023"/>
                  <a:gd name="connsiteY12" fmla="*/ 210473 h 236206"/>
                  <a:gd name="connsiteX13" fmla="*/ 66594 w 100023"/>
                  <a:gd name="connsiteY13" fmla="*/ 822 h 236206"/>
                  <a:gd name="connsiteX14" fmla="*/ 63766 w 100023"/>
                  <a:gd name="connsiteY14" fmla="*/ 123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23" h="236206">
                    <a:moveTo>
                      <a:pt x="63766" y="123"/>
                    </a:moveTo>
                    <a:lnTo>
                      <a:pt x="147" y="31920"/>
                    </a:lnTo>
                    <a:lnTo>
                      <a:pt x="147" y="36812"/>
                    </a:lnTo>
                    <a:cubicBezTo>
                      <a:pt x="4388" y="35065"/>
                      <a:pt x="8276" y="33668"/>
                      <a:pt x="9690" y="32969"/>
                    </a:cubicBezTo>
                    <a:cubicBezTo>
                      <a:pt x="16052" y="30523"/>
                      <a:pt x="22060" y="29125"/>
                      <a:pt x="25595" y="29125"/>
                    </a:cubicBezTo>
                    <a:cubicBezTo>
                      <a:pt x="33017" y="29125"/>
                      <a:pt x="36198" y="34366"/>
                      <a:pt x="36198" y="45548"/>
                    </a:cubicBezTo>
                    <a:lnTo>
                      <a:pt x="36198" y="203834"/>
                    </a:lnTo>
                    <a:cubicBezTo>
                      <a:pt x="36198" y="215365"/>
                      <a:pt x="33371" y="223402"/>
                      <a:pt x="27716" y="226547"/>
                    </a:cubicBezTo>
                    <a:cubicBezTo>
                      <a:pt x="22414" y="229691"/>
                      <a:pt x="17466" y="230740"/>
                      <a:pt x="2621" y="231089"/>
                    </a:cubicBezTo>
                    <a:lnTo>
                      <a:pt x="2621" y="236330"/>
                    </a:lnTo>
                    <a:lnTo>
                      <a:pt x="100171" y="236330"/>
                    </a:lnTo>
                    <a:lnTo>
                      <a:pt x="100171" y="231089"/>
                    </a:lnTo>
                    <a:cubicBezTo>
                      <a:pt x="72249" y="230740"/>
                      <a:pt x="66594" y="227245"/>
                      <a:pt x="66594" y="210473"/>
                    </a:cubicBezTo>
                    <a:lnTo>
                      <a:pt x="66594" y="822"/>
                    </a:lnTo>
                    <a:lnTo>
                      <a:pt x="63766" y="12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B003899E-90C5-349A-DB1B-50FA2E1478E9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8886572" y="6410474"/>
                <a:ext cx="137488" cy="241098"/>
              </a:xfrm>
              <a:custGeom>
                <a:avLst/>
                <a:gdLst>
                  <a:gd name="connsiteX0" fmla="*/ 39031 w 137488"/>
                  <a:gd name="connsiteY0" fmla="*/ 121022 h 241098"/>
                  <a:gd name="connsiteX1" fmla="*/ 76495 w 137488"/>
                  <a:gd name="connsiteY1" fmla="*/ 124866 h 241098"/>
                  <a:gd name="connsiteX2" fmla="*/ 112193 w 137488"/>
                  <a:gd name="connsiteY2" fmla="*/ 176580 h 241098"/>
                  <a:gd name="connsiteX3" fmla="*/ 65892 w 137488"/>
                  <a:gd name="connsiteY3" fmla="*/ 228643 h 241098"/>
                  <a:gd name="connsiteX4" fmla="*/ 36203 w 137488"/>
                  <a:gd name="connsiteY4" fmla="*/ 217811 h 241098"/>
                  <a:gd name="connsiteX5" fmla="*/ 13583 w 137488"/>
                  <a:gd name="connsiteY5" fmla="*/ 209076 h 241098"/>
                  <a:gd name="connsiteX6" fmla="*/ 152 w 137488"/>
                  <a:gd name="connsiteY6" fmla="*/ 221305 h 241098"/>
                  <a:gd name="connsiteX7" fmla="*/ 40091 w 137488"/>
                  <a:gd name="connsiteY7" fmla="*/ 241222 h 241098"/>
                  <a:gd name="connsiteX8" fmla="*/ 111839 w 137488"/>
                  <a:gd name="connsiteY8" fmla="*/ 217811 h 241098"/>
                  <a:gd name="connsiteX9" fmla="*/ 137641 w 137488"/>
                  <a:gd name="connsiteY9" fmla="*/ 159808 h 241098"/>
                  <a:gd name="connsiteX10" fmla="*/ 121736 w 137488"/>
                  <a:gd name="connsiteY10" fmla="*/ 114733 h 241098"/>
                  <a:gd name="connsiteX11" fmla="*/ 92400 w 137488"/>
                  <a:gd name="connsiteY11" fmla="*/ 96213 h 241098"/>
                  <a:gd name="connsiteX12" fmla="*/ 125624 w 137488"/>
                  <a:gd name="connsiteY12" fmla="*/ 47994 h 241098"/>
                  <a:gd name="connsiteX13" fmla="*/ 70487 w 137488"/>
                  <a:gd name="connsiteY13" fmla="*/ 123 h 241098"/>
                  <a:gd name="connsiteX14" fmla="*/ 24540 w 137488"/>
                  <a:gd name="connsiteY14" fmla="*/ 17245 h 241098"/>
                  <a:gd name="connsiteX15" fmla="*/ 859 w 137488"/>
                  <a:gd name="connsiteY15" fmla="*/ 56729 h 241098"/>
                  <a:gd name="connsiteX16" fmla="*/ 6161 w 137488"/>
                  <a:gd name="connsiteY16" fmla="*/ 58127 h 241098"/>
                  <a:gd name="connsiteX17" fmla="*/ 58823 w 137488"/>
                  <a:gd name="connsiteY17" fmla="*/ 21088 h 241098"/>
                  <a:gd name="connsiteX18" fmla="*/ 97702 w 137488"/>
                  <a:gd name="connsiteY18" fmla="*/ 58476 h 241098"/>
                  <a:gd name="connsiteX19" fmla="*/ 83564 w 137488"/>
                  <a:gd name="connsiteY19" fmla="*/ 92370 h 241098"/>
                  <a:gd name="connsiteX20" fmla="*/ 39031 w 137488"/>
                  <a:gd name="connsiteY20" fmla="*/ 116480 h 241098"/>
                  <a:gd name="connsiteX21" fmla="*/ 39031 w 137488"/>
                  <a:gd name="connsiteY21" fmla="*/ 121022 h 24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488" h="241098">
                    <a:moveTo>
                      <a:pt x="39031" y="121022"/>
                    </a:moveTo>
                    <a:cubicBezTo>
                      <a:pt x="59884" y="121022"/>
                      <a:pt x="68013" y="121721"/>
                      <a:pt x="76495" y="124866"/>
                    </a:cubicBezTo>
                    <a:cubicBezTo>
                      <a:pt x="98409" y="132553"/>
                      <a:pt x="112193" y="152470"/>
                      <a:pt x="112193" y="176580"/>
                    </a:cubicBezTo>
                    <a:cubicBezTo>
                      <a:pt x="112193" y="205931"/>
                      <a:pt x="92047" y="228643"/>
                      <a:pt x="65892" y="228643"/>
                    </a:cubicBezTo>
                    <a:cubicBezTo>
                      <a:pt x="56349" y="228643"/>
                      <a:pt x="49280" y="226197"/>
                      <a:pt x="36203" y="217811"/>
                    </a:cubicBezTo>
                    <a:cubicBezTo>
                      <a:pt x="25600" y="211522"/>
                      <a:pt x="19591" y="209076"/>
                      <a:pt x="13583" y="209076"/>
                    </a:cubicBezTo>
                    <a:cubicBezTo>
                      <a:pt x="5454" y="209076"/>
                      <a:pt x="152" y="213967"/>
                      <a:pt x="152" y="221305"/>
                    </a:cubicBezTo>
                    <a:cubicBezTo>
                      <a:pt x="152" y="233535"/>
                      <a:pt x="15350" y="241222"/>
                      <a:pt x="40091" y="241222"/>
                    </a:cubicBezTo>
                    <a:cubicBezTo>
                      <a:pt x="67306" y="241222"/>
                      <a:pt x="95228" y="232137"/>
                      <a:pt x="111839" y="217811"/>
                    </a:cubicBezTo>
                    <a:cubicBezTo>
                      <a:pt x="128451" y="203485"/>
                      <a:pt x="137641" y="183219"/>
                      <a:pt x="137641" y="159808"/>
                    </a:cubicBezTo>
                    <a:cubicBezTo>
                      <a:pt x="137641" y="141987"/>
                      <a:pt x="131986" y="125565"/>
                      <a:pt x="121736" y="114733"/>
                    </a:cubicBezTo>
                    <a:cubicBezTo>
                      <a:pt x="114667" y="107045"/>
                      <a:pt x="107952" y="102852"/>
                      <a:pt x="92400" y="96213"/>
                    </a:cubicBezTo>
                    <a:cubicBezTo>
                      <a:pt x="116788" y="79791"/>
                      <a:pt x="125624" y="66862"/>
                      <a:pt x="125624" y="47994"/>
                    </a:cubicBezTo>
                    <a:cubicBezTo>
                      <a:pt x="125624" y="19691"/>
                      <a:pt x="103003" y="123"/>
                      <a:pt x="70487" y="123"/>
                    </a:cubicBezTo>
                    <a:cubicBezTo>
                      <a:pt x="52815" y="123"/>
                      <a:pt x="37263" y="6063"/>
                      <a:pt x="24540" y="17245"/>
                    </a:cubicBezTo>
                    <a:cubicBezTo>
                      <a:pt x="13936" y="26679"/>
                      <a:pt x="8635" y="35764"/>
                      <a:pt x="859" y="56729"/>
                    </a:cubicBezTo>
                    <a:lnTo>
                      <a:pt x="6161" y="58127"/>
                    </a:lnTo>
                    <a:cubicBezTo>
                      <a:pt x="20652" y="32619"/>
                      <a:pt x="36557" y="21088"/>
                      <a:pt x="58823" y="21088"/>
                    </a:cubicBezTo>
                    <a:cubicBezTo>
                      <a:pt x="81797" y="21088"/>
                      <a:pt x="97702" y="36463"/>
                      <a:pt x="97702" y="58476"/>
                    </a:cubicBezTo>
                    <a:cubicBezTo>
                      <a:pt x="97702" y="71055"/>
                      <a:pt x="92400" y="83634"/>
                      <a:pt x="83564" y="92370"/>
                    </a:cubicBezTo>
                    <a:cubicBezTo>
                      <a:pt x="72961" y="102852"/>
                      <a:pt x="63065" y="108094"/>
                      <a:pt x="39031" y="116480"/>
                    </a:cubicBezTo>
                    <a:lnTo>
                      <a:pt x="39031" y="12102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9AC09FC7-88C3-E4B7-9A2B-CB36EF0E0D31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10093641" y="635207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1 w 14190"/>
                  <a:gd name="connsiteY1" fmla="*/ 0 h 420874"/>
                  <a:gd name="connsiteX2" fmla="*/ 14191 w 14190"/>
                  <a:gd name="connsiteY2" fmla="*/ 420874 h 420874"/>
                  <a:gd name="connsiteX3" fmla="*/ 0 w 14190"/>
                  <a:gd name="connsiteY3" fmla="*/ 420874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1" y="0"/>
                    </a:lnTo>
                    <a:lnTo>
                      <a:pt x="14191" y="420874"/>
                    </a:lnTo>
                    <a:lnTo>
                      <a:pt x="0" y="42087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AD51AF3B-8AE8-99E4-0819-D7EF68939841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10979575" y="6410474"/>
                <a:ext cx="162582" cy="236206"/>
              </a:xfrm>
              <a:custGeom>
                <a:avLst/>
                <a:gdLst>
                  <a:gd name="connsiteX0" fmla="*/ 162794 w 162582"/>
                  <a:gd name="connsiteY0" fmla="*/ 155615 h 236206"/>
                  <a:gd name="connsiteX1" fmla="*/ 126743 w 162582"/>
                  <a:gd name="connsiteY1" fmla="*/ 155615 h 236206"/>
                  <a:gd name="connsiteX2" fmla="*/ 126743 w 162582"/>
                  <a:gd name="connsiteY2" fmla="*/ 123 h 236206"/>
                  <a:gd name="connsiteX3" fmla="*/ 111192 w 162582"/>
                  <a:gd name="connsiteY3" fmla="*/ 123 h 236206"/>
                  <a:gd name="connsiteX4" fmla="*/ 211 w 162582"/>
                  <a:gd name="connsiteY4" fmla="*/ 155615 h 236206"/>
                  <a:gd name="connsiteX5" fmla="*/ 211 w 162582"/>
                  <a:gd name="connsiteY5" fmla="*/ 177977 h 236206"/>
                  <a:gd name="connsiteX6" fmla="*/ 99528 w 162582"/>
                  <a:gd name="connsiteY6" fmla="*/ 177977 h 236206"/>
                  <a:gd name="connsiteX7" fmla="*/ 99528 w 162582"/>
                  <a:gd name="connsiteY7" fmla="*/ 236330 h 236206"/>
                  <a:gd name="connsiteX8" fmla="*/ 126743 w 162582"/>
                  <a:gd name="connsiteY8" fmla="*/ 236330 h 236206"/>
                  <a:gd name="connsiteX9" fmla="*/ 126743 w 162582"/>
                  <a:gd name="connsiteY9" fmla="*/ 177977 h 236206"/>
                  <a:gd name="connsiteX10" fmla="*/ 162794 w 162582"/>
                  <a:gd name="connsiteY10" fmla="*/ 177977 h 236206"/>
                  <a:gd name="connsiteX11" fmla="*/ 162794 w 162582"/>
                  <a:gd name="connsiteY11" fmla="*/ 155615 h 236206"/>
                  <a:gd name="connsiteX12" fmla="*/ 99175 w 162582"/>
                  <a:gd name="connsiteY12" fmla="*/ 155615 h 236206"/>
                  <a:gd name="connsiteX13" fmla="*/ 14349 w 162582"/>
                  <a:gd name="connsiteY13" fmla="*/ 155615 h 236206"/>
                  <a:gd name="connsiteX14" fmla="*/ 99175 w 162582"/>
                  <a:gd name="connsiteY14" fmla="*/ 35764 h 236206"/>
                  <a:gd name="connsiteX15" fmla="*/ 99175 w 162582"/>
                  <a:gd name="connsiteY15" fmla="*/ 155615 h 23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2582" h="236206">
                    <a:moveTo>
                      <a:pt x="162794" y="155615"/>
                    </a:moveTo>
                    <a:lnTo>
                      <a:pt x="126743" y="155615"/>
                    </a:lnTo>
                    <a:lnTo>
                      <a:pt x="126743" y="123"/>
                    </a:lnTo>
                    <a:lnTo>
                      <a:pt x="111192" y="123"/>
                    </a:lnTo>
                    <a:lnTo>
                      <a:pt x="211" y="155615"/>
                    </a:lnTo>
                    <a:lnTo>
                      <a:pt x="211" y="177977"/>
                    </a:lnTo>
                    <a:lnTo>
                      <a:pt x="99528" y="177977"/>
                    </a:lnTo>
                    <a:lnTo>
                      <a:pt x="99528" y="236330"/>
                    </a:lnTo>
                    <a:lnTo>
                      <a:pt x="126743" y="236330"/>
                    </a:lnTo>
                    <a:lnTo>
                      <a:pt x="126743" y="177977"/>
                    </a:lnTo>
                    <a:lnTo>
                      <a:pt x="162794" y="177977"/>
                    </a:lnTo>
                    <a:lnTo>
                      <a:pt x="162794" y="155615"/>
                    </a:lnTo>
                    <a:close/>
                    <a:moveTo>
                      <a:pt x="99175" y="155615"/>
                    </a:moveTo>
                    <a:lnTo>
                      <a:pt x="14349" y="155615"/>
                    </a:lnTo>
                    <a:lnTo>
                      <a:pt x="99175" y="35764"/>
                    </a:lnTo>
                    <a:lnTo>
                      <a:pt x="99175" y="155615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2E2B1EE1-26FA-499C-BCC9-835E3D493C22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11159785" y="6415366"/>
                <a:ext cx="151626" cy="234110"/>
              </a:xfrm>
              <a:custGeom>
                <a:avLst/>
                <a:gdLst>
                  <a:gd name="connsiteX0" fmla="*/ 151842 w 151626"/>
                  <a:gd name="connsiteY0" fmla="*/ 123 h 234110"/>
                  <a:gd name="connsiteX1" fmla="*/ 21069 w 151626"/>
                  <a:gd name="connsiteY1" fmla="*/ 123 h 234110"/>
                  <a:gd name="connsiteX2" fmla="*/ 216 w 151626"/>
                  <a:gd name="connsiteY2" fmla="*/ 51488 h 234110"/>
                  <a:gd name="connsiteX3" fmla="*/ 6225 w 151626"/>
                  <a:gd name="connsiteY3" fmla="*/ 54283 h 234110"/>
                  <a:gd name="connsiteX4" fmla="*/ 47224 w 151626"/>
                  <a:gd name="connsiteY4" fmla="*/ 25980 h 234110"/>
                  <a:gd name="connsiteX5" fmla="*/ 123921 w 151626"/>
                  <a:gd name="connsiteY5" fmla="*/ 25980 h 234110"/>
                  <a:gd name="connsiteX6" fmla="*/ 53939 w 151626"/>
                  <a:gd name="connsiteY6" fmla="*/ 234234 h 234110"/>
                  <a:gd name="connsiteX7" fmla="*/ 76913 w 151626"/>
                  <a:gd name="connsiteY7" fmla="*/ 234234 h 234110"/>
                  <a:gd name="connsiteX8" fmla="*/ 151842 w 151626"/>
                  <a:gd name="connsiteY8" fmla="*/ 5714 h 234110"/>
                  <a:gd name="connsiteX9" fmla="*/ 151842 w 151626"/>
                  <a:gd name="connsiteY9" fmla="*/ 123 h 234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626" h="234110">
                    <a:moveTo>
                      <a:pt x="151842" y="123"/>
                    </a:moveTo>
                    <a:lnTo>
                      <a:pt x="21069" y="123"/>
                    </a:lnTo>
                    <a:lnTo>
                      <a:pt x="216" y="51488"/>
                    </a:lnTo>
                    <a:lnTo>
                      <a:pt x="6225" y="54283"/>
                    </a:lnTo>
                    <a:cubicBezTo>
                      <a:pt x="21423" y="30523"/>
                      <a:pt x="27785" y="25980"/>
                      <a:pt x="47224" y="25980"/>
                    </a:cubicBezTo>
                    <a:lnTo>
                      <a:pt x="123921" y="25980"/>
                    </a:lnTo>
                    <a:lnTo>
                      <a:pt x="53939" y="234234"/>
                    </a:lnTo>
                    <a:lnTo>
                      <a:pt x="76913" y="234234"/>
                    </a:lnTo>
                    <a:lnTo>
                      <a:pt x="151842" y="5714"/>
                    </a:lnTo>
                    <a:lnTo>
                      <a:pt x="151842" y="12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F477C0FE-78BD-136D-4A0F-9AD81AAEBAC4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11341410" y="6406281"/>
                <a:ext cx="143497" cy="245291"/>
              </a:xfrm>
              <a:custGeom>
                <a:avLst/>
                <a:gdLst>
                  <a:gd name="connsiteX0" fmla="*/ 52884 w 143497"/>
                  <a:gd name="connsiteY0" fmla="*/ 36812 h 245291"/>
                  <a:gd name="connsiteX1" fmla="*/ 122158 w 143497"/>
                  <a:gd name="connsiteY1" fmla="*/ 36812 h 245291"/>
                  <a:gd name="connsiteX2" fmla="*/ 130287 w 143497"/>
                  <a:gd name="connsiteY2" fmla="*/ 33668 h 245291"/>
                  <a:gd name="connsiteX3" fmla="*/ 143718 w 143497"/>
                  <a:gd name="connsiteY3" fmla="*/ 2569 h 245291"/>
                  <a:gd name="connsiteX4" fmla="*/ 140537 w 143497"/>
                  <a:gd name="connsiteY4" fmla="*/ 123 h 245291"/>
                  <a:gd name="connsiteX5" fmla="*/ 124279 w 143497"/>
                  <a:gd name="connsiteY5" fmla="*/ 9208 h 245291"/>
                  <a:gd name="connsiteX6" fmla="*/ 50410 w 143497"/>
                  <a:gd name="connsiteY6" fmla="*/ 9208 h 245291"/>
                  <a:gd name="connsiteX7" fmla="*/ 11885 w 143497"/>
                  <a:gd name="connsiteY7" fmla="*/ 92020 h 245291"/>
                  <a:gd name="connsiteX8" fmla="*/ 11531 w 143497"/>
                  <a:gd name="connsiteY8" fmla="*/ 93768 h 245291"/>
                  <a:gd name="connsiteX9" fmla="*/ 15773 w 143497"/>
                  <a:gd name="connsiteY9" fmla="*/ 96563 h 245291"/>
                  <a:gd name="connsiteX10" fmla="*/ 55711 w 143497"/>
                  <a:gd name="connsiteY10" fmla="*/ 103551 h 245291"/>
                  <a:gd name="connsiteX11" fmla="*/ 115089 w 143497"/>
                  <a:gd name="connsiteY11" fmla="*/ 172736 h 245291"/>
                  <a:gd name="connsiteX12" fmla="*/ 65961 w 143497"/>
                  <a:gd name="connsiteY12" fmla="*/ 232487 h 245291"/>
                  <a:gd name="connsiteX13" fmla="*/ 42281 w 143497"/>
                  <a:gd name="connsiteY13" fmla="*/ 222353 h 245291"/>
                  <a:gd name="connsiteX14" fmla="*/ 15419 w 143497"/>
                  <a:gd name="connsiteY14" fmla="*/ 210823 h 245291"/>
                  <a:gd name="connsiteX15" fmla="*/ 221 w 143497"/>
                  <a:gd name="connsiteY15" fmla="*/ 223751 h 245291"/>
                  <a:gd name="connsiteX16" fmla="*/ 43341 w 143497"/>
                  <a:gd name="connsiteY16" fmla="*/ 245415 h 245291"/>
                  <a:gd name="connsiteX17" fmla="*/ 116150 w 143497"/>
                  <a:gd name="connsiteY17" fmla="*/ 218160 h 245291"/>
                  <a:gd name="connsiteX18" fmla="*/ 139830 w 143497"/>
                  <a:gd name="connsiteY18" fmla="*/ 155964 h 245291"/>
                  <a:gd name="connsiteX19" fmla="*/ 115443 w 143497"/>
                  <a:gd name="connsiteY19" fmla="*/ 97262 h 245291"/>
                  <a:gd name="connsiteX20" fmla="*/ 38039 w 143497"/>
                  <a:gd name="connsiteY20" fmla="*/ 66513 h 245291"/>
                  <a:gd name="connsiteX21" fmla="*/ 52884 w 143497"/>
                  <a:gd name="connsiteY21" fmla="*/ 36812 h 24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3497" h="245291">
                    <a:moveTo>
                      <a:pt x="52884" y="36812"/>
                    </a:moveTo>
                    <a:lnTo>
                      <a:pt x="122158" y="36812"/>
                    </a:lnTo>
                    <a:cubicBezTo>
                      <a:pt x="127813" y="36812"/>
                      <a:pt x="129227" y="36113"/>
                      <a:pt x="130287" y="33668"/>
                    </a:cubicBezTo>
                    <a:lnTo>
                      <a:pt x="143718" y="2569"/>
                    </a:lnTo>
                    <a:lnTo>
                      <a:pt x="140537" y="123"/>
                    </a:lnTo>
                    <a:cubicBezTo>
                      <a:pt x="135236" y="7461"/>
                      <a:pt x="131701" y="9208"/>
                      <a:pt x="124279" y="9208"/>
                    </a:cubicBezTo>
                    <a:lnTo>
                      <a:pt x="50410" y="9208"/>
                    </a:lnTo>
                    <a:lnTo>
                      <a:pt x="11885" y="92020"/>
                    </a:lnTo>
                    <a:cubicBezTo>
                      <a:pt x="11531" y="92719"/>
                      <a:pt x="11531" y="93069"/>
                      <a:pt x="11531" y="93768"/>
                    </a:cubicBezTo>
                    <a:cubicBezTo>
                      <a:pt x="11531" y="95515"/>
                      <a:pt x="12945" y="96563"/>
                      <a:pt x="15773" y="96563"/>
                    </a:cubicBezTo>
                    <a:cubicBezTo>
                      <a:pt x="27083" y="96563"/>
                      <a:pt x="41220" y="99009"/>
                      <a:pt x="55711" y="103551"/>
                    </a:cubicBezTo>
                    <a:cubicBezTo>
                      <a:pt x="96357" y="116480"/>
                      <a:pt x="115089" y="138144"/>
                      <a:pt x="115089" y="172736"/>
                    </a:cubicBezTo>
                    <a:cubicBezTo>
                      <a:pt x="115089" y="206280"/>
                      <a:pt x="93530" y="232487"/>
                      <a:pt x="65961" y="232487"/>
                    </a:cubicBezTo>
                    <a:cubicBezTo>
                      <a:pt x="58892" y="232487"/>
                      <a:pt x="52884" y="230041"/>
                      <a:pt x="42281" y="222353"/>
                    </a:cubicBezTo>
                    <a:cubicBezTo>
                      <a:pt x="30971" y="214317"/>
                      <a:pt x="22841" y="210823"/>
                      <a:pt x="15419" y="210823"/>
                    </a:cubicBezTo>
                    <a:cubicBezTo>
                      <a:pt x="5169" y="210823"/>
                      <a:pt x="221" y="215016"/>
                      <a:pt x="221" y="223751"/>
                    </a:cubicBezTo>
                    <a:cubicBezTo>
                      <a:pt x="221" y="237029"/>
                      <a:pt x="16833" y="245415"/>
                      <a:pt x="43341" y="245415"/>
                    </a:cubicBezTo>
                    <a:cubicBezTo>
                      <a:pt x="73030" y="245415"/>
                      <a:pt x="98478" y="235981"/>
                      <a:pt x="116150" y="218160"/>
                    </a:cubicBezTo>
                    <a:cubicBezTo>
                      <a:pt x="132408" y="202437"/>
                      <a:pt x="139830" y="182520"/>
                      <a:pt x="139830" y="155964"/>
                    </a:cubicBezTo>
                    <a:cubicBezTo>
                      <a:pt x="139830" y="130806"/>
                      <a:pt x="133115" y="114733"/>
                      <a:pt x="115443" y="97262"/>
                    </a:cubicBezTo>
                    <a:cubicBezTo>
                      <a:pt x="99892" y="81887"/>
                      <a:pt x="79745" y="73851"/>
                      <a:pt x="38039" y="66513"/>
                    </a:cubicBezTo>
                    <a:lnTo>
                      <a:pt x="52884" y="3681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26EDB6B8-6B7F-C38A-3B61-EAB66CC6D6D8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11518793" y="6406281"/>
                <a:ext cx="143497" cy="245291"/>
              </a:xfrm>
              <a:custGeom>
                <a:avLst/>
                <a:gdLst>
                  <a:gd name="connsiteX0" fmla="*/ 52889 w 143497"/>
                  <a:gd name="connsiteY0" fmla="*/ 36812 h 245291"/>
                  <a:gd name="connsiteX1" fmla="*/ 122163 w 143497"/>
                  <a:gd name="connsiteY1" fmla="*/ 36812 h 245291"/>
                  <a:gd name="connsiteX2" fmla="*/ 130292 w 143497"/>
                  <a:gd name="connsiteY2" fmla="*/ 33668 h 245291"/>
                  <a:gd name="connsiteX3" fmla="*/ 143723 w 143497"/>
                  <a:gd name="connsiteY3" fmla="*/ 2569 h 245291"/>
                  <a:gd name="connsiteX4" fmla="*/ 140542 w 143497"/>
                  <a:gd name="connsiteY4" fmla="*/ 123 h 245291"/>
                  <a:gd name="connsiteX5" fmla="*/ 124284 w 143497"/>
                  <a:gd name="connsiteY5" fmla="*/ 9208 h 245291"/>
                  <a:gd name="connsiteX6" fmla="*/ 50415 w 143497"/>
                  <a:gd name="connsiteY6" fmla="*/ 9208 h 245291"/>
                  <a:gd name="connsiteX7" fmla="*/ 11890 w 143497"/>
                  <a:gd name="connsiteY7" fmla="*/ 92020 h 245291"/>
                  <a:gd name="connsiteX8" fmla="*/ 11536 w 143497"/>
                  <a:gd name="connsiteY8" fmla="*/ 93768 h 245291"/>
                  <a:gd name="connsiteX9" fmla="*/ 15778 w 143497"/>
                  <a:gd name="connsiteY9" fmla="*/ 96563 h 245291"/>
                  <a:gd name="connsiteX10" fmla="*/ 55716 w 143497"/>
                  <a:gd name="connsiteY10" fmla="*/ 103551 h 245291"/>
                  <a:gd name="connsiteX11" fmla="*/ 115094 w 143497"/>
                  <a:gd name="connsiteY11" fmla="*/ 172736 h 245291"/>
                  <a:gd name="connsiteX12" fmla="*/ 65966 w 143497"/>
                  <a:gd name="connsiteY12" fmla="*/ 232487 h 245291"/>
                  <a:gd name="connsiteX13" fmla="*/ 42286 w 143497"/>
                  <a:gd name="connsiteY13" fmla="*/ 222353 h 245291"/>
                  <a:gd name="connsiteX14" fmla="*/ 15424 w 143497"/>
                  <a:gd name="connsiteY14" fmla="*/ 210823 h 245291"/>
                  <a:gd name="connsiteX15" fmla="*/ 226 w 143497"/>
                  <a:gd name="connsiteY15" fmla="*/ 223751 h 245291"/>
                  <a:gd name="connsiteX16" fmla="*/ 43346 w 143497"/>
                  <a:gd name="connsiteY16" fmla="*/ 245415 h 245291"/>
                  <a:gd name="connsiteX17" fmla="*/ 116155 w 143497"/>
                  <a:gd name="connsiteY17" fmla="*/ 218160 h 245291"/>
                  <a:gd name="connsiteX18" fmla="*/ 139835 w 143497"/>
                  <a:gd name="connsiteY18" fmla="*/ 155964 h 245291"/>
                  <a:gd name="connsiteX19" fmla="*/ 115448 w 143497"/>
                  <a:gd name="connsiteY19" fmla="*/ 97262 h 245291"/>
                  <a:gd name="connsiteX20" fmla="*/ 38044 w 143497"/>
                  <a:gd name="connsiteY20" fmla="*/ 66513 h 245291"/>
                  <a:gd name="connsiteX21" fmla="*/ 52889 w 143497"/>
                  <a:gd name="connsiteY21" fmla="*/ 36812 h 24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3497" h="245291">
                    <a:moveTo>
                      <a:pt x="52889" y="36812"/>
                    </a:moveTo>
                    <a:lnTo>
                      <a:pt x="122163" y="36812"/>
                    </a:lnTo>
                    <a:cubicBezTo>
                      <a:pt x="127818" y="36812"/>
                      <a:pt x="129232" y="36113"/>
                      <a:pt x="130292" y="33668"/>
                    </a:cubicBezTo>
                    <a:lnTo>
                      <a:pt x="143723" y="2569"/>
                    </a:lnTo>
                    <a:lnTo>
                      <a:pt x="140542" y="123"/>
                    </a:lnTo>
                    <a:cubicBezTo>
                      <a:pt x="135241" y="7461"/>
                      <a:pt x="131706" y="9208"/>
                      <a:pt x="124284" y="9208"/>
                    </a:cubicBezTo>
                    <a:lnTo>
                      <a:pt x="50415" y="9208"/>
                    </a:lnTo>
                    <a:lnTo>
                      <a:pt x="11890" y="92020"/>
                    </a:lnTo>
                    <a:cubicBezTo>
                      <a:pt x="11536" y="92719"/>
                      <a:pt x="11536" y="93069"/>
                      <a:pt x="11536" y="93768"/>
                    </a:cubicBezTo>
                    <a:cubicBezTo>
                      <a:pt x="11536" y="95515"/>
                      <a:pt x="12950" y="96563"/>
                      <a:pt x="15778" y="96563"/>
                    </a:cubicBezTo>
                    <a:cubicBezTo>
                      <a:pt x="27088" y="96563"/>
                      <a:pt x="41225" y="99009"/>
                      <a:pt x="55716" y="103551"/>
                    </a:cubicBezTo>
                    <a:cubicBezTo>
                      <a:pt x="96362" y="116480"/>
                      <a:pt x="115094" y="138144"/>
                      <a:pt x="115094" y="172736"/>
                    </a:cubicBezTo>
                    <a:cubicBezTo>
                      <a:pt x="115094" y="206280"/>
                      <a:pt x="93535" y="232487"/>
                      <a:pt x="65966" y="232487"/>
                    </a:cubicBezTo>
                    <a:cubicBezTo>
                      <a:pt x="58897" y="232487"/>
                      <a:pt x="52889" y="230041"/>
                      <a:pt x="42286" y="222353"/>
                    </a:cubicBezTo>
                    <a:cubicBezTo>
                      <a:pt x="30976" y="214317"/>
                      <a:pt x="22846" y="210823"/>
                      <a:pt x="15424" y="210823"/>
                    </a:cubicBezTo>
                    <a:cubicBezTo>
                      <a:pt x="5174" y="210823"/>
                      <a:pt x="226" y="215016"/>
                      <a:pt x="226" y="223751"/>
                    </a:cubicBezTo>
                    <a:cubicBezTo>
                      <a:pt x="226" y="237029"/>
                      <a:pt x="16838" y="245415"/>
                      <a:pt x="43346" y="245415"/>
                    </a:cubicBezTo>
                    <a:cubicBezTo>
                      <a:pt x="73035" y="245415"/>
                      <a:pt x="98483" y="235981"/>
                      <a:pt x="116155" y="218160"/>
                    </a:cubicBezTo>
                    <a:cubicBezTo>
                      <a:pt x="132413" y="202437"/>
                      <a:pt x="139835" y="182520"/>
                      <a:pt x="139835" y="155964"/>
                    </a:cubicBezTo>
                    <a:cubicBezTo>
                      <a:pt x="139835" y="130806"/>
                      <a:pt x="133120" y="114733"/>
                      <a:pt x="115448" y="97262"/>
                    </a:cubicBezTo>
                    <a:cubicBezTo>
                      <a:pt x="99897" y="81887"/>
                      <a:pt x="79750" y="73851"/>
                      <a:pt x="38044" y="66513"/>
                    </a:cubicBezTo>
                    <a:lnTo>
                      <a:pt x="52889" y="36812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D135F2F6-EC98-3C33-32EE-D5B96BD2A342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2552367" y="6352070"/>
                <a:ext cx="14190" cy="420874"/>
              </a:xfrm>
              <a:custGeom>
                <a:avLst/>
                <a:gdLst>
                  <a:gd name="connsiteX0" fmla="*/ 0 w 14190"/>
                  <a:gd name="connsiteY0" fmla="*/ 0 h 420874"/>
                  <a:gd name="connsiteX1" fmla="*/ 14190 w 14190"/>
                  <a:gd name="connsiteY1" fmla="*/ 0 h 420874"/>
                  <a:gd name="connsiteX2" fmla="*/ 14190 w 14190"/>
                  <a:gd name="connsiteY2" fmla="*/ 420874 h 420874"/>
                  <a:gd name="connsiteX3" fmla="*/ 0 w 14190"/>
                  <a:gd name="connsiteY3" fmla="*/ 420874 h 42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0" h="420874">
                    <a:moveTo>
                      <a:pt x="0" y="0"/>
                    </a:moveTo>
                    <a:lnTo>
                      <a:pt x="14190" y="0"/>
                    </a:lnTo>
                    <a:lnTo>
                      <a:pt x="14190" y="420874"/>
                    </a:lnTo>
                    <a:lnTo>
                      <a:pt x="0" y="42087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9EC4D805-D881-A847-802F-EDAC2AA29C23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6185599" y="6772945"/>
                <a:ext cx="6380958" cy="14028"/>
              </a:xfrm>
              <a:custGeom>
                <a:avLst/>
                <a:gdLst>
                  <a:gd name="connsiteX0" fmla="*/ 0 w 6380958"/>
                  <a:gd name="connsiteY0" fmla="*/ 0 h 14028"/>
                  <a:gd name="connsiteX1" fmla="*/ 6380959 w 6380958"/>
                  <a:gd name="connsiteY1" fmla="*/ 0 h 14028"/>
                  <a:gd name="connsiteX2" fmla="*/ 6380959 w 6380958"/>
                  <a:gd name="connsiteY2" fmla="*/ 14029 h 14028"/>
                  <a:gd name="connsiteX3" fmla="*/ 0 w 6380958"/>
                  <a:gd name="connsiteY3" fmla="*/ 14029 h 1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0958" h="14028">
                    <a:moveTo>
                      <a:pt x="0" y="0"/>
                    </a:moveTo>
                    <a:lnTo>
                      <a:pt x="6380959" y="0"/>
                    </a:lnTo>
                    <a:lnTo>
                      <a:pt x="6380959" y="14029"/>
                    </a:lnTo>
                    <a:lnTo>
                      <a:pt x="0" y="14029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3049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pic>
        <p:nvPicPr>
          <p:cNvPr id="12" name="Picture 11" descr="A person on a parachute">
            <a:extLst>
              <a:ext uri="{FF2B5EF4-FFF2-40B4-BE49-F238E27FC236}">
                <a16:creationId xmlns:a16="http://schemas.microsoft.com/office/drawing/2014/main" id="{45F6D8B4-E7B3-C56A-1108-6E1BABC61271}"/>
              </a:ext>
            </a:extLst>
          </p:cNvPr>
          <p:cNvPicPr>
            <a:picLocks noChangeAspect="1"/>
          </p:cNvPicPr>
          <p:nvPr/>
        </p:nvPicPr>
        <p:blipFill>
          <a:blip r:embed="rId7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artisticPencilGrayscale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677" y="1378582"/>
            <a:ext cx="2247560" cy="224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9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D111-F3E9-6B72-2641-96173FB4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2D05-8F25-11B9-FD60-90C967A91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DB54-AB43-E9F9-575A-7140DC22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D52A9-6733-5666-C87E-6427FCC418A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</a:t>
            </a:r>
          </a:p>
        </p:txBody>
      </p:sp>
      <p:grpSp>
        <p:nvGrpSpPr>
          <p:cNvPr id="2119" name="Group 211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 &amp;= \frac{(x-x_1)(x-x_2)(x-x_3)(x-x_4)}{(x_0-x_1)(x_0-x_2)(x_0-x_3)(x_0-x_4)} f(x_0) \\&#10;%&#10;&amp;+\frac{(x-x_0)(x-x_2)(x-x_3)(x-x_4)}{(x_1-x_0)(x_1-x_2)(x_1-x_3)(x_1-x_4)} f(x_1) \\&#10;%&#10;&amp;+\frac{(x-x_0)(x-x_1)(x-x_3)(x-x_4)}{(x_2-x_0)(x_2-x_1)(x_2-x_3)(x_2-x_4)} f(x_2) \\&#10;%&#10;&amp;+\frac{(x-x_0)(x-x_1)(x-x_2)(x-x_4)}{(x_3-x_0)(x_3-x_1)(x_3-x_2)(x_3-x_4)} f(x_3) \\&#10;%&#10;&amp;+\frac{(x-x_0)(x-x_1)(x-x_2)(x-x_3)}{(x_4-x_0)(x_4-x_1)(x_4-x_2)(x_4-x_3)} f(x_4)&#10;\end{align*}&#10;}&#10;\end{document}" title="IguanaTex Shape Display">
            <a:extLst>
              <a:ext uri="{FF2B5EF4-FFF2-40B4-BE49-F238E27FC236}">
                <a16:creationId xmlns:a16="http://schemas.microsoft.com/office/drawing/2014/main" id="{A75267A2-2AD1-9244-5C6E-EC99404BF11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98612" y="1697300"/>
            <a:ext cx="6944995" cy="4733479"/>
            <a:chOff x="7408875" y="3679615"/>
            <a:chExt cx="6944995" cy="4733479"/>
          </a:xfrm>
        </p:grpSpPr>
        <p:sp>
          <p:nvSpPr>
            <p:cNvPr id="1815" name="Freeform: Shape 1814">
              <a:extLst>
                <a:ext uri="{FF2B5EF4-FFF2-40B4-BE49-F238E27FC236}">
                  <a16:creationId xmlns:a16="http://schemas.microsoft.com/office/drawing/2014/main" id="{34A56A7E-ACF1-32F7-047C-25618F5BDD0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408875" y="3943876"/>
              <a:ext cx="201533" cy="311193"/>
            </a:xfrm>
            <a:custGeom>
              <a:avLst/>
              <a:gdLst>
                <a:gd name="connsiteX0" fmla="*/ 64374 w 201533"/>
                <a:gd name="connsiteY0" fmla="*/ 99248 h 311193"/>
                <a:gd name="connsiteX1" fmla="*/ 96139 w 201533"/>
                <a:gd name="connsiteY1" fmla="*/ 99248 h 311193"/>
                <a:gd name="connsiteX2" fmla="*/ 65079 w 201533"/>
                <a:gd name="connsiteY2" fmla="*/ 246933 h 311193"/>
                <a:gd name="connsiteX3" fmla="*/ 30843 w 201533"/>
                <a:gd name="connsiteY3" fmla="*/ 303897 h 311193"/>
                <a:gd name="connsiteX4" fmla="*/ 23784 w 201533"/>
                <a:gd name="connsiteY4" fmla="*/ 298271 h 311193"/>
                <a:gd name="connsiteX5" fmla="*/ 25196 w 201533"/>
                <a:gd name="connsiteY5" fmla="*/ 294403 h 311193"/>
                <a:gd name="connsiteX6" fmla="*/ 26961 w 201533"/>
                <a:gd name="connsiteY6" fmla="*/ 288777 h 311193"/>
                <a:gd name="connsiteX7" fmla="*/ 13196 w 201533"/>
                <a:gd name="connsiteY7" fmla="*/ 275415 h 311193"/>
                <a:gd name="connsiteX8" fmla="*/ 137 w 201533"/>
                <a:gd name="connsiteY8" fmla="*/ 289832 h 311193"/>
                <a:gd name="connsiteX9" fmla="*/ 28020 w 201533"/>
                <a:gd name="connsiteY9" fmla="*/ 311281 h 311193"/>
                <a:gd name="connsiteX10" fmla="*/ 98609 w 201533"/>
                <a:gd name="connsiteY10" fmla="*/ 211770 h 311193"/>
                <a:gd name="connsiteX11" fmla="*/ 124022 w 201533"/>
                <a:gd name="connsiteY11" fmla="*/ 99248 h 311193"/>
                <a:gd name="connsiteX12" fmla="*/ 162493 w 201533"/>
                <a:gd name="connsiteY12" fmla="*/ 99248 h 311193"/>
                <a:gd name="connsiteX13" fmla="*/ 164611 w 201533"/>
                <a:gd name="connsiteY13" fmla="*/ 87996 h 311193"/>
                <a:gd name="connsiteX14" fmla="*/ 126492 w 201533"/>
                <a:gd name="connsiteY14" fmla="*/ 87996 h 311193"/>
                <a:gd name="connsiteX15" fmla="*/ 169552 w 201533"/>
                <a:gd name="connsiteY15" fmla="*/ 7824 h 311193"/>
                <a:gd name="connsiteX16" fmla="*/ 177317 w 201533"/>
                <a:gd name="connsiteY16" fmla="*/ 12043 h 311193"/>
                <a:gd name="connsiteX17" fmla="*/ 175905 w 201533"/>
                <a:gd name="connsiteY17" fmla="*/ 15560 h 311193"/>
                <a:gd name="connsiteX18" fmla="*/ 173787 w 201533"/>
                <a:gd name="connsiteY18" fmla="*/ 22944 h 311193"/>
                <a:gd name="connsiteX19" fmla="*/ 186846 w 201533"/>
                <a:gd name="connsiteY19" fmla="*/ 37009 h 311193"/>
                <a:gd name="connsiteX20" fmla="*/ 201670 w 201533"/>
                <a:gd name="connsiteY20" fmla="*/ 22944 h 311193"/>
                <a:gd name="connsiteX21" fmla="*/ 171317 w 201533"/>
                <a:gd name="connsiteY21" fmla="*/ 88 h 311193"/>
                <a:gd name="connsiteX22" fmla="*/ 127551 w 201533"/>
                <a:gd name="connsiteY22" fmla="*/ 24350 h 311193"/>
                <a:gd name="connsiteX23" fmla="*/ 99315 w 201533"/>
                <a:gd name="connsiteY23" fmla="*/ 87996 h 311193"/>
                <a:gd name="connsiteX24" fmla="*/ 66844 w 201533"/>
                <a:gd name="connsiteY24" fmla="*/ 87996 h 311193"/>
                <a:gd name="connsiteX25" fmla="*/ 64374 w 201533"/>
                <a:gd name="connsiteY25" fmla="*/ 99248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11193">
                  <a:moveTo>
                    <a:pt x="64374" y="99248"/>
                  </a:moveTo>
                  <a:lnTo>
                    <a:pt x="96139" y="99248"/>
                  </a:lnTo>
                  <a:lnTo>
                    <a:pt x="65079" y="246933"/>
                  </a:lnTo>
                  <a:cubicBezTo>
                    <a:pt x="57315" y="284557"/>
                    <a:pt x="45667" y="303897"/>
                    <a:pt x="30843" y="303897"/>
                  </a:cubicBezTo>
                  <a:cubicBezTo>
                    <a:pt x="26608" y="303897"/>
                    <a:pt x="23784" y="301436"/>
                    <a:pt x="23784" y="298271"/>
                  </a:cubicBezTo>
                  <a:cubicBezTo>
                    <a:pt x="23784" y="297216"/>
                    <a:pt x="24137" y="296161"/>
                    <a:pt x="25196" y="294403"/>
                  </a:cubicBezTo>
                  <a:cubicBezTo>
                    <a:pt x="26608" y="292293"/>
                    <a:pt x="26961" y="290887"/>
                    <a:pt x="26961" y="288777"/>
                  </a:cubicBezTo>
                  <a:cubicBezTo>
                    <a:pt x="26961" y="281393"/>
                    <a:pt x="20608" y="275415"/>
                    <a:pt x="13196" y="275415"/>
                  </a:cubicBezTo>
                  <a:cubicBezTo>
                    <a:pt x="5784" y="275415"/>
                    <a:pt x="137" y="281744"/>
                    <a:pt x="137" y="289832"/>
                  </a:cubicBezTo>
                  <a:cubicBezTo>
                    <a:pt x="137" y="301787"/>
                    <a:pt x="12490" y="311281"/>
                    <a:pt x="28020" y="311281"/>
                  </a:cubicBezTo>
                  <a:cubicBezTo>
                    <a:pt x="59432" y="311281"/>
                    <a:pt x="84139" y="276470"/>
                    <a:pt x="98609" y="211770"/>
                  </a:cubicBezTo>
                  <a:lnTo>
                    <a:pt x="124022" y="99248"/>
                  </a:lnTo>
                  <a:lnTo>
                    <a:pt x="162493" y="99248"/>
                  </a:lnTo>
                  <a:lnTo>
                    <a:pt x="164611" y="87996"/>
                  </a:lnTo>
                  <a:lnTo>
                    <a:pt x="126492" y="87996"/>
                  </a:lnTo>
                  <a:cubicBezTo>
                    <a:pt x="136728" y="32790"/>
                    <a:pt x="149787" y="7824"/>
                    <a:pt x="169552" y="7824"/>
                  </a:cubicBezTo>
                  <a:cubicBezTo>
                    <a:pt x="174140" y="7824"/>
                    <a:pt x="177317" y="9582"/>
                    <a:pt x="177317" y="12043"/>
                  </a:cubicBezTo>
                  <a:cubicBezTo>
                    <a:pt x="177317" y="13098"/>
                    <a:pt x="176964" y="13802"/>
                    <a:pt x="175905" y="15560"/>
                  </a:cubicBezTo>
                  <a:cubicBezTo>
                    <a:pt x="174493" y="18724"/>
                    <a:pt x="173787" y="20483"/>
                    <a:pt x="173787" y="22944"/>
                  </a:cubicBezTo>
                  <a:cubicBezTo>
                    <a:pt x="173787" y="31383"/>
                    <a:pt x="179082" y="37009"/>
                    <a:pt x="186846" y="37009"/>
                  </a:cubicBezTo>
                  <a:cubicBezTo>
                    <a:pt x="194964" y="37009"/>
                    <a:pt x="201670" y="30680"/>
                    <a:pt x="201670" y="22944"/>
                  </a:cubicBezTo>
                  <a:cubicBezTo>
                    <a:pt x="201670" y="9934"/>
                    <a:pt x="188611" y="88"/>
                    <a:pt x="171317" y="88"/>
                  </a:cubicBezTo>
                  <a:cubicBezTo>
                    <a:pt x="154022" y="88"/>
                    <a:pt x="140257" y="7824"/>
                    <a:pt x="127551" y="24350"/>
                  </a:cubicBezTo>
                  <a:cubicBezTo>
                    <a:pt x="116963" y="38064"/>
                    <a:pt x="109904" y="54239"/>
                    <a:pt x="99315" y="87996"/>
                  </a:cubicBezTo>
                  <a:lnTo>
                    <a:pt x="66844" y="87996"/>
                  </a:lnTo>
                  <a:lnTo>
                    <a:pt x="64374" y="9924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6" name="Freeform: Shape 1815">
              <a:extLst>
                <a:ext uri="{FF2B5EF4-FFF2-40B4-BE49-F238E27FC236}">
                  <a16:creationId xmlns:a16="http://schemas.microsoft.com/office/drawing/2014/main" id="{8C648CE7-153D-EBBE-B9AA-F6E704C1C18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45906" y="3918559"/>
              <a:ext cx="81883" cy="351630"/>
            </a:xfrm>
            <a:custGeom>
              <a:avLst/>
              <a:gdLst>
                <a:gd name="connsiteX0" fmla="*/ 82026 w 81883"/>
                <a:gd name="connsiteY0" fmla="*/ 348202 h 351630"/>
                <a:gd name="connsiteX1" fmla="*/ 76026 w 81883"/>
                <a:gd name="connsiteY1" fmla="*/ 340466 h 351630"/>
                <a:gd name="connsiteX2" fmla="*/ 20613 w 81883"/>
                <a:gd name="connsiteY2" fmla="*/ 175903 h 351630"/>
                <a:gd name="connsiteX3" fmla="*/ 77437 w 81883"/>
                <a:gd name="connsiteY3" fmla="*/ 9581 h 351630"/>
                <a:gd name="connsiteX4" fmla="*/ 82026 w 81883"/>
                <a:gd name="connsiteY4" fmla="*/ 3604 h 351630"/>
                <a:gd name="connsiteX5" fmla="*/ 78496 w 81883"/>
                <a:gd name="connsiteY5" fmla="*/ 87 h 351630"/>
                <a:gd name="connsiteX6" fmla="*/ 22377 w 81883"/>
                <a:gd name="connsiteY6" fmla="*/ 68655 h 351630"/>
                <a:gd name="connsiteX7" fmla="*/ 142 w 81883"/>
                <a:gd name="connsiteY7" fmla="*/ 175903 h 351630"/>
                <a:gd name="connsiteX8" fmla="*/ 23436 w 81883"/>
                <a:gd name="connsiteY8" fmla="*/ 285612 h 351630"/>
                <a:gd name="connsiteX9" fmla="*/ 78496 w 81883"/>
                <a:gd name="connsiteY9" fmla="*/ 351718 h 351630"/>
                <a:gd name="connsiteX10" fmla="*/ 82026 w 81883"/>
                <a:gd name="connsiteY10" fmla="*/ 34820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26" y="348202"/>
                  </a:moveTo>
                  <a:cubicBezTo>
                    <a:pt x="82026" y="347147"/>
                    <a:pt x="82026" y="346444"/>
                    <a:pt x="76026" y="340466"/>
                  </a:cubicBezTo>
                  <a:cubicBezTo>
                    <a:pt x="31907" y="296160"/>
                    <a:pt x="20613" y="229702"/>
                    <a:pt x="20613" y="175903"/>
                  </a:cubicBezTo>
                  <a:cubicBezTo>
                    <a:pt x="20613" y="114719"/>
                    <a:pt x="34025" y="53535"/>
                    <a:pt x="77437" y="9581"/>
                  </a:cubicBezTo>
                  <a:cubicBezTo>
                    <a:pt x="82026" y="5362"/>
                    <a:pt x="82026" y="4658"/>
                    <a:pt x="82026" y="3604"/>
                  </a:cubicBezTo>
                  <a:cubicBezTo>
                    <a:pt x="82026" y="1142"/>
                    <a:pt x="80614" y="87"/>
                    <a:pt x="78496" y="87"/>
                  </a:cubicBezTo>
                  <a:cubicBezTo>
                    <a:pt x="74967" y="87"/>
                    <a:pt x="43201" y="23998"/>
                    <a:pt x="22377" y="68655"/>
                  </a:cubicBezTo>
                  <a:cubicBezTo>
                    <a:pt x="4377" y="107335"/>
                    <a:pt x="142" y="146366"/>
                    <a:pt x="142" y="175903"/>
                  </a:cubicBezTo>
                  <a:cubicBezTo>
                    <a:pt x="142" y="203330"/>
                    <a:pt x="4024" y="245877"/>
                    <a:pt x="23436" y="285612"/>
                  </a:cubicBezTo>
                  <a:cubicBezTo>
                    <a:pt x="44613" y="328862"/>
                    <a:pt x="74967" y="351718"/>
                    <a:pt x="78496" y="351718"/>
                  </a:cubicBezTo>
                  <a:cubicBezTo>
                    <a:pt x="80614" y="351718"/>
                    <a:pt x="82026" y="350663"/>
                    <a:pt x="82026" y="34820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7" name="Freeform: Shape 1816">
              <a:extLst>
                <a:ext uri="{FF2B5EF4-FFF2-40B4-BE49-F238E27FC236}">
                  <a16:creationId xmlns:a16="http://schemas.microsoft.com/office/drawing/2014/main" id="{84AAB1A0-0124-3ED9-142D-0B47BFF88529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738888" y="4027213"/>
              <a:ext cx="167297" cy="158937"/>
            </a:xfrm>
            <a:custGeom>
              <a:avLst/>
              <a:gdLst>
                <a:gd name="connsiteX0" fmla="*/ 151560 w 167297"/>
                <a:gd name="connsiteY0" fmla="*/ 116126 h 158937"/>
                <a:gd name="connsiteX1" fmla="*/ 143795 w 167297"/>
                <a:gd name="connsiteY1" fmla="*/ 125620 h 158937"/>
                <a:gd name="connsiteX2" fmla="*/ 127559 w 167297"/>
                <a:gd name="connsiteY2" fmla="*/ 139685 h 158937"/>
                <a:gd name="connsiteX3" fmla="*/ 116618 w 167297"/>
                <a:gd name="connsiteY3" fmla="*/ 125269 h 158937"/>
                <a:gd name="connsiteX4" fmla="*/ 115206 w 167297"/>
                <a:gd name="connsiteY4" fmla="*/ 119291 h 158937"/>
                <a:gd name="connsiteX5" fmla="*/ 102500 w 167297"/>
                <a:gd name="connsiteY5" fmla="*/ 62327 h 158937"/>
                <a:gd name="connsiteX6" fmla="*/ 137089 w 167297"/>
                <a:gd name="connsiteY6" fmla="*/ 19779 h 158937"/>
                <a:gd name="connsiteX7" fmla="*/ 145560 w 167297"/>
                <a:gd name="connsiteY7" fmla="*/ 22592 h 158937"/>
                <a:gd name="connsiteX8" fmla="*/ 155089 w 167297"/>
                <a:gd name="connsiteY8" fmla="*/ 25757 h 158937"/>
                <a:gd name="connsiteX9" fmla="*/ 167442 w 167297"/>
                <a:gd name="connsiteY9" fmla="*/ 13098 h 158937"/>
                <a:gd name="connsiteX10" fmla="*/ 152972 w 167297"/>
                <a:gd name="connsiteY10" fmla="*/ 88 h 158937"/>
                <a:gd name="connsiteX11" fmla="*/ 99676 w 167297"/>
                <a:gd name="connsiteY11" fmla="*/ 50371 h 158937"/>
                <a:gd name="connsiteX12" fmla="*/ 95794 w 167297"/>
                <a:gd name="connsiteY12" fmla="*/ 31031 h 158937"/>
                <a:gd name="connsiteX13" fmla="*/ 77441 w 167297"/>
                <a:gd name="connsiteY13" fmla="*/ 88 h 158937"/>
                <a:gd name="connsiteX14" fmla="*/ 36146 w 167297"/>
                <a:gd name="connsiteY14" fmla="*/ 10285 h 158937"/>
                <a:gd name="connsiteX15" fmla="*/ 32263 w 167297"/>
                <a:gd name="connsiteY15" fmla="*/ 11692 h 158937"/>
                <a:gd name="connsiteX16" fmla="*/ 33675 w 167297"/>
                <a:gd name="connsiteY16" fmla="*/ 16966 h 158937"/>
                <a:gd name="connsiteX17" fmla="*/ 53440 w 167297"/>
                <a:gd name="connsiteY17" fmla="*/ 13098 h 158937"/>
                <a:gd name="connsiteX18" fmla="*/ 69323 w 167297"/>
                <a:gd name="connsiteY18" fmla="*/ 37361 h 158937"/>
                <a:gd name="connsiteX19" fmla="*/ 79558 w 167297"/>
                <a:gd name="connsiteY19" fmla="*/ 80611 h 158937"/>
                <a:gd name="connsiteX20" fmla="*/ 50617 w 167297"/>
                <a:gd name="connsiteY20" fmla="*/ 121752 h 158937"/>
                <a:gd name="connsiteX21" fmla="*/ 32616 w 167297"/>
                <a:gd name="connsiteY21" fmla="*/ 138631 h 158937"/>
                <a:gd name="connsiteX22" fmla="*/ 23440 w 167297"/>
                <a:gd name="connsiteY22" fmla="*/ 135466 h 158937"/>
                <a:gd name="connsiteX23" fmla="*/ 12145 w 167297"/>
                <a:gd name="connsiteY23" fmla="*/ 131950 h 158937"/>
                <a:gd name="connsiteX24" fmla="*/ 145 w 167297"/>
                <a:gd name="connsiteY24" fmla="*/ 144257 h 158937"/>
                <a:gd name="connsiteX25" fmla="*/ 17792 w 167297"/>
                <a:gd name="connsiteY25" fmla="*/ 159025 h 158937"/>
                <a:gd name="connsiteX26" fmla="*/ 50617 w 167297"/>
                <a:gd name="connsiteY26" fmla="*/ 134411 h 158937"/>
                <a:gd name="connsiteX27" fmla="*/ 82382 w 167297"/>
                <a:gd name="connsiteY27" fmla="*/ 93270 h 158937"/>
                <a:gd name="connsiteX28" fmla="*/ 92970 w 167297"/>
                <a:gd name="connsiteY28" fmla="*/ 135466 h 158937"/>
                <a:gd name="connsiteX29" fmla="*/ 113441 w 167297"/>
                <a:gd name="connsiteY29" fmla="*/ 159025 h 158937"/>
                <a:gd name="connsiteX30" fmla="*/ 156501 w 167297"/>
                <a:gd name="connsiteY30" fmla="*/ 118939 h 158937"/>
                <a:gd name="connsiteX31" fmla="*/ 151560 w 167297"/>
                <a:gd name="connsiteY31" fmla="*/ 11612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60" y="116126"/>
                  </a:moveTo>
                  <a:cubicBezTo>
                    <a:pt x="148736" y="119291"/>
                    <a:pt x="146971" y="121401"/>
                    <a:pt x="143795" y="125620"/>
                  </a:cubicBezTo>
                  <a:cubicBezTo>
                    <a:pt x="135677" y="136169"/>
                    <a:pt x="131442" y="139685"/>
                    <a:pt x="127559" y="139685"/>
                  </a:cubicBezTo>
                  <a:cubicBezTo>
                    <a:pt x="122265" y="139685"/>
                    <a:pt x="119089" y="135114"/>
                    <a:pt x="116618" y="125269"/>
                  </a:cubicBezTo>
                  <a:cubicBezTo>
                    <a:pt x="115912" y="122456"/>
                    <a:pt x="115559" y="120346"/>
                    <a:pt x="115206" y="119291"/>
                  </a:cubicBezTo>
                  <a:cubicBezTo>
                    <a:pt x="106382" y="83776"/>
                    <a:pt x="102500" y="67601"/>
                    <a:pt x="102500" y="62327"/>
                  </a:cubicBezTo>
                  <a:cubicBezTo>
                    <a:pt x="118030" y="35251"/>
                    <a:pt x="130736" y="19779"/>
                    <a:pt x="137089" y="19779"/>
                  </a:cubicBezTo>
                  <a:cubicBezTo>
                    <a:pt x="139207" y="19779"/>
                    <a:pt x="142030" y="20834"/>
                    <a:pt x="145560" y="22592"/>
                  </a:cubicBezTo>
                  <a:cubicBezTo>
                    <a:pt x="149795" y="25054"/>
                    <a:pt x="152266" y="25757"/>
                    <a:pt x="155089" y="25757"/>
                  </a:cubicBezTo>
                  <a:cubicBezTo>
                    <a:pt x="162501" y="25757"/>
                    <a:pt x="167442" y="20483"/>
                    <a:pt x="167442" y="13098"/>
                  </a:cubicBezTo>
                  <a:cubicBezTo>
                    <a:pt x="167442" y="5714"/>
                    <a:pt x="161442" y="88"/>
                    <a:pt x="152972" y="88"/>
                  </a:cubicBezTo>
                  <a:cubicBezTo>
                    <a:pt x="137442" y="88"/>
                    <a:pt x="124030" y="12747"/>
                    <a:pt x="99676" y="50371"/>
                  </a:cubicBezTo>
                  <a:lnTo>
                    <a:pt x="95794" y="31031"/>
                  </a:lnTo>
                  <a:cubicBezTo>
                    <a:pt x="90853" y="7121"/>
                    <a:pt x="86970" y="88"/>
                    <a:pt x="77441" y="88"/>
                  </a:cubicBezTo>
                  <a:cubicBezTo>
                    <a:pt x="69676" y="88"/>
                    <a:pt x="57676" y="3253"/>
                    <a:pt x="36146" y="10285"/>
                  </a:cubicBezTo>
                  <a:lnTo>
                    <a:pt x="32263" y="11692"/>
                  </a:lnTo>
                  <a:lnTo>
                    <a:pt x="33675" y="16966"/>
                  </a:lnTo>
                  <a:cubicBezTo>
                    <a:pt x="47087" y="13802"/>
                    <a:pt x="50264" y="13098"/>
                    <a:pt x="53440" y="13098"/>
                  </a:cubicBezTo>
                  <a:cubicBezTo>
                    <a:pt x="62264" y="13098"/>
                    <a:pt x="64382" y="16263"/>
                    <a:pt x="69323" y="37361"/>
                  </a:cubicBezTo>
                  <a:lnTo>
                    <a:pt x="79558" y="80611"/>
                  </a:lnTo>
                  <a:lnTo>
                    <a:pt x="50617" y="121752"/>
                  </a:lnTo>
                  <a:cubicBezTo>
                    <a:pt x="43558" y="132301"/>
                    <a:pt x="36499" y="138631"/>
                    <a:pt x="32616" y="138631"/>
                  </a:cubicBezTo>
                  <a:cubicBezTo>
                    <a:pt x="30499" y="138631"/>
                    <a:pt x="26969" y="137576"/>
                    <a:pt x="23440" y="135466"/>
                  </a:cubicBezTo>
                  <a:cubicBezTo>
                    <a:pt x="18851" y="133004"/>
                    <a:pt x="14969" y="131950"/>
                    <a:pt x="12145" y="131950"/>
                  </a:cubicBezTo>
                  <a:cubicBezTo>
                    <a:pt x="5439" y="131950"/>
                    <a:pt x="145" y="137224"/>
                    <a:pt x="145" y="144257"/>
                  </a:cubicBezTo>
                  <a:cubicBezTo>
                    <a:pt x="145" y="153399"/>
                    <a:pt x="7204" y="159025"/>
                    <a:pt x="17792" y="159025"/>
                  </a:cubicBezTo>
                  <a:cubicBezTo>
                    <a:pt x="28734" y="159025"/>
                    <a:pt x="32969" y="155860"/>
                    <a:pt x="50617" y="134411"/>
                  </a:cubicBezTo>
                  <a:cubicBezTo>
                    <a:pt x="60146" y="123159"/>
                    <a:pt x="67558" y="113665"/>
                    <a:pt x="82382" y="93270"/>
                  </a:cubicBezTo>
                  <a:lnTo>
                    <a:pt x="92970" y="135466"/>
                  </a:lnTo>
                  <a:cubicBezTo>
                    <a:pt x="97559" y="153399"/>
                    <a:pt x="102147" y="159025"/>
                    <a:pt x="113441" y="159025"/>
                  </a:cubicBezTo>
                  <a:cubicBezTo>
                    <a:pt x="126853" y="159025"/>
                    <a:pt x="136030" y="150586"/>
                    <a:pt x="156501" y="118939"/>
                  </a:cubicBezTo>
                  <a:lnTo>
                    <a:pt x="151560" y="11612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8" name="Freeform: Shape 1817">
              <a:extLst>
                <a:ext uri="{FF2B5EF4-FFF2-40B4-BE49-F238E27FC236}">
                  <a16:creationId xmlns:a16="http://schemas.microsoft.com/office/drawing/2014/main" id="{479A5274-CD5B-B017-4701-09FCE0AB485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926889" y="3918559"/>
              <a:ext cx="81883" cy="351630"/>
            </a:xfrm>
            <a:custGeom>
              <a:avLst/>
              <a:gdLst>
                <a:gd name="connsiteX0" fmla="*/ 82034 w 81883"/>
                <a:gd name="connsiteY0" fmla="*/ 175903 h 351630"/>
                <a:gd name="connsiteX1" fmla="*/ 58739 w 81883"/>
                <a:gd name="connsiteY1" fmla="*/ 66194 h 351630"/>
                <a:gd name="connsiteX2" fmla="*/ 3679 w 81883"/>
                <a:gd name="connsiteY2" fmla="*/ 87 h 351630"/>
                <a:gd name="connsiteX3" fmla="*/ 150 w 81883"/>
                <a:gd name="connsiteY3" fmla="*/ 3604 h 351630"/>
                <a:gd name="connsiteX4" fmla="*/ 6856 w 81883"/>
                <a:gd name="connsiteY4" fmla="*/ 11691 h 351630"/>
                <a:gd name="connsiteX5" fmla="*/ 61563 w 81883"/>
                <a:gd name="connsiteY5" fmla="*/ 175903 h 351630"/>
                <a:gd name="connsiteX6" fmla="*/ 4738 w 81883"/>
                <a:gd name="connsiteY6" fmla="*/ 342224 h 351630"/>
                <a:gd name="connsiteX7" fmla="*/ 150 w 81883"/>
                <a:gd name="connsiteY7" fmla="*/ 348202 h 351630"/>
                <a:gd name="connsiteX8" fmla="*/ 3679 w 81883"/>
                <a:gd name="connsiteY8" fmla="*/ 351718 h 351630"/>
                <a:gd name="connsiteX9" fmla="*/ 59798 w 81883"/>
                <a:gd name="connsiteY9" fmla="*/ 283150 h 351630"/>
                <a:gd name="connsiteX10" fmla="*/ 82034 w 81883"/>
                <a:gd name="connsiteY10" fmla="*/ 17590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34" y="175903"/>
                  </a:moveTo>
                  <a:cubicBezTo>
                    <a:pt x="82034" y="148475"/>
                    <a:pt x="78151" y="105928"/>
                    <a:pt x="58739" y="66194"/>
                  </a:cubicBezTo>
                  <a:cubicBezTo>
                    <a:pt x="37562" y="22943"/>
                    <a:pt x="7209" y="87"/>
                    <a:pt x="3679" y="87"/>
                  </a:cubicBezTo>
                  <a:cubicBezTo>
                    <a:pt x="1562" y="87"/>
                    <a:pt x="150" y="1494"/>
                    <a:pt x="150" y="3604"/>
                  </a:cubicBezTo>
                  <a:cubicBezTo>
                    <a:pt x="150" y="4658"/>
                    <a:pt x="150" y="5362"/>
                    <a:pt x="6856" y="11691"/>
                  </a:cubicBezTo>
                  <a:cubicBezTo>
                    <a:pt x="41445" y="46503"/>
                    <a:pt x="61563" y="102412"/>
                    <a:pt x="61563" y="175903"/>
                  </a:cubicBezTo>
                  <a:cubicBezTo>
                    <a:pt x="61563" y="236032"/>
                    <a:pt x="48504" y="297919"/>
                    <a:pt x="4738" y="342224"/>
                  </a:cubicBezTo>
                  <a:cubicBezTo>
                    <a:pt x="150" y="346444"/>
                    <a:pt x="150" y="347147"/>
                    <a:pt x="150" y="348202"/>
                  </a:cubicBezTo>
                  <a:cubicBezTo>
                    <a:pt x="150" y="350312"/>
                    <a:pt x="1562" y="351718"/>
                    <a:pt x="3679" y="351718"/>
                  </a:cubicBezTo>
                  <a:cubicBezTo>
                    <a:pt x="7209" y="351718"/>
                    <a:pt x="38974" y="327807"/>
                    <a:pt x="59798" y="283150"/>
                  </a:cubicBezTo>
                  <a:cubicBezTo>
                    <a:pt x="77798" y="244471"/>
                    <a:pt x="82034" y="205440"/>
                    <a:pt x="82034" y="17590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9" name="Freeform: Shape 1818">
              <a:extLst>
                <a:ext uri="{FF2B5EF4-FFF2-40B4-BE49-F238E27FC236}">
                  <a16:creationId xmlns:a16="http://schemas.microsoft.com/office/drawing/2014/main" id="{5798381D-FFDE-E05E-AEC3-25957F47D8B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142713" y="4053233"/>
              <a:ext cx="234710" cy="82281"/>
            </a:xfrm>
            <a:custGeom>
              <a:avLst/>
              <a:gdLst>
                <a:gd name="connsiteX0" fmla="*/ 222867 w 234710"/>
                <a:gd name="connsiteY0" fmla="*/ 14153 h 82281"/>
                <a:gd name="connsiteX1" fmla="*/ 234867 w 234710"/>
                <a:gd name="connsiteY1" fmla="*/ 7120 h 82281"/>
                <a:gd name="connsiteX2" fmla="*/ 223220 w 234710"/>
                <a:gd name="connsiteY2" fmla="*/ 87 h 82281"/>
                <a:gd name="connsiteX3" fmla="*/ 11804 w 234710"/>
                <a:gd name="connsiteY3" fmla="*/ 87 h 82281"/>
                <a:gd name="connsiteX4" fmla="*/ 157 w 234710"/>
                <a:gd name="connsiteY4" fmla="*/ 7120 h 82281"/>
                <a:gd name="connsiteX5" fmla="*/ 12157 w 234710"/>
                <a:gd name="connsiteY5" fmla="*/ 14153 h 82281"/>
                <a:gd name="connsiteX6" fmla="*/ 222867 w 234710"/>
                <a:gd name="connsiteY6" fmla="*/ 14153 h 82281"/>
                <a:gd name="connsiteX7" fmla="*/ 223220 w 234710"/>
                <a:gd name="connsiteY7" fmla="*/ 82369 h 82281"/>
                <a:gd name="connsiteX8" fmla="*/ 234867 w 234710"/>
                <a:gd name="connsiteY8" fmla="*/ 75336 h 82281"/>
                <a:gd name="connsiteX9" fmla="*/ 222867 w 234710"/>
                <a:gd name="connsiteY9" fmla="*/ 68304 h 82281"/>
                <a:gd name="connsiteX10" fmla="*/ 12157 w 234710"/>
                <a:gd name="connsiteY10" fmla="*/ 68304 h 82281"/>
                <a:gd name="connsiteX11" fmla="*/ 157 w 234710"/>
                <a:gd name="connsiteY11" fmla="*/ 75336 h 82281"/>
                <a:gd name="connsiteX12" fmla="*/ 11804 w 234710"/>
                <a:gd name="connsiteY12" fmla="*/ 82369 h 82281"/>
                <a:gd name="connsiteX13" fmla="*/ 223220 w 234710"/>
                <a:gd name="connsiteY13" fmla="*/ 82369 h 8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2281">
                  <a:moveTo>
                    <a:pt x="222867" y="14153"/>
                  </a:moveTo>
                  <a:cubicBezTo>
                    <a:pt x="228161" y="14153"/>
                    <a:pt x="234867" y="14153"/>
                    <a:pt x="234867" y="7120"/>
                  </a:cubicBezTo>
                  <a:cubicBezTo>
                    <a:pt x="234867" y="87"/>
                    <a:pt x="228161" y="87"/>
                    <a:pt x="223220" y="87"/>
                  </a:cubicBezTo>
                  <a:lnTo>
                    <a:pt x="11804" y="87"/>
                  </a:lnTo>
                  <a:cubicBezTo>
                    <a:pt x="6863" y="87"/>
                    <a:pt x="157" y="87"/>
                    <a:pt x="157" y="7120"/>
                  </a:cubicBezTo>
                  <a:cubicBezTo>
                    <a:pt x="157" y="14153"/>
                    <a:pt x="6863" y="14153"/>
                    <a:pt x="12157" y="14153"/>
                  </a:cubicBezTo>
                  <a:lnTo>
                    <a:pt x="222867" y="14153"/>
                  </a:lnTo>
                  <a:close/>
                  <a:moveTo>
                    <a:pt x="223220" y="82369"/>
                  </a:moveTo>
                  <a:cubicBezTo>
                    <a:pt x="228161" y="82369"/>
                    <a:pt x="234867" y="82369"/>
                    <a:pt x="234867" y="75336"/>
                  </a:cubicBezTo>
                  <a:cubicBezTo>
                    <a:pt x="234867" y="68304"/>
                    <a:pt x="228161" y="68304"/>
                    <a:pt x="222867" y="68304"/>
                  </a:cubicBezTo>
                  <a:lnTo>
                    <a:pt x="12157" y="68304"/>
                  </a:lnTo>
                  <a:cubicBezTo>
                    <a:pt x="6863" y="68304"/>
                    <a:pt x="157" y="68304"/>
                    <a:pt x="157" y="75336"/>
                  </a:cubicBezTo>
                  <a:cubicBezTo>
                    <a:pt x="157" y="82369"/>
                    <a:pt x="6863" y="82369"/>
                    <a:pt x="11804" y="82369"/>
                  </a:cubicBezTo>
                  <a:lnTo>
                    <a:pt x="223220" y="823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0" name="Freeform: Shape 1819">
              <a:extLst>
                <a:ext uri="{FF2B5EF4-FFF2-40B4-BE49-F238E27FC236}">
                  <a16:creationId xmlns:a16="http://schemas.microsoft.com/office/drawing/2014/main" id="{8DD74FBA-D038-76A2-096E-5A846BF0F43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849863" y="3679615"/>
              <a:ext cx="81883" cy="351630"/>
            </a:xfrm>
            <a:custGeom>
              <a:avLst/>
              <a:gdLst>
                <a:gd name="connsiteX0" fmla="*/ 82059 w 81883"/>
                <a:gd name="connsiteY0" fmla="*/ 348195 h 351630"/>
                <a:gd name="connsiteX1" fmla="*/ 76059 w 81883"/>
                <a:gd name="connsiteY1" fmla="*/ 340459 h 351630"/>
                <a:gd name="connsiteX2" fmla="*/ 20647 w 81883"/>
                <a:gd name="connsiteY2" fmla="*/ 175896 h 351630"/>
                <a:gd name="connsiteX3" fmla="*/ 77471 w 81883"/>
                <a:gd name="connsiteY3" fmla="*/ 9575 h 351630"/>
                <a:gd name="connsiteX4" fmla="*/ 82059 w 81883"/>
                <a:gd name="connsiteY4" fmla="*/ 3597 h 351630"/>
                <a:gd name="connsiteX5" fmla="*/ 78530 w 81883"/>
                <a:gd name="connsiteY5" fmla="*/ 81 h 351630"/>
                <a:gd name="connsiteX6" fmla="*/ 22411 w 81883"/>
                <a:gd name="connsiteY6" fmla="*/ 68649 h 351630"/>
                <a:gd name="connsiteX7" fmla="*/ 176 w 81883"/>
                <a:gd name="connsiteY7" fmla="*/ 175896 h 351630"/>
                <a:gd name="connsiteX8" fmla="*/ 23470 w 81883"/>
                <a:gd name="connsiteY8" fmla="*/ 285605 h 351630"/>
                <a:gd name="connsiteX9" fmla="*/ 78530 w 81883"/>
                <a:gd name="connsiteY9" fmla="*/ 351711 h 351630"/>
                <a:gd name="connsiteX10" fmla="*/ 82059 w 81883"/>
                <a:gd name="connsiteY10" fmla="*/ 34819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9" y="348195"/>
                  </a:moveTo>
                  <a:cubicBezTo>
                    <a:pt x="82059" y="347140"/>
                    <a:pt x="82059" y="346437"/>
                    <a:pt x="76059" y="340459"/>
                  </a:cubicBezTo>
                  <a:cubicBezTo>
                    <a:pt x="31941" y="296154"/>
                    <a:pt x="20647" y="229695"/>
                    <a:pt x="20647" y="175896"/>
                  </a:cubicBezTo>
                  <a:cubicBezTo>
                    <a:pt x="20647" y="114712"/>
                    <a:pt x="34059" y="53528"/>
                    <a:pt x="77471" y="9575"/>
                  </a:cubicBezTo>
                  <a:cubicBezTo>
                    <a:pt x="82059" y="5355"/>
                    <a:pt x="82059" y="4652"/>
                    <a:pt x="82059" y="3597"/>
                  </a:cubicBezTo>
                  <a:cubicBezTo>
                    <a:pt x="82059" y="1135"/>
                    <a:pt x="80648" y="81"/>
                    <a:pt x="78530" y="81"/>
                  </a:cubicBezTo>
                  <a:cubicBezTo>
                    <a:pt x="75001" y="81"/>
                    <a:pt x="43235" y="23991"/>
                    <a:pt x="22411" y="68649"/>
                  </a:cubicBezTo>
                  <a:cubicBezTo>
                    <a:pt x="4411" y="107328"/>
                    <a:pt x="176" y="146359"/>
                    <a:pt x="176" y="175896"/>
                  </a:cubicBezTo>
                  <a:cubicBezTo>
                    <a:pt x="176" y="203323"/>
                    <a:pt x="4058" y="245870"/>
                    <a:pt x="23470" y="285605"/>
                  </a:cubicBezTo>
                  <a:cubicBezTo>
                    <a:pt x="44647" y="328855"/>
                    <a:pt x="75001" y="351711"/>
                    <a:pt x="78530" y="351711"/>
                  </a:cubicBezTo>
                  <a:cubicBezTo>
                    <a:pt x="80648" y="351711"/>
                    <a:pt x="82059" y="350657"/>
                    <a:pt x="82059" y="34819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1" name="Freeform: Shape 1820">
              <a:extLst>
                <a:ext uri="{FF2B5EF4-FFF2-40B4-BE49-F238E27FC236}">
                  <a16:creationId xmlns:a16="http://schemas.microsoft.com/office/drawing/2014/main" id="{FDC67FFC-B9D3-5277-1CA2-24DEE4F32F00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942845" y="3788269"/>
              <a:ext cx="167297" cy="158937"/>
            </a:xfrm>
            <a:custGeom>
              <a:avLst/>
              <a:gdLst>
                <a:gd name="connsiteX0" fmla="*/ 151594 w 167297"/>
                <a:gd name="connsiteY0" fmla="*/ 116119 h 158937"/>
                <a:gd name="connsiteX1" fmla="*/ 143829 w 167297"/>
                <a:gd name="connsiteY1" fmla="*/ 125613 h 158937"/>
                <a:gd name="connsiteX2" fmla="*/ 127593 w 167297"/>
                <a:gd name="connsiteY2" fmla="*/ 139679 h 158937"/>
                <a:gd name="connsiteX3" fmla="*/ 116652 w 167297"/>
                <a:gd name="connsiteY3" fmla="*/ 125262 h 158937"/>
                <a:gd name="connsiteX4" fmla="*/ 115240 w 167297"/>
                <a:gd name="connsiteY4" fmla="*/ 119284 h 158937"/>
                <a:gd name="connsiteX5" fmla="*/ 102534 w 167297"/>
                <a:gd name="connsiteY5" fmla="*/ 62320 h 158937"/>
                <a:gd name="connsiteX6" fmla="*/ 137123 w 167297"/>
                <a:gd name="connsiteY6" fmla="*/ 19773 h 158937"/>
                <a:gd name="connsiteX7" fmla="*/ 145594 w 167297"/>
                <a:gd name="connsiteY7" fmla="*/ 22586 h 158937"/>
                <a:gd name="connsiteX8" fmla="*/ 155123 w 167297"/>
                <a:gd name="connsiteY8" fmla="*/ 25750 h 158937"/>
                <a:gd name="connsiteX9" fmla="*/ 167476 w 167297"/>
                <a:gd name="connsiteY9" fmla="*/ 13092 h 158937"/>
                <a:gd name="connsiteX10" fmla="*/ 153005 w 167297"/>
                <a:gd name="connsiteY10" fmla="*/ 81 h 158937"/>
                <a:gd name="connsiteX11" fmla="*/ 99710 w 167297"/>
                <a:gd name="connsiteY11" fmla="*/ 50364 h 158937"/>
                <a:gd name="connsiteX12" fmla="*/ 95828 w 167297"/>
                <a:gd name="connsiteY12" fmla="*/ 31025 h 158937"/>
                <a:gd name="connsiteX13" fmla="*/ 77475 w 167297"/>
                <a:gd name="connsiteY13" fmla="*/ 81 h 158937"/>
                <a:gd name="connsiteX14" fmla="*/ 36180 w 167297"/>
                <a:gd name="connsiteY14" fmla="*/ 10278 h 158937"/>
                <a:gd name="connsiteX15" fmla="*/ 32297 w 167297"/>
                <a:gd name="connsiteY15" fmla="*/ 11685 h 158937"/>
                <a:gd name="connsiteX16" fmla="*/ 33709 w 167297"/>
                <a:gd name="connsiteY16" fmla="*/ 16959 h 158937"/>
                <a:gd name="connsiteX17" fmla="*/ 53474 w 167297"/>
                <a:gd name="connsiteY17" fmla="*/ 13092 h 158937"/>
                <a:gd name="connsiteX18" fmla="*/ 69357 w 167297"/>
                <a:gd name="connsiteY18" fmla="*/ 37354 h 158937"/>
                <a:gd name="connsiteX19" fmla="*/ 79592 w 167297"/>
                <a:gd name="connsiteY19" fmla="*/ 80605 h 158937"/>
                <a:gd name="connsiteX20" fmla="*/ 50650 w 167297"/>
                <a:gd name="connsiteY20" fmla="*/ 121746 h 158937"/>
                <a:gd name="connsiteX21" fmla="*/ 32650 w 167297"/>
                <a:gd name="connsiteY21" fmla="*/ 138624 h 158937"/>
                <a:gd name="connsiteX22" fmla="*/ 23473 w 167297"/>
                <a:gd name="connsiteY22" fmla="*/ 135459 h 158937"/>
                <a:gd name="connsiteX23" fmla="*/ 12179 w 167297"/>
                <a:gd name="connsiteY23" fmla="*/ 131943 h 158937"/>
                <a:gd name="connsiteX24" fmla="*/ 179 w 167297"/>
                <a:gd name="connsiteY24" fmla="*/ 144250 h 158937"/>
                <a:gd name="connsiteX25" fmla="*/ 17826 w 167297"/>
                <a:gd name="connsiteY25" fmla="*/ 159018 h 158937"/>
                <a:gd name="connsiteX26" fmla="*/ 50650 w 167297"/>
                <a:gd name="connsiteY26" fmla="*/ 134404 h 158937"/>
                <a:gd name="connsiteX27" fmla="*/ 82416 w 167297"/>
                <a:gd name="connsiteY27" fmla="*/ 93263 h 158937"/>
                <a:gd name="connsiteX28" fmla="*/ 93004 w 167297"/>
                <a:gd name="connsiteY28" fmla="*/ 135459 h 158937"/>
                <a:gd name="connsiteX29" fmla="*/ 113475 w 167297"/>
                <a:gd name="connsiteY29" fmla="*/ 159018 h 158937"/>
                <a:gd name="connsiteX30" fmla="*/ 156535 w 167297"/>
                <a:gd name="connsiteY30" fmla="*/ 118932 h 158937"/>
                <a:gd name="connsiteX31" fmla="*/ 151594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94" y="116119"/>
                  </a:moveTo>
                  <a:cubicBezTo>
                    <a:pt x="148770" y="119284"/>
                    <a:pt x="147005" y="121394"/>
                    <a:pt x="143829" y="125613"/>
                  </a:cubicBezTo>
                  <a:cubicBezTo>
                    <a:pt x="135711" y="136162"/>
                    <a:pt x="131476" y="139679"/>
                    <a:pt x="127593" y="139679"/>
                  </a:cubicBezTo>
                  <a:cubicBezTo>
                    <a:pt x="122299" y="139679"/>
                    <a:pt x="119122" y="135107"/>
                    <a:pt x="116652" y="125262"/>
                  </a:cubicBezTo>
                  <a:cubicBezTo>
                    <a:pt x="115946" y="122449"/>
                    <a:pt x="115593" y="120339"/>
                    <a:pt x="115240" y="119284"/>
                  </a:cubicBezTo>
                  <a:cubicBezTo>
                    <a:pt x="106416" y="83769"/>
                    <a:pt x="102534" y="67594"/>
                    <a:pt x="102534" y="62320"/>
                  </a:cubicBezTo>
                  <a:cubicBezTo>
                    <a:pt x="118064" y="35244"/>
                    <a:pt x="130770" y="19773"/>
                    <a:pt x="137123" y="19773"/>
                  </a:cubicBezTo>
                  <a:cubicBezTo>
                    <a:pt x="139240" y="19773"/>
                    <a:pt x="142064" y="20827"/>
                    <a:pt x="145594" y="22586"/>
                  </a:cubicBezTo>
                  <a:cubicBezTo>
                    <a:pt x="149829" y="25047"/>
                    <a:pt x="152300" y="25750"/>
                    <a:pt x="155123" y="25750"/>
                  </a:cubicBezTo>
                  <a:cubicBezTo>
                    <a:pt x="162535" y="25750"/>
                    <a:pt x="167476" y="20476"/>
                    <a:pt x="167476" y="13092"/>
                  </a:cubicBezTo>
                  <a:cubicBezTo>
                    <a:pt x="167476" y="5707"/>
                    <a:pt x="161476" y="81"/>
                    <a:pt x="153005" y="81"/>
                  </a:cubicBezTo>
                  <a:cubicBezTo>
                    <a:pt x="137476" y="81"/>
                    <a:pt x="124064" y="12740"/>
                    <a:pt x="99710" y="50364"/>
                  </a:cubicBezTo>
                  <a:lnTo>
                    <a:pt x="95828" y="31025"/>
                  </a:lnTo>
                  <a:cubicBezTo>
                    <a:pt x="90887" y="7114"/>
                    <a:pt x="87004" y="81"/>
                    <a:pt x="77475" y="81"/>
                  </a:cubicBezTo>
                  <a:cubicBezTo>
                    <a:pt x="69710" y="81"/>
                    <a:pt x="57709" y="3246"/>
                    <a:pt x="36180" y="10278"/>
                  </a:cubicBezTo>
                  <a:lnTo>
                    <a:pt x="32297" y="11685"/>
                  </a:lnTo>
                  <a:lnTo>
                    <a:pt x="33709" y="16959"/>
                  </a:lnTo>
                  <a:cubicBezTo>
                    <a:pt x="47121" y="13795"/>
                    <a:pt x="50298" y="13092"/>
                    <a:pt x="53474" y="13092"/>
                  </a:cubicBezTo>
                  <a:cubicBezTo>
                    <a:pt x="62298" y="13092"/>
                    <a:pt x="64415" y="16256"/>
                    <a:pt x="69357" y="37354"/>
                  </a:cubicBezTo>
                  <a:lnTo>
                    <a:pt x="79592" y="80605"/>
                  </a:lnTo>
                  <a:lnTo>
                    <a:pt x="50650" y="121746"/>
                  </a:lnTo>
                  <a:cubicBezTo>
                    <a:pt x="43591" y="132294"/>
                    <a:pt x="36533" y="138624"/>
                    <a:pt x="32650" y="138624"/>
                  </a:cubicBezTo>
                  <a:cubicBezTo>
                    <a:pt x="30532" y="138624"/>
                    <a:pt x="27003" y="137569"/>
                    <a:pt x="23473" y="135459"/>
                  </a:cubicBezTo>
                  <a:cubicBezTo>
                    <a:pt x="18885" y="132998"/>
                    <a:pt x="15003" y="131943"/>
                    <a:pt x="12179" y="131943"/>
                  </a:cubicBezTo>
                  <a:cubicBezTo>
                    <a:pt x="5473" y="131943"/>
                    <a:pt x="179" y="137217"/>
                    <a:pt x="179" y="144250"/>
                  </a:cubicBezTo>
                  <a:cubicBezTo>
                    <a:pt x="179" y="153392"/>
                    <a:pt x="7238" y="159018"/>
                    <a:pt x="17826" y="159018"/>
                  </a:cubicBezTo>
                  <a:cubicBezTo>
                    <a:pt x="28768" y="159018"/>
                    <a:pt x="33003" y="155854"/>
                    <a:pt x="50650" y="134404"/>
                  </a:cubicBezTo>
                  <a:cubicBezTo>
                    <a:pt x="60180" y="123152"/>
                    <a:pt x="67592" y="113658"/>
                    <a:pt x="82416" y="93263"/>
                  </a:cubicBezTo>
                  <a:lnTo>
                    <a:pt x="93004" y="135459"/>
                  </a:lnTo>
                  <a:cubicBezTo>
                    <a:pt x="97593" y="153392"/>
                    <a:pt x="102181" y="159018"/>
                    <a:pt x="113475" y="159018"/>
                  </a:cubicBezTo>
                  <a:cubicBezTo>
                    <a:pt x="126887" y="159018"/>
                    <a:pt x="136064" y="150579"/>
                    <a:pt x="156535" y="118932"/>
                  </a:cubicBezTo>
                  <a:lnTo>
                    <a:pt x="151594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2" name="Freeform: Shape 1821">
              <a:extLst>
                <a:ext uri="{FF2B5EF4-FFF2-40B4-BE49-F238E27FC236}">
                  <a16:creationId xmlns:a16="http://schemas.microsoft.com/office/drawing/2014/main" id="{34AF506B-34E2-1BE8-4167-1BBF7F0BE4C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189226" y="3848398"/>
              <a:ext cx="215651" cy="14065"/>
            </a:xfrm>
            <a:custGeom>
              <a:avLst/>
              <a:gdLst>
                <a:gd name="connsiteX0" fmla="*/ 203483 w 215651"/>
                <a:gd name="connsiteY0" fmla="*/ 14146 h 14065"/>
                <a:gd name="connsiteX1" fmla="*/ 215836 w 215651"/>
                <a:gd name="connsiteY1" fmla="*/ 7114 h 14065"/>
                <a:gd name="connsiteX2" fmla="*/ 203483 w 215651"/>
                <a:gd name="connsiteY2" fmla="*/ 81 h 14065"/>
                <a:gd name="connsiteX3" fmla="*/ 12538 w 215651"/>
                <a:gd name="connsiteY3" fmla="*/ 81 h 14065"/>
                <a:gd name="connsiteX4" fmla="*/ 185 w 215651"/>
                <a:gd name="connsiteY4" fmla="*/ 7114 h 14065"/>
                <a:gd name="connsiteX5" fmla="*/ 12538 w 215651"/>
                <a:gd name="connsiteY5" fmla="*/ 14146 h 14065"/>
                <a:gd name="connsiteX6" fmla="*/ 203483 w 215651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83" y="14146"/>
                  </a:moveTo>
                  <a:cubicBezTo>
                    <a:pt x="209483" y="14146"/>
                    <a:pt x="215836" y="14146"/>
                    <a:pt x="215836" y="7114"/>
                  </a:cubicBezTo>
                  <a:cubicBezTo>
                    <a:pt x="215836" y="81"/>
                    <a:pt x="209483" y="81"/>
                    <a:pt x="203483" y="81"/>
                  </a:cubicBezTo>
                  <a:lnTo>
                    <a:pt x="12538" y="81"/>
                  </a:lnTo>
                  <a:cubicBezTo>
                    <a:pt x="6538" y="81"/>
                    <a:pt x="185" y="81"/>
                    <a:pt x="185" y="7114"/>
                  </a:cubicBezTo>
                  <a:cubicBezTo>
                    <a:pt x="185" y="14146"/>
                    <a:pt x="6538" y="14146"/>
                    <a:pt x="12538" y="14146"/>
                  </a:cubicBezTo>
                  <a:lnTo>
                    <a:pt x="203483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3" name="Freeform: Shape 1822">
              <a:extLst>
                <a:ext uri="{FF2B5EF4-FFF2-40B4-BE49-F238E27FC236}">
                  <a16:creationId xmlns:a16="http://schemas.microsoft.com/office/drawing/2014/main" id="{1B5A5054-75A8-B059-48F1-89E7D279DCB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474870" y="3788269"/>
              <a:ext cx="167297" cy="158937"/>
            </a:xfrm>
            <a:custGeom>
              <a:avLst/>
              <a:gdLst>
                <a:gd name="connsiteX0" fmla="*/ 151609 w 167297"/>
                <a:gd name="connsiteY0" fmla="*/ 116119 h 158937"/>
                <a:gd name="connsiteX1" fmla="*/ 143844 w 167297"/>
                <a:gd name="connsiteY1" fmla="*/ 125613 h 158937"/>
                <a:gd name="connsiteX2" fmla="*/ 127608 w 167297"/>
                <a:gd name="connsiteY2" fmla="*/ 139679 h 158937"/>
                <a:gd name="connsiteX3" fmla="*/ 116667 w 167297"/>
                <a:gd name="connsiteY3" fmla="*/ 125262 h 158937"/>
                <a:gd name="connsiteX4" fmla="*/ 115255 w 167297"/>
                <a:gd name="connsiteY4" fmla="*/ 119284 h 158937"/>
                <a:gd name="connsiteX5" fmla="*/ 102549 w 167297"/>
                <a:gd name="connsiteY5" fmla="*/ 62320 h 158937"/>
                <a:gd name="connsiteX6" fmla="*/ 137138 w 167297"/>
                <a:gd name="connsiteY6" fmla="*/ 19773 h 158937"/>
                <a:gd name="connsiteX7" fmla="*/ 145608 w 167297"/>
                <a:gd name="connsiteY7" fmla="*/ 22586 h 158937"/>
                <a:gd name="connsiteX8" fmla="*/ 155138 w 167297"/>
                <a:gd name="connsiteY8" fmla="*/ 25750 h 158937"/>
                <a:gd name="connsiteX9" fmla="*/ 167491 w 167297"/>
                <a:gd name="connsiteY9" fmla="*/ 13092 h 158937"/>
                <a:gd name="connsiteX10" fmla="*/ 153020 w 167297"/>
                <a:gd name="connsiteY10" fmla="*/ 81 h 158937"/>
                <a:gd name="connsiteX11" fmla="*/ 99725 w 167297"/>
                <a:gd name="connsiteY11" fmla="*/ 50364 h 158937"/>
                <a:gd name="connsiteX12" fmla="*/ 95843 w 167297"/>
                <a:gd name="connsiteY12" fmla="*/ 31025 h 158937"/>
                <a:gd name="connsiteX13" fmla="*/ 77489 w 167297"/>
                <a:gd name="connsiteY13" fmla="*/ 81 h 158937"/>
                <a:gd name="connsiteX14" fmla="*/ 36195 w 167297"/>
                <a:gd name="connsiteY14" fmla="*/ 10278 h 158937"/>
                <a:gd name="connsiteX15" fmla="*/ 32312 w 167297"/>
                <a:gd name="connsiteY15" fmla="*/ 11685 h 158937"/>
                <a:gd name="connsiteX16" fmla="*/ 33724 w 167297"/>
                <a:gd name="connsiteY16" fmla="*/ 16959 h 158937"/>
                <a:gd name="connsiteX17" fmla="*/ 53489 w 167297"/>
                <a:gd name="connsiteY17" fmla="*/ 13092 h 158937"/>
                <a:gd name="connsiteX18" fmla="*/ 69372 w 167297"/>
                <a:gd name="connsiteY18" fmla="*/ 37354 h 158937"/>
                <a:gd name="connsiteX19" fmla="*/ 79607 w 167297"/>
                <a:gd name="connsiteY19" fmla="*/ 80605 h 158937"/>
                <a:gd name="connsiteX20" fmla="*/ 50665 w 167297"/>
                <a:gd name="connsiteY20" fmla="*/ 121746 h 158937"/>
                <a:gd name="connsiteX21" fmla="*/ 32665 w 167297"/>
                <a:gd name="connsiteY21" fmla="*/ 138624 h 158937"/>
                <a:gd name="connsiteX22" fmla="*/ 23488 w 167297"/>
                <a:gd name="connsiteY22" fmla="*/ 135459 h 158937"/>
                <a:gd name="connsiteX23" fmla="*/ 12194 w 167297"/>
                <a:gd name="connsiteY23" fmla="*/ 131943 h 158937"/>
                <a:gd name="connsiteX24" fmla="*/ 194 w 167297"/>
                <a:gd name="connsiteY24" fmla="*/ 144250 h 158937"/>
                <a:gd name="connsiteX25" fmla="*/ 17841 w 167297"/>
                <a:gd name="connsiteY25" fmla="*/ 159018 h 158937"/>
                <a:gd name="connsiteX26" fmla="*/ 50665 w 167297"/>
                <a:gd name="connsiteY26" fmla="*/ 134404 h 158937"/>
                <a:gd name="connsiteX27" fmla="*/ 82431 w 167297"/>
                <a:gd name="connsiteY27" fmla="*/ 93263 h 158937"/>
                <a:gd name="connsiteX28" fmla="*/ 93019 w 167297"/>
                <a:gd name="connsiteY28" fmla="*/ 135459 h 158937"/>
                <a:gd name="connsiteX29" fmla="*/ 113490 w 167297"/>
                <a:gd name="connsiteY29" fmla="*/ 159018 h 158937"/>
                <a:gd name="connsiteX30" fmla="*/ 156550 w 167297"/>
                <a:gd name="connsiteY30" fmla="*/ 118932 h 158937"/>
                <a:gd name="connsiteX31" fmla="*/ 151609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9" y="116119"/>
                  </a:moveTo>
                  <a:cubicBezTo>
                    <a:pt x="148785" y="119284"/>
                    <a:pt x="147020" y="121394"/>
                    <a:pt x="143844" y="125613"/>
                  </a:cubicBezTo>
                  <a:cubicBezTo>
                    <a:pt x="135726" y="136162"/>
                    <a:pt x="131491" y="139679"/>
                    <a:pt x="127608" y="139679"/>
                  </a:cubicBezTo>
                  <a:cubicBezTo>
                    <a:pt x="122314" y="139679"/>
                    <a:pt x="119137" y="135107"/>
                    <a:pt x="116667" y="125262"/>
                  </a:cubicBezTo>
                  <a:cubicBezTo>
                    <a:pt x="115961" y="122449"/>
                    <a:pt x="115608" y="120339"/>
                    <a:pt x="115255" y="119284"/>
                  </a:cubicBezTo>
                  <a:cubicBezTo>
                    <a:pt x="106431" y="83769"/>
                    <a:pt x="102549" y="67594"/>
                    <a:pt x="102549" y="62320"/>
                  </a:cubicBezTo>
                  <a:cubicBezTo>
                    <a:pt x="118079" y="35244"/>
                    <a:pt x="130785" y="19773"/>
                    <a:pt x="137138" y="19773"/>
                  </a:cubicBezTo>
                  <a:cubicBezTo>
                    <a:pt x="139255" y="19773"/>
                    <a:pt x="142079" y="20827"/>
                    <a:pt x="145608" y="22586"/>
                  </a:cubicBezTo>
                  <a:cubicBezTo>
                    <a:pt x="149844" y="25047"/>
                    <a:pt x="152314" y="25750"/>
                    <a:pt x="155138" y="25750"/>
                  </a:cubicBezTo>
                  <a:cubicBezTo>
                    <a:pt x="162550" y="25750"/>
                    <a:pt x="167491" y="20476"/>
                    <a:pt x="167491" y="13092"/>
                  </a:cubicBezTo>
                  <a:cubicBezTo>
                    <a:pt x="167491" y="5707"/>
                    <a:pt x="161491" y="81"/>
                    <a:pt x="153020" y="81"/>
                  </a:cubicBezTo>
                  <a:cubicBezTo>
                    <a:pt x="137491" y="81"/>
                    <a:pt x="124079" y="12740"/>
                    <a:pt x="99725" y="50364"/>
                  </a:cubicBezTo>
                  <a:lnTo>
                    <a:pt x="95843" y="31025"/>
                  </a:lnTo>
                  <a:cubicBezTo>
                    <a:pt x="90902" y="7114"/>
                    <a:pt x="87019" y="81"/>
                    <a:pt x="77489" y="81"/>
                  </a:cubicBezTo>
                  <a:cubicBezTo>
                    <a:pt x="69725" y="81"/>
                    <a:pt x="57724" y="3246"/>
                    <a:pt x="36195" y="10278"/>
                  </a:cubicBezTo>
                  <a:lnTo>
                    <a:pt x="32312" y="11685"/>
                  </a:lnTo>
                  <a:lnTo>
                    <a:pt x="33724" y="16959"/>
                  </a:lnTo>
                  <a:cubicBezTo>
                    <a:pt x="47136" y="13795"/>
                    <a:pt x="50312" y="13092"/>
                    <a:pt x="53489" y="13092"/>
                  </a:cubicBezTo>
                  <a:cubicBezTo>
                    <a:pt x="62313" y="13092"/>
                    <a:pt x="64430" y="16256"/>
                    <a:pt x="69372" y="37354"/>
                  </a:cubicBezTo>
                  <a:lnTo>
                    <a:pt x="79607" y="80605"/>
                  </a:lnTo>
                  <a:lnTo>
                    <a:pt x="50665" y="121746"/>
                  </a:lnTo>
                  <a:cubicBezTo>
                    <a:pt x="43606" y="132294"/>
                    <a:pt x="36548" y="138624"/>
                    <a:pt x="32665" y="138624"/>
                  </a:cubicBezTo>
                  <a:cubicBezTo>
                    <a:pt x="30547" y="138624"/>
                    <a:pt x="27018" y="137569"/>
                    <a:pt x="23488" y="135459"/>
                  </a:cubicBezTo>
                  <a:cubicBezTo>
                    <a:pt x="18900" y="132998"/>
                    <a:pt x="15018" y="131943"/>
                    <a:pt x="12194" y="131943"/>
                  </a:cubicBezTo>
                  <a:cubicBezTo>
                    <a:pt x="5488" y="131943"/>
                    <a:pt x="194" y="137217"/>
                    <a:pt x="194" y="144250"/>
                  </a:cubicBezTo>
                  <a:cubicBezTo>
                    <a:pt x="194" y="153392"/>
                    <a:pt x="7253" y="159018"/>
                    <a:pt x="17841" y="159018"/>
                  </a:cubicBezTo>
                  <a:cubicBezTo>
                    <a:pt x="28783" y="159018"/>
                    <a:pt x="33018" y="155854"/>
                    <a:pt x="50665" y="134404"/>
                  </a:cubicBezTo>
                  <a:cubicBezTo>
                    <a:pt x="60195" y="123152"/>
                    <a:pt x="67607" y="113658"/>
                    <a:pt x="82431" y="93263"/>
                  </a:cubicBezTo>
                  <a:lnTo>
                    <a:pt x="93019" y="135459"/>
                  </a:lnTo>
                  <a:cubicBezTo>
                    <a:pt x="97608" y="153392"/>
                    <a:pt x="102196" y="159018"/>
                    <a:pt x="113490" y="159018"/>
                  </a:cubicBezTo>
                  <a:cubicBezTo>
                    <a:pt x="126902" y="159018"/>
                    <a:pt x="136079" y="150579"/>
                    <a:pt x="156550" y="118932"/>
                  </a:cubicBezTo>
                  <a:lnTo>
                    <a:pt x="151609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4" name="Freeform: Shape 1823">
              <a:extLst>
                <a:ext uri="{FF2B5EF4-FFF2-40B4-BE49-F238E27FC236}">
                  <a16:creationId xmlns:a16="http://schemas.microsoft.com/office/drawing/2014/main" id="{4294B389-16DA-A49B-38DB-C6C5B252D02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670686" y="3820756"/>
              <a:ext cx="73914" cy="175899"/>
            </a:xfrm>
            <a:custGeom>
              <a:avLst/>
              <a:gdLst>
                <a:gd name="connsiteX0" fmla="*/ 47210 w 73914"/>
                <a:gd name="connsiteY0" fmla="*/ 84 h 175899"/>
                <a:gd name="connsiteX1" fmla="*/ 198 w 73914"/>
                <a:gd name="connsiteY1" fmla="*/ 23762 h 175899"/>
                <a:gd name="connsiteX2" fmla="*/ 198 w 73914"/>
                <a:gd name="connsiteY2" fmla="*/ 27405 h 175899"/>
                <a:gd name="connsiteX3" fmla="*/ 7250 w 73914"/>
                <a:gd name="connsiteY3" fmla="*/ 24543 h 175899"/>
                <a:gd name="connsiteX4" fmla="*/ 19003 w 73914"/>
                <a:gd name="connsiteY4" fmla="*/ 21681 h 175899"/>
                <a:gd name="connsiteX5" fmla="*/ 26838 w 73914"/>
                <a:gd name="connsiteY5" fmla="*/ 33910 h 175899"/>
                <a:gd name="connsiteX6" fmla="*/ 26838 w 73914"/>
                <a:gd name="connsiteY6" fmla="*/ 151784 h 175899"/>
                <a:gd name="connsiteX7" fmla="*/ 20570 w 73914"/>
                <a:gd name="connsiteY7" fmla="*/ 168697 h 175899"/>
                <a:gd name="connsiteX8" fmla="*/ 2026 w 73914"/>
                <a:gd name="connsiteY8" fmla="*/ 172080 h 175899"/>
                <a:gd name="connsiteX9" fmla="*/ 2026 w 73914"/>
                <a:gd name="connsiteY9" fmla="*/ 175983 h 175899"/>
                <a:gd name="connsiteX10" fmla="*/ 74112 w 73914"/>
                <a:gd name="connsiteY10" fmla="*/ 175983 h 175899"/>
                <a:gd name="connsiteX11" fmla="*/ 74112 w 73914"/>
                <a:gd name="connsiteY11" fmla="*/ 172080 h 175899"/>
                <a:gd name="connsiteX12" fmla="*/ 49300 w 73914"/>
                <a:gd name="connsiteY12" fmla="*/ 156728 h 175899"/>
                <a:gd name="connsiteX13" fmla="*/ 49300 w 73914"/>
                <a:gd name="connsiteY13" fmla="*/ 604 h 175899"/>
                <a:gd name="connsiteX14" fmla="*/ 47210 w 73914"/>
                <a:gd name="connsiteY14" fmla="*/ 8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10" y="84"/>
                  </a:moveTo>
                  <a:lnTo>
                    <a:pt x="198" y="23762"/>
                  </a:lnTo>
                  <a:lnTo>
                    <a:pt x="198" y="27405"/>
                  </a:lnTo>
                  <a:cubicBezTo>
                    <a:pt x="3332" y="26104"/>
                    <a:pt x="6205" y="25063"/>
                    <a:pt x="7250" y="24543"/>
                  </a:cubicBezTo>
                  <a:cubicBezTo>
                    <a:pt x="11951" y="22722"/>
                    <a:pt x="16391" y="21681"/>
                    <a:pt x="19003" y="21681"/>
                  </a:cubicBezTo>
                  <a:cubicBezTo>
                    <a:pt x="24487" y="21681"/>
                    <a:pt x="26838" y="25584"/>
                    <a:pt x="26838" y="33910"/>
                  </a:cubicBezTo>
                  <a:lnTo>
                    <a:pt x="26838" y="151784"/>
                  </a:lnTo>
                  <a:cubicBezTo>
                    <a:pt x="26838" y="160371"/>
                    <a:pt x="24749" y="166356"/>
                    <a:pt x="20570" y="168697"/>
                  </a:cubicBezTo>
                  <a:cubicBezTo>
                    <a:pt x="16652" y="171039"/>
                    <a:pt x="12995" y="171820"/>
                    <a:pt x="2026" y="172080"/>
                  </a:cubicBezTo>
                  <a:lnTo>
                    <a:pt x="2026" y="175983"/>
                  </a:lnTo>
                  <a:lnTo>
                    <a:pt x="74112" y="175983"/>
                  </a:lnTo>
                  <a:lnTo>
                    <a:pt x="74112" y="172080"/>
                  </a:lnTo>
                  <a:cubicBezTo>
                    <a:pt x="53479" y="171820"/>
                    <a:pt x="49300" y="169218"/>
                    <a:pt x="49300" y="156728"/>
                  </a:cubicBezTo>
                  <a:lnTo>
                    <a:pt x="49300" y="604"/>
                  </a:lnTo>
                  <a:lnTo>
                    <a:pt x="47210" y="8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5" name="Freeform: Shape 1824">
              <a:extLst>
                <a:ext uri="{FF2B5EF4-FFF2-40B4-BE49-F238E27FC236}">
                  <a16:creationId xmlns:a16="http://schemas.microsoft.com/office/drawing/2014/main" id="{5130ED7B-4443-4A26-5B8C-39CFC73F75D3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810607" y="3679615"/>
              <a:ext cx="81883" cy="351630"/>
            </a:xfrm>
            <a:custGeom>
              <a:avLst/>
              <a:gdLst>
                <a:gd name="connsiteX0" fmla="*/ 82087 w 81883"/>
                <a:gd name="connsiteY0" fmla="*/ 175896 h 351630"/>
                <a:gd name="connsiteX1" fmla="*/ 58792 w 81883"/>
                <a:gd name="connsiteY1" fmla="*/ 66187 h 351630"/>
                <a:gd name="connsiteX2" fmla="*/ 3732 w 81883"/>
                <a:gd name="connsiteY2" fmla="*/ 81 h 351630"/>
                <a:gd name="connsiteX3" fmla="*/ 203 w 81883"/>
                <a:gd name="connsiteY3" fmla="*/ 3597 h 351630"/>
                <a:gd name="connsiteX4" fmla="*/ 6909 w 81883"/>
                <a:gd name="connsiteY4" fmla="*/ 11684 h 351630"/>
                <a:gd name="connsiteX5" fmla="*/ 61616 w 81883"/>
                <a:gd name="connsiteY5" fmla="*/ 175896 h 351630"/>
                <a:gd name="connsiteX6" fmla="*/ 4791 w 81883"/>
                <a:gd name="connsiteY6" fmla="*/ 342217 h 351630"/>
                <a:gd name="connsiteX7" fmla="*/ 203 w 81883"/>
                <a:gd name="connsiteY7" fmla="*/ 348195 h 351630"/>
                <a:gd name="connsiteX8" fmla="*/ 3732 w 81883"/>
                <a:gd name="connsiteY8" fmla="*/ 351711 h 351630"/>
                <a:gd name="connsiteX9" fmla="*/ 59851 w 81883"/>
                <a:gd name="connsiteY9" fmla="*/ 283143 h 351630"/>
                <a:gd name="connsiteX10" fmla="*/ 82087 w 81883"/>
                <a:gd name="connsiteY10" fmla="*/ 17589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7" y="175896"/>
                  </a:moveTo>
                  <a:cubicBezTo>
                    <a:pt x="82087" y="148469"/>
                    <a:pt x="78204" y="105921"/>
                    <a:pt x="58792" y="66187"/>
                  </a:cubicBezTo>
                  <a:cubicBezTo>
                    <a:pt x="37615" y="22937"/>
                    <a:pt x="7262" y="81"/>
                    <a:pt x="3732" y="81"/>
                  </a:cubicBezTo>
                  <a:cubicBezTo>
                    <a:pt x="1615" y="81"/>
                    <a:pt x="203" y="1487"/>
                    <a:pt x="203" y="3597"/>
                  </a:cubicBezTo>
                  <a:cubicBezTo>
                    <a:pt x="203" y="4652"/>
                    <a:pt x="203" y="5355"/>
                    <a:pt x="6909" y="11684"/>
                  </a:cubicBezTo>
                  <a:cubicBezTo>
                    <a:pt x="41498" y="46496"/>
                    <a:pt x="61616" y="102405"/>
                    <a:pt x="61616" y="175896"/>
                  </a:cubicBezTo>
                  <a:cubicBezTo>
                    <a:pt x="61616" y="236025"/>
                    <a:pt x="48557" y="297912"/>
                    <a:pt x="4791" y="342217"/>
                  </a:cubicBezTo>
                  <a:cubicBezTo>
                    <a:pt x="203" y="346437"/>
                    <a:pt x="203" y="347140"/>
                    <a:pt x="203" y="348195"/>
                  </a:cubicBezTo>
                  <a:cubicBezTo>
                    <a:pt x="203" y="350305"/>
                    <a:pt x="1615" y="351711"/>
                    <a:pt x="3732" y="351711"/>
                  </a:cubicBezTo>
                  <a:cubicBezTo>
                    <a:pt x="7262" y="351711"/>
                    <a:pt x="39027" y="327800"/>
                    <a:pt x="59851" y="283143"/>
                  </a:cubicBezTo>
                  <a:cubicBezTo>
                    <a:pt x="77851" y="244464"/>
                    <a:pt x="82087" y="205433"/>
                    <a:pt x="82087" y="1758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6" name="Freeform: Shape 1825">
              <a:extLst>
                <a:ext uri="{FF2B5EF4-FFF2-40B4-BE49-F238E27FC236}">
                  <a16:creationId xmlns:a16="http://schemas.microsoft.com/office/drawing/2014/main" id="{799A5026-14B7-BFC6-A933-832D3D5B951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962884" y="3679615"/>
              <a:ext cx="81883" cy="351630"/>
            </a:xfrm>
            <a:custGeom>
              <a:avLst/>
              <a:gdLst>
                <a:gd name="connsiteX0" fmla="*/ 82091 w 81883"/>
                <a:gd name="connsiteY0" fmla="*/ 348195 h 351630"/>
                <a:gd name="connsiteX1" fmla="*/ 76091 w 81883"/>
                <a:gd name="connsiteY1" fmla="*/ 340459 h 351630"/>
                <a:gd name="connsiteX2" fmla="*/ 20678 w 81883"/>
                <a:gd name="connsiteY2" fmla="*/ 175896 h 351630"/>
                <a:gd name="connsiteX3" fmla="*/ 77502 w 81883"/>
                <a:gd name="connsiteY3" fmla="*/ 9575 h 351630"/>
                <a:gd name="connsiteX4" fmla="*/ 82091 w 81883"/>
                <a:gd name="connsiteY4" fmla="*/ 3597 h 351630"/>
                <a:gd name="connsiteX5" fmla="*/ 78561 w 81883"/>
                <a:gd name="connsiteY5" fmla="*/ 81 h 351630"/>
                <a:gd name="connsiteX6" fmla="*/ 22443 w 81883"/>
                <a:gd name="connsiteY6" fmla="*/ 68649 h 351630"/>
                <a:gd name="connsiteX7" fmla="*/ 207 w 81883"/>
                <a:gd name="connsiteY7" fmla="*/ 175896 h 351630"/>
                <a:gd name="connsiteX8" fmla="*/ 23501 w 81883"/>
                <a:gd name="connsiteY8" fmla="*/ 285605 h 351630"/>
                <a:gd name="connsiteX9" fmla="*/ 78561 w 81883"/>
                <a:gd name="connsiteY9" fmla="*/ 351711 h 351630"/>
                <a:gd name="connsiteX10" fmla="*/ 82091 w 81883"/>
                <a:gd name="connsiteY10" fmla="*/ 34819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91" y="348195"/>
                  </a:moveTo>
                  <a:cubicBezTo>
                    <a:pt x="82091" y="347140"/>
                    <a:pt x="82091" y="346437"/>
                    <a:pt x="76091" y="340459"/>
                  </a:cubicBezTo>
                  <a:cubicBezTo>
                    <a:pt x="31972" y="296154"/>
                    <a:pt x="20678" y="229695"/>
                    <a:pt x="20678" y="175896"/>
                  </a:cubicBezTo>
                  <a:cubicBezTo>
                    <a:pt x="20678" y="114712"/>
                    <a:pt x="34090" y="53528"/>
                    <a:pt x="77502" y="9575"/>
                  </a:cubicBezTo>
                  <a:cubicBezTo>
                    <a:pt x="82091" y="5355"/>
                    <a:pt x="82091" y="4652"/>
                    <a:pt x="82091" y="3597"/>
                  </a:cubicBezTo>
                  <a:cubicBezTo>
                    <a:pt x="82091" y="1135"/>
                    <a:pt x="80679" y="81"/>
                    <a:pt x="78561" y="81"/>
                  </a:cubicBezTo>
                  <a:cubicBezTo>
                    <a:pt x="75032" y="81"/>
                    <a:pt x="43267" y="23991"/>
                    <a:pt x="22443" y="68649"/>
                  </a:cubicBezTo>
                  <a:cubicBezTo>
                    <a:pt x="4442" y="107328"/>
                    <a:pt x="207" y="146359"/>
                    <a:pt x="207" y="175896"/>
                  </a:cubicBezTo>
                  <a:cubicBezTo>
                    <a:pt x="207" y="203323"/>
                    <a:pt x="4089" y="245870"/>
                    <a:pt x="23501" y="285605"/>
                  </a:cubicBezTo>
                  <a:cubicBezTo>
                    <a:pt x="44678" y="328855"/>
                    <a:pt x="75032" y="351711"/>
                    <a:pt x="78561" y="351711"/>
                  </a:cubicBezTo>
                  <a:cubicBezTo>
                    <a:pt x="80679" y="351711"/>
                    <a:pt x="82091" y="350657"/>
                    <a:pt x="82091" y="34819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7" name="Freeform: Shape 1826">
              <a:extLst>
                <a:ext uri="{FF2B5EF4-FFF2-40B4-BE49-F238E27FC236}">
                  <a16:creationId xmlns:a16="http://schemas.microsoft.com/office/drawing/2014/main" id="{DC965D04-9B8B-066B-8B5E-59FCAC7A2C0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055865" y="3788269"/>
              <a:ext cx="167297" cy="158937"/>
            </a:xfrm>
            <a:custGeom>
              <a:avLst/>
              <a:gdLst>
                <a:gd name="connsiteX0" fmla="*/ 151625 w 167297"/>
                <a:gd name="connsiteY0" fmla="*/ 116119 h 158937"/>
                <a:gd name="connsiteX1" fmla="*/ 143860 w 167297"/>
                <a:gd name="connsiteY1" fmla="*/ 125613 h 158937"/>
                <a:gd name="connsiteX2" fmla="*/ 127624 w 167297"/>
                <a:gd name="connsiteY2" fmla="*/ 139679 h 158937"/>
                <a:gd name="connsiteX3" fmla="*/ 116683 w 167297"/>
                <a:gd name="connsiteY3" fmla="*/ 125262 h 158937"/>
                <a:gd name="connsiteX4" fmla="*/ 115271 w 167297"/>
                <a:gd name="connsiteY4" fmla="*/ 119284 h 158937"/>
                <a:gd name="connsiteX5" fmla="*/ 102565 w 167297"/>
                <a:gd name="connsiteY5" fmla="*/ 62320 h 158937"/>
                <a:gd name="connsiteX6" fmla="*/ 137154 w 167297"/>
                <a:gd name="connsiteY6" fmla="*/ 19773 h 158937"/>
                <a:gd name="connsiteX7" fmla="*/ 145625 w 167297"/>
                <a:gd name="connsiteY7" fmla="*/ 22586 h 158937"/>
                <a:gd name="connsiteX8" fmla="*/ 155154 w 167297"/>
                <a:gd name="connsiteY8" fmla="*/ 25750 h 158937"/>
                <a:gd name="connsiteX9" fmla="*/ 167508 w 167297"/>
                <a:gd name="connsiteY9" fmla="*/ 13092 h 158937"/>
                <a:gd name="connsiteX10" fmla="*/ 153037 w 167297"/>
                <a:gd name="connsiteY10" fmla="*/ 81 h 158937"/>
                <a:gd name="connsiteX11" fmla="*/ 99742 w 167297"/>
                <a:gd name="connsiteY11" fmla="*/ 50364 h 158937"/>
                <a:gd name="connsiteX12" fmla="*/ 95859 w 167297"/>
                <a:gd name="connsiteY12" fmla="*/ 31025 h 158937"/>
                <a:gd name="connsiteX13" fmla="*/ 77506 w 167297"/>
                <a:gd name="connsiteY13" fmla="*/ 81 h 158937"/>
                <a:gd name="connsiteX14" fmla="*/ 36211 w 167297"/>
                <a:gd name="connsiteY14" fmla="*/ 10278 h 158937"/>
                <a:gd name="connsiteX15" fmla="*/ 32328 w 167297"/>
                <a:gd name="connsiteY15" fmla="*/ 11685 h 158937"/>
                <a:gd name="connsiteX16" fmla="*/ 33740 w 167297"/>
                <a:gd name="connsiteY16" fmla="*/ 16959 h 158937"/>
                <a:gd name="connsiteX17" fmla="*/ 53505 w 167297"/>
                <a:gd name="connsiteY17" fmla="*/ 13092 h 158937"/>
                <a:gd name="connsiteX18" fmla="*/ 69388 w 167297"/>
                <a:gd name="connsiteY18" fmla="*/ 37354 h 158937"/>
                <a:gd name="connsiteX19" fmla="*/ 79624 w 167297"/>
                <a:gd name="connsiteY19" fmla="*/ 80605 h 158937"/>
                <a:gd name="connsiteX20" fmla="*/ 50682 w 167297"/>
                <a:gd name="connsiteY20" fmla="*/ 121746 h 158937"/>
                <a:gd name="connsiteX21" fmla="*/ 32681 w 167297"/>
                <a:gd name="connsiteY21" fmla="*/ 138624 h 158937"/>
                <a:gd name="connsiteX22" fmla="*/ 23505 w 167297"/>
                <a:gd name="connsiteY22" fmla="*/ 135459 h 158937"/>
                <a:gd name="connsiteX23" fmla="*/ 12210 w 167297"/>
                <a:gd name="connsiteY23" fmla="*/ 131943 h 158937"/>
                <a:gd name="connsiteX24" fmla="*/ 210 w 167297"/>
                <a:gd name="connsiteY24" fmla="*/ 144250 h 158937"/>
                <a:gd name="connsiteX25" fmla="*/ 17858 w 167297"/>
                <a:gd name="connsiteY25" fmla="*/ 159018 h 158937"/>
                <a:gd name="connsiteX26" fmla="*/ 50682 w 167297"/>
                <a:gd name="connsiteY26" fmla="*/ 134404 h 158937"/>
                <a:gd name="connsiteX27" fmla="*/ 82447 w 167297"/>
                <a:gd name="connsiteY27" fmla="*/ 93263 h 158937"/>
                <a:gd name="connsiteX28" fmla="*/ 93036 w 167297"/>
                <a:gd name="connsiteY28" fmla="*/ 135459 h 158937"/>
                <a:gd name="connsiteX29" fmla="*/ 113507 w 167297"/>
                <a:gd name="connsiteY29" fmla="*/ 159018 h 158937"/>
                <a:gd name="connsiteX30" fmla="*/ 156566 w 167297"/>
                <a:gd name="connsiteY30" fmla="*/ 118932 h 158937"/>
                <a:gd name="connsiteX31" fmla="*/ 151625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25" y="116119"/>
                  </a:moveTo>
                  <a:cubicBezTo>
                    <a:pt x="148801" y="119284"/>
                    <a:pt x="147037" y="121394"/>
                    <a:pt x="143860" y="125613"/>
                  </a:cubicBezTo>
                  <a:cubicBezTo>
                    <a:pt x="135742" y="136162"/>
                    <a:pt x="131507" y="139679"/>
                    <a:pt x="127624" y="139679"/>
                  </a:cubicBezTo>
                  <a:cubicBezTo>
                    <a:pt x="122330" y="139679"/>
                    <a:pt x="119154" y="135107"/>
                    <a:pt x="116683" y="125262"/>
                  </a:cubicBezTo>
                  <a:cubicBezTo>
                    <a:pt x="115977" y="122449"/>
                    <a:pt x="115624" y="120339"/>
                    <a:pt x="115271" y="119284"/>
                  </a:cubicBezTo>
                  <a:cubicBezTo>
                    <a:pt x="106448" y="83769"/>
                    <a:pt x="102565" y="67594"/>
                    <a:pt x="102565" y="62320"/>
                  </a:cubicBezTo>
                  <a:cubicBezTo>
                    <a:pt x="118095" y="35244"/>
                    <a:pt x="130801" y="19773"/>
                    <a:pt x="137154" y="19773"/>
                  </a:cubicBezTo>
                  <a:cubicBezTo>
                    <a:pt x="139272" y="19773"/>
                    <a:pt x="142095" y="20827"/>
                    <a:pt x="145625" y="22586"/>
                  </a:cubicBezTo>
                  <a:cubicBezTo>
                    <a:pt x="149860" y="25047"/>
                    <a:pt x="152331" y="25750"/>
                    <a:pt x="155154" y="25750"/>
                  </a:cubicBezTo>
                  <a:cubicBezTo>
                    <a:pt x="162566" y="25750"/>
                    <a:pt x="167508" y="20476"/>
                    <a:pt x="167508" y="13092"/>
                  </a:cubicBezTo>
                  <a:cubicBezTo>
                    <a:pt x="167508" y="5707"/>
                    <a:pt x="161507" y="81"/>
                    <a:pt x="153037" y="81"/>
                  </a:cubicBezTo>
                  <a:cubicBezTo>
                    <a:pt x="137507" y="81"/>
                    <a:pt x="124095" y="12740"/>
                    <a:pt x="99742" y="50364"/>
                  </a:cubicBezTo>
                  <a:lnTo>
                    <a:pt x="95859" y="31025"/>
                  </a:lnTo>
                  <a:cubicBezTo>
                    <a:pt x="90918" y="7114"/>
                    <a:pt x="87035" y="81"/>
                    <a:pt x="77506" y="81"/>
                  </a:cubicBezTo>
                  <a:cubicBezTo>
                    <a:pt x="69741" y="81"/>
                    <a:pt x="57741" y="3246"/>
                    <a:pt x="36211" y="10278"/>
                  </a:cubicBezTo>
                  <a:lnTo>
                    <a:pt x="32328" y="11685"/>
                  </a:lnTo>
                  <a:lnTo>
                    <a:pt x="33740" y="16959"/>
                  </a:lnTo>
                  <a:cubicBezTo>
                    <a:pt x="47152" y="13795"/>
                    <a:pt x="50329" y="13092"/>
                    <a:pt x="53505" y="13092"/>
                  </a:cubicBezTo>
                  <a:cubicBezTo>
                    <a:pt x="62329" y="13092"/>
                    <a:pt x="64447" y="16256"/>
                    <a:pt x="69388" y="37354"/>
                  </a:cubicBezTo>
                  <a:lnTo>
                    <a:pt x="79624" y="80605"/>
                  </a:lnTo>
                  <a:lnTo>
                    <a:pt x="50682" y="121746"/>
                  </a:lnTo>
                  <a:cubicBezTo>
                    <a:pt x="43623" y="132294"/>
                    <a:pt x="36564" y="138624"/>
                    <a:pt x="32681" y="138624"/>
                  </a:cubicBezTo>
                  <a:cubicBezTo>
                    <a:pt x="30564" y="138624"/>
                    <a:pt x="27034" y="137569"/>
                    <a:pt x="23505" y="135459"/>
                  </a:cubicBezTo>
                  <a:cubicBezTo>
                    <a:pt x="18916" y="132998"/>
                    <a:pt x="15034" y="131943"/>
                    <a:pt x="12210" y="131943"/>
                  </a:cubicBezTo>
                  <a:cubicBezTo>
                    <a:pt x="5504" y="131943"/>
                    <a:pt x="210" y="137217"/>
                    <a:pt x="210" y="144250"/>
                  </a:cubicBezTo>
                  <a:cubicBezTo>
                    <a:pt x="210" y="153392"/>
                    <a:pt x="7269" y="159018"/>
                    <a:pt x="17858" y="159018"/>
                  </a:cubicBezTo>
                  <a:cubicBezTo>
                    <a:pt x="28799" y="159018"/>
                    <a:pt x="33034" y="155854"/>
                    <a:pt x="50682" y="134404"/>
                  </a:cubicBezTo>
                  <a:cubicBezTo>
                    <a:pt x="60211" y="123152"/>
                    <a:pt x="67623" y="113658"/>
                    <a:pt x="82447" y="93263"/>
                  </a:cubicBezTo>
                  <a:lnTo>
                    <a:pt x="93036" y="135459"/>
                  </a:lnTo>
                  <a:cubicBezTo>
                    <a:pt x="97624" y="153392"/>
                    <a:pt x="102212" y="159018"/>
                    <a:pt x="113507" y="159018"/>
                  </a:cubicBezTo>
                  <a:cubicBezTo>
                    <a:pt x="126919" y="159018"/>
                    <a:pt x="136095" y="150579"/>
                    <a:pt x="156566" y="118932"/>
                  </a:cubicBezTo>
                  <a:lnTo>
                    <a:pt x="151625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8" name="Freeform: Shape 1827">
              <a:extLst>
                <a:ext uri="{FF2B5EF4-FFF2-40B4-BE49-F238E27FC236}">
                  <a16:creationId xmlns:a16="http://schemas.microsoft.com/office/drawing/2014/main" id="{F335F0EA-B851-26E4-9A61-69C703B16E74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302247" y="3848398"/>
              <a:ext cx="215651" cy="14065"/>
            </a:xfrm>
            <a:custGeom>
              <a:avLst/>
              <a:gdLst>
                <a:gd name="connsiteX0" fmla="*/ 203514 w 215651"/>
                <a:gd name="connsiteY0" fmla="*/ 14146 h 14065"/>
                <a:gd name="connsiteX1" fmla="*/ 215867 w 215651"/>
                <a:gd name="connsiteY1" fmla="*/ 7114 h 14065"/>
                <a:gd name="connsiteX2" fmla="*/ 203514 w 215651"/>
                <a:gd name="connsiteY2" fmla="*/ 81 h 14065"/>
                <a:gd name="connsiteX3" fmla="*/ 12569 w 215651"/>
                <a:gd name="connsiteY3" fmla="*/ 81 h 14065"/>
                <a:gd name="connsiteX4" fmla="*/ 216 w 215651"/>
                <a:gd name="connsiteY4" fmla="*/ 7114 h 14065"/>
                <a:gd name="connsiteX5" fmla="*/ 12569 w 215651"/>
                <a:gd name="connsiteY5" fmla="*/ 14146 h 14065"/>
                <a:gd name="connsiteX6" fmla="*/ 203514 w 215651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4" y="14146"/>
                  </a:moveTo>
                  <a:cubicBezTo>
                    <a:pt x="209514" y="14146"/>
                    <a:pt x="215867" y="14146"/>
                    <a:pt x="215867" y="7114"/>
                  </a:cubicBezTo>
                  <a:cubicBezTo>
                    <a:pt x="215867" y="81"/>
                    <a:pt x="209514" y="81"/>
                    <a:pt x="203514" y="81"/>
                  </a:cubicBezTo>
                  <a:lnTo>
                    <a:pt x="12569" y="81"/>
                  </a:lnTo>
                  <a:cubicBezTo>
                    <a:pt x="6569" y="81"/>
                    <a:pt x="216" y="81"/>
                    <a:pt x="216" y="7114"/>
                  </a:cubicBezTo>
                  <a:cubicBezTo>
                    <a:pt x="216" y="14146"/>
                    <a:pt x="6569" y="14146"/>
                    <a:pt x="12569" y="14146"/>
                  </a:cubicBezTo>
                  <a:lnTo>
                    <a:pt x="203514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9" name="Freeform: Shape 1828">
              <a:extLst>
                <a:ext uri="{FF2B5EF4-FFF2-40B4-BE49-F238E27FC236}">
                  <a16:creationId xmlns:a16="http://schemas.microsoft.com/office/drawing/2014/main" id="{8DB034D6-6C1D-98BE-59E4-A5B4324597A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587891" y="3788269"/>
              <a:ext cx="167297" cy="158937"/>
            </a:xfrm>
            <a:custGeom>
              <a:avLst/>
              <a:gdLst>
                <a:gd name="connsiteX0" fmla="*/ 151640 w 167297"/>
                <a:gd name="connsiteY0" fmla="*/ 116119 h 158937"/>
                <a:gd name="connsiteX1" fmla="*/ 143875 w 167297"/>
                <a:gd name="connsiteY1" fmla="*/ 125613 h 158937"/>
                <a:gd name="connsiteX2" fmla="*/ 127639 w 167297"/>
                <a:gd name="connsiteY2" fmla="*/ 139679 h 158937"/>
                <a:gd name="connsiteX3" fmla="*/ 116698 w 167297"/>
                <a:gd name="connsiteY3" fmla="*/ 125262 h 158937"/>
                <a:gd name="connsiteX4" fmla="*/ 115286 w 167297"/>
                <a:gd name="connsiteY4" fmla="*/ 119284 h 158937"/>
                <a:gd name="connsiteX5" fmla="*/ 102580 w 167297"/>
                <a:gd name="connsiteY5" fmla="*/ 62320 h 158937"/>
                <a:gd name="connsiteX6" fmla="*/ 137169 w 167297"/>
                <a:gd name="connsiteY6" fmla="*/ 19773 h 158937"/>
                <a:gd name="connsiteX7" fmla="*/ 145640 w 167297"/>
                <a:gd name="connsiteY7" fmla="*/ 22586 h 158937"/>
                <a:gd name="connsiteX8" fmla="*/ 155169 w 167297"/>
                <a:gd name="connsiteY8" fmla="*/ 25750 h 158937"/>
                <a:gd name="connsiteX9" fmla="*/ 167523 w 167297"/>
                <a:gd name="connsiteY9" fmla="*/ 13092 h 158937"/>
                <a:gd name="connsiteX10" fmla="*/ 153052 w 167297"/>
                <a:gd name="connsiteY10" fmla="*/ 81 h 158937"/>
                <a:gd name="connsiteX11" fmla="*/ 99757 w 167297"/>
                <a:gd name="connsiteY11" fmla="*/ 50364 h 158937"/>
                <a:gd name="connsiteX12" fmla="*/ 95874 w 167297"/>
                <a:gd name="connsiteY12" fmla="*/ 31025 h 158937"/>
                <a:gd name="connsiteX13" fmla="*/ 77521 w 167297"/>
                <a:gd name="connsiteY13" fmla="*/ 81 h 158937"/>
                <a:gd name="connsiteX14" fmla="*/ 36226 w 167297"/>
                <a:gd name="connsiteY14" fmla="*/ 10278 h 158937"/>
                <a:gd name="connsiteX15" fmla="*/ 32343 w 167297"/>
                <a:gd name="connsiteY15" fmla="*/ 11685 h 158937"/>
                <a:gd name="connsiteX16" fmla="*/ 33755 w 167297"/>
                <a:gd name="connsiteY16" fmla="*/ 16959 h 158937"/>
                <a:gd name="connsiteX17" fmla="*/ 53520 w 167297"/>
                <a:gd name="connsiteY17" fmla="*/ 13092 h 158937"/>
                <a:gd name="connsiteX18" fmla="*/ 69403 w 167297"/>
                <a:gd name="connsiteY18" fmla="*/ 37354 h 158937"/>
                <a:gd name="connsiteX19" fmla="*/ 79638 w 167297"/>
                <a:gd name="connsiteY19" fmla="*/ 80605 h 158937"/>
                <a:gd name="connsiteX20" fmla="*/ 50697 w 167297"/>
                <a:gd name="connsiteY20" fmla="*/ 121746 h 158937"/>
                <a:gd name="connsiteX21" fmla="*/ 32696 w 167297"/>
                <a:gd name="connsiteY21" fmla="*/ 138624 h 158937"/>
                <a:gd name="connsiteX22" fmla="*/ 23520 w 167297"/>
                <a:gd name="connsiteY22" fmla="*/ 135459 h 158937"/>
                <a:gd name="connsiteX23" fmla="*/ 12225 w 167297"/>
                <a:gd name="connsiteY23" fmla="*/ 131943 h 158937"/>
                <a:gd name="connsiteX24" fmla="*/ 225 w 167297"/>
                <a:gd name="connsiteY24" fmla="*/ 144250 h 158937"/>
                <a:gd name="connsiteX25" fmla="*/ 17873 w 167297"/>
                <a:gd name="connsiteY25" fmla="*/ 159018 h 158937"/>
                <a:gd name="connsiteX26" fmla="*/ 50697 w 167297"/>
                <a:gd name="connsiteY26" fmla="*/ 134404 h 158937"/>
                <a:gd name="connsiteX27" fmla="*/ 82462 w 167297"/>
                <a:gd name="connsiteY27" fmla="*/ 93263 h 158937"/>
                <a:gd name="connsiteX28" fmla="*/ 93050 w 167297"/>
                <a:gd name="connsiteY28" fmla="*/ 135459 h 158937"/>
                <a:gd name="connsiteX29" fmla="*/ 113521 w 167297"/>
                <a:gd name="connsiteY29" fmla="*/ 159018 h 158937"/>
                <a:gd name="connsiteX30" fmla="*/ 156581 w 167297"/>
                <a:gd name="connsiteY30" fmla="*/ 118932 h 158937"/>
                <a:gd name="connsiteX31" fmla="*/ 151640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40" y="116119"/>
                  </a:moveTo>
                  <a:cubicBezTo>
                    <a:pt x="148816" y="119284"/>
                    <a:pt x="147052" y="121394"/>
                    <a:pt x="143875" y="125613"/>
                  </a:cubicBezTo>
                  <a:cubicBezTo>
                    <a:pt x="135757" y="136162"/>
                    <a:pt x="131522" y="139679"/>
                    <a:pt x="127639" y="139679"/>
                  </a:cubicBezTo>
                  <a:cubicBezTo>
                    <a:pt x="122345" y="139679"/>
                    <a:pt x="119169" y="135107"/>
                    <a:pt x="116698" y="125262"/>
                  </a:cubicBezTo>
                  <a:cubicBezTo>
                    <a:pt x="115992" y="122449"/>
                    <a:pt x="115639" y="120339"/>
                    <a:pt x="115286" y="119284"/>
                  </a:cubicBezTo>
                  <a:cubicBezTo>
                    <a:pt x="106463" y="83769"/>
                    <a:pt x="102580" y="67594"/>
                    <a:pt x="102580" y="62320"/>
                  </a:cubicBezTo>
                  <a:cubicBezTo>
                    <a:pt x="118110" y="35244"/>
                    <a:pt x="130816" y="19773"/>
                    <a:pt x="137169" y="19773"/>
                  </a:cubicBezTo>
                  <a:cubicBezTo>
                    <a:pt x="139287" y="19773"/>
                    <a:pt x="142110" y="20827"/>
                    <a:pt x="145640" y="22586"/>
                  </a:cubicBezTo>
                  <a:cubicBezTo>
                    <a:pt x="149875" y="25047"/>
                    <a:pt x="152346" y="25750"/>
                    <a:pt x="155169" y="25750"/>
                  </a:cubicBezTo>
                  <a:cubicBezTo>
                    <a:pt x="162581" y="25750"/>
                    <a:pt x="167523" y="20476"/>
                    <a:pt x="167523" y="13092"/>
                  </a:cubicBezTo>
                  <a:cubicBezTo>
                    <a:pt x="167523" y="5707"/>
                    <a:pt x="161522" y="81"/>
                    <a:pt x="153052" y="81"/>
                  </a:cubicBezTo>
                  <a:cubicBezTo>
                    <a:pt x="137522" y="81"/>
                    <a:pt x="124110" y="12740"/>
                    <a:pt x="99757" y="50364"/>
                  </a:cubicBezTo>
                  <a:lnTo>
                    <a:pt x="95874" y="31025"/>
                  </a:lnTo>
                  <a:cubicBezTo>
                    <a:pt x="90933" y="7114"/>
                    <a:pt x="87050" y="81"/>
                    <a:pt x="77521" y="81"/>
                  </a:cubicBezTo>
                  <a:cubicBezTo>
                    <a:pt x="69756" y="81"/>
                    <a:pt x="57756" y="3246"/>
                    <a:pt x="36226" y="10278"/>
                  </a:cubicBezTo>
                  <a:lnTo>
                    <a:pt x="32343" y="11685"/>
                  </a:lnTo>
                  <a:lnTo>
                    <a:pt x="33755" y="16959"/>
                  </a:lnTo>
                  <a:cubicBezTo>
                    <a:pt x="47167" y="13795"/>
                    <a:pt x="50344" y="13092"/>
                    <a:pt x="53520" y="13092"/>
                  </a:cubicBezTo>
                  <a:cubicBezTo>
                    <a:pt x="62344" y="13092"/>
                    <a:pt x="64462" y="16256"/>
                    <a:pt x="69403" y="37354"/>
                  </a:cubicBezTo>
                  <a:lnTo>
                    <a:pt x="79638" y="80605"/>
                  </a:lnTo>
                  <a:lnTo>
                    <a:pt x="50697" y="121746"/>
                  </a:lnTo>
                  <a:cubicBezTo>
                    <a:pt x="43638" y="132294"/>
                    <a:pt x="36579" y="138624"/>
                    <a:pt x="32696" y="138624"/>
                  </a:cubicBezTo>
                  <a:cubicBezTo>
                    <a:pt x="30579" y="138624"/>
                    <a:pt x="27049" y="137569"/>
                    <a:pt x="23520" y="135459"/>
                  </a:cubicBezTo>
                  <a:cubicBezTo>
                    <a:pt x="18931" y="132998"/>
                    <a:pt x="15049" y="131943"/>
                    <a:pt x="12225" y="131943"/>
                  </a:cubicBezTo>
                  <a:cubicBezTo>
                    <a:pt x="5519" y="131943"/>
                    <a:pt x="225" y="137217"/>
                    <a:pt x="225" y="144250"/>
                  </a:cubicBezTo>
                  <a:cubicBezTo>
                    <a:pt x="225" y="153392"/>
                    <a:pt x="7284" y="159018"/>
                    <a:pt x="17873" y="159018"/>
                  </a:cubicBezTo>
                  <a:cubicBezTo>
                    <a:pt x="28814" y="159018"/>
                    <a:pt x="33049" y="155854"/>
                    <a:pt x="50697" y="134404"/>
                  </a:cubicBezTo>
                  <a:cubicBezTo>
                    <a:pt x="60226" y="123152"/>
                    <a:pt x="67638" y="113658"/>
                    <a:pt x="82462" y="93263"/>
                  </a:cubicBezTo>
                  <a:lnTo>
                    <a:pt x="93050" y="135459"/>
                  </a:lnTo>
                  <a:cubicBezTo>
                    <a:pt x="97639" y="153392"/>
                    <a:pt x="102227" y="159018"/>
                    <a:pt x="113521" y="159018"/>
                  </a:cubicBezTo>
                  <a:cubicBezTo>
                    <a:pt x="126933" y="159018"/>
                    <a:pt x="136110" y="150579"/>
                    <a:pt x="156581" y="118932"/>
                  </a:cubicBezTo>
                  <a:lnTo>
                    <a:pt x="151640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0" name="Freeform: Shape 1829">
              <a:extLst>
                <a:ext uri="{FF2B5EF4-FFF2-40B4-BE49-F238E27FC236}">
                  <a16:creationId xmlns:a16="http://schemas.microsoft.com/office/drawing/2014/main" id="{6EC69CDA-FCBE-24EC-B3F6-C09B98A5B3E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762551" y="3820756"/>
              <a:ext cx="116225" cy="175899"/>
            </a:xfrm>
            <a:custGeom>
              <a:avLst/>
              <a:gdLst>
                <a:gd name="connsiteX0" fmla="*/ 116455 w 116225"/>
                <a:gd name="connsiteY0" fmla="*/ 140335 h 175899"/>
                <a:gd name="connsiteX1" fmla="*/ 113059 w 116225"/>
                <a:gd name="connsiteY1" fmla="*/ 139034 h 175899"/>
                <a:gd name="connsiteX2" fmla="*/ 88247 w 116225"/>
                <a:gd name="connsiteY2" fmla="*/ 156208 h 175899"/>
                <a:gd name="connsiteX3" fmla="*/ 25825 w 116225"/>
                <a:gd name="connsiteY3" fmla="*/ 156208 h 175899"/>
                <a:gd name="connsiteX4" fmla="*/ 69703 w 116225"/>
                <a:gd name="connsiteY4" fmla="*/ 110411 h 175899"/>
                <a:gd name="connsiteX5" fmla="*/ 103134 w 116225"/>
                <a:gd name="connsiteY5" fmla="*/ 46140 h 175899"/>
                <a:gd name="connsiteX6" fmla="*/ 54816 w 116225"/>
                <a:gd name="connsiteY6" fmla="*/ 84 h 175899"/>
                <a:gd name="connsiteX7" fmla="*/ 17206 w 116225"/>
                <a:gd name="connsiteY7" fmla="*/ 16216 h 175899"/>
                <a:gd name="connsiteX8" fmla="*/ 490 w 116225"/>
                <a:gd name="connsiteY8" fmla="*/ 51865 h 175899"/>
                <a:gd name="connsiteX9" fmla="*/ 5975 w 116225"/>
                <a:gd name="connsiteY9" fmla="*/ 53166 h 175899"/>
                <a:gd name="connsiteX10" fmla="*/ 43846 w 116225"/>
                <a:gd name="connsiteY10" fmla="*/ 19339 h 175899"/>
                <a:gd name="connsiteX11" fmla="*/ 80673 w 116225"/>
                <a:gd name="connsiteY11" fmla="*/ 56028 h 175899"/>
                <a:gd name="connsiteX12" fmla="*/ 46719 w 116225"/>
                <a:gd name="connsiteY12" fmla="*/ 123682 h 175899"/>
                <a:gd name="connsiteX13" fmla="*/ 229 w 116225"/>
                <a:gd name="connsiteY13" fmla="*/ 172861 h 175899"/>
                <a:gd name="connsiteX14" fmla="*/ 229 w 116225"/>
                <a:gd name="connsiteY14" fmla="*/ 175983 h 175899"/>
                <a:gd name="connsiteX15" fmla="*/ 102090 w 116225"/>
                <a:gd name="connsiteY15" fmla="*/ 175983 h 175899"/>
                <a:gd name="connsiteX16" fmla="*/ 116455 w 116225"/>
                <a:gd name="connsiteY16" fmla="*/ 140335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55" y="140335"/>
                  </a:moveTo>
                  <a:lnTo>
                    <a:pt x="113059" y="139034"/>
                  </a:lnTo>
                  <a:cubicBezTo>
                    <a:pt x="103396" y="153866"/>
                    <a:pt x="100000" y="156208"/>
                    <a:pt x="88247" y="156208"/>
                  </a:cubicBezTo>
                  <a:lnTo>
                    <a:pt x="25825" y="156208"/>
                  </a:lnTo>
                  <a:lnTo>
                    <a:pt x="69703" y="110411"/>
                  </a:lnTo>
                  <a:cubicBezTo>
                    <a:pt x="92948" y="86212"/>
                    <a:pt x="103134" y="66436"/>
                    <a:pt x="103134" y="46140"/>
                  </a:cubicBezTo>
                  <a:cubicBezTo>
                    <a:pt x="103134" y="20120"/>
                    <a:pt x="81979" y="84"/>
                    <a:pt x="54816" y="84"/>
                  </a:cubicBezTo>
                  <a:cubicBezTo>
                    <a:pt x="40451" y="84"/>
                    <a:pt x="26869" y="5808"/>
                    <a:pt x="17206" y="16216"/>
                  </a:cubicBezTo>
                  <a:cubicBezTo>
                    <a:pt x="8848" y="25063"/>
                    <a:pt x="4930" y="33390"/>
                    <a:pt x="490" y="51865"/>
                  </a:cubicBezTo>
                  <a:lnTo>
                    <a:pt x="5975" y="53166"/>
                  </a:lnTo>
                  <a:cubicBezTo>
                    <a:pt x="16422" y="27665"/>
                    <a:pt x="25825" y="19339"/>
                    <a:pt x="43846" y="19339"/>
                  </a:cubicBezTo>
                  <a:cubicBezTo>
                    <a:pt x="65785" y="19339"/>
                    <a:pt x="80673" y="34171"/>
                    <a:pt x="80673" y="56028"/>
                  </a:cubicBezTo>
                  <a:cubicBezTo>
                    <a:pt x="80673" y="76324"/>
                    <a:pt x="68658" y="100523"/>
                    <a:pt x="46719" y="123682"/>
                  </a:cubicBezTo>
                  <a:lnTo>
                    <a:pt x="229" y="172861"/>
                  </a:lnTo>
                  <a:lnTo>
                    <a:pt x="229" y="175983"/>
                  </a:lnTo>
                  <a:lnTo>
                    <a:pt x="102090" y="175983"/>
                  </a:lnTo>
                  <a:lnTo>
                    <a:pt x="116455" y="14033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1" name="Freeform: Shape 1830">
              <a:extLst>
                <a:ext uri="{FF2B5EF4-FFF2-40B4-BE49-F238E27FC236}">
                  <a16:creationId xmlns:a16="http://schemas.microsoft.com/office/drawing/2014/main" id="{8EBA3BF6-78E3-6389-35A8-25B1059435F8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923627" y="3679615"/>
              <a:ext cx="81883" cy="351630"/>
            </a:xfrm>
            <a:custGeom>
              <a:avLst/>
              <a:gdLst>
                <a:gd name="connsiteX0" fmla="*/ 82118 w 81883"/>
                <a:gd name="connsiteY0" fmla="*/ 175896 h 351630"/>
                <a:gd name="connsiteX1" fmla="*/ 58824 w 81883"/>
                <a:gd name="connsiteY1" fmla="*/ 66187 h 351630"/>
                <a:gd name="connsiteX2" fmla="*/ 3764 w 81883"/>
                <a:gd name="connsiteY2" fmla="*/ 81 h 351630"/>
                <a:gd name="connsiteX3" fmla="*/ 234 w 81883"/>
                <a:gd name="connsiteY3" fmla="*/ 3597 h 351630"/>
                <a:gd name="connsiteX4" fmla="*/ 6940 w 81883"/>
                <a:gd name="connsiteY4" fmla="*/ 11684 h 351630"/>
                <a:gd name="connsiteX5" fmla="*/ 61647 w 81883"/>
                <a:gd name="connsiteY5" fmla="*/ 175896 h 351630"/>
                <a:gd name="connsiteX6" fmla="*/ 4823 w 81883"/>
                <a:gd name="connsiteY6" fmla="*/ 342217 h 351630"/>
                <a:gd name="connsiteX7" fmla="*/ 234 w 81883"/>
                <a:gd name="connsiteY7" fmla="*/ 348195 h 351630"/>
                <a:gd name="connsiteX8" fmla="*/ 3764 w 81883"/>
                <a:gd name="connsiteY8" fmla="*/ 351711 h 351630"/>
                <a:gd name="connsiteX9" fmla="*/ 59882 w 81883"/>
                <a:gd name="connsiteY9" fmla="*/ 283143 h 351630"/>
                <a:gd name="connsiteX10" fmla="*/ 82118 w 81883"/>
                <a:gd name="connsiteY10" fmla="*/ 17589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8" y="175896"/>
                  </a:moveTo>
                  <a:cubicBezTo>
                    <a:pt x="82118" y="148469"/>
                    <a:pt x="78236" y="105921"/>
                    <a:pt x="58824" y="66187"/>
                  </a:cubicBezTo>
                  <a:cubicBezTo>
                    <a:pt x="37647" y="22937"/>
                    <a:pt x="7293" y="81"/>
                    <a:pt x="3764" y="81"/>
                  </a:cubicBezTo>
                  <a:cubicBezTo>
                    <a:pt x="1646" y="81"/>
                    <a:pt x="234" y="1487"/>
                    <a:pt x="234" y="3597"/>
                  </a:cubicBezTo>
                  <a:cubicBezTo>
                    <a:pt x="234" y="4652"/>
                    <a:pt x="234" y="5355"/>
                    <a:pt x="6940" y="11684"/>
                  </a:cubicBezTo>
                  <a:cubicBezTo>
                    <a:pt x="41529" y="46496"/>
                    <a:pt x="61647" y="102405"/>
                    <a:pt x="61647" y="175896"/>
                  </a:cubicBezTo>
                  <a:cubicBezTo>
                    <a:pt x="61647" y="236025"/>
                    <a:pt x="48588" y="297912"/>
                    <a:pt x="4823" y="342217"/>
                  </a:cubicBezTo>
                  <a:cubicBezTo>
                    <a:pt x="234" y="346437"/>
                    <a:pt x="234" y="347140"/>
                    <a:pt x="234" y="348195"/>
                  </a:cubicBezTo>
                  <a:cubicBezTo>
                    <a:pt x="234" y="350305"/>
                    <a:pt x="1646" y="351711"/>
                    <a:pt x="3764" y="351711"/>
                  </a:cubicBezTo>
                  <a:cubicBezTo>
                    <a:pt x="7293" y="351711"/>
                    <a:pt x="39058" y="327800"/>
                    <a:pt x="59882" y="283143"/>
                  </a:cubicBezTo>
                  <a:cubicBezTo>
                    <a:pt x="77883" y="244464"/>
                    <a:pt x="82118" y="205433"/>
                    <a:pt x="82118" y="1758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2" name="Freeform: Shape 1831">
              <a:extLst>
                <a:ext uri="{FF2B5EF4-FFF2-40B4-BE49-F238E27FC236}">
                  <a16:creationId xmlns:a16="http://schemas.microsoft.com/office/drawing/2014/main" id="{C210834D-29EB-6F86-E3A0-C8FC6682A435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075904" y="3679615"/>
              <a:ext cx="81883" cy="351630"/>
            </a:xfrm>
            <a:custGeom>
              <a:avLst/>
              <a:gdLst>
                <a:gd name="connsiteX0" fmla="*/ 82122 w 81883"/>
                <a:gd name="connsiteY0" fmla="*/ 348195 h 351630"/>
                <a:gd name="connsiteX1" fmla="*/ 76122 w 81883"/>
                <a:gd name="connsiteY1" fmla="*/ 340459 h 351630"/>
                <a:gd name="connsiteX2" fmla="*/ 20709 w 81883"/>
                <a:gd name="connsiteY2" fmla="*/ 175896 h 351630"/>
                <a:gd name="connsiteX3" fmla="*/ 77534 w 81883"/>
                <a:gd name="connsiteY3" fmla="*/ 9575 h 351630"/>
                <a:gd name="connsiteX4" fmla="*/ 82122 w 81883"/>
                <a:gd name="connsiteY4" fmla="*/ 3597 h 351630"/>
                <a:gd name="connsiteX5" fmla="*/ 78593 w 81883"/>
                <a:gd name="connsiteY5" fmla="*/ 81 h 351630"/>
                <a:gd name="connsiteX6" fmla="*/ 22474 w 81883"/>
                <a:gd name="connsiteY6" fmla="*/ 68649 h 351630"/>
                <a:gd name="connsiteX7" fmla="*/ 238 w 81883"/>
                <a:gd name="connsiteY7" fmla="*/ 175896 h 351630"/>
                <a:gd name="connsiteX8" fmla="*/ 23533 w 81883"/>
                <a:gd name="connsiteY8" fmla="*/ 285605 h 351630"/>
                <a:gd name="connsiteX9" fmla="*/ 78593 w 81883"/>
                <a:gd name="connsiteY9" fmla="*/ 351711 h 351630"/>
                <a:gd name="connsiteX10" fmla="*/ 82122 w 81883"/>
                <a:gd name="connsiteY10" fmla="*/ 34819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2" y="348195"/>
                  </a:moveTo>
                  <a:cubicBezTo>
                    <a:pt x="82122" y="347140"/>
                    <a:pt x="82122" y="346437"/>
                    <a:pt x="76122" y="340459"/>
                  </a:cubicBezTo>
                  <a:cubicBezTo>
                    <a:pt x="32003" y="296154"/>
                    <a:pt x="20709" y="229695"/>
                    <a:pt x="20709" y="175896"/>
                  </a:cubicBezTo>
                  <a:cubicBezTo>
                    <a:pt x="20709" y="114712"/>
                    <a:pt x="34121" y="53528"/>
                    <a:pt x="77534" y="9575"/>
                  </a:cubicBezTo>
                  <a:cubicBezTo>
                    <a:pt x="82122" y="5355"/>
                    <a:pt x="82122" y="4652"/>
                    <a:pt x="82122" y="3597"/>
                  </a:cubicBezTo>
                  <a:cubicBezTo>
                    <a:pt x="82122" y="1135"/>
                    <a:pt x="80710" y="81"/>
                    <a:pt x="78593" y="81"/>
                  </a:cubicBezTo>
                  <a:cubicBezTo>
                    <a:pt x="75063" y="81"/>
                    <a:pt x="43298" y="23991"/>
                    <a:pt x="22474" y="68649"/>
                  </a:cubicBezTo>
                  <a:cubicBezTo>
                    <a:pt x="4474" y="107328"/>
                    <a:pt x="238" y="146359"/>
                    <a:pt x="238" y="175896"/>
                  </a:cubicBezTo>
                  <a:cubicBezTo>
                    <a:pt x="238" y="203323"/>
                    <a:pt x="4121" y="245870"/>
                    <a:pt x="23533" y="285605"/>
                  </a:cubicBezTo>
                  <a:cubicBezTo>
                    <a:pt x="44710" y="328855"/>
                    <a:pt x="75063" y="351711"/>
                    <a:pt x="78593" y="351711"/>
                  </a:cubicBezTo>
                  <a:cubicBezTo>
                    <a:pt x="80710" y="351711"/>
                    <a:pt x="82122" y="350657"/>
                    <a:pt x="82122" y="34819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3" name="Freeform: Shape 1832">
              <a:extLst>
                <a:ext uri="{FF2B5EF4-FFF2-40B4-BE49-F238E27FC236}">
                  <a16:creationId xmlns:a16="http://schemas.microsoft.com/office/drawing/2014/main" id="{9A6AEECA-EEBE-7A78-59D5-11F8B3015B4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168886" y="3788269"/>
              <a:ext cx="167297" cy="158937"/>
            </a:xfrm>
            <a:custGeom>
              <a:avLst/>
              <a:gdLst>
                <a:gd name="connsiteX0" fmla="*/ 151656 w 167297"/>
                <a:gd name="connsiteY0" fmla="*/ 116119 h 158937"/>
                <a:gd name="connsiteX1" fmla="*/ 143891 w 167297"/>
                <a:gd name="connsiteY1" fmla="*/ 125613 h 158937"/>
                <a:gd name="connsiteX2" fmla="*/ 127656 w 167297"/>
                <a:gd name="connsiteY2" fmla="*/ 139679 h 158937"/>
                <a:gd name="connsiteX3" fmla="*/ 116714 w 167297"/>
                <a:gd name="connsiteY3" fmla="*/ 125262 h 158937"/>
                <a:gd name="connsiteX4" fmla="*/ 115303 w 167297"/>
                <a:gd name="connsiteY4" fmla="*/ 119284 h 158937"/>
                <a:gd name="connsiteX5" fmla="*/ 102596 w 167297"/>
                <a:gd name="connsiteY5" fmla="*/ 62320 h 158937"/>
                <a:gd name="connsiteX6" fmla="*/ 137185 w 167297"/>
                <a:gd name="connsiteY6" fmla="*/ 19773 h 158937"/>
                <a:gd name="connsiteX7" fmla="*/ 145656 w 167297"/>
                <a:gd name="connsiteY7" fmla="*/ 22586 h 158937"/>
                <a:gd name="connsiteX8" fmla="*/ 155186 w 167297"/>
                <a:gd name="connsiteY8" fmla="*/ 25750 h 158937"/>
                <a:gd name="connsiteX9" fmla="*/ 167539 w 167297"/>
                <a:gd name="connsiteY9" fmla="*/ 13092 h 158937"/>
                <a:gd name="connsiteX10" fmla="*/ 153068 w 167297"/>
                <a:gd name="connsiteY10" fmla="*/ 81 h 158937"/>
                <a:gd name="connsiteX11" fmla="*/ 99773 w 167297"/>
                <a:gd name="connsiteY11" fmla="*/ 50364 h 158937"/>
                <a:gd name="connsiteX12" fmla="*/ 95890 w 167297"/>
                <a:gd name="connsiteY12" fmla="*/ 31025 h 158937"/>
                <a:gd name="connsiteX13" fmla="*/ 77537 w 167297"/>
                <a:gd name="connsiteY13" fmla="*/ 81 h 158937"/>
                <a:gd name="connsiteX14" fmla="*/ 36242 w 167297"/>
                <a:gd name="connsiteY14" fmla="*/ 10278 h 158937"/>
                <a:gd name="connsiteX15" fmla="*/ 32360 w 167297"/>
                <a:gd name="connsiteY15" fmla="*/ 11685 h 158937"/>
                <a:gd name="connsiteX16" fmla="*/ 33772 w 167297"/>
                <a:gd name="connsiteY16" fmla="*/ 16959 h 158937"/>
                <a:gd name="connsiteX17" fmla="*/ 53537 w 167297"/>
                <a:gd name="connsiteY17" fmla="*/ 13092 h 158937"/>
                <a:gd name="connsiteX18" fmla="*/ 69419 w 167297"/>
                <a:gd name="connsiteY18" fmla="*/ 37354 h 158937"/>
                <a:gd name="connsiteX19" fmla="*/ 79655 w 167297"/>
                <a:gd name="connsiteY19" fmla="*/ 80605 h 158937"/>
                <a:gd name="connsiteX20" fmla="*/ 50713 w 167297"/>
                <a:gd name="connsiteY20" fmla="*/ 121746 h 158937"/>
                <a:gd name="connsiteX21" fmla="*/ 32713 w 167297"/>
                <a:gd name="connsiteY21" fmla="*/ 138624 h 158937"/>
                <a:gd name="connsiteX22" fmla="*/ 23536 w 167297"/>
                <a:gd name="connsiteY22" fmla="*/ 135459 h 158937"/>
                <a:gd name="connsiteX23" fmla="*/ 12242 w 167297"/>
                <a:gd name="connsiteY23" fmla="*/ 131943 h 158937"/>
                <a:gd name="connsiteX24" fmla="*/ 241 w 167297"/>
                <a:gd name="connsiteY24" fmla="*/ 144250 h 158937"/>
                <a:gd name="connsiteX25" fmla="*/ 17889 w 167297"/>
                <a:gd name="connsiteY25" fmla="*/ 159018 h 158937"/>
                <a:gd name="connsiteX26" fmla="*/ 50713 w 167297"/>
                <a:gd name="connsiteY26" fmla="*/ 134404 h 158937"/>
                <a:gd name="connsiteX27" fmla="*/ 82478 w 167297"/>
                <a:gd name="connsiteY27" fmla="*/ 93263 h 158937"/>
                <a:gd name="connsiteX28" fmla="*/ 93067 w 167297"/>
                <a:gd name="connsiteY28" fmla="*/ 135459 h 158937"/>
                <a:gd name="connsiteX29" fmla="*/ 113538 w 167297"/>
                <a:gd name="connsiteY29" fmla="*/ 159018 h 158937"/>
                <a:gd name="connsiteX30" fmla="*/ 156598 w 167297"/>
                <a:gd name="connsiteY30" fmla="*/ 118932 h 158937"/>
                <a:gd name="connsiteX31" fmla="*/ 151656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6" y="116119"/>
                  </a:moveTo>
                  <a:cubicBezTo>
                    <a:pt x="148833" y="119284"/>
                    <a:pt x="147068" y="121394"/>
                    <a:pt x="143891" y="125613"/>
                  </a:cubicBezTo>
                  <a:cubicBezTo>
                    <a:pt x="135774" y="136162"/>
                    <a:pt x="131538" y="139679"/>
                    <a:pt x="127656" y="139679"/>
                  </a:cubicBezTo>
                  <a:cubicBezTo>
                    <a:pt x="122362" y="139679"/>
                    <a:pt x="119185" y="135107"/>
                    <a:pt x="116714" y="125262"/>
                  </a:cubicBezTo>
                  <a:cubicBezTo>
                    <a:pt x="116008" y="122449"/>
                    <a:pt x="115656" y="120339"/>
                    <a:pt x="115303" y="119284"/>
                  </a:cubicBezTo>
                  <a:cubicBezTo>
                    <a:pt x="106479" y="83769"/>
                    <a:pt x="102596" y="67594"/>
                    <a:pt x="102596" y="62320"/>
                  </a:cubicBezTo>
                  <a:cubicBezTo>
                    <a:pt x="118126" y="35244"/>
                    <a:pt x="130832" y="19773"/>
                    <a:pt x="137185" y="19773"/>
                  </a:cubicBezTo>
                  <a:cubicBezTo>
                    <a:pt x="139303" y="19773"/>
                    <a:pt x="142127" y="20827"/>
                    <a:pt x="145656" y="22586"/>
                  </a:cubicBezTo>
                  <a:cubicBezTo>
                    <a:pt x="149891" y="25047"/>
                    <a:pt x="152362" y="25750"/>
                    <a:pt x="155186" y="25750"/>
                  </a:cubicBezTo>
                  <a:cubicBezTo>
                    <a:pt x="162598" y="25750"/>
                    <a:pt x="167539" y="20476"/>
                    <a:pt x="167539" y="13092"/>
                  </a:cubicBezTo>
                  <a:cubicBezTo>
                    <a:pt x="167539" y="5707"/>
                    <a:pt x="161539" y="81"/>
                    <a:pt x="153068" y="81"/>
                  </a:cubicBezTo>
                  <a:cubicBezTo>
                    <a:pt x="137538" y="81"/>
                    <a:pt x="124126" y="12740"/>
                    <a:pt x="99773" y="50364"/>
                  </a:cubicBezTo>
                  <a:lnTo>
                    <a:pt x="95890" y="31025"/>
                  </a:lnTo>
                  <a:cubicBezTo>
                    <a:pt x="90949" y="7114"/>
                    <a:pt x="87067" y="81"/>
                    <a:pt x="77537" y="81"/>
                  </a:cubicBezTo>
                  <a:cubicBezTo>
                    <a:pt x="69772" y="81"/>
                    <a:pt x="57772" y="3246"/>
                    <a:pt x="36242" y="10278"/>
                  </a:cubicBezTo>
                  <a:lnTo>
                    <a:pt x="32360" y="11685"/>
                  </a:lnTo>
                  <a:lnTo>
                    <a:pt x="33772" y="16959"/>
                  </a:lnTo>
                  <a:cubicBezTo>
                    <a:pt x="47184" y="13795"/>
                    <a:pt x="50360" y="13092"/>
                    <a:pt x="53537" y="13092"/>
                  </a:cubicBezTo>
                  <a:cubicBezTo>
                    <a:pt x="62360" y="13092"/>
                    <a:pt x="64478" y="16256"/>
                    <a:pt x="69419" y="37354"/>
                  </a:cubicBezTo>
                  <a:lnTo>
                    <a:pt x="79655" y="80605"/>
                  </a:lnTo>
                  <a:lnTo>
                    <a:pt x="50713" y="121746"/>
                  </a:lnTo>
                  <a:cubicBezTo>
                    <a:pt x="43654" y="132294"/>
                    <a:pt x="36595" y="138624"/>
                    <a:pt x="32713" y="138624"/>
                  </a:cubicBezTo>
                  <a:cubicBezTo>
                    <a:pt x="30595" y="138624"/>
                    <a:pt x="27066" y="137569"/>
                    <a:pt x="23536" y="135459"/>
                  </a:cubicBezTo>
                  <a:cubicBezTo>
                    <a:pt x="18948" y="132998"/>
                    <a:pt x="15065" y="131943"/>
                    <a:pt x="12242" y="131943"/>
                  </a:cubicBezTo>
                  <a:cubicBezTo>
                    <a:pt x="5536" y="131943"/>
                    <a:pt x="241" y="137217"/>
                    <a:pt x="241" y="144250"/>
                  </a:cubicBezTo>
                  <a:cubicBezTo>
                    <a:pt x="241" y="153392"/>
                    <a:pt x="7300" y="159018"/>
                    <a:pt x="17889" y="159018"/>
                  </a:cubicBezTo>
                  <a:cubicBezTo>
                    <a:pt x="28830" y="159018"/>
                    <a:pt x="33066" y="155854"/>
                    <a:pt x="50713" y="134404"/>
                  </a:cubicBezTo>
                  <a:cubicBezTo>
                    <a:pt x="60243" y="123152"/>
                    <a:pt x="67655" y="113658"/>
                    <a:pt x="82478" y="93263"/>
                  </a:cubicBezTo>
                  <a:lnTo>
                    <a:pt x="93067" y="135459"/>
                  </a:lnTo>
                  <a:cubicBezTo>
                    <a:pt x="97655" y="153392"/>
                    <a:pt x="102243" y="159018"/>
                    <a:pt x="113538" y="159018"/>
                  </a:cubicBezTo>
                  <a:cubicBezTo>
                    <a:pt x="126950" y="159018"/>
                    <a:pt x="136126" y="150579"/>
                    <a:pt x="156598" y="118932"/>
                  </a:cubicBezTo>
                  <a:lnTo>
                    <a:pt x="151656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4" name="Freeform: Shape 1833">
              <a:extLst>
                <a:ext uri="{FF2B5EF4-FFF2-40B4-BE49-F238E27FC236}">
                  <a16:creationId xmlns:a16="http://schemas.microsoft.com/office/drawing/2014/main" id="{4039EEDC-A342-8ECF-ECCF-7C264792984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415267" y="3848398"/>
              <a:ext cx="215651" cy="14065"/>
            </a:xfrm>
            <a:custGeom>
              <a:avLst/>
              <a:gdLst>
                <a:gd name="connsiteX0" fmla="*/ 203545 w 215651"/>
                <a:gd name="connsiteY0" fmla="*/ 14146 h 14065"/>
                <a:gd name="connsiteX1" fmla="*/ 215899 w 215651"/>
                <a:gd name="connsiteY1" fmla="*/ 7114 h 14065"/>
                <a:gd name="connsiteX2" fmla="*/ 203545 w 215651"/>
                <a:gd name="connsiteY2" fmla="*/ 81 h 14065"/>
                <a:gd name="connsiteX3" fmla="*/ 12601 w 215651"/>
                <a:gd name="connsiteY3" fmla="*/ 81 h 14065"/>
                <a:gd name="connsiteX4" fmla="*/ 247 w 215651"/>
                <a:gd name="connsiteY4" fmla="*/ 7114 h 14065"/>
                <a:gd name="connsiteX5" fmla="*/ 12601 w 215651"/>
                <a:gd name="connsiteY5" fmla="*/ 14146 h 14065"/>
                <a:gd name="connsiteX6" fmla="*/ 203545 w 215651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5" y="14146"/>
                  </a:moveTo>
                  <a:cubicBezTo>
                    <a:pt x="209546" y="14146"/>
                    <a:pt x="215899" y="14146"/>
                    <a:pt x="215899" y="7114"/>
                  </a:cubicBezTo>
                  <a:cubicBezTo>
                    <a:pt x="215899" y="81"/>
                    <a:pt x="209546" y="81"/>
                    <a:pt x="203545" y="81"/>
                  </a:cubicBezTo>
                  <a:lnTo>
                    <a:pt x="12601" y="81"/>
                  </a:lnTo>
                  <a:cubicBezTo>
                    <a:pt x="6600" y="81"/>
                    <a:pt x="247" y="81"/>
                    <a:pt x="247" y="7114"/>
                  </a:cubicBezTo>
                  <a:cubicBezTo>
                    <a:pt x="247" y="14146"/>
                    <a:pt x="6600" y="14146"/>
                    <a:pt x="12601" y="14146"/>
                  </a:cubicBezTo>
                  <a:lnTo>
                    <a:pt x="203545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5" name="Freeform: Shape 1834">
              <a:extLst>
                <a:ext uri="{FF2B5EF4-FFF2-40B4-BE49-F238E27FC236}">
                  <a16:creationId xmlns:a16="http://schemas.microsoft.com/office/drawing/2014/main" id="{A0E1BDAD-6CFA-67DB-4861-C51777EDDD5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700911" y="3788269"/>
              <a:ext cx="167297" cy="158937"/>
            </a:xfrm>
            <a:custGeom>
              <a:avLst/>
              <a:gdLst>
                <a:gd name="connsiteX0" fmla="*/ 151671 w 167297"/>
                <a:gd name="connsiteY0" fmla="*/ 116119 h 158937"/>
                <a:gd name="connsiteX1" fmla="*/ 143906 w 167297"/>
                <a:gd name="connsiteY1" fmla="*/ 125613 h 158937"/>
                <a:gd name="connsiteX2" fmla="*/ 127671 w 167297"/>
                <a:gd name="connsiteY2" fmla="*/ 139679 h 158937"/>
                <a:gd name="connsiteX3" fmla="*/ 116729 w 167297"/>
                <a:gd name="connsiteY3" fmla="*/ 125262 h 158937"/>
                <a:gd name="connsiteX4" fmla="*/ 115318 w 167297"/>
                <a:gd name="connsiteY4" fmla="*/ 119284 h 158937"/>
                <a:gd name="connsiteX5" fmla="*/ 102611 w 167297"/>
                <a:gd name="connsiteY5" fmla="*/ 62320 h 158937"/>
                <a:gd name="connsiteX6" fmla="*/ 137200 w 167297"/>
                <a:gd name="connsiteY6" fmla="*/ 19773 h 158937"/>
                <a:gd name="connsiteX7" fmla="*/ 145671 w 167297"/>
                <a:gd name="connsiteY7" fmla="*/ 22586 h 158937"/>
                <a:gd name="connsiteX8" fmla="*/ 155201 w 167297"/>
                <a:gd name="connsiteY8" fmla="*/ 25750 h 158937"/>
                <a:gd name="connsiteX9" fmla="*/ 167554 w 167297"/>
                <a:gd name="connsiteY9" fmla="*/ 13092 h 158937"/>
                <a:gd name="connsiteX10" fmla="*/ 153083 w 167297"/>
                <a:gd name="connsiteY10" fmla="*/ 81 h 158937"/>
                <a:gd name="connsiteX11" fmla="*/ 99788 w 167297"/>
                <a:gd name="connsiteY11" fmla="*/ 50364 h 158937"/>
                <a:gd name="connsiteX12" fmla="*/ 95905 w 167297"/>
                <a:gd name="connsiteY12" fmla="*/ 31025 h 158937"/>
                <a:gd name="connsiteX13" fmla="*/ 77552 w 167297"/>
                <a:gd name="connsiteY13" fmla="*/ 81 h 158937"/>
                <a:gd name="connsiteX14" fmla="*/ 36257 w 167297"/>
                <a:gd name="connsiteY14" fmla="*/ 10278 h 158937"/>
                <a:gd name="connsiteX15" fmla="*/ 32375 w 167297"/>
                <a:gd name="connsiteY15" fmla="*/ 11685 h 158937"/>
                <a:gd name="connsiteX16" fmla="*/ 33787 w 167297"/>
                <a:gd name="connsiteY16" fmla="*/ 16959 h 158937"/>
                <a:gd name="connsiteX17" fmla="*/ 53552 w 167297"/>
                <a:gd name="connsiteY17" fmla="*/ 13092 h 158937"/>
                <a:gd name="connsiteX18" fmla="*/ 69434 w 167297"/>
                <a:gd name="connsiteY18" fmla="*/ 37354 h 158937"/>
                <a:gd name="connsiteX19" fmla="*/ 79670 w 167297"/>
                <a:gd name="connsiteY19" fmla="*/ 80605 h 158937"/>
                <a:gd name="connsiteX20" fmla="*/ 50728 w 167297"/>
                <a:gd name="connsiteY20" fmla="*/ 121746 h 158937"/>
                <a:gd name="connsiteX21" fmla="*/ 32728 w 167297"/>
                <a:gd name="connsiteY21" fmla="*/ 138624 h 158937"/>
                <a:gd name="connsiteX22" fmla="*/ 23551 w 167297"/>
                <a:gd name="connsiteY22" fmla="*/ 135459 h 158937"/>
                <a:gd name="connsiteX23" fmla="*/ 12257 w 167297"/>
                <a:gd name="connsiteY23" fmla="*/ 131943 h 158937"/>
                <a:gd name="connsiteX24" fmla="*/ 256 w 167297"/>
                <a:gd name="connsiteY24" fmla="*/ 144250 h 158937"/>
                <a:gd name="connsiteX25" fmla="*/ 17904 w 167297"/>
                <a:gd name="connsiteY25" fmla="*/ 159018 h 158937"/>
                <a:gd name="connsiteX26" fmla="*/ 50728 w 167297"/>
                <a:gd name="connsiteY26" fmla="*/ 134404 h 158937"/>
                <a:gd name="connsiteX27" fmla="*/ 82493 w 167297"/>
                <a:gd name="connsiteY27" fmla="*/ 93263 h 158937"/>
                <a:gd name="connsiteX28" fmla="*/ 93082 w 167297"/>
                <a:gd name="connsiteY28" fmla="*/ 135459 h 158937"/>
                <a:gd name="connsiteX29" fmla="*/ 113553 w 167297"/>
                <a:gd name="connsiteY29" fmla="*/ 159018 h 158937"/>
                <a:gd name="connsiteX30" fmla="*/ 156612 w 167297"/>
                <a:gd name="connsiteY30" fmla="*/ 118932 h 158937"/>
                <a:gd name="connsiteX31" fmla="*/ 151671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1" y="116119"/>
                  </a:moveTo>
                  <a:cubicBezTo>
                    <a:pt x="148848" y="119284"/>
                    <a:pt x="147083" y="121394"/>
                    <a:pt x="143906" y="125613"/>
                  </a:cubicBezTo>
                  <a:cubicBezTo>
                    <a:pt x="135789" y="136162"/>
                    <a:pt x="131553" y="139679"/>
                    <a:pt x="127671" y="139679"/>
                  </a:cubicBezTo>
                  <a:cubicBezTo>
                    <a:pt x="122376" y="139679"/>
                    <a:pt x="119200" y="135107"/>
                    <a:pt x="116729" y="125262"/>
                  </a:cubicBezTo>
                  <a:cubicBezTo>
                    <a:pt x="116023" y="122449"/>
                    <a:pt x="115670" y="120339"/>
                    <a:pt x="115318" y="119284"/>
                  </a:cubicBezTo>
                  <a:cubicBezTo>
                    <a:pt x="106494" y="83769"/>
                    <a:pt x="102611" y="67594"/>
                    <a:pt x="102611" y="62320"/>
                  </a:cubicBezTo>
                  <a:cubicBezTo>
                    <a:pt x="118141" y="35244"/>
                    <a:pt x="130847" y="19773"/>
                    <a:pt x="137200" y="19773"/>
                  </a:cubicBezTo>
                  <a:cubicBezTo>
                    <a:pt x="139318" y="19773"/>
                    <a:pt x="142142" y="20827"/>
                    <a:pt x="145671" y="22586"/>
                  </a:cubicBezTo>
                  <a:cubicBezTo>
                    <a:pt x="149906" y="25047"/>
                    <a:pt x="152377" y="25750"/>
                    <a:pt x="155201" y="25750"/>
                  </a:cubicBezTo>
                  <a:cubicBezTo>
                    <a:pt x="162613" y="25750"/>
                    <a:pt x="167554" y="20476"/>
                    <a:pt x="167554" y="13092"/>
                  </a:cubicBezTo>
                  <a:cubicBezTo>
                    <a:pt x="167554" y="5707"/>
                    <a:pt x="161554" y="81"/>
                    <a:pt x="153083" y="81"/>
                  </a:cubicBezTo>
                  <a:cubicBezTo>
                    <a:pt x="137553" y="81"/>
                    <a:pt x="124141" y="12740"/>
                    <a:pt x="99788" y="50364"/>
                  </a:cubicBezTo>
                  <a:lnTo>
                    <a:pt x="95905" y="31025"/>
                  </a:lnTo>
                  <a:cubicBezTo>
                    <a:pt x="90964" y="7114"/>
                    <a:pt x="87082" y="81"/>
                    <a:pt x="77552" y="81"/>
                  </a:cubicBezTo>
                  <a:cubicBezTo>
                    <a:pt x="69787" y="81"/>
                    <a:pt x="57787" y="3246"/>
                    <a:pt x="36257" y="10278"/>
                  </a:cubicBezTo>
                  <a:lnTo>
                    <a:pt x="32375" y="11685"/>
                  </a:lnTo>
                  <a:lnTo>
                    <a:pt x="33787" y="16959"/>
                  </a:lnTo>
                  <a:cubicBezTo>
                    <a:pt x="47199" y="13795"/>
                    <a:pt x="50375" y="13092"/>
                    <a:pt x="53552" y="13092"/>
                  </a:cubicBezTo>
                  <a:cubicBezTo>
                    <a:pt x="62375" y="13092"/>
                    <a:pt x="64493" y="16256"/>
                    <a:pt x="69434" y="37354"/>
                  </a:cubicBezTo>
                  <a:lnTo>
                    <a:pt x="79670" y="80605"/>
                  </a:lnTo>
                  <a:lnTo>
                    <a:pt x="50728" y="121746"/>
                  </a:lnTo>
                  <a:cubicBezTo>
                    <a:pt x="43669" y="132294"/>
                    <a:pt x="36610" y="138624"/>
                    <a:pt x="32728" y="138624"/>
                  </a:cubicBezTo>
                  <a:cubicBezTo>
                    <a:pt x="30610" y="138624"/>
                    <a:pt x="27081" y="137569"/>
                    <a:pt x="23551" y="135459"/>
                  </a:cubicBezTo>
                  <a:cubicBezTo>
                    <a:pt x="18963" y="132998"/>
                    <a:pt x="15080" y="131943"/>
                    <a:pt x="12257" y="131943"/>
                  </a:cubicBezTo>
                  <a:cubicBezTo>
                    <a:pt x="5551" y="131943"/>
                    <a:pt x="256" y="137217"/>
                    <a:pt x="256" y="144250"/>
                  </a:cubicBezTo>
                  <a:cubicBezTo>
                    <a:pt x="256" y="153392"/>
                    <a:pt x="7315" y="159018"/>
                    <a:pt x="17904" y="159018"/>
                  </a:cubicBezTo>
                  <a:cubicBezTo>
                    <a:pt x="28845" y="159018"/>
                    <a:pt x="33081" y="155854"/>
                    <a:pt x="50728" y="134404"/>
                  </a:cubicBezTo>
                  <a:cubicBezTo>
                    <a:pt x="60258" y="123152"/>
                    <a:pt x="67670" y="113658"/>
                    <a:pt x="82493" y="93263"/>
                  </a:cubicBezTo>
                  <a:lnTo>
                    <a:pt x="93082" y="135459"/>
                  </a:lnTo>
                  <a:cubicBezTo>
                    <a:pt x="97670" y="153392"/>
                    <a:pt x="102258" y="159018"/>
                    <a:pt x="113553" y="159018"/>
                  </a:cubicBezTo>
                  <a:cubicBezTo>
                    <a:pt x="126965" y="159018"/>
                    <a:pt x="136141" y="150579"/>
                    <a:pt x="156612" y="118932"/>
                  </a:cubicBezTo>
                  <a:lnTo>
                    <a:pt x="151671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6" name="Freeform: Shape 1835">
              <a:extLst>
                <a:ext uri="{FF2B5EF4-FFF2-40B4-BE49-F238E27FC236}">
                  <a16:creationId xmlns:a16="http://schemas.microsoft.com/office/drawing/2014/main" id="{AC32B202-2FAC-D1BC-2496-CBC79231EB8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878966" y="3820756"/>
              <a:ext cx="101599" cy="179542"/>
            </a:xfrm>
            <a:custGeom>
              <a:avLst/>
              <a:gdLst>
                <a:gd name="connsiteX0" fmla="*/ 28990 w 101599"/>
                <a:gd name="connsiteY0" fmla="*/ 90115 h 179542"/>
                <a:gd name="connsiteX1" fmla="*/ 56675 w 101599"/>
                <a:gd name="connsiteY1" fmla="*/ 92977 h 179542"/>
                <a:gd name="connsiteX2" fmla="*/ 83055 w 101599"/>
                <a:gd name="connsiteY2" fmla="*/ 131488 h 179542"/>
                <a:gd name="connsiteX3" fmla="*/ 48840 w 101599"/>
                <a:gd name="connsiteY3" fmla="*/ 170259 h 179542"/>
                <a:gd name="connsiteX4" fmla="*/ 26901 w 101599"/>
                <a:gd name="connsiteY4" fmla="*/ 162192 h 179542"/>
                <a:gd name="connsiteX5" fmla="*/ 10185 w 101599"/>
                <a:gd name="connsiteY5" fmla="*/ 155687 h 179542"/>
                <a:gd name="connsiteX6" fmla="*/ 260 w 101599"/>
                <a:gd name="connsiteY6" fmla="*/ 164794 h 179542"/>
                <a:gd name="connsiteX7" fmla="*/ 29774 w 101599"/>
                <a:gd name="connsiteY7" fmla="*/ 179626 h 179542"/>
                <a:gd name="connsiteX8" fmla="*/ 82794 w 101599"/>
                <a:gd name="connsiteY8" fmla="*/ 162192 h 179542"/>
                <a:gd name="connsiteX9" fmla="*/ 101860 w 101599"/>
                <a:gd name="connsiteY9" fmla="*/ 118998 h 179542"/>
                <a:gd name="connsiteX10" fmla="*/ 90107 w 101599"/>
                <a:gd name="connsiteY10" fmla="*/ 85431 h 179542"/>
                <a:gd name="connsiteX11" fmla="*/ 68429 w 101599"/>
                <a:gd name="connsiteY11" fmla="*/ 71640 h 179542"/>
                <a:gd name="connsiteX12" fmla="*/ 92980 w 101599"/>
                <a:gd name="connsiteY12" fmla="*/ 35732 h 179542"/>
                <a:gd name="connsiteX13" fmla="*/ 52235 w 101599"/>
                <a:gd name="connsiteY13" fmla="*/ 84 h 179542"/>
                <a:gd name="connsiteX14" fmla="*/ 18282 w 101599"/>
                <a:gd name="connsiteY14" fmla="*/ 12834 h 179542"/>
                <a:gd name="connsiteX15" fmla="*/ 783 w 101599"/>
                <a:gd name="connsiteY15" fmla="*/ 42237 h 179542"/>
                <a:gd name="connsiteX16" fmla="*/ 4700 w 101599"/>
                <a:gd name="connsiteY16" fmla="*/ 43278 h 179542"/>
                <a:gd name="connsiteX17" fmla="*/ 43616 w 101599"/>
                <a:gd name="connsiteY17" fmla="*/ 15696 h 179542"/>
                <a:gd name="connsiteX18" fmla="*/ 72346 w 101599"/>
                <a:gd name="connsiteY18" fmla="*/ 43538 h 179542"/>
                <a:gd name="connsiteX19" fmla="*/ 61899 w 101599"/>
                <a:gd name="connsiteY19" fmla="*/ 68778 h 179542"/>
                <a:gd name="connsiteX20" fmla="*/ 28990 w 101599"/>
                <a:gd name="connsiteY20" fmla="*/ 86732 h 179542"/>
                <a:gd name="connsiteX21" fmla="*/ 28990 w 101599"/>
                <a:gd name="connsiteY21" fmla="*/ 90115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90" y="90115"/>
                  </a:moveTo>
                  <a:cubicBezTo>
                    <a:pt x="44400" y="90115"/>
                    <a:pt x="50407" y="90635"/>
                    <a:pt x="56675" y="92977"/>
                  </a:cubicBezTo>
                  <a:cubicBezTo>
                    <a:pt x="72869" y="98702"/>
                    <a:pt x="83055" y="113534"/>
                    <a:pt x="83055" y="131488"/>
                  </a:cubicBezTo>
                  <a:cubicBezTo>
                    <a:pt x="83055" y="153345"/>
                    <a:pt x="68167" y="170259"/>
                    <a:pt x="48840" y="170259"/>
                  </a:cubicBezTo>
                  <a:cubicBezTo>
                    <a:pt x="41788" y="170259"/>
                    <a:pt x="36564" y="168437"/>
                    <a:pt x="26901" y="162192"/>
                  </a:cubicBezTo>
                  <a:cubicBezTo>
                    <a:pt x="19065" y="157509"/>
                    <a:pt x="14625" y="155687"/>
                    <a:pt x="10185" y="155687"/>
                  </a:cubicBezTo>
                  <a:cubicBezTo>
                    <a:pt x="4178" y="155687"/>
                    <a:pt x="260" y="159330"/>
                    <a:pt x="260" y="164794"/>
                  </a:cubicBezTo>
                  <a:cubicBezTo>
                    <a:pt x="260" y="173902"/>
                    <a:pt x="11491" y="179626"/>
                    <a:pt x="29774" y="179626"/>
                  </a:cubicBezTo>
                  <a:cubicBezTo>
                    <a:pt x="49885" y="179626"/>
                    <a:pt x="70518" y="172861"/>
                    <a:pt x="82794" y="162192"/>
                  </a:cubicBezTo>
                  <a:cubicBezTo>
                    <a:pt x="95069" y="151524"/>
                    <a:pt x="101860" y="136432"/>
                    <a:pt x="101860" y="118998"/>
                  </a:cubicBezTo>
                  <a:cubicBezTo>
                    <a:pt x="101860" y="105727"/>
                    <a:pt x="97681" y="93498"/>
                    <a:pt x="90107" y="85431"/>
                  </a:cubicBezTo>
                  <a:cubicBezTo>
                    <a:pt x="84883" y="79707"/>
                    <a:pt x="79921" y="76584"/>
                    <a:pt x="68429" y="71640"/>
                  </a:cubicBezTo>
                  <a:cubicBezTo>
                    <a:pt x="86450" y="59411"/>
                    <a:pt x="92980" y="49783"/>
                    <a:pt x="92980" y="35732"/>
                  </a:cubicBezTo>
                  <a:cubicBezTo>
                    <a:pt x="92980" y="14655"/>
                    <a:pt x="76264" y="84"/>
                    <a:pt x="52235" y="84"/>
                  </a:cubicBezTo>
                  <a:cubicBezTo>
                    <a:pt x="39176" y="84"/>
                    <a:pt x="27684" y="4507"/>
                    <a:pt x="18282" y="12834"/>
                  </a:cubicBezTo>
                  <a:cubicBezTo>
                    <a:pt x="10446" y="19859"/>
                    <a:pt x="6529" y="26625"/>
                    <a:pt x="783" y="42237"/>
                  </a:cubicBezTo>
                  <a:lnTo>
                    <a:pt x="4700" y="43278"/>
                  </a:lnTo>
                  <a:cubicBezTo>
                    <a:pt x="15409" y="24283"/>
                    <a:pt x="27162" y="15696"/>
                    <a:pt x="43616" y="15696"/>
                  </a:cubicBezTo>
                  <a:cubicBezTo>
                    <a:pt x="60593" y="15696"/>
                    <a:pt x="72346" y="27145"/>
                    <a:pt x="72346" y="43538"/>
                  </a:cubicBezTo>
                  <a:cubicBezTo>
                    <a:pt x="72346" y="52905"/>
                    <a:pt x="68429" y="62273"/>
                    <a:pt x="61899" y="68778"/>
                  </a:cubicBezTo>
                  <a:cubicBezTo>
                    <a:pt x="54064" y="76584"/>
                    <a:pt x="46751" y="80487"/>
                    <a:pt x="28990" y="86732"/>
                  </a:cubicBezTo>
                  <a:lnTo>
                    <a:pt x="28990" y="901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7" name="Freeform: Shape 1836">
              <a:extLst>
                <a:ext uri="{FF2B5EF4-FFF2-40B4-BE49-F238E27FC236}">
                  <a16:creationId xmlns:a16="http://schemas.microsoft.com/office/drawing/2014/main" id="{737A073A-15C3-C84B-FAA7-FAF19B5AE8E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2036648" y="3679615"/>
              <a:ext cx="81883" cy="351630"/>
            </a:xfrm>
            <a:custGeom>
              <a:avLst/>
              <a:gdLst>
                <a:gd name="connsiteX0" fmla="*/ 82149 w 81883"/>
                <a:gd name="connsiteY0" fmla="*/ 175896 h 351630"/>
                <a:gd name="connsiteX1" fmla="*/ 58855 w 81883"/>
                <a:gd name="connsiteY1" fmla="*/ 66187 h 351630"/>
                <a:gd name="connsiteX2" fmla="*/ 3795 w 81883"/>
                <a:gd name="connsiteY2" fmla="*/ 81 h 351630"/>
                <a:gd name="connsiteX3" fmla="*/ 266 w 81883"/>
                <a:gd name="connsiteY3" fmla="*/ 3597 h 351630"/>
                <a:gd name="connsiteX4" fmla="*/ 6972 w 81883"/>
                <a:gd name="connsiteY4" fmla="*/ 11684 h 351630"/>
                <a:gd name="connsiteX5" fmla="*/ 61678 w 81883"/>
                <a:gd name="connsiteY5" fmla="*/ 175896 h 351630"/>
                <a:gd name="connsiteX6" fmla="*/ 4854 w 81883"/>
                <a:gd name="connsiteY6" fmla="*/ 342217 h 351630"/>
                <a:gd name="connsiteX7" fmla="*/ 266 w 81883"/>
                <a:gd name="connsiteY7" fmla="*/ 348195 h 351630"/>
                <a:gd name="connsiteX8" fmla="*/ 3795 w 81883"/>
                <a:gd name="connsiteY8" fmla="*/ 351711 h 351630"/>
                <a:gd name="connsiteX9" fmla="*/ 59914 w 81883"/>
                <a:gd name="connsiteY9" fmla="*/ 283143 h 351630"/>
                <a:gd name="connsiteX10" fmla="*/ 82149 w 81883"/>
                <a:gd name="connsiteY10" fmla="*/ 17589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49" y="175896"/>
                  </a:moveTo>
                  <a:cubicBezTo>
                    <a:pt x="82149" y="148469"/>
                    <a:pt x="78267" y="105921"/>
                    <a:pt x="58855" y="66187"/>
                  </a:cubicBezTo>
                  <a:cubicBezTo>
                    <a:pt x="37678" y="22937"/>
                    <a:pt x="7324" y="81"/>
                    <a:pt x="3795" y="81"/>
                  </a:cubicBezTo>
                  <a:cubicBezTo>
                    <a:pt x="1677" y="81"/>
                    <a:pt x="266" y="1487"/>
                    <a:pt x="266" y="3597"/>
                  </a:cubicBezTo>
                  <a:cubicBezTo>
                    <a:pt x="266" y="4652"/>
                    <a:pt x="266" y="5355"/>
                    <a:pt x="6972" y="11684"/>
                  </a:cubicBezTo>
                  <a:cubicBezTo>
                    <a:pt x="41560" y="46496"/>
                    <a:pt x="61678" y="102405"/>
                    <a:pt x="61678" y="175896"/>
                  </a:cubicBezTo>
                  <a:cubicBezTo>
                    <a:pt x="61678" y="236025"/>
                    <a:pt x="48619" y="297912"/>
                    <a:pt x="4854" y="342217"/>
                  </a:cubicBezTo>
                  <a:cubicBezTo>
                    <a:pt x="266" y="346437"/>
                    <a:pt x="266" y="347140"/>
                    <a:pt x="266" y="348195"/>
                  </a:cubicBezTo>
                  <a:cubicBezTo>
                    <a:pt x="266" y="350305"/>
                    <a:pt x="1677" y="351711"/>
                    <a:pt x="3795" y="351711"/>
                  </a:cubicBezTo>
                  <a:cubicBezTo>
                    <a:pt x="7324" y="351711"/>
                    <a:pt x="39090" y="327800"/>
                    <a:pt x="59914" y="283143"/>
                  </a:cubicBezTo>
                  <a:cubicBezTo>
                    <a:pt x="77914" y="244464"/>
                    <a:pt x="82149" y="205433"/>
                    <a:pt x="82149" y="1758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8" name="Freeform: Shape 1837">
              <a:extLst>
                <a:ext uri="{FF2B5EF4-FFF2-40B4-BE49-F238E27FC236}">
                  <a16:creationId xmlns:a16="http://schemas.microsoft.com/office/drawing/2014/main" id="{82C8CEBC-AD9C-1485-9D8F-19E6F3A55BF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2188925" y="3679615"/>
              <a:ext cx="81883" cy="351630"/>
            </a:xfrm>
            <a:custGeom>
              <a:avLst/>
              <a:gdLst>
                <a:gd name="connsiteX0" fmla="*/ 82153 w 81883"/>
                <a:gd name="connsiteY0" fmla="*/ 348195 h 351630"/>
                <a:gd name="connsiteX1" fmla="*/ 76153 w 81883"/>
                <a:gd name="connsiteY1" fmla="*/ 340459 h 351630"/>
                <a:gd name="connsiteX2" fmla="*/ 20740 w 81883"/>
                <a:gd name="connsiteY2" fmla="*/ 175896 h 351630"/>
                <a:gd name="connsiteX3" fmla="*/ 77565 w 81883"/>
                <a:gd name="connsiteY3" fmla="*/ 9575 h 351630"/>
                <a:gd name="connsiteX4" fmla="*/ 82153 w 81883"/>
                <a:gd name="connsiteY4" fmla="*/ 3597 h 351630"/>
                <a:gd name="connsiteX5" fmla="*/ 78624 w 81883"/>
                <a:gd name="connsiteY5" fmla="*/ 81 h 351630"/>
                <a:gd name="connsiteX6" fmla="*/ 22505 w 81883"/>
                <a:gd name="connsiteY6" fmla="*/ 68649 h 351630"/>
                <a:gd name="connsiteX7" fmla="*/ 269 w 81883"/>
                <a:gd name="connsiteY7" fmla="*/ 175896 h 351630"/>
                <a:gd name="connsiteX8" fmla="*/ 23564 w 81883"/>
                <a:gd name="connsiteY8" fmla="*/ 285605 h 351630"/>
                <a:gd name="connsiteX9" fmla="*/ 78624 w 81883"/>
                <a:gd name="connsiteY9" fmla="*/ 351711 h 351630"/>
                <a:gd name="connsiteX10" fmla="*/ 82153 w 81883"/>
                <a:gd name="connsiteY10" fmla="*/ 34819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3" y="348195"/>
                  </a:moveTo>
                  <a:cubicBezTo>
                    <a:pt x="82153" y="347140"/>
                    <a:pt x="82153" y="346437"/>
                    <a:pt x="76153" y="340459"/>
                  </a:cubicBezTo>
                  <a:cubicBezTo>
                    <a:pt x="32035" y="296154"/>
                    <a:pt x="20740" y="229695"/>
                    <a:pt x="20740" y="175896"/>
                  </a:cubicBezTo>
                  <a:cubicBezTo>
                    <a:pt x="20740" y="114712"/>
                    <a:pt x="34152" y="53528"/>
                    <a:pt x="77565" y="9575"/>
                  </a:cubicBezTo>
                  <a:cubicBezTo>
                    <a:pt x="82153" y="5355"/>
                    <a:pt x="82153" y="4652"/>
                    <a:pt x="82153" y="3597"/>
                  </a:cubicBezTo>
                  <a:cubicBezTo>
                    <a:pt x="82153" y="1135"/>
                    <a:pt x="80742" y="81"/>
                    <a:pt x="78624" y="81"/>
                  </a:cubicBezTo>
                  <a:cubicBezTo>
                    <a:pt x="75094" y="81"/>
                    <a:pt x="43329" y="23991"/>
                    <a:pt x="22505" y="68649"/>
                  </a:cubicBezTo>
                  <a:cubicBezTo>
                    <a:pt x="4505" y="107328"/>
                    <a:pt x="269" y="146359"/>
                    <a:pt x="269" y="175896"/>
                  </a:cubicBezTo>
                  <a:cubicBezTo>
                    <a:pt x="269" y="203323"/>
                    <a:pt x="4152" y="245870"/>
                    <a:pt x="23564" y="285605"/>
                  </a:cubicBezTo>
                  <a:cubicBezTo>
                    <a:pt x="44741" y="328855"/>
                    <a:pt x="75094" y="351711"/>
                    <a:pt x="78624" y="351711"/>
                  </a:cubicBezTo>
                  <a:cubicBezTo>
                    <a:pt x="80742" y="351711"/>
                    <a:pt x="82153" y="350657"/>
                    <a:pt x="82153" y="34819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9" name="Freeform: Shape 1838">
              <a:extLst>
                <a:ext uri="{FF2B5EF4-FFF2-40B4-BE49-F238E27FC236}">
                  <a16:creationId xmlns:a16="http://schemas.microsoft.com/office/drawing/2014/main" id="{A8B5535E-069B-53A0-47DD-00905BC9B23C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281906" y="3788269"/>
              <a:ext cx="167297" cy="158937"/>
            </a:xfrm>
            <a:custGeom>
              <a:avLst/>
              <a:gdLst>
                <a:gd name="connsiteX0" fmla="*/ 151688 w 167297"/>
                <a:gd name="connsiteY0" fmla="*/ 116119 h 158937"/>
                <a:gd name="connsiteX1" fmla="*/ 143923 w 167297"/>
                <a:gd name="connsiteY1" fmla="*/ 125613 h 158937"/>
                <a:gd name="connsiteX2" fmla="*/ 127687 w 167297"/>
                <a:gd name="connsiteY2" fmla="*/ 139679 h 158937"/>
                <a:gd name="connsiteX3" fmla="*/ 116746 w 167297"/>
                <a:gd name="connsiteY3" fmla="*/ 125262 h 158937"/>
                <a:gd name="connsiteX4" fmla="*/ 115334 w 167297"/>
                <a:gd name="connsiteY4" fmla="*/ 119284 h 158937"/>
                <a:gd name="connsiteX5" fmla="*/ 102628 w 167297"/>
                <a:gd name="connsiteY5" fmla="*/ 62320 h 158937"/>
                <a:gd name="connsiteX6" fmla="*/ 137217 w 167297"/>
                <a:gd name="connsiteY6" fmla="*/ 19773 h 158937"/>
                <a:gd name="connsiteX7" fmla="*/ 145687 w 167297"/>
                <a:gd name="connsiteY7" fmla="*/ 22586 h 158937"/>
                <a:gd name="connsiteX8" fmla="*/ 155217 w 167297"/>
                <a:gd name="connsiteY8" fmla="*/ 25750 h 158937"/>
                <a:gd name="connsiteX9" fmla="*/ 167570 w 167297"/>
                <a:gd name="connsiteY9" fmla="*/ 13092 h 158937"/>
                <a:gd name="connsiteX10" fmla="*/ 153099 w 167297"/>
                <a:gd name="connsiteY10" fmla="*/ 81 h 158937"/>
                <a:gd name="connsiteX11" fmla="*/ 99804 w 167297"/>
                <a:gd name="connsiteY11" fmla="*/ 50364 h 158937"/>
                <a:gd name="connsiteX12" fmla="*/ 95922 w 167297"/>
                <a:gd name="connsiteY12" fmla="*/ 31025 h 158937"/>
                <a:gd name="connsiteX13" fmla="*/ 77568 w 167297"/>
                <a:gd name="connsiteY13" fmla="*/ 81 h 158937"/>
                <a:gd name="connsiteX14" fmla="*/ 36273 w 167297"/>
                <a:gd name="connsiteY14" fmla="*/ 10278 h 158937"/>
                <a:gd name="connsiteX15" fmla="*/ 32391 w 167297"/>
                <a:gd name="connsiteY15" fmla="*/ 11685 h 158937"/>
                <a:gd name="connsiteX16" fmla="*/ 33803 w 167297"/>
                <a:gd name="connsiteY16" fmla="*/ 16959 h 158937"/>
                <a:gd name="connsiteX17" fmla="*/ 53568 w 167297"/>
                <a:gd name="connsiteY17" fmla="*/ 13092 h 158937"/>
                <a:gd name="connsiteX18" fmla="*/ 69451 w 167297"/>
                <a:gd name="connsiteY18" fmla="*/ 37354 h 158937"/>
                <a:gd name="connsiteX19" fmla="*/ 79686 w 167297"/>
                <a:gd name="connsiteY19" fmla="*/ 80605 h 158937"/>
                <a:gd name="connsiteX20" fmla="*/ 50744 w 167297"/>
                <a:gd name="connsiteY20" fmla="*/ 121746 h 158937"/>
                <a:gd name="connsiteX21" fmla="*/ 32744 w 167297"/>
                <a:gd name="connsiteY21" fmla="*/ 138624 h 158937"/>
                <a:gd name="connsiteX22" fmla="*/ 23567 w 167297"/>
                <a:gd name="connsiteY22" fmla="*/ 135459 h 158937"/>
                <a:gd name="connsiteX23" fmla="*/ 12273 w 167297"/>
                <a:gd name="connsiteY23" fmla="*/ 131943 h 158937"/>
                <a:gd name="connsiteX24" fmla="*/ 273 w 167297"/>
                <a:gd name="connsiteY24" fmla="*/ 144250 h 158937"/>
                <a:gd name="connsiteX25" fmla="*/ 17920 w 167297"/>
                <a:gd name="connsiteY25" fmla="*/ 159018 h 158937"/>
                <a:gd name="connsiteX26" fmla="*/ 50744 w 167297"/>
                <a:gd name="connsiteY26" fmla="*/ 134404 h 158937"/>
                <a:gd name="connsiteX27" fmla="*/ 82510 w 167297"/>
                <a:gd name="connsiteY27" fmla="*/ 93263 h 158937"/>
                <a:gd name="connsiteX28" fmla="*/ 93098 w 167297"/>
                <a:gd name="connsiteY28" fmla="*/ 135459 h 158937"/>
                <a:gd name="connsiteX29" fmla="*/ 113569 w 167297"/>
                <a:gd name="connsiteY29" fmla="*/ 159018 h 158937"/>
                <a:gd name="connsiteX30" fmla="*/ 156629 w 167297"/>
                <a:gd name="connsiteY30" fmla="*/ 118932 h 158937"/>
                <a:gd name="connsiteX31" fmla="*/ 151688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88" y="116119"/>
                  </a:moveTo>
                  <a:cubicBezTo>
                    <a:pt x="148864" y="119284"/>
                    <a:pt x="147099" y="121394"/>
                    <a:pt x="143923" y="125613"/>
                  </a:cubicBezTo>
                  <a:cubicBezTo>
                    <a:pt x="135805" y="136162"/>
                    <a:pt x="131569" y="139679"/>
                    <a:pt x="127687" y="139679"/>
                  </a:cubicBezTo>
                  <a:cubicBezTo>
                    <a:pt x="122393" y="139679"/>
                    <a:pt x="119216" y="135107"/>
                    <a:pt x="116746" y="125262"/>
                  </a:cubicBezTo>
                  <a:cubicBezTo>
                    <a:pt x="116040" y="122449"/>
                    <a:pt x="115687" y="120339"/>
                    <a:pt x="115334" y="119284"/>
                  </a:cubicBezTo>
                  <a:cubicBezTo>
                    <a:pt x="106510" y="83769"/>
                    <a:pt x="102628" y="67594"/>
                    <a:pt x="102628" y="62320"/>
                  </a:cubicBezTo>
                  <a:cubicBezTo>
                    <a:pt x="118157" y="35244"/>
                    <a:pt x="130864" y="19773"/>
                    <a:pt x="137217" y="19773"/>
                  </a:cubicBezTo>
                  <a:cubicBezTo>
                    <a:pt x="139334" y="19773"/>
                    <a:pt x="142158" y="20827"/>
                    <a:pt x="145687" y="22586"/>
                  </a:cubicBezTo>
                  <a:cubicBezTo>
                    <a:pt x="149923" y="25047"/>
                    <a:pt x="152393" y="25750"/>
                    <a:pt x="155217" y="25750"/>
                  </a:cubicBezTo>
                  <a:cubicBezTo>
                    <a:pt x="162629" y="25750"/>
                    <a:pt x="167570" y="20476"/>
                    <a:pt x="167570" y="13092"/>
                  </a:cubicBezTo>
                  <a:cubicBezTo>
                    <a:pt x="167570" y="5707"/>
                    <a:pt x="161570" y="81"/>
                    <a:pt x="153099" y="81"/>
                  </a:cubicBezTo>
                  <a:cubicBezTo>
                    <a:pt x="137570" y="81"/>
                    <a:pt x="124158" y="12740"/>
                    <a:pt x="99804" y="50364"/>
                  </a:cubicBezTo>
                  <a:lnTo>
                    <a:pt x="95922" y="31025"/>
                  </a:lnTo>
                  <a:cubicBezTo>
                    <a:pt x="90980" y="7114"/>
                    <a:pt x="87098" y="81"/>
                    <a:pt x="77568" y="81"/>
                  </a:cubicBezTo>
                  <a:cubicBezTo>
                    <a:pt x="69804" y="81"/>
                    <a:pt x="57803" y="3246"/>
                    <a:pt x="36273" y="10278"/>
                  </a:cubicBezTo>
                  <a:lnTo>
                    <a:pt x="32391" y="11685"/>
                  </a:lnTo>
                  <a:lnTo>
                    <a:pt x="33803" y="16959"/>
                  </a:lnTo>
                  <a:cubicBezTo>
                    <a:pt x="47215" y="13795"/>
                    <a:pt x="50391" y="13092"/>
                    <a:pt x="53568" y="13092"/>
                  </a:cubicBezTo>
                  <a:cubicBezTo>
                    <a:pt x="62392" y="13092"/>
                    <a:pt x="64509" y="16256"/>
                    <a:pt x="69451" y="37354"/>
                  </a:cubicBezTo>
                  <a:lnTo>
                    <a:pt x="79686" y="80605"/>
                  </a:lnTo>
                  <a:lnTo>
                    <a:pt x="50744" y="121746"/>
                  </a:lnTo>
                  <a:cubicBezTo>
                    <a:pt x="43685" y="132294"/>
                    <a:pt x="36626" y="138624"/>
                    <a:pt x="32744" y="138624"/>
                  </a:cubicBezTo>
                  <a:cubicBezTo>
                    <a:pt x="30626" y="138624"/>
                    <a:pt x="27097" y="137569"/>
                    <a:pt x="23567" y="135459"/>
                  </a:cubicBezTo>
                  <a:cubicBezTo>
                    <a:pt x="18979" y="132998"/>
                    <a:pt x="15097" y="131943"/>
                    <a:pt x="12273" y="131943"/>
                  </a:cubicBezTo>
                  <a:cubicBezTo>
                    <a:pt x="5567" y="131943"/>
                    <a:pt x="273" y="137217"/>
                    <a:pt x="273" y="144250"/>
                  </a:cubicBezTo>
                  <a:cubicBezTo>
                    <a:pt x="273" y="153392"/>
                    <a:pt x="7332" y="159018"/>
                    <a:pt x="17920" y="159018"/>
                  </a:cubicBezTo>
                  <a:cubicBezTo>
                    <a:pt x="28862" y="159018"/>
                    <a:pt x="33097" y="155854"/>
                    <a:pt x="50744" y="134404"/>
                  </a:cubicBezTo>
                  <a:cubicBezTo>
                    <a:pt x="60274" y="123152"/>
                    <a:pt x="67686" y="113658"/>
                    <a:pt x="82510" y="93263"/>
                  </a:cubicBezTo>
                  <a:lnTo>
                    <a:pt x="93098" y="135459"/>
                  </a:lnTo>
                  <a:cubicBezTo>
                    <a:pt x="97686" y="153392"/>
                    <a:pt x="102275" y="159018"/>
                    <a:pt x="113569" y="159018"/>
                  </a:cubicBezTo>
                  <a:cubicBezTo>
                    <a:pt x="126981" y="159018"/>
                    <a:pt x="136158" y="150579"/>
                    <a:pt x="156629" y="118932"/>
                  </a:cubicBezTo>
                  <a:lnTo>
                    <a:pt x="151688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0" name="Freeform: Shape 1839">
              <a:extLst>
                <a:ext uri="{FF2B5EF4-FFF2-40B4-BE49-F238E27FC236}">
                  <a16:creationId xmlns:a16="http://schemas.microsoft.com/office/drawing/2014/main" id="{63246843-F508-055A-1ED1-C0944C42E2CB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528288" y="3848398"/>
              <a:ext cx="215651" cy="14065"/>
            </a:xfrm>
            <a:custGeom>
              <a:avLst/>
              <a:gdLst>
                <a:gd name="connsiteX0" fmla="*/ 203577 w 215651"/>
                <a:gd name="connsiteY0" fmla="*/ 14146 h 14065"/>
                <a:gd name="connsiteX1" fmla="*/ 215930 w 215651"/>
                <a:gd name="connsiteY1" fmla="*/ 7114 h 14065"/>
                <a:gd name="connsiteX2" fmla="*/ 203577 w 215651"/>
                <a:gd name="connsiteY2" fmla="*/ 81 h 14065"/>
                <a:gd name="connsiteX3" fmla="*/ 12632 w 215651"/>
                <a:gd name="connsiteY3" fmla="*/ 81 h 14065"/>
                <a:gd name="connsiteX4" fmla="*/ 279 w 215651"/>
                <a:gd name="connsiteY4" fmla="*/ 7114 h 14065"/>
                <a:gd name="connsiteX5" fmla="*/ 12632 w 215651"/>
                <a:gd name="connsiteY5" fmla="*/ 14146 h 14065"/>
                <a:gd name="connsiteX6" fmla="*/ 203577 w 215651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77" y="14146"/>
                  </a:moveTo>
                  <a:cubicBezTo>
                    <a:pt x="209577" y="14146"/>
                    <a:pt x="215930" y="14146"/>
                    <a:pt x="215930" y="7114"/>
                  </a:cubicBezTo>
                  <a:cubicBezTo>
                    <a:pt x="215930" y="81"/>
                    <a:pt x="209577" y="81"/>
                    <a:pt x="203577" y="81"/>
                  </a:cubicBezTo>
                  <a:lnTo>
                    <a:pt x="12632" y="81"/>
                  </a:lnTo>
                  <a:cubicBezTo>
                    <a:pt x="6632" y="81"/>
                    <a:pt x="279" y="81"/>
                    <a:pt x="279" y="7114"/>
                  </a:cubicBezTo>
                  <a:cubicBezTo>
                    <a:pt x="279" y="14146"/>
                    <a:pt x="6632" y="14146"/>
                    <a:pt x="12632" y="14146"/>
                  </a:cubicBezTo>
                  <a:lnTo>
                    <a:pt x="203577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1" name="Freeform: Shape 1840">
              <a:extLst>
                <a:ext uri="{FF2B5EF4-FFF2-40B4-BE49-F238E27FC236}">
                  <a16:creationId xmlns:a16="http://schemas.microsoft.com/office/drawing/2014/main" id="{1B97406E-EF91-3382-8128-5AA9FE463A55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813932" y="3788269"/>
              <a:ext cx="167297" cy="158937"/>
            </a:xfrm>
            <a:custGeom>
              <a:avLst/>
              <a:gdLst>
                <a:gd name="connsiteX0" fmla="*/ 151702 w 167297"/>
                <a:gd name="connsiteY0" fmla="*/ 116119 h 158937"/>
                <a:gd name="connsiteX1" fmla="*/ 143938 w 167297"/>
                <a:gd name="connsiteY1" fmla="*/ 125613 h 158937"/>
                <a:gd name="connsiteX2" fmla="*/ 127702 w 167297"/>
                <a:gd name="connsiteY2" fmla="*/ 139679 h 158937"/>
                <a:gd name="connsiteX3" fmla="*/ 116761 w 167297"/>
                <a:gd name="connsiteY3" fmla="*/ 125262 h 158937"/>
                <a:gd name="connsiteX4" fmla="*/ 115349 w 167297"/>
                <a:gd name="connsiteY4" fmla="*/ 119284 h 158937"/>
                <a:gd name="connsiteX5" fmla="*/ 102643 w 167297"/>
                <a:gd name="connsiteY5" fmla="*/ 62320 h 158937"/>
                <a:gd name="connsiteX6" fmla="*/ 137232 w 167297"/>
                <a:gd name="connsiteY6" fmla="*/ 19773 h 158937"/>
                <a:gd name="connsiteX7" fmla="*/ 145702 w 167297"/>
                <a:gd name="connsiteY7" fmla="*/ 22586 h 158937"/>
                <a:gd name="connsiteX8" fmla="*/ 155232 w 167297"/>
                <a:gd name="connsiteY8" fmla="*/ 25750 h 158937"/>
                <a:gd name="connsiteX9" fmla="*/ 167585 w 167297"/>
                <a:gd name="connsiteY9" fmla="*/ 13092 h 158937"/>
                <a:gd name="connsiteX10" fmla="*/ 153114 w 167297"/>
                <a:gd name="connsiteY10" fmla="*/ 81 h 158937"/>
                <a:gd name="connsiteX11" fmla="*/ 99819 w 167297"/>
                <a:gd name="connsiteY11" fmla="*/ 50364 h 158937"/>
                <a:gd name="connsiteX12" fmla="*/ 95937 w 167297"/>
                <a:gd name="connsiteY12" fmla="*/ 31025 h 158937"/>
                <a:gd name="connsiteX13" fmla="*/ 77583 w 167297"/>
                <a:gd name="connsiteY13" fmla="*/ 81 h 158937"/>
                <a:gd name="connsiteX14" fmla="*/ 36288 w 167297"/>
                <a:gd name="connsiteY14" fmla="*/ 10278 h 158937"/>
                <a:gd name="connsiteX15" fmla="*/ 32406 w 167297"/>
                <a:gd name="connsiteY15" fmla="*/ 11685 h 158937"/>
                <a:gd name="connsiteX16" fmla="*/ 33818 w 167297"/>
                <a:gd name="connsiteY16" fmla="*/ 16959 h 158937"/>
                <a:gd name="connsiteX17" fmla="*/ 53583 w 167297"/>
                <a:gd name="connsiteY17" fmla="*/ 13092 h 158937"/>
                <a:gd name="connsiteX18" fmla="*/ 69466 w 167297"/>
                <a:gd name="connsiteY18" fmla="*/ 37354 h 158937"/>
                <a:gd name="connsiteX19" fmla="*/ 79701 w 167297"/>
                <a:gd name="connsiteY19" fmla="*/ 80605 h 158937"/>
                <a:gd name="connsiteX20" fmla="*/ 50759 w 167297"/>
                <a:gd name="connsiteY20" fmla="*/ 121746 h 158937"/>
                <a:gd name="connsiteX21" fmla="*/ 32759 w 167297"/>
                <a:gd name="connsiteY21" fmla="*/ 138624 h 158937"/>
                <a:gd name="connsiteX22" fmla="*/ 23582 w 167297"/>
                <a:gd name="connsiteY22" fmla="*/ 135459 h 158937"/>
                <a:gd name="connsiteX23" fmla="*/ 12288 w 167297"/>
                <a:gd name="connsiteY23" fmla="*/ 131943 h 158937"/>
                <a:gd name="connsiteX24" fmla="*/ 288 w 167297"/>
                <a:gd name="connsiteY24" fmla="*/ 144250 h 158937"/>
                <a:gd name="connsiteX25" fmla="*/ 17935 w 167297"/>
                <a:gd name="connsiteY25" fmla="*/ 159018 h 158937"/>
                <a:gd name="connsiteX26" fmla="*/ 50759 w 167297"/>
                <a:gd name="connsiteY26" fmla="*/ 134404 h 158937"/>
                <a:gd name="connsiteX27" fmla="*/ 82525 w 167297"/>
                <a:gd name="connsiteY27" fmla="*/ 93263 h 158937"/>
                <a:gd name="connsiteX28" fmla="*/ 93113 w 167297"/>
                <a:gd name="connsiteY28" fmla="*/ 135459 h 158937"/>
                <a:gd name="connsiteX29" fmla="*/ 113584 w 167297"/>
                <a:gd name="connsiteY29" fmla="*/ 159018 h 158937"/>
                <a:gd name="connsiteX30" fmla="*/ 156644 w 167297"/>
                <a:gd name="connsiteY30" fmla="*/ 118932 h 158937"/>
                <a:gd name="connsiteX31" fmla="*/ 151702 w 167297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2" y="116119"/>
                  </a:moveTo>
                  <a:cubicBezTo>
                    <a:pt x="148879" y="119284"/>
                    <a:pt x="147114" y="121394"/>
                    <a:pt x="143938" y="125613"/>
                  </a:cubicBezTo>
                  <a:cubicBezTo>
                    <a:pt x="135820" y="136162"/>
                    <a:pt x="131584" y="139679"/>
                    <a:pt x="127702" y="139679"/>
                  </a:cubicBezTo>
                  <a:cubicBezTo>
                    <a:pt x="122408" y="139679"/>
                    <a:pt x="119231" y="135107"/>
                    <a:pt x="116761" y="125262"/>
                  </a:cubicBezTo>
                  <a:cubicBezTo>
                    <a:pt x="116055" y="122449"/>
                    <a:pt x="115702" y="120339"/>
                    <a:pt x="115349" y="119284"/>
                  </a:cubicBezTo>
                  <a:cubicBezTo>
                    <a:pt x="106525" y="83769"/>
                    <a:pt x="102643" y="67594"/>
                    <a:pt x="102643" y="62320"/>
                  </a:cubicBezTo>
                  <a:cubicBezTo>
                    <a:pt x="118172" y="35244"/>
                    <a:pt x="130879" y="19773"/>
                    <a:pt x="137232" y="19773"/>
                  </a:cubicBezTo>
                  <a:cubicBezTo>
                    <a:pt x="139349" y="19773"/>
                    <a:pt x="142173" y="20827"/>
                    <a:pt x="145702" y="22586"/>
                  </a:cubicBezTo>
                  <a:cubicBezTo>
                    <a:pt x="149938" y="25047"/>
                    <a:pt x="152408" y="25750"/>
                    <a:pt x="155232" y="25750"/>
                  </a:cubicBezTo>
                  <a:cubicBezTo>
                    <a:pt x="162644" y="25750"/>
                    <a:pt x="167585" y="20476"/>
                    <a:pt x="167585" y="13092"/>
                  </a:cubicBezTo>
                  <a:cubicBezTo>
                    <a:pt x="167585" y="5707"/>
                    <a:pt x="161585" y="81"/>
                    <a:pt x="153114" y="81"/>
                  </a:cubicBezTo>
                  <a:cubicBezTo>
                    <a:pt x="137585" y="81"/>
                    <a:pt x="124173" y="12740"/>
                    <a:pt x="99819" y="50364"/>
                  </a:cubicBezTo>
                  <a:lnTo>
                    <a:pt x="95937" y="31025"/>
                  </a:lnTo>
                  <a:cubicBezTo>
                    <a:pt x="90995" y="7114"/>
                    <a:pt x="87113" y="81"/>
                    <a:pt x="77583" y="81"/>
                  </a:cubicBezTo>
                  <a:cubicBezTo>
                    <a:pt x="69819" y="81"/>
                    <a:pt x="57818" y="3246"/>
                    <a:pt x="36288" y="10278"/>
                  </a:cubicBezTo>
                  <a:lnTo>
                    <a:pt x="32406" y="11685"/>
                  </a:lnTo>
                  <a:lnTo>
                    <a:pt x="33818" y="16959"/>
                  </a:lnTo>
                  <a:cubicBezTo>
                    <a:pt x="47230" y="13795"/>
                    <a:pt x="50406" y="13092"/>
                    <a:pt x="53583" y="13092"/>
                  </a:cubicBezTo>
                  <a:cubicBezTo>
                    <a:pt x="62407" y="13092"/>
                    <a:pt x="64524" y="16256"/>
                    <a:pt x="69466" y="37354"/>
                  </a:cubicBezTo>
                  <a:lnTo>
                    <a:pt x="79701" y="80605"/>
                  </a:lnTo>
                  <a:lnTo>
                    <a:pt x="50759" y="121746"/>
                  </a:lnTo>
                  <a:cubicBezTo>
                    <a:pt x="43700" y="132294"/>
                    <a:pt x="36641" y="138624"/>
                    <a:pt x="32759" y="138624"/>
                  </a:cubicBezTo>
                  <a:cubicBezTo>
                    <a:pt x="30641" y="138624"/>
                    <a:pt x="27112" y="137569"/>
                    <a:pt x="23582" y="135459"/>
                  </a:cubicBezTo>
                  <a:cubicBezTo>
                    <a:pt x="18994" y="132998"/>
                    <a:pt x="15112" y="131943"/>
                    <a:pt x="12288" y="131943"/>
                  </a:cubicBezTo>
                  <a:cubicBezTo>
                    <a:pt x="5582" y="131943"/>
                    <a:pt x="288" y="137217"/>
                    <a:pt x="288" y="144250"/>
                  </a:cubicBezTo>
                  <a:cubicBezTo>
                    <a:pt x="288" y="153392"/>
                    <a:pt x="7347" y="159018"/>
                    <a:pt x="17935" y="159018"/>
                  </a:cubicBezTo>
                  <a:cubicBezTo>
                    <a:pt x="28877" y="159018"/>
                    <a:pt x="33112" y="155854"/>
                    <a:pt x="50759" y="134404"/>
                  </a:cubicBezTo>
                  <a:cubicBezTo>
                    <a:pt x="60289" y="123152"/>
                    <a:pt x="67701" y="113658"/>
                    <a:pt x="82525" y="93263"/>
                  </a:cubicBezTo>
                  <a:lnTo>
                    <a:pt x="93113" y="135459"/>
                  </a:lnTo>
                  <a:cubicBezTo>
                    <a:pt x="97701" y="153392"/>
                    <a:pt x="102290" y="159018"/>
                    <a:pt x="113584" y="159018"/>
                  </a:cubicBezTo>
                  <a:cubicBezTo>
                    <a:pt x="126996" y="159018"/>
                    <a:pt x="136173" y="150579"/>
                    <a:pt x="156644" y="118932"/>
                  </a:cubicBezTo>
                  <a:lnTo>
                    <a:pt x="151702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2" name="Freeform: Shape 1841">
              <a:extLst>
                <a:ext uri="{FF2B5EF4-FFF2-40B4-BE49-F238E27FC236}">
                  <a16:creationId xmlns:a16="http://schemas.microsoft.com/office/drawing/2014/main" id="{3331EF70-26A1-49EF-FD79-D8E8BFE9E139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983890" y="3820756"/>
              <a:ext cx="120143" cy="175899"/>
            </a:xfrm>
            <a:custGeom>
              <a:avLst/>
              <a:gdLst>
                <a:gd name="connsiteX0" fmla="*/ 120435 w 120143"/>
                <a:gd name="connsiteY0" fmla="*/ 115876 h 175899"/>
                <a:gd name="connsiteX1" fmla="*/ 93794 w 120143"/>
                <a:gd name="connsiteY1" fmla="*/ 115876 h 175899"/>
                <a:gd name="connsiteX2" fmla="*/ 93794 w 120143"/>
                <a:gd name="connsiteY2" fmla="*/ 84 h 175899"/>
                <a:gd name="connsiteX3" fmla="*/ 82302 w 120143"/>
                <a:gd name="connsiteY3" fmla="*/ 84 h 175899"/>
                <a:gd name="connsiteX4" fmla="*/ 292 w 120143"/>
                <a:gd name="connsiteY4" fmla="*/ 115876 h 175899"/>
                <a:gd name="connsiteX5" fmla="*/ 292 w 120143"/>
                <a:gd name="connsiteY5" fmla="*/ 132529 h 175899"/>
                <a:gd name="connsiteX6" fmla="*/ 73683 w 120143"/>
                <a:gd name="connsiteY6" fmla="*/ 132529 h 175899"/>
                <a:gd name="connsiteX7" fmla="*/ 73683 w 120143"/>
                <a:gd name="connsiteY7" fmla="*/ 175983 h 175899"/>
                <a:gd name="connsiteX8" fmla="*/ 93794 w 120143"/>
                <a:gd name="connsiteY8" fmla="*/ 175983 h 175899"/>
                <a:gd name="connsiteX9" fmla="*/ 93794 w 120143"/>
                <a:gd name="connsiteY9" fmla="*/ 132529 h 175899"/>
                <a:gd name="connsiteX10" fmla="*/ 120435 w 120143"/>
                <a:gd name="connsiteY10" fmla="*/ 132529 h 175899"/>
                <a:gd name="connsiteX11" fmla="*/ 120435 w 120143"/>
                <a:gd name="connsiteY11" fmla="*/ 115876 h 175899"/>
                <a:gd name="connsiteX12" fmla="*/ 73422 w 120143"/>
                <a:gd name="connsiteY12" fmla="*/ 115876 h 175899"/>
                <a:gd name="connsiteX13" fmla="*/ 10739 w 120143"/>
                <a:gd name="connsiteY13" fmla="*/ 115876 h 175899"/>
                <a:gd name="connsiteX14" fmla="*/ 73422 w 120143"/>
                <a:gd name="connsiteY14" fmla="*/ 26625 h 175899"/>
                <a:gd name="connsiteX15" fmla="*/ 73422 w 120143"/>
                <a:gd name="connsiteY15" fmla="*/ 115876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35" y="115876"/>
                  </a:moveTo>
                  <a:lnTo>
                    <a:pt x="93794" y="115876"/>
                  </a:lnTo>
                  <a:lnTo>
                    <a:pt x="93794" y="84"/>
                  </a:lnTo>
                  <a:lnTo>
                    <a:pt x="82302" y="84"/>
                  </a:lnTo>
                  <a:lnTo>
                    <a:pt x="292" y="115876"/>
                  </a:lnTo>
                  <a:lnTo>
                    <a:pt x="292" y="132529"/>
                  </a:lnTo>
                  <a:lnTo>
                    <a:pt x="73683" y="132529"/>
                  </a:lnTo>
                  <a:lnTo>
                    <a:pt x="73683" y="175983"/>
                  </a:lnTo>
                  <a:lnTo>
                    <a:pt x="93794" y="175983"/>
                  </a:lnTo>
                  <a:lnTo>
                    <a:pt x="93794" y="132529"/>
                  </a:lnTo>
                  <a:lnTo>
                    <a:pt x="120435" y="132529"/>
                  </a:lnTo>
                  <a:lnTo>
                    <a:pt x="120435" y="115876"/>
                  </a:lnTo>
                  <a:close/>
                  <a:moveTo>
                    <a:pt x="73422" y="115876"/>
                  </a:moveTo>
                  <a:lnTo>
                    <a:pt x="10739" y="115876"/>
                  </a:lnTo>
                  <a:lnTo>
                    <a:pt x="73422" y="26625"/>
                  </a:lnTo>
                  <a:lnTo>
                    <a:pt x="73422" y="11587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3" name="Freeform: Shape 1842">
              <a:extLst>
                <a:ext uri="{FF2B5EF4-FFF2-40B4-BE49-F238E27FC236}">
                  <a16:creationId xmlns:a16="http://schemas.microsoft.com/office/drawing/2014/main" id="{1C3C5D74-CAFF-6FB3-B791-EDE14A72F0FA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3149668" y="3679615"/>
              <a:ext cx="81883" cy="351630"/>
            </a:xfrm>
            <a:custGeom>
              <a:avLst/>
              <a:gdLst>
                <a:gd name="connsiteX0" fmla="*/ 82181 w 81883"/>
                <a:gd name="connsiteY0" fmla="*/ 175896 h 351630"/>
                <a:gd name="connsiteX1" fmla="*/ 58886 w 81883"/>
                <a:gd name="connsiteY1" fmla="*/ 66187 h 351630"/>
                <a:gd name="connsiteX2" fmla="*/ 3826 w 81883"/>
                <a:gd name="connsiteY2" fmla="*/ 81 h 351630"/>
                <a:gd name="connsiteX3" fmla="*/ 297 w 81883"/>
                <a:gd name="connsiteY3" fmla="*/ 3597 h 351630"/>
                <a:gd name="connsiteX4" fmla="*/ 7003 w 81883"/>
                <a:gd name="connsiteY4" fmla="*/ 11684 h 351630"/>
                <a:gd name="connsiteX5" fmla="*/ 61710 w 81883"/>
                <a:gd name="connsiteY5" fmla="*/ 175896 h 351630"/>
                <a:gd name="connsiteX6" fmla="*/ 4885 w 81883"/>
                <a:gd name="connsiteY6" fmla="*/ 342217 h 351630"/>
                <a:gd name="connsiteX7" fmla="*/ 297 w 81883"/>
                <a:gd name="connsiteY7" fmla="*/ 348195 h 351630"/>
                <a:gd name="connsiteX8" fmla="*/ 3826 w 81883"/>
                <a:gd name="connsiteY8" fmla="*/ 351711 h 351630"/>
                <a:gd name="connsiteX9" fmla="*/ 59945 w 81883"/>
                <a:gd name="connsiteY9" fmla="*/ 283143 h 351630"/>
                <a:gd name="connsiteX10" fmla="*/ 82181 w 81883"/>
                <a:gd name="connsiteY10" fmla="*/ 17589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81" y="175896"/>
                  </a:moveTo>
                  <a:cubicBezTo>
                    <a:pt x="82181" y="148469"/>
                    <a:pt x="78298" y="105921"/>
                    <a:pt x="58886" y="66187"/>
                  </a:cubicBezTo>
                  <a:cubicBezTo>
                    <a:pt x="37709" y="22937"/>
                    <a:pt x="7356" y="81"/>
                    <a:pt x="3826" y="81"/>
                  </a:cubicBezTo>
                  <a:cubicBezTo>
                    <a:pt x="1709" y="81"/>
                    <a:pt x="297" y="1487"/>
                    <a:pt x="297" y="3597"/>
                  </a:cubicBezTo>
                  <a:cubicBezTo>
                    <a:pt x="297" y="4652"/>
                    <a:pt x="297" y="5355"/>
                    <a:pt x="7003" y="11684"/>
                  </a:cubicBezTo>
                  <a:cubicBezTo>
                    <a:pt x="41592" y="46496"/>
                    <a:pt x="61710" y="102405"/>
                    <a:pt x="61710" y="175896"/>
                  </a:cubicBezTo>
                  <a:cubicBezTo>
                    <a:pt x="61710" y="236025"/>
                    <a:pt x="48651" y="297912"/>
                    <a:pt x="4885" y="342217"/>
                  </a:cubicBezTo>
                  <a:cubicBezTo>
                    <a:pt x="297" y="346437"/>
                    <a:pt x="297" y="347140"/>
                    <a:pt x="297" y="348195"/>
                  </a:cubicBezTo>
                  <a:cubicBezTo>
                    <a:pt x="297" y="350305"/>
                    <a:pt x="1709" y="351711"/>
                    <a:pt x="3826" y="351711"/>
                  </a:cubicBezTo>
                  <a:cubicBezTo>
                    <a:pt x="7356" y="351711"/>
                    <a:pt x="39121" y="327800"/>
                    <a:pt x="59945" y="283143"/>
                  </a:cubicBezTo>
                  <a:cubicBezTo>
                    <a:pt x="77945" y="244464"/>
                    <a:pt x="82181" y="205433"/>
                    <a:pt x="82181" y="1758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4" name="Freeform: Shape 1843">
              <a:extLst>
                <a:ext uri="{FF2B5EF4-FFF2-40B4-BE49-F238E27FC236}">
                  <a16:creationId xmlns:a16="http://schemas.microsoft.com/office/drawing/2014/main" id="{8166256D-E679-1247-BBF1-81CF073186A4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8519451" y="4086987"/>
              <a:ext cx="5043016" cy="14114"/>
            </a:xfrm>
            <a:custGeom>
              <a:avLst/>
              <a:gdLst>
                <a:gd name="connsiteX0" fmla="*/ 0 w 5043016"/>
                <a:gd name="connsiteY0" fmla="*/ 0 h 14114"/>
                <a:gd name="connsiteX1" fmla="*/ 5043017 w 5043016"/>
                <a:gd name="connsiteY1" fmla="*/ 0 h 14114"/>
                <a:gd name="connsiteX2" fmla="*/ 5043017 w 5043016"/>
                <a:gd name="connsiteY2" fmla="*/ 14115 h 14114"/>
                <a:gd name="connsiteX3" fmla="*/ 0 w 5043016"/>
                <a:gd name="connsiteY3" fmla="*/ 14115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016" h="14114">
                  <a:moveTo>
                    <a:pt x="0" y="0"/>
                  </a:moveTo>
                  <a:lnTo>
                    <a:pt x="5043017" y="0"/>
                  </a:lnTo>
                  <a:lnTo>
                    <a:pt x="5043017" y="14115"/>
                  </a:lnTo>
                  <a:lnTo>
                    <a:pt x="0" y="141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6" name="Freeform: Shape 1845">
              <a:extLst>
                <a:ext uri="{FF2B5EF4-FFF2-40B4-BE49-F238E27FC236}">
                  <a16:creationId xmlns:a16="http://schemas.microsoft.com/office/drawing/2014/main" id="{2174E275-B820-4019-8B1D-7763C16F9CA3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8554393" y="4160682"/>
              <a:ext cx="81883" cy="351630"/>
            </a:xfrm>
            <a:custGeom>
              <a:avLst/>
              <a:gdLst>
                <a:gd name="connsiteX0" fmla="*/ 82051 w 81883"/>
                <a:gd name="connsiteY0" fmla="*/ 348209 h 351630"/>
                <a:gd name="connsiteX1" fmla="*/ 76051 w 81883"/>
                <a:gd name="connsiteY1" fmla="*/ 340473 h 351630"/>
                <a:gd name="connsiteX2" fmla="*/ 20638 w 81883"/>
                <a:gd name="connsiteY2" fmla="*/ 175910 h 351630"/>
                <a:gd name="connsiteX3" fmla="*/ 77463 w 81883"/>
                <a:gd name="connsiteY3" fmla="*/ 9588 h 351630"/>
                <a:gd name="connsiteX4" fmla="*/ 82051 w 81883"/>
                <a:gd name="connsiteY4" fmla="*/ 3610 h 351630"/>
                <a:gd name="connsiteX5" fmla="*/ 78522 w 81883"/>
                <a:gd name="connsiteY5" fmla="*/ 94 h 351630"/>
                <a:gd name="connsiteX6" fmla="*/ 22403 w 81883"/>
                <a:gd name="connsiteY6" fmla="*/ 68662 h 351630"/>
                <a:gd name="connsiteX7" fmla="*/ 167 w 81883"/>
                <a:gd name="connsiteY7" fmla="*/ 175910 h 351630"/>
                <a:gd name="connsiteX8" fmla="*/ 23462 w 81883"/>
                <a:gd name="connsiteY8" fmla="*/ 285618 h 351630"/>
                <a:gd name="connsiteX9" fmla="*/ 78522 w 81883"/>
                <a:gd name="connsiteY9" fmla="*/ 351725 h 351630"/>
                <a:gd name="connsiteX10" fmla="*/ 82051 w 81883"/>
                <a:gd name="connsiteY10" fmla="*/ 34820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1" y="348209"/>
                  </a:moveTo>
                  <a:cubicBezTo>
                    <a:pt x="82051" y="347154"/>
                    <a:pt x="82051" y="346451"/>
                    <a:pt x="76051" y="340473"/>
                  </a:cubicBezTo>
                  <a:cubicBezTo>
                    <a:pt x="31933" y="296167"/>
                    <a:pt x="20638" y="229709"/>
                    <a:pt x="20638" y="175910"/>
                  </a:cubicBezTo>
                  <a:cubicBezTo>
                    <a:pt x="20638" y="114726"/>
                    <a:pt x="34050" y="53542"/>
                    <a:pt x="77463" y="9588"/>
                  </a:cubicBezTo>
                  <a:cubicBezTo>
                    <a:pt x="82051" y="5369"/>
                    <a:pt x="82051" y="4665"/>
                    <a:pt x="82051" y="3610"/>
                  </a:cubicBezTo>
                  <a:cubicBezTo>
                    <a:pt x="82051" y="1149"/>
                    <a:pt x="80639" y="94"/>
                    <a:pt x="78522" y="94"/>
                  </a:cubicBezTo>
                  <a:cubicBezTo>
                    <a:pt x="74992" y="94"/>
                    <a:pt x="43227" y="24005"/>
                    <a:pt x="22403" y="68662"/>
                  </a:cubicBezTo>
                  <a:cubicBezTo>
                    <a:pt x="4403" y="107342"/>
                    <a:pt x="167" y="146373"/>
                    <a:pt x="167" y="175910"/>
                  </a:cubicBezTo>
                  <a:cubicBezTo>
                    <a:pt x="167" y="203337"/>
                    <a:pt x="4050" y="245884"/>
                    <a:pt x="23462" y="285618"/>
                  </a:cubicBezTo>
                  <a:cubicBezTo>
                    <a:pt x="44639" y="328869"/>
                    <a:pt x="74992" y="351725"/>
                    <a:pt x="78522" y="351725"/>
                  </a:cubicBezTo>
                  <a:cubicBezTo>
                    <a:pt x="80639" y="351725"/>
                    <a:pt x="82051" y="350670"/>
                    <a:pt x="82051" y="34820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7" name="Freeform: Shape 1846">
              <a:extLst>
                <a:ext uri="{FF2B5EF4-FFF2-40B4-BE49-F238E27FC236}">
                  <a16:creationId xmlns:a16="http://schemas.microsoft.com/office/drawing/2014/main" id="{CC66A865-B910-B771-DEB2-34BDBD4610A2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647375" y="4269335"/>
              <a:ext cx="167297" cy="158937"/>
            </a:xfrm>
            <a:custGeom>
              <a:avLst/>
              <a:gdLst>
                <a:gd name="connsiteX0" fmla="*/ 151585 w 167297"/>
                <a:gd name="connsiteY0" fmla="*/ 116133 h 158937"/>
                <a:gd name="connsiteX1" fmla="*/ 143820 w 167297"/>
                <a:gd name="connsiteY1" fmla="*/ 125627 h 158937"/>
                <a:gd name="connsiteX2" fmla="*/ 127585 w 167297"/>
                <a:gd name="connsiteY2" fmla="*/ 139692 h 158937"/>
                <a:gd name="connsiteX3" fmla="*/ 116643 w 167297"/>
                <a:gd name="connsiteY3" fmla="*/ 125275 h 158937"/>
                <a:gd name="connsiteX4" fmla="*/ 115232 w 167297"/>
                <a:gd name="connsiteY4" fmla="*/ 119298 h 158937"/>
                <a:gd name="connsiteX5" fmla="*/ 102526 w 167297"/>
                <a:gd name="connsiteY5" fmla="*/ 62333 h 158937"/>
                <a:gd name="connsiteX6" fmla="*/ 137114 w 167297"/>
                <a:gd name="connsiteY6" fmla="*/ 19786 h 158937"/>
                <a:gd name="connsiteX7" fmla="*/ 145585 w 167297"/>
                <a:gd name="connsiteY7" fmla="*/ 22599 h 158937"/>
                <a:gd name="connsiteX8" fmla="*/ 155115 w 167297"/>
                <a:gd name="connsiteY8" fmla="*/ 25764 h 158937"/>
                <a:gd name="connsiteX9" fmla="*/ 167468 w 167297"/>
                <a:gd name="connsiteY9" fmla="*/ 13105 h 158937"/>
                <a:gd name="connsiteX10" fmla="*/ 152997 w 167297"/>
                <a:gd name="connsiteY10" fmla="*/ 95 h 158937"/>
                <a:gd name="connsiteX11" fmla="*/ 99702 w 167297"/>
                <a:gd name="connsiteY11" fmla="*/ 50378 h 158937"/>
                <a:gd name="connsiteX12" fmla="*/ 95819 w 167297"/>
                <a:gd name="connsiteY12" fmla="*/ 31038 h 158937"/>
                <a:gd name="connsiteX13" fmla="*/ 77466 w 167297"/>
                <a:gd name="connsiteY13" fmla="*/ 95 h 158937"/>
                <a:gd name="connsiteX14" fmla="*/ 36171 w 167297"/>
                <a:gd name="connsiteY14" fmla="*/ 10292 h 158937"/>
                <a:gd name="connsiteX15" fmla="*/ 32289 w 167297"/>
                <a:gd name="connsiteY15" fmla="*/ 11699 h 158937"/>
                <a:gd name="connsiteX16" fmla="*/ 33701 w 167297"/>
                <a:gd name="connsiteY16" fmla="*/ 16973 h 158937"/>
                <a:gd name="connsiteX17" fmla="*/ 53466 w 167297"/>
                <a:gd name="connsiteY17" fmla="*/ 13105 h 158937"/>
                <a:gd name="connsiteX18" fmla="*/ 69348 w 167297"/>
                <a:gd name="connsiteY18" fmla="*/ 37368 h 158937"/>
                <a:gd name="connsiteX19" fmla="*/ 79584 w 167297"/>
                <a:gd name="connsiteY19" fmla="*/ 80618 h 158937"/>
                <a:gd name="connsiteX20" fmla="*/ 50642 w 167297"/>
                <a:gd name="connsiteY20" fmla="*/ 121759 h 158937"/>
                <a:gd name="connsiteX21" fmla="*/ 32642 w 167297"/>
                <a:gd name="connsiteY21" fmla="*/ 138637 h 158937"/>
                <a:gd name="connsiteX22" fmla="*/ 23465 w 167297"/>
                <a:gd name="connsiteY22" fmla="*/ 135473 h 158937"/>
                <a:gd name="connsiteX23" fmla="*/ 12171 w 167297"/>
                <a:gd name="connsiteY23" fmla="*/ 131956 h 158937"/>
                <a:gd name="connsiteX24" fmla="*/ 171 w 167297"/>
                <a:gd name="connsiteY24" fmla="*/ 144263 h 158937"/>
                <a:gd name="connsiteX25" fmla="*/ 17818 w 167297"/>
                <a:gd name="connsiteY25" fmla="*/ 159032 h 158937"/>
                <a:gd name="connsiteX26" fmla="*/ 50642 w 167297"/>
                <a:gd name="connsiteY26" fmla="*/ 134418 h 158937"/>
                <a:gd name="connsiteX27" fmla="*/ 82407 w 167297"/>
                <a:gd name="connsiteY27" fmla="*/ 93277 h 158937"/>
                <a:gd name="connsiteX28" fmla="*/ 92996 w 167297"/>
                <a:gd name="connsiteY28" fmla="*/ 135473 h 158937"/>
                <a:gd name="connsiteX29" fmla="*/ 113467 w 167297"/>
                <a:gd name="connsiteY29" fmla="*/ 159032 h 158937"/>
                <a:gd name="connsiteX30" fmla="*/ 156527 w 167297"/>
                <a:gd name="connsiteY30" fmla="*/ 118946 h 158937"/>
                <a:gd name="connsiteX31" fmla="*/ 151585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85" y="116133"/>
                  </a:moveTo>
                  <a:cubicBezTo>
                    <a:pt x="148762" y="119298"/>
                    <a:pt x="146997" y="121407"/>
                    <a:pt x="143820" y="125627"/>
                  </a:cubicBezTo>
                  <a:cubicBezTo>
                    <a:pt x="135703" y="136176"/>
                    <a:pt x="131467" y="139692"/>
                    <a:pt x="127585" y="139692"/>
                  </a:cubicBezTo>
                  <a:cubicBezTo>
                    <a:pt x="122291" y="139692"/>
                    <a:pt x="119114" y="135121"/>
                    <a:pt x="116643" y="125275"/>
                  </a:cubicBezTo>
                  <a:cubicBezTo>
                    <a:pt x="115938" y="122462"/>
                    <a:pt x="115585" y="120353"/>
                    <a:pt x="115232" y="119298"/>
                  </a:cubicBezTo>
                  <a:cubicBezTo>
                    <a:pt x="106408" y="83783"/>
                    <a:pt x="102526" y="67608"/>
                    <a:pt x="102526" y="62333"/>
                  </a:cubicBezTo>
                  <a:cubicBezTo>
                    <a:pt x="118055" y="35258"/>
                    <a:pt x="130761" y="19786"/>
                    <a:pt x="137114" y="19786"/>
                  </a:cubicBezTo>
                  <a:cubicBezTo>
                    <a:pt x="139232" y="19786"/>
                    <a:pt x="142056" y="20841"/>
                    <a:pt x="145585" y="22599"/>
                  </a:cubicBezTo>
                  <a:cubicBezTo>
                    <a:pt x="149821" y="25061"/>
                    <a:pt x="152291" y="25764"/>
                    <a:pt x="155115" y="25764"/>
                  </a:cubicBezTo>
                  <a:cubicBezTo>
                    <a:pt x="162527" y="25764"/>
                    <a:pt x="167468" y="20489"/>
                    <a:pt x="167468" y="13105"/>
                  </a:cubicBezTo>
                  <a:cubicBezTo>
                    <a:pt x="167468" y="5721"/>
                    <a:pt x="161468" y="95"/>
                    <a:pt x="152997" y="95"/>
                  </a:cubicBezTo>
                  <a:cubicBezTo>
                    <a:pt x="137467" y="95"/>
                    <a:pt x="124055" y="12753"/>
                    <a:pt x="99702" y="50378"/>
                  </a:cubicBezTo>
                  <a:lnTo>
                    <a:pt x="95819" y="31038"/>
                  </a:lnTo>
                  <a:cubicBezTo>
                    <a:pt x="90878" y="7127"/>
                    <a:pt x="86996" y="95"/>
                    <a:pt x="77466" y="95"/>
                  </a:cubicBezTo>
                  <a:cubicBezTo>
                    <a:pt x="69701" y="95"/>
                    <a:pt x="57701" y="3259"/>
                    <a:pt x="36171" y="10292"/>
                  </a:cubicBezTo>
                  <a:lnTo>
                    <a:pt x="32289" y="11699"/>
                  </a:lnTo>
                  <a:lnTo>
                    <a:pt x="33701" y="16973"/>
                  </a:lnTo>
                  <a:cubicBezTo>
                    <a:pt x="47113" y="13808"/>
                    <a:pt x="50289" y="13105"/>
                    <a:pt x="53466" y="13105"/>
                  </a:cubicBezTo>
                  <a:cubicBezTo>
                    <a:pt x="62289" y="13105"/>
                    <a:pt x="64407" y="16270"/>
                    <a:pt x="69348" y="37368"/>
                  </a:cubicBezTo>
                  <a:lnTo>
                    <a:pt x="79584" y="80618"/>
                  </a:lnTo>
                  <a:lnTo>
                    <a:pt x="50642" y="121759"/>
                  </a:lnTo>
                  <a:cubicBezTo>
                    <a:pt x="43583" y="132308"/>
                    <a:pt x="36524" y="138637"/>
                    <a:pt x="32642" y="138637"/>
                  </a:cubicBezTo>
                  <a:cubicBezTo>
                    <a:pt x="30524" y="138637"/>
                    <a:pt x="26995" y="137582"/>
                    <a:pt x="23465" y="135473"/>
                  </a:cubicBezTo>
                  <a:cubicBezTo>
                    <a:pt x="18877" y="133011"/>
                    <a:pt x="14994" y="131956"/>
                    <a:pt x="12171" y="131956"/>
                  </a:cubicBezTo>
                  <a:cubicBezTo>
                    <a:pt x="5465" y="131956"/>
                    <a:pt x="171" y="137231"/>
                    <a:pt x="171" y="144263"/>
                  </a:cubicBezTo>
                  <a:cubicBezTo>
                    <a:pt x="171" y="153406"/>
                    <a:pt x="7230" y="159032"/>
                    <a:pt x="17818" y="159032"/>
                  </a:cubicBezTo>
                  <a:cubicBezTo>
                    <a:pt x="28759" y="159032"/>
                    <a:pt x="32995" y="155867"/>
                    <a:pt x="50642" y="134418"/>
                  </a:cubicBezTo>
                  <a:cubicBezTo>
                    <a:pt x="60172" y="123166"/>
                    <a:pt x="67584" y="113672"/>
                    <a:pt x="82407" y="93277"/>
                  </a:cubicBezTo>
                  <a:lnTo>
                    <a:pt x="92996" y="135473"/>
                  </a:lnTo>
                  <a:cubicBezTo>
                    <a:pt x="97584" y="153406"/>
                    <a:pt x="102173" y="159032"/>
                    <a:pt x="113467" y="159032"/>
                  </a:cubicBezTo>
                  <a:cubicBezTo>
                    <a:pt x="126879" y="159032"/>
                    <a:pt x="136056" y="150593"/>
                    <a:pt x="156527" y="118946"/>
                  </a:cubicBezTo>
                  <a:lnTo>
                    <a:pt x="151585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8" name="Freeform: Shape 1847">
              <a:extLst>
                <a:ext uri="{FF2B5EF4-FFF2-40B4-BE49-F238E27FC236}">
                  <a16:creationId xmlns:a16="http://schemas.microsoft.com/office/drawing/2014/main" id="{374728B2-1754-E803-669F-300C8C2538C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8820467" y="4301822"/>
              <a:ext cx="118053" cy="179542"/>
            </a:xfrm>
            <a:custGeom>
              <a:avLst/>
              <a:gdLst>
                <a:gd name="connsiteX0" fmla="*/ 60246 w 118053"/>
                <a:gd name="connsiteY0" fmla="*/ 97 h 179542"/>
                <a:gd name="connsiteX1" fmla="*/ 25248 w 118053"/>
                <a:gd name="connsiteY1" fmla="*/ 13628 h 179542"/>
                <a:gd name="connsiteX2" fmla="*/ 174 w 118053"/>
                <a:gd name="connsiteY2" fmla="*/ 88567 h 179542"/>
                <a:gd name="connsiteX3" fmla="*/ 21069 w 118053"/>
                <a:gd name="connsiteY3" fmla="*/ 161946 h 179542"/>
                <a:gd name="connsiteX4" fmla="*/ 59201 w 118053"/>
                <a:gd name="connsiteY4" fmla="*/ 179640 h 179542"/>
                <a:gd name="connsiteX5" fmla="*/ 93155 w 118053"/>
                <a:gd name="connsiteY5" fmla="*/ 166109 h 179542"/>
                <a:gd name="connsiteX6" fmla="*/ 118228 w 118053"/>
                <a:gd name="connsiteY6" fmla="*/ 90129 h 179542"/>
                <a:gd name="connsiteX7" fmla="*/ 60246 w 118053"/>
                <a:gd name="connsiteY7" fmla="*/ 97 h 179542"/>
                <a:gd name="connsiteX8" fmla="*/ 59463 w 118053"/>
                <a:gd name="connsiteY8" fmla="*/ 6863 h 179542"/>
                <a:gd name="connsiteX9" fmla="*/ 93155 w 118053"/>
                <a:gd name="connsiteY9" fmla="*/ 90649 h 179542"/>
                <a:gd name="connsiteX10" fmla="*/ 59201 w 118053"/>
                <a:gd name="connsiteY10" fmla="*/ 172874 h 179542"/>
                <a:gd name="connsiteX11" fmla="*/ 25248 w 118053"/>
                <a:gd name="connsiteY11" fmla="*/ 90909 h 179542"/>
                <a:gd name="connsiteX12" fmla="*/ 59463 w 118053"/>
                <a:gd name="connsiteY12" fmla="*/ 6863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46" y="97"/>
                  </a:moveTo>
                  <a:cubicBezTo>
                    <a:pt x="45881" y="97"/>
                    <a:pt x="34911" y="4521"/>
                    <a:pt x="25248" y="13628"/>
                  </a:cubicBezTo>
                  <a:cubicBezTo>
                    <a:pt x="10099" y="28199"/>
                    <a:pt x="174" y="58123"/>
                    <a:pt x="174" y="88567"/>
                  </a:cubicBezTo>
                  <a:cubicBezTo>
                    <a:pt x="174" y="116930"/>
                    <a:pt x="8793" y="147374"/>
                    <a:pt x="21069" y="161946"/>
                  </a:cubicBezTo>
                  <a:cubicBezTo>
                    <a:pt x="30733" y="173395"/>
                    <a:pt x="44053" y="179640"/>
                    <a:pt x="59201" y="179640"/>
                  </a:cubicBezTo>
                  <a:cubicBezTo>
                    <a:pt x="72522" y="179640"/>
                    <a:pt x="83752" y="175216"/>
                    <a:pt x="93155" y="166109"/>
                  </a:cubicBezTo>
                  <a:cubicBezTo>
                    <a:pt x="108303" y="151798"/>
                    <a:pt x="118228" y="121614"/>
                    <a:pt x="118228" y="90129"/>
                  </a:cubicBezTo>
                  <a:cubicBezTo>
                    <a:pt x="118228" y="36786"/>
                    <a:pt x="94461" y="97"/>
                    <a:pt x="60246" y="97"/>
                  </a:cubicBezTo>
                  <a:close/>
                  <a:moveTo>
                    <a:pt x="59463" y="6863"/>
                  </a:moveTo>
                  <a:cubicBezTo>
                    <a:pt x="81402" y="6863"/>
                    <a:pt x="93155" y="36266"/>
                    <a:pt x="93155" y="90649"/>
                  </a:cubicBezTo>
                  <a:cubicBezTo>
                    <a:pt x="93155" y="145032"/>
                    <a:pt x="81663" y="172874"/>
                    <a:pt x="59201" y="172874"/>
                  </a:cubicBezTo>
                  <a:cubicBezTo>
                    <a:pt x="36740" y="172874"/>
                    <a:pt x="25248" y="145032"/>
                    <a:pt x="25248" y="90909"/>
                  </a:cubicBezTo>
                  <a:cubicBezTo>
                    <a:pt x="25248" y="35745"/>
                    <a:pt x="37001" y="6863"/>
                    <a:pt x="59463" y="686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9" name="Freeform: Shape 1848">
              <a:extLst>
                <a:ext uri="{FF2B5EF4-FFF2-40B4-BE49-F238E27FC236}">
                  <a16:creationId xmlns:a16="http://schemas.microsoft.com/office/drawing/2014/main" id="{6350F461-D3C1-318C-E279-4E1B820F13C8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041491" y="4329464"/>
              <a:ext cx="215651" cy="14065"/>
            </a:xfrm>
            <a:custGeom>
              <a:avLst/>
              <a:gdLst>
                <a:gd name="connsiteX0" fmla="*/ 203479 w 215651"/>
                <a:gd name="connsiteY0" fmla="*/ 14160 h 14065"/>
                <a:gd name="connsiteX1" fmla="*/ 215832 w 215651"/>
                <a:gd name="connsiteY1" fmla="*/ 7127 h 14065"/>
                <a:gd name="connsiteX2" fmla="*/ 203479 w 215651"/>
                <a:gd name="connsiteY2" fmla="*/ 95 h 14065"/>
                <a:gd name="connsiteX3" fmla="*/ 12534 w 215651"/>
                <a:gd name="connsiteY3" fmla="*/ 95 h 14065"/>
                <a:gd name="connsiteX4" fmla="*/ 181 w 215651"/>
                <a:gd name="connsiteY4" fmla="*/ 7127 h 14065"/>
                <a:gd name="connsiteX5" fmla="*/ 12534 w 215651"/>
                <a:gd name="connsiteY5" fmla="*/ 14160 h 14065"/>
                <a:gd name="connsiteX6" fmla="*/ 203479 w 215651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79" y="14160"/>
                  </a:moveTo>
                  <a:cubicBezTo>
                    <a:pt x="209479" y="14160"/>
                    <a:pt x="215832" y="14160"/>
                    <a:pt x="215832" y="7127"/>
                  </a:cubicBezTo>
                  <a:cubicBezTo>
                    <a:pt x="215832" y="95"/>
                    <a:pt x="209479" y="95"/>
                    <a:pt x="203479" y="95"/>
                  </a:cubicBezTo>
                  <a:lnTo>
                    <a:pt x="12534" y="95"/>
                  </a:lnTo>
                  <a:cubicBezTo>
                    <a:pt x="6534" y="95"/>
                    <a:pt x="181" y="95"/>
                    <a:pt x="181" y="7127"/>
                  </a:cubicBezTo>
                  <a:cubicBezTo>
                    <a:pt x="181" y="14160"/>
                    <a:pt x="6534" y="14160"/>
                    <a:pt x="12534" y="14160"/>
                  </a:cubicBezTo>
                  <a:lnTo>
                    <a:pt x="203479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0" name="Freeform: Shape 1849">
              <a:extLst>
                <a:ext uri="{FF2B5EF4-FFF2-40B4-BE49-F238E27FC236}">
                  <a16:creationId xmlns:a16="http://schemas.microsoft.com/office/drawing/2014/main" id="{18CDB121-9649-F999-FEA4-1C6DB5E4732D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327135" y="4269335"/>
              <a:ext cx="167297" cy="158937"/>
            </a:xfrm>
            <a:custGeom>
              <a:avLst/>
              <a:gdLst>
                <a:gd name="connsiteX0" fmla="*/ 151604 w 167297"/>
                <a:gd name="connsiteY0" fmla="*/ 116133 h 158937"/>
                <a:gd name="connsiteX1" fmla="*/ 143840 w 167297"/>
                <a:gd name="connsiteY1" fmla="*/ 125627 h 158937"/>
                <a:gd name="connsiteX2" fmla="*/ 127604 w 167297"/>
                <a:gd name="connsiteY2" fmla="*/ 139692 h 158937"/>
                <a:gd name="connsiteX3" fmla="*/ 116663 w 167297"/>
                <a:gd name="connsiteY3" fmla="*/ 125275 h 158937"/>
                <a:gd name="connsiteX4" fmla="*/ 115251 w 167297"/>
                <a:gd name="connsiteY4" fmla="*/ 119298 h 158937"/>
                <a:gd name="connsiteX5" fmla="*/ 102545 w 167297"/>
                <a:gd name="connsiteY5" fmla="*/ 62333 h 158937"/>
                <a:gd name="connsiteX6" fmla="*/ 137134 w 167297"/>
                <a:gd name="connsiteY6" fmla="*/ 19786 h 158937"/>
                <a:gd name="connsiteX7" fmla="*/ 145604 w 167297"/>
                <a:gd name="connsiteY7" fmla="*/ 22599 h 158937"/>
                <a:gd name="connsiteX8" fmla="*/ 155134 w 167297"/>
                <a:gd name="connsiteY8" fmla="*/ 25764 h 158937"/>
                <a:gd name="connsiteX9" fmla="*/ 167487 w 167297"/>
                <a:gd name="connsiteY9" fmla="*/ 13105 h 158937"/>
                <a:gd name="connsiteX10" fmla="*/ 153016 w 167297"/>
                <a:gd name="connsiteY10" fmla="*/ 95 h 158937"/>
                <a:gd name="connsiteX11" fmla="*/ 99721 w 167297"/>
                <a:gd name="connsiteY11" fmla="*/ 50378 h 158937"/>
                <a:gd name="connsiteX12" fmla="*/ 95839 w 167297"/>
                <a:gd name="connsiteY12" fmla="*/ 31038 h 158937"/>
                <a:gd name="connsiteX13" fmla="*/ 77485 w 167297"/>
                <a:gd name="connsiteY13" fmla="*/ 95 h 158937"/>
                <a:gd name="connsiteX14" fmla="*/ 36190 w 167297"/>
                <a:gd name="connsiteY14" fmla="*/ 10292 h 158937"/>
                <a:gd name="connsiteX15" fmla="*/ 32308 w 167297"/>
                <a:gd name="connsiteY15" fmla="*/ 11699 h 158937"/>
                <a:gd name="connsiteX16" fmla="*/ 33720 w 167297"/>
                <a:gd name="connsiteY16" fmla="*/ 16973 h 158937"/>
                <a:gd name="connsiteX17" fmla="*/ 53485 w 167297"/>
                <a:gd name="connsiteY17" fmla="*/ 13105 h 158937"/>
                <a:gd name="connsiteX18" fmla="*/ 69368 w 167297"/>
                <a:gd name="connsiteY18" fmla="*/ 37368 h 158937"/>
                <a:gd name="connsiteX19" fmla="*/ 79603 w 167297"/>
                <a:gd name="connsiteY19" fmla="*/ 80618 h 158937"/>
                <a:gd name="connsiteX20" fmla="*/ 50661 w 167297"/>
                <a:gd name="connsiteY20" fmla="*/ 121759 h 158937"/>
                <a:gd name="connsiteX21" fmla="*/ 32661 w 167297"/>
                <a:gd name="connsiteY21" fmla="*/ 138637 h 158937"/>
                <a:gd name="connsiteX22" fmla="*/ 23484 w 167297"/>
                <a:gd name="connsiteY22" fmla="*/ 135473 h 158937"/>
                <a:gd name="connsiteX23" fmla="*/ 12190 w 167297"/>
                <a:gd name="connsiteY23" fmla="*/ 131956 h 158937"/>
                <a:gd name="connsiteX24" fmla="*/ 190 w 167297"/>
                <a:gd name="connsiteY24" fmla="*/ 144263 h 158937"/>
                <a:gd name="connsiteX25" fmla="*/ 17837 w 167297"/>
                <a:gd name="connsiteY25" fmla="*/ 159032 h 158937"/>
                <a:gd name="connsiteX26" fmla="*/ 50661 w 167297"/>
                <a:gd name="connsiteY26" fmla="*/ 134418 h 158937"/>
                <a:gd name="connsiteX27" fmla="*/ 82427 w 167297"/>
                <a:gd name="connsiteY27" fmla="*/ 93277 h 158937"/>
                <a:gd name="connsiteX28" fmla="*/ 93015 w 167297"/>
                <a:gd name="connsiteY28" fmla="*/ 135473 h 158937"/>
                <a:gd name="connsiteX29" fmla="*/ 113486 w 167297"/>
                <a:gd name="connsiteY29" fmla="*/ 159032 h 158937"/>
                <a:gd name="connsiteX30" fmla="*/ 156546 w 167297"/>
                <a:gd name="connsiteY30" fmla="*/ 118946 h 158937"/>
                <a:gd name="connsiteX31" fmla="*/ 151604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4" y="116133"/>
                  </a:moveTo>
                  <a:cubicBezTo>
                    <a:pt x="148781" y="119298"/>
                    <a:pt x="147016" y="121407"/>
                    <a:pt x="143840" y="125627"/>
                  </a:cubicBezTo>
                  <a:cubicBezTo>
                    <a:pt x="135722" y="136176"/>
                    <a:pt x="131486" y="139692"/>
                    <a:pt x="127604" y="139692"/>
                  </a:cubicBezTo>
                  <a:cubicBezTo>
                    <a:pt x="122310" y="139692"/>
                    <a:pt x="119133" y="135121"/>
                    <a:pt x="116663" y="125275"/>
                  </a:cubicBezTo>
                  <a:cubicBezTo>
                    <a:pt x="115957" y="122462"/>
                    <a:pt x="115604" y="120353"/>
                    <a:pt x="115251" y="119298"/>
                  </a:cubicBezTo>
                  <a:cubicBezTo>
                    <a:pt x="106427" y="83783"/>
                    <a:pt x="102545" y="67608"/>
                    <a:pt x="102545" y="62333"/>
                  </a:cubicBezTo>
                  <a:cubicBezTo>
                    <a:pt x="118074" y="35258"/>
                    <a:pt x="130780" y="19786"/>
                    <a:pt x="137134" y="19786"/>
                  </a:cubicBezTo>
                  <a:cubicBezTo>
                    <a:pt x="139251" y="19786"/>
                    <a:pt x="142075" y="20841"/>
                    <a:pt x="145604" y="22599"/>
                  </a:cubicBezTo>
                  <a:cubicBezTo>
                    <a:pt x="149840" y="25061"/>
                    <a:pt x="152310" y="25764"/>
                    <a:pt x="155134" y="25764"/>
                  </a:cubicBezTo>
                  <a:cubicBezTo>
                    <a:pt x="162546" y="25764"/>
                    <a:pt x="167487" y="20489"/>
                    <a:pt x="167487" y="13105"/>
                  </a:cubicBezTo>
                  <a:cubicBezTo>
                    <a:pt x="167487" y="5721"/>
                    <a:pt x="161487" y="95"/>
                    <a:pt x="153016" y="95"/>
                  </a:cubicBezTo>
                  <a:cubicBezTo>
                    <a:pt x="137487" y="95"/>
                    <a:pt x="124074" y="12753"/>
                    <a:pt x="99721" y="50378"/>
                  </a:cubicBezTo>
                  <a:lnTo>
                    <a:pt x="95839" y="31038"/>
                  </a:lnTo>
                  <a:cubicBezTo>
                    <a:pt x="90897" y="7127"/>
                    <a:pt x="87015" y="95"/>
                    <a:pt x="77485" y="95"/>
                  </a:cubicBezTo>
                  <a:cubicBezTo>
                    <a:pt x="69720" y="95"/>
                    <a:pt x="57720" y="3259"/>
                    <a:pt x="36190" y="10292"/>
                  </a:cubicBezTo>
                  <a:lnTo>
                    <a:pt x="32308" y="11699"/>
                  </a:lnTo>
                  <a:lnTo>
                    <a:pt x="33720" y="16973"/>
                  </a:lnTo>
                  <a:cubicBezTo>
                    <a:pt x="47132" y="13808"/>
                    <a:pt x="50308" y="13105"/>
                    <a:pt x="53485" y="13105"/>
                  </a:cubicBezTo>
                  <a:cubicBezTo>
                    <a:pt x="62309" y="13105"/>
                    <a:pt x="64426" y="16270"/>
                    <a:pt x="69368" y="37368"/>
                  </a:cubicBezTo>
                  <a:lnTo>
                    <a:pt x="79603" y="80618"/>
                  </a:lnTo>
                  <a:lnTo>
                    <a:pt x="50661" y="121759"/>
                  </a:lnTo>
                  <a:cubicBezTo>
                    <a:pt x="43602" y="132308"/>
                    <a:pt x="36543" y="138637"/>
                    <a:pt x="32661" y="138637"/>
                  </a:cubicBezTo>
                  <a:cubicBezTo>
                    <a:pt x="30543" y="138637"/>
                    <a:pt x="27014" y="137582"/>
                    <a:pt x="23484" y="135473"/>
                  </a:cubicBezTo>
                  <a:cubicBezTo>
                    <a:pt x="18896" y="133011"/>
                    <a:pt x="15014" y="131956"/>
                    <a:pt x="12190" y="131956"/>
                  </a:cubicBezTo>
                  <a:cubicBezTo>
                    <a:pt x="5484" y="131956"/>
                    <a:pt x="190" y="137231"/>
                    <a:pt x="190" y="144263"/>
                  </a:cubicBezTo>
                  <a:cubicBezTo>
                    <a:pt x="190" y="153406"/>
                    <a:pt x="7249" y="159032"/>
                    <a:pt x="17837" y="159032"/>
                  </a:cubicBezTo>
                  <a:cubicBezTo>
                    <a:pt x="28778" y="159032"/>
                    <a:pt x="33014" y="155867"/>
                    <a:pt x="50661" y="134418"/>
                  </a:cubicBezTo>
                  <a:cubicBezTo>
                    <a:pt x="60191" y="123166"/>
                    <a:pt x="67603" y="113672"/>
                    <a:pt x="82427" y="93277"/>
                  </a:cubicBezTo>
                  <a:lnTo>
                    <a:pt x="93015" y="135473"/>
                  </a:lnTo>
                  <a:cubicBezTo>
                    <a:pt x="97603" y="153406"/>
                    <a:pt x="102192" y="159032"/>
                    <a:pt x="113486" y="159032"/>
                  </a:cubicBezTo>
                  <a:cubicBezTo>
                    <a:pt x="126898" y="159032"/>
                    <a:pt x="136075" y="150593"/>
                    <a:pt x="156546" y="118946"/>
                  </a:cubicBezTo>
                  <a:lnTo>
                    <a:pt x="151604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1" name="Freeform: Shape 1850">
              <a:extLst>
                <a:ext uri="{FF2B5EF4-FFF2-40B4-BE49-F238E27FC236}">
                  <a16:creationId xmlns:a16="http://schemas.microsoft.com/office/drawing/2014/main" id="{BC67E686-F167-2377-C65D-C7E093A24FA0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522951" y="4301822"/>
              <a:ext cx="73914" cy="175899"/>
            </a:xfrm>
            <a:custGeom>
              <a:avLst/>
              <a:gdLst>
                <a:gd name="connsiteX0" fmla="*/ 47206 w 73914"/>
                <a:gd name="connsiteY0" fmla="*/ 97 h 175899"/>
                <a:gd name="connsiteX1" fmla="*/ 193 w 73914"/>
                <a:gd name="connsiteY1" fmla="*/ 23776 h 175899"/>
                <a:gd name="connsiteX2" fmla="*/ 193 w 73914"/>
                <a:gd name="connsiteY2" fmla="*/ 27419 h 175899"/>
                <a:gd name="connsiteX3" fmla="*/ 7245 w 73914"/>
                <a:gd name="connsiteY3" fmla="*/ 24557 h 175899"/>
                <a:gd name="connsiteX4" fmla="*/ 18999 w 73914"/>
                <a:gd name="connsiteY4" fmla="*/ 21694 h 175899"/>
                <a:gd name="connsiteX5" fmla="*/ 26834 w 73914"/>
                <a:gd name="connsiteY5" fmla="*/ 33924 h 175899"/>
                <a:gd name="connsiteX6" fmla="*/ 26834 w 73914"/>
                <a:gd name="connsiteY6" fmla="*/ 151798 h 175899"/>
                <a:gd name="connsiteX7" fmla="*/ 20566 w 73914"/>
                <a:gd name="connsiteY7" fmla="*/ 168711 h 175899"/>
                <a:gd name="connsiteX8" fmla="*/ 2022 w 73914"/>
                <a:gd name="connsiteY8" fmla="*/ 172094 h 175899"/>
                <a:gd name="connsiteX9" fmla="*/ 2022 w 73914"/>
                <a:gd name="connsiteY9" fmla="*/ 175997 h 175899"/>
                <a:gd name="connsiteX10" fmla="*/ 74108 w 73914"/>
                <a:gd name="connsiteY10" fmla="*/ 175997 h 175899"/>
                <a:gd name="connsiteX11" fmla="*/ 74108 w 73914"/>
                <a:gd name="connsiteY11" fmla="*/ 172094 h 175899"/>
                <a:gd name="connsiteX12" fmla="*/ 49296 w 73914"/>
                <a:gd name="connsiteY12" fmla="*/ 156742 h 175899"/>
                <a:gd name="connsiteX13" fmla="*/ 49296 w 73914"/>
                <a:gd name="connsiteY13" fmla="*/ 618 h 175899"/>
                <a:gd name="connsiteX14" fmla="*/ 47206 w 73914"/>
                <a:gd name="connsiteY14" fmla="*/ 97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06" y="97"/>
                  </a:moveTo>
                  <a:lnTo>
                    <a:pt x="193" y="23776"/>
                  </a:lnTo>
                  <a:lnTo>
                    <a:pt x="193" y="27419"/>
                  </a:lnTo>
                  <a:cubicBezTo>
                    <a:pt x="3328" y="26118"/>
                    <a:pt x="6201" y="25077"/>
                    <a:pt x="7245" y="24557"/>
                  </a:cubicBezTo>
                  <a:cubicBezTo>
                    <a:pt x="11947" y="22735"/>
                    <a:pt x="16387" y="21694"/>
                    <a:pt x="18999" y="21694"/>
                  </a:cubicBezTo>
                  <a:cubicBezTo>
                    <a:pt x="24483" y="21694"/>
                    <a:pt x="26834" y="25597"/>
                    <a:pt x="26834" y="33924"/>
                  </a:cubicBezTo>
                  <a:lnTo>
                    <a:pt x="26834" y="151798"/>
                  </a:lnTo>
                  <a:cubicBezTo>
                    <a:pt x="26834" y="160384"/>
                    <a:pt x="24744" y="166369"/>
                    <a:pt x="20566" y="168711"/>
                  </a:cubicBezTo>
                  <a:cubicBezTo>
                    <a:pt x="16648" y="171053"/>
                    <a:pt x="12991" y="171833"/>
                    <a:pt x="2022" y="172094"/>
                  </a:cubicBezTo>
                  <a:lnTo>
                    <a:pt x="2022" y="175997"/>
                  </a:lnTo>
                  <a:lnTo>
                    <a:pt x="74108" y="175997"/>
                  </a:lnTo>
                  <a:lnTo>
                    <a:pt x="74108" y="172094"/>
                  </a:lnTo>
                  <a:cubicBezTo>
                    <a:pt x="53474" y="171833"/>
                    <a:pt x="49296" y="169231"/>
                    <a:pt x="49296" y="156742"/>
                  </a:cubicBezTo>
                  <a:lnTo>
                    <a:pt x="49296" y="618"/>
                  </a:lnTo>
                  <a:lnTo>
                    <a:pt x="47206" y="9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2" name="Freeform: Shape 1851">
              <a:extLst>
                <a:ext uri="{FF2B5EF4-FFF2-40B4-BE49-F238E27FC236}">
                  <a16:creationId xmlns:a16="http://schemas.microsoft.com/office/drawing/2014/main" id="{10B06CF5-6574-E924-A8E0-65A1EA1A1FA6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662872" y="4160682"/>
              <a:ext cx="81883" cy="351630"/>
            </a:xfrm>
            <a:custGeom>
              <a:avLst/>
              <a:gdLst>
                <a:gd name="connsiteX0" fmla="*/ 82083 w 81883"/>
                <a:gd name="connsiteY0" fmla="*/ 175910 h 351630"/>
                <a:gd name="connsiteX1" fmla="*/ 58788 w 81883"/>
                <a:gd name="connsiteY1" fmla="*/ 66201 h 351630"/>
                <a:gd name="connsiteX2" fmla="*/ 3728 w 81883"/>
                <a:gd name="connsiteY2" fmla="*/ 94 h 351630"/>
                <a:gd name="connsiteX3" fmla="*/ 199 w 81883"/>
                <a:gd name="connsiteY3" fmla="*/ 3610 h 351630"/>
                <a:gd name="connsiteX4" fmla="*/ 6905 w 81883"/>
                <a:gd name="connsiteY4" fmla="*/ 11698 h 351630"/>
                <a:gd name="connsiteX5" fmla="*/ 61612 w 81883"/>
                <a:gd name="connsiteY5" fmla="*/ 175910 h 351630"/>
                <a:gd name="connsiteX6" fmla="*/ 4787 w 81883"/>
                <a:gd name="connsiteY6" fmla="*/ 342231 h 351630"/>
                <a:gd name="connsiteX7" fmla="*/ 199 w 81883"/>
                <a:gd name="connsiteY7" fmla="*/ 348209 h 351630"/>
                <a:gd name="connsiteX8" fmla="*/ 3728 w 81883"/>
                <a:gd name="connsiteY8" fmla="*/ 351725 h 351630"/>
                <a:gd name="connsiteX9" fmla="*/ 59847 w 81883"/>
                <a:gd name="connsiteY9" fmla="*/ 283157 h 351630"/>
                <a:gd name="connsiteX10" fmla="*/ 82083 w 81883"/>
                <a:gd name="connsiteY10" fmla="*/ 17591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3" y="175910"/>
                  </a:moveTo>
                  <a:cubicBezTo>
                    <a:pt x="82083" y="148482"/>
                    <a:pt x="78200" y="105935"/>
                    <a:pt x="58788" y="66201"/>
                  </a:cubicBezTo>
                  <a:cubicBezTo>
                    <a:pt x="37611" y="22950"/>
                    <a:pt x="7258" y="94"/>
                    <a:pt x="3728" y="94"/>
                  </a:cubicBezTo>
                  <a:cubicBezTo>
                    <a:pt x="1611" y="94"/>
                    <a:pt x="199" y="1501"/>
                    <a:pt x="199" y="3610"/>
                  </a:cubicBezTo>
                  <a:cubicBezTo>
                    <a:pt x="199" y="4665"/>
                    <a:pt x="199" y="5369"/>
                    <a:pt x="6905" y="11698"/>
                  </a:cubicBezTo>
                  <a:cubicBezTo>
                    <a:pt x="41494" y="46509"/>
                    <a:pt x="61612" y="102419"/>
                    <a:pt x="61612" y="175910"/>
                  </a:cubicBezTo>
                  <a:cubicBezTo>
                    <a:pt x="61612" y="236038"/>
                    <a:pt x="48553" y="297925"/>
                    <a:pt x="4787" y="342231"/>
                  </a:cubicBezTo>
                  <a:cubicBezTo>
                    <a:pt x="199" y="346451"/>
                    <a:pt x="199" y="347154"/>
                    <a:pt x="199" y="348209"/>
                  </a:cubicBezTo>
                  <a:cubicBezTo>
                    <a:pt x="199" y="350318"/>
                    <a:pt x="1611" y="351725"/>
                    <a:pt x="3728" y="351725"/>
                  </a:cubicBezTo>
                  <a:cubicBezTo>
                    <a:pt x="7258" y="351725"/>
                    <a:pt x="39023" y="327814"/>
                    <a:pt x="59847" y="283157"/>
                  </a:cubicBezTo>
                  <a:cubicBezTo>
                    <a:pt x="77847" y="244478"/>
                    <a:pt x="82083" y="205447"/>
                    <a:pt x="82083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3" name="Freeform: Shape 1852">
              <a:extLst>
                <a:ext uri="{FF2B5EF4-FFF2-40B4-BE49-F238E27FC236}">
                  <a16:creationId xmlns:a16="http://schemas.microsoft.com/office/drawing/2014/main" id="{F8F4E578-2A2E-768D-7AA8-CA6D5F26A607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815149" y="4160682"/>
              <a:ext cx="81883" cy="351630"/>
            </a:xfrm>
            <a:custGeom>
              <a:avLst/>
              <a:gdLst>
                <a:gd name="connsiteX0" fmla="*/ 82087 w 81883"/>
                <a:gd name="connsiteY0" fmla="*/ 348209 h 351630"/>
                <a:gd name="connsiteX1" fmla="*/ 76087 w 81883"/>
                <a:gd name="connsiteY1" fmla="*/ 340473 h 351630"/>
                <a:gd name="connsiteX2" fmla="*/ 20674 w 81883"/>
                <a:gd name="connsiteY2" fmla="*/ 175910 h 351630"/>
                <a:gd name="connsiteX3" fmla="*/ 77498 w 81883"/>
                <a:gd name="connsiteY3" fmla="*/ 9588 h 351630"/>
                <a:gd name="connsiteX4" fmla="*/ 82087 w 81883"/>
                <a:gd name="connsiteY4" fmla="*/ 3610 h 351630"/>
                <a:gd name="connsiteX5" fmla="*/ 78557 w 81883"/>
                <a:gd name="connsiteY5" fmla="*/ 94 h 351630"/>
                <a:gd name="connsiteX6" fmla="*/ 22438 w 81883"/>
                <a:gd name="connsiteY6" fmla="*/ 68662 h 351630"/>
                <a:gd name="connsiteX7" fmla="*/ 203 w 81883"/>
                <a:gd name="connsiteY7" fmla="*/ 175910 h 351630"/>
                <a:gd name="connsiteX8" fmla="*/ 23497 w 81883"/>
                <a:gd name="connsiteY8" fmla="*/ 285618 h 351630"/>
                <a:gd name="connsiteX9" fmla="*/ 78557 w 81883"/>
                <a:gd name="connsiteY9" fmla="*/ 351725 h 351630"/>
                <a:gd name="connsiteX10" fmla="*/ 82087 w 81883"/>
                <a:gd name="connsiteY10" fmla="*/ 34820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7" y="348209"/>
                  </a:moveTo>
                  <a:cubicBezTo>
                    <a:pt x="82087" y="347154"/>
                    <a:pt x="82087" y="346451"/>
                    <a:pt x="76087" y="340473"/>
                  </a:cubicBezTo>
                  <a:cubicBezTo>
                    <a:pt x="31968" y="296167"/>
                    <a:pt x="20674" y="229709"/>
                    <a:pt x="20674" y="175910"/>
                  </a:cubicBezTo>
                  <a:cubicBezTo>
                    <a:pt x="20674" y="114726"/>
                    <a:pt x="34086" y="53542"/>
                    <a:pt x="77498" y="9588"/>
                  </a:cubicBezTo>
                  <a:cubicBezTo>
                    <a:pt x="82087" y="5369"/>
                    <a:pt x="82087" y="4665"/>
                    <a:pt x="82087" y="3610"/>
                  </a:cubicBezTo>
                  <a:cubicBezTo>
                    <a:pt x="82087" y="1149"/>
                    <a:pt x="80675" y="94"/>
                    <a:pt x="78557" y="94"/>
                  </a:cubicBezTo>
                  <a:cubicBezTo>
                    <a:pt x="75028" y="94"/>
                    <a:pt x="43262" y="24005"/>
                    <a:pt x="22438" y="68662"/>
                  </a:cubicBezTo>
                  <a:cubicBezTo>
                    <a:pt x="4438" y="107342"/>
                    <a:pt x="203" y="146373"/>
                    <a:pt x="203" y="175910"/>
                  </a:cubicBezTo>
                  <a:cubicBezTo>
                    <a:pt x="203" y="203337"/>
                    <a:pt x="4085" y="245884"/>
                    <a:pt x="23497" y="285618"/>
                  </a:cubicBezTo>
                  <a:cubicBezTo>
                    <a:pt x="44674" y="328869"/>
                    <a:pt x="75028" y="351725"/>
                    <a:pt x="78557" y="351725"/>
                  </a:cubicBezTo>
                  <a:cubicBezTo>
                    <a:pt x="80675" y="351725"/>
                    <a:pt x="82087" y="350670"/>
                    <a:pt x="82087" y="34820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4" name="Freeform: Shape 1853">
              <a:extLst>
                <a:ext uri="{FF2B5EF4-FFF2-40B4-BE49-F238E27FC236}">
                  <a16:creationId xmlns:a16="http://schemas.microsoft.com/office/drawing/2014/main" id="{6F3FF6BA-39D9-37A8-16A2-F2421250841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9908130" y="4269335"/>
              <a:ext cx="167297" cy="158937"/>
            </a:xfrm>
            <a:custGeom>
              <a:avLst/>
              <a:gdLst>
                <a:gd name="connsiteX0" fmla="*/ 151621 w 167297"/>
                <a:gd name="connsiteY0" fmla="*/ 116133 h 158937"/>
                <a:gd name="connsiteX1" fmla="*/ 143856 w 167297"/>
                <a:gd name="connsiteY1" fmla="*/ 125627 h 158937"/>
                <a:gd name="connsiteX2" fmla="*/ 127620 w 167297"/>
                <a:gd name="connsiteY2" fmla="*/ 139692 h 158937"/>
                <a:gd name="connsiteX3" fmla="*/ 116679 w 167297"/>
                <a:gd name="connsiteY3" fmla="*/ 125275 h 158937"/>
                <a:gd name="connsiteX4" fmla="*/ 115267 w 167297"/>
                <a:gd name="connsiteY4" fmla="*/ 119298 h 158937"/>
                <a:gd name="connsiteX5" fmla="*/ 102561 w 167297"/>
                <a:gd name="connsiteY5" fmla="*/ 62333 h 158937"/>
                <a:gd name="connsiteX6" fmla="*/ 137150 w 167297"/>
                <a:gd name="connsiteY6" fmla="*/ 19786 h 158937"/>
                <a:gd name="connsiteX7" fmla="*/ 145621 w 167297"/>
                <a:gd name="connsiteY7" fmla="*/ 22599 h 158937"/>
                <a:gd name="connsiteX8" fmla="*/ 155150 w 167297"/>
                <a:gd name="connsiteY8" fmla="*/ 25764 h 158937"/>
                <a:gd name="connsiteX9" fmla="*/ 167503 w 167297"/>
                <a:gd name="connsiteY9" fmla="*/ 13105 h 158937"/>
                <a:gd name="connsiteX10" fmla="*/ 153033 w 167297"/>
                <a:gd name="connsiteY10" fmla="*/ 95 h 158937"/>
                <a:gd name="connsiteX11" fmla="*/ 99737 w 167297"/>
                <a:gd name="connsiteY11" fmla="*/ 50378 h 158937"/>
                <a:gd name="connsiteX12" fmla="*/ 95855 w 167297"/>
                <a:gd name="connsiteY12" fmla="*/ 31038 h 158937"/>
                <a:gd name="connsiteX13" fmla="*/ 77502 w 167297"/>
                <a:gd name="connsiteY13" fmla="*/ 95 h 158937"/>
                <a:gd name="connsiteX14" fmla="*/ 36207 w 167297"/>
                <a:gd name="connsiteY14" fmla="*/ 10292 h 158937"/>
                <a:gd name="connsiteX15" fmla="*/ 32324 w 167297"/>
                <a:gd name="connsiteY15" fmla="*/ 11699 h 158937"/>
                <a:gd name="connsiteX16" fmla="*/ 33736 w 167297"/>
                <a:gd name="connsiteY16" fmla="*/ 16973 h 158937"/>
                <a:gd name="connsiteX17" fmla="*/ 53501 w 167297"/>
                <a:gd name="connsiteY17" fmla="*/ 13105 h 158937"/>
                <a:gd name="connsiteX18" fmla="*/ 69384 w 167297"/>
                <a:gd name="connsiteY18" fmla="*/ 37368 h 158937"/>
                <a:gd name="connsiteX19" fmla="*/ 79619 w 167297"/>
                <a:gd name="connsiteY19" fmla="*/ 80618 h 158937"/>
                <a:gd name="connsiteX20" fmla="*/ 50678 w 167297"/>
                <a:gd name="connsiteY20" fmla="*/ 121759 h 158937"/>
                <a:gd name="connsiteX21" fmla="*/ 32677 w 167297"/>
                <a:gd name="connsiteY21" fmla="*/ 138637 h 158937"/>
                <a:gd name="connsiteX22" fmla="*/ 23501 w 167297"/>
                <a:gd name="connsiteY22" fmla="*/ 135473 h 158937"/>
                <a:gd name="connsiteX23" fmla="*/ 12206 w 167297"/>
                <a:gd name="connsiteY23" fmla="*/ 131956 h 158937"/>
                <a:gd name="connsiteX24" fmla="*/ 206 w 167297"/>
                <a:gd name="connsiteY24" fmla="*/ 144263 h 158937"/>
                <a:gd name="connsiteX25" fmla="*/ 17853 w 167297"/>
                <a:gd name="connsiteY25" fmla="*/ 159032 h 158937"/>
                <a:gd name="connsiteX26" fmla="*/ 50678 w 167297"/>
                <a:gd name="connsiteY26" fmla="*/ 134418 h 158937"/>
                <a:gd name="connsiteX27" fmla="*/ 82443 w 167297"/>
                <a:gd name="connsiteY27" fmla="*/ 93277 h 158937"/>
                <a:gd name="connsiteX28" fmla="*/ 93031 w 167297"/>
                <a:gd name="connsiteY28" fmla="*/ 135473 h 158937"/>
                <a:gd name="connsiteX29" fmla="*/ 113502 w 167297"/>
                <a:gd name="connsiteY29" fmla="*/ 159032 h 158937"/>
                <a:gd name="connsiteX30" fmla="*/ 156562 w 167297"/>
                <a:gd name="connsiteY30" fmla="*/ 118946 h 158937"/>
                <a:gd name="connsiteX31" fmla="*/ 151621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21" y="116133"/>
                  </a:moveTo>
                  <a:cubicBezTo>
                    <a:pt x="148797" y="119298"/>
                    <a:pt x="147032" y="121407"/>
                    <a:pt x="143856" y="125627"/>
                  </a:cubicBezTo>
                  <a:cubicBezTo>
                    <a:pt x="135738" y="136176"/>
                    <a:pt x="131503" y="139692"/>
                    <a:pt x="127620" y="139692"/>
                  </a:cubicBezTo>
                  <a:cubicBezTo>
                    <a:pt x="122326" y="139692"/>
                    <a:pt x="119150" y="135121"/>
                    <a:pt x="116679" y="125275"/>
                  </a:cubicBezTo>
                  <a:cubicBezTo>
                    <a:pt x="115973" y="122462"/>
                    <a:pt x="115620" y="120353"/>
                    <a:pt x="115267" y="119298"/>
                  </a:cubicBezTo>
                  <a:cubicBezTo>
                    <a:pt x="106443" y="83783"/>
                    <a:pt x="102561" y="67608"/>
                    <a:pt x="102561" y="62333"/>
                  </a:cubicBezTo>
                  <a:cubicBezTo>
                    <a:pt x="118091" y="35258"/>
                    <a:pt x="130797" y="19786"/>
                    <a:pt x="137150" y="19786"/>
                  </a:cubicBezTo>
                  <a:cubicBezTo>
                    <a:pt x="139268" y="19786"/>
                    <a:pt x="142091" y="20841"/>
                    <a:pt x="145621" y="22599"/>
                  </a:cubicBezTo>
                  <a:cubicBezTo>
                    <a:pt x="149856" y="25061"/>
                    <a:pt x="152327" y="25764"/>
                    <a:pt x="155150" y="25764"/>
                  </a:cubicBezTo>
                  <a:cubicBezTo>
                    <a:pt x="162562" y="25764"/>
                    <a:pt x="167503" y="20489"/>
                    <a:pt x="167503" y="13105"/>
                  </a:cubicBezTo>
                  <a:cubicBezTo>
                    <a:pt x="167503" y="5721"/>
                    <a:pt x="161503" y="95"/>
                    <a:pt x="153033" y="95"/>
                  </a:cubicBezTo>
                  <a:cubicBezTo>
                    <a:pt x="137503" y="95"/>
                    <a:pt x="124091" y="12753"/>
                    <a:pt x="99737" y="50378"/>
                  </a:cubicBezTo>
                  <a:lnTo>
                    <a:pt x="95855" y="31038"/>
                  </a:lnTo>
                  <a:cubicBezTo>
                    <a:pt x="90914" y="7127"/>
                    <a:pt x="87031" y="95"/>
                    <a:pt x="77502" y="95"/>
                  </a:cubicBezTo>
                  <a:cubicBezTo>
                    <a:pt x="69737" y="95"/>
                    <a:pt x="57737" y="3259"/>
                    <a:pt x="36207" y="10292"/>
                  </a:cubicBezTo>
                  <a:lnTo>
                    <a:pt x="32324" y="11699"/>
                  </a:lnTo>
                  <a:lnTo>
                    <a:pt x="33736" y="16973"/>
                  </a:lnTo>
                  <a:cubicBezTo>
                    <a:pt x="47148" y="13808"/>
                    <a:pt x="50325" y="13105"/>
                    <a:pt x="53501" y="13105"/>
                  </a:cubicBezTo>
                  <a:cubicBezTo>
                    <a:pt x="62325" y="13105"/>
                    <a:pt x="64443" y="16270"/>
                    <a:pt x="69384" y="37368"/>
                  </a:cubicBezTo>
                  <a:lnTo>
                    <a:pt x="79619" y="80618"/>
                  </a:lnTo>
                  <a:lnTo>
                    <a:pt x="50678" y="121759"/>
                  </a:lnTo>
                  <a:cubicBezTo>
                    <a:pt x="43619" y="132308"/>
                    <a:pt x="36560" y="138637"/>
                    <a:pt x="32677" y="138637"/>
                  </a:cubicBezTo>
                  <a:cubicBezTo>
                    <a:pt x="30560" y="138637"/>
                    <a:pt x="27030" y="137582"/>
                    <a:pt x="23501" y="135473"/>
                  </a:cubicBezTo>
                  <a:cubicBezTo>
                    <a:pt x="18912" y="133011"/>
                    <a:pt x="15030" y="131956"/>
                    <a:pt x="12206" y="131956"/>
                  </a:cubicBezTo>
                  <a:cubicBezTo>
                    <a:pt x="5500" y="131956"/>
                    <a:pt x="206" y="137231"/>
                    <a:pt x="206" y="144263"/>
                  </a:cubicBezTo>
                  <a:cubicBezTo>
                    <a:pt x="206" y="153406"/>
                    <a:pt x="7265" y="159032"/>
                    <a:pt x="17853" y="159032"/>
                  </a:cubicBezTo>
                  <a:cubicBezTo>
                    <a:pt x="28795" y="159032"/>
                    <a:pt x="33030" y="155867"/>
                    <a:pt x="50678" y="134418"/>
                  </a:cubicBezTo>
                  <a:cubicBezTo>
                    <a:pt x="60207" y="123166"/>
                    <a:pt x="67619" y="113672"/>
                    <a:pt x="82443" y="93277"/>
                  </a:cubicBezTo>
                  <a:lnTo>
                    <a:pt x="93031" y="135473"/>
                  </a:lnTo>
                  <a:cubicBezTo>
                    <a:pt x="97620" y="153406"/>
                    <a:pt x="102208" y="159032"/>
                    <a:pt x="113502" y="159032"/>
                  </a:cubicBezTo>
                  <a:cubicBezTo>
                    <a:pt x="126914" y="159032"/>
                    <a:pt x="136091" y="150593"/>
                    <a:pt x="156562" y="118946"/>
                  </a:cubicBezTo>
                  <a:lnTo>
                    <a:pt x="151621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5" name="Freeform: Shape 1854">
              <a:extLst>
                <a:ext uri="{FF2B5EF4-FFF2-40B4-BE49-F238E27FC236}">
                  <a16:creationId xmlns:a16="http://schemas.microsoft.com/office/drawing/2014/main" id="{EFD58794-ECB5-8CB7-85A2-36D9D4A9C34C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081223" y="4301822"/>
              <a:ext cx="118053" cy="179542"/>
            </a:xfrm>
            <a:custGeom>
              <a:avLst/>
              <a:gdLst>
                <a:gd name="connsiteX0" fmla="*/ 60282 w 118053"/>
                <a:gd name="connsiteY0" fmla="*/ 97 h 179542"/>
                <a:gd name="connsiteX1" fmla="*/ 25283 w 118053"/>
                <a:gd name="connsiteY1" fmla="*/ 13628 h 179542"/>
                <a:gd name="connsiteX2" fmla="*/ 210 w 118053"/>
                <a:gd name="connsiteY2" fmla="*/ 88567 h 179542"/>
                <a:gd name="connsiteX3" fmla="*/ 21104 w 118053"/>
                <a:gd name="connsiteY3" fmla="*/ 161946 h 179542"/>
                <a:gd name="connsiteX4" fmla="*/ 59237 w 118053"/>
                <a:gd name="connsiteY4" fmla="*/ 179640 h 179542"/>
                <a:gd name="connsiteX5" fmla="*/ 93190 w 118053"/>
                <a:gd name="connsiteY5" fmla="*/ 166109 h 179542"/>
                <a:gd name="connsiteX6" fmla="*/ 118264 w 118053"/>
                <a:gd name="connsiteY6" fmla="*/ 90129 h 179542"/>
                <a:gd name="connsiteX7" fmla="*/ 60282 w 118053"/>
                <a:gd name="connsiteY7" fmla="*/ 97 h 179542"/>
                <a:gd name="connsiteX8" fmla="*/ 59498 w 118053"/>
                <a:gd name="connsiteY8" fmla="*/ 6863 h 179542"/>
                <a:gd name="connsiteX9" fmla="*/ 93190 w 118053"/>
                <a:gd name="connsiteY9" fmla="*/ 90649 h 179542"/>
                <a:gd name="connsiteX10" fmla="*/ 59237 w 118053"/>
                <a:gd name="connsiteY10" fmla="*/ 172874 h 179542"/>
                <a:gd name="connsiteX11" fmla="*/ 25283 w 118053"/>
                <a:gd name="connsiteY11" fmla="*/ 90909 h 179542"/>
                <a:gd name="connsiteX12" fmla="*/ 59498 w 118053"/>
                <a:gd name="connsiteY12" fmla="*/ 6863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82" y="97"/>
                  </a:moveTo>
                  <a:cubicBezTo>
                    <a:pt x="45917" y="97"/>
                    <a:pt x="34947" y="4521"/>
                    <a:pt x="25283" y="13628"/>
                  </a:cubicBezTo>
                  <a:cubicBezTo>
                    <a:pt x="10135" y="28199"/>
                    <a:pt x="210" y="58123"/>
                    <a:pt x="210" y="88567"/>
                  </a:cubicBezTo>
                  <a:cubicBezTo>
                    <a:pt x="210" y="116930"/>
                    <a:pt x="8829" y="147374"/>
                    <a:pt x="21104" y="161946"/>
                  </a:cubicBezTo>
                  <a:cubicBezTo>
                    <a:pt x="30768" y="173395"/>
                    <a:pt x="44088" y="179640"/>
                    <a:pt x="59237" y="179640"/>
                  </a:cubicBezTo>
                  <a:cubicBezTo>
                    <a:pt x="72557" y="179640"/>
                    <a:pt x="83788" y="175216"/>
                    <a:pt x="93190" y="166109"/>
                  </a:cubicBezTo>
                  <a:cubicBezTo>
                    <a:pt x="108339" y="151798"/>
                    <a:pt x="118264" y="121614"/>
                    <a:pt x="118264" y="90129"/>
                  </a:cubicBezTo>
                  <a:cubicBezTo>
                    <a:pt x="118264" y="36786"/>
                    <a:pt x="94496" y="97"/>
                    <a:pt x="60282" y="97"/>
                  </a:cubicBezTo>
                  <a:close/>
                  <a:moveTo>
                    <a:pt x="59498" y="6863"/>
                  </a:moveTo>
                  <a:cubicBezTo>
                    <a:pt x="81437" y="6863"/>
                    <a:pt x="93190" y="36266"/>
                    <a:pt x="93190" y="90649"/>
                  </a:cubicBezTo>
                  <a:cubicBezTo>
                    <a:pt x="93190" y="145032"/>
                    <a:pt x="81698" y="172874"/>
                    <a:pt x="59237" y="172874"/>
                  </a:cubicBezTo>
                  <a:cubicBezTo>
                    <a:pt x="36775" y="172874"/>
                    <a:pt x="25283" y="145032"/>
                    <a:pt x="25283" y="90909"/>
                  </a:cubicBezTo>
                  <a:cubicBezTo>
                    <a:pt x="25283" y="35745"/>
                    <a:pt x="37036" y="6863"/>
                    <a:pt x="59498" y="686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6" name="Freeform: Shape 1855">
              <a:extLst>
                <a:ext uri="{FF2B5EF4-FFF2-40B4-BE49-F238E27FC236}">
                  <a16:creationId xmlns:a16="http://schemas.microsoft.com/office/drawing/2014/main" id="{8F1BBB20-BE3A-21E3-3DE7-7F71F70179D4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302247" y="4329464"/>
              <a:ext cx="215651" cy="14065"/>
            </a:xfrm>
            <a:custGeom>
              <a:avLst/>
              <a:gdLst>
                <a:gd name="connsiteX0" fmla="*/ 203514 w 215651"/>
                <a:gd name="connsiteY0" fmla="*/ 14160 h 14065"/>
                <a:gd name="connsiteX1" fmla="*/ 215867 w 215651"/>
                <a:gd name="connsiteY1" fmla="*/ 7127 h 14065"/>
                <a:gd name="connsiteX2" fmla="*/ 203514 w 215651"/>
                <a:gd name="connsiteY2" fmla="*/ 95 h 14065"/>
                <a:gd name="connsiteX3" fmla="*/ 12569 w 215651"/>
                <a:gd name="connsiteY3" fmla="*/ 95 h 14065"/>
                <a:gd name="connsiteX4" fmla="*/ 216 w 215651"/>
                <a:gd name="connsiteY4" fmla="*/ 7127 h 14065"/>
                <a:gd name="connsiteX5" fmla="*/ 12569 w 215651"/>
                <a:gd name="connsiteY5" fmla="*/ 14160 h 14065"/>
                <a:gd name="connsiteX6" fmla="*/ 203514 w 215651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4" y="14160"/>
                  </a:moveTo>
                  <a:cubicBezTo>
                    <a:pt x="209514" y="14160"/>
                    <a:pt x="215867" y="14160"/>
                    <a:pt x="215867" y="7127"/>
                  </a:cubicBezTo>
                  <a:cubicBezTo>
                    <a:pt x="215867" y="95"/>
                    <a:pt x="209514" y="95"/>
                    <a:pt x="203514" y="95"/>
                  </a:cubicBezTo>
                  <a:lnTo>
                    <a:pt x="12569" y="95"/>
                  </a:lnTo>
                  <a:cubicBezTo>
                    <a:pt x="6569" y="95"/>
                    <a:pt x="216" y="95"/>
                    <a:pt x="216" y="7127"/>
                  </a:cubicBezTo>
                  <a:cubicBezTo>
                    <a:pt x="216" y="14160"/>
                    <a:pt x="6569" y="14160"/>
                    <a:pt x="12569" y="14160"/>
                  </a:cubicBezTo>
                  <a:lnTo>
                    <a:pt x="203514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7" name="Freeform: Shape 1856">
              <a:extLst>
                <a:ext uri="{FF2B5EF4-FFF2-40B4-BE49-F238E27FC236}">
                  <a16:creationId xmlns:a16="http://schemas.microsoft.com/office/drawing/2014/main" id="{A02CD33A-0178-E656-C2CA-D1D0180B4D9A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587891" y="4269335"/>
              <a:ext cx="167297" cy="158937"/>
            </a:xfrm>
            <a:custGeom>
              <a:avLst/>
              <a:gdLst>
                <a:gd name="connsiteX0" fmla="*/ 151640 w 167297"/>
                <a:gd name="connsiteY0" fmla="*/ 116133 h 158937"/>
                <a:gd name="connsiteX1" fmla="*/ 143875 w 167297"/>
                <a:gd name="connsiteY1" fmla="*/ 125627 h 158937"/>
                <a:gd name="connsiteX2" fmla="*/ 127639 w 167297"/>
                <a:gd name="connsiteY2" fmla="*/ 139692 h 158937"/>
                <a:gd name="connsiteX3" fmla="*/ 116698 w 167297"/>
                <a:gd name="connsiteY3" fmla="*/ 125275 h 158937"/>
                <a:gd name="connsiteX4" fmla="*/ 115286 w 167297"/>
                <a:gd name="connsiteY4" fmla="*/ 119298 h 158937"/>
                <a:gd name="connsiteX5" fmla="*/ 102580 w 167297"/>
                <a:gd name="connsiteY5" fmla="*/ 62333 h 158937"/>
                <a:gd name="connsiteX6" fmla="*/ 137169 w 167297"/>
                <a:gd name="connsiteY6" fmla="*/ 19786 h 158937"/>
                <a:gd name="connsiteX7" fmla="*/ 145640 w 167297"/>
                <a:gd name="connsiteY7" fmla="*/ 22599 h 158937"/>
                <a:gd name="connsiteX8" fmla="*/ 155169 w 167297"/>
                <a:gd name="connsiteY8" fmla="*/ 25764 h 158937"/>
                <a:gd name="connsiteX9" fmla="*/ 167523 w 167297"/>
                <a:gd name="connsiteY9" fmla="*/ 13105 h 158937"/>
                <a:gd name="connsiteX10" fmla="*/ 153052 w 167297"/>
                <a:gd name="connsiteY10" fmla="*/ 95 h 158937"/>
                <a:gd name="connsiteX11" fmla="*/ 99757 w 167297"/>
                <a:gd name="connsiteY11" fmla="*/ 50378 h 158937"/>
                <a:gd name="connsiteX12" fmla="*/ 95874 w 167297"/>
                <a:gd name="connsiteY12" fmla="*/ 31038 h 158937"/>
                <a:gd name="connsiteX13" fmla="*/ 77521 w 167297"/>
                <a:gd name="connsiteY13" fmla="*/ 95 h 158937"/>
                <a:gd name="connsiteX14" fmla="*/ 36226 w 167297"/>
                <a:gd name="connsiteY14" fmla="*/ 10292 h 158937"/>
                <a:gd name="connsiteX15" fmla="*/ 32343 w 167297"/>
                <a:gd name="connsiteY15" fmla="*/ 11699 h 158937"/>
                <a:gd name="connsiteX16" fmla="*/ 33755 w 167297"/>
                <a:gd name="connsiteY16" fmla="*/ 16973 h 158937"/>
                <a:gd name="connsiteX17" fmla="*/ 53520 w 167297"/>
                <a:gd name="connsiteY17" fmla="*/ 13105 h 158937"/>
                <a:gd name="connsiteX18" fmla="*/ 69403 w 167297"/>
                <a:gd name="connsiteY18" fmla="*/ 37368 h 158937"/>
                <a:gd name="connsiteX19" fmla="*/ 79638 w 167297"/>
                <a:gd name="connsiteY19" fmla="*/ 80618 h 158937"/>
                <a:gd name="connsiteX20" fmla="*/ 50697 w 167297"/>
                <a:gd name="connsiteY20" fmla="*/ 121759 h 158937"/>
                <a:gd name="connsiteX21" fmla="*/ 32696 w 167297"/>
                <a:gd name="connsiteY21" fmla="*/ 138637 h 158937"/>
                <a:gd name="connsiteX22" fmla="*/ 23520 w 167297"/>
                <a:gd name="connsiteY22" fmla="*/ 135473 h 158937"/>
                <a:gd name="connsiteX23" fmla="*/ 12225 w 167297"/>
                <a:gd name="connsiteY23" fmla="*/ 131956 h 158937"/>
                <a:gd name="connsiteX24" fmla="*/ 225 w 167297"/>
                <a:gd name="connsiteY24" fmla="*/ 144263 h 158937"/>
                <a:gd name="connsiteX25" fmla="*/ 17873 w 167297"/>
                <a:gd name="connsiteY25" fmla="*/ 159032 h 158937"/>
                <a:gd name="connsiteX26" fmla="*/ 50697 w 167297"/>
                <a:gd name="connsiteY26" fmla="*/ 134418 h 158937"/>
                <a:gd name="connsiteX27" fmla="*/ 82462 w 167297"/>
                <a:gd name="connsiteY27" fmla="*/ 93277 h 158937"/>
                <a:gd name="connsiteX28" fmla="*/ 93050 w 167297"/>
                <a:gd name="connsiteY28" fmla="*/ 135473 h 158937"/>
                <a:gd name="connsiteX29" fmla="*/ 113521 w 167297"/>
                <a:gd name="connsiteY29" fmla="*/ 159032 h 158937"/>
                <a:gd name="connsiteX30" fmla="*/ 156581 w 167297"/>
                <a:gd name="connsiteY30" fmla="*/ 118946 h 158937"/>
                <a:gd name="connsiteX31" fmla="*/ 151640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40" y="116133"/>
                  </a:moveTo>
                  <a:cubicBezTo>
                    <a:pt x="148816" y="119298"/>
                    <a:pt x="147052" y="121407"/>
                    <a:pt x="143875" y="125627"/>
                  </a:cubicBezTo>
                  <a:cubicBezTo>
                    <a:pt x="135757" y="136176"/>
                    <a:pt x="131522" y="139692"/>
                    <a:pt x="127639" y="139692"/>
                  </a:cubicBezTo>
                  <a:cubicBezTo>
                    <a:pt x="122345" y="139692"/>
                    <a:pt x="119169" y="135121"/>
                    <a:pt x="116698" y="125275"/>
                  </a:cubicBezTo>
                  <a:cubicBezTo>
                    <a:pt x="115992" y="122462"/>
                    <a:pt x="115639" y="120353"/>
                    <a:pt x="115286" y="119298"/>
                  </a:cubicBezTo>
                  <a:cubicBezTo>
                    <a:pt x="106463" y="83783"/>
                    <a:pt x="102580" y="67608"/>
                    <a:pt x="102580" y="62333"/>
                  </a:cubicBezTo>
                  <a:cubicBezTo>
                    <a:pt x="118110" y="35258"/>
                    <a:pt x="130816" y="19786"/>
                    <a:pt x="137169" y="19786"/>
                  </a:cubicBezTo>
                  <a:cubicBezTo>
                    <a:pt x="139287" y="19786"/>
                    <a:pt x="142110" y="20841"/>
                    <a:pt x="145640" y="22599"/>
                  </a:cubicBezTo>
                  <a:cubicBezTo>
                    <a:pt x="149875" y="25061"/>
                    <a:pt x="152346" y="25764"/>
                    <a:pt x="155169" y="25764"/>
                  </a:cubicBezTo>
                  <a:cubicBezTo>
                    <a:pt x="162581" y="25764"/>
                    <a:pt x="167523" y="20489"/>
                    <a:pt x="167523" y="13105"/>
                  </a:cubicBezTo>
                  <a:cubicBezTo>
                    <a:pt x="167523" y="5721"/>
                    <a:pt x="161522" y="95"/>
                    <a:pt x="153052" y="95"/>
                  </a:cubicBezTo>
                  <a:cubicBezTo>
                    <a:pt x="137522" y="95"/>
                    <a:pt x="124110" y="12753"/>
                    <a:pt x="99757" y="50378"/>
                  </a:cubicBezTo>
                  <a:lnTo>
                    <a:pt x="95874" y="31038"/>
                  </a:lnTo>
                  <a:cubicBezTo>
                    <a:pt x="90933" y="7127"/>
                    <a:pt x="87050" y="95"/>
                    <a:pt x="77521" y="95"/>
                  </a:cubicBezTo>
                  <a:cubicBezTo>
                    <a:pt x="69756" y="95"/>
                    <a:pt x="57756" y="3259"/>
                    <a:pt x="36226" y="10292"/>
                  </a:cubicBezTo>
                  <a:lnTo>
                    <a:pt x="32343" y="11699"/>
                  </a:lnTo>
                  <a:lnTo>
                    <a:pt x="33755" y="16973"/>
                  </a:lnTo>
                  <a:cubicBezTo>
                    <a:pt x="47167" y="13808"/>
                    <a:pt x="50344" y="13105"/>
                    <a:pt x="53520" y="13105"/>
                  </a:cubicBezTo>
                  <a:cubicBezTo>
                    <a:pt x="62344" y="13105"/>
                    <a:pt x="64462" y="16270"/>
                    <a:pt x="69403" y="37368"/>
                  </a:cubicBezTo>
                  <a:lnTo>
                    <a:pt x="79638" y="80618"/>
                  </a:lnTo>
                  <a:lnTo>
                    <a:pt x="50697" y="121759"/>
                  </a:lnTo>
                  <a:cubicBezTo>
                    <a:pt x="43638" y="132308"/>
                    <a:pt x="36579" y="138637"/>
                    <a:pt x="32696" y="138637"/>
                  </a:cubicBezTo>
                  <a:cubicBezTo>
                    <a:pt x="30579" y="138637"/>
                    <a:pt x="27049" y="137582"/>
                    <a:pt x="23520" y="135473"/>
                  </a:cubicBezTo>
                  <a:cubicBezTo>
                    <a:pt x="18931" y="133011"/>
                    <a:pt x="15049" y="131956"/>
                    <a:pt x="12225" y="131956"/>
                  </a:cubicBezTo>
                  <a:cubicBezTo>
                    <a:pt x="5519" y="131956"/>
                    <a:pt x="225" y="137231"/>
                    <a:pt x="225" y="144263"/>
                  </a:cubicBezTo>
                  <a:cubicBezTo>
                    <a:pt x="225" y="153406"/>
                    <a:pt x="7284" y="159032"/>
                    <a:pt x="17873" y="159032"/>
                  </a:cubicBezTo>
                  <a:cubicBezTo>
                    <a:pt x="28814" y="159032"/>
                    <a:pt x="33049" y="155867"/>
                    <a:pt x="50697" y="134418"/>
                  </a:cubicBezTo>
                  <a:cubicBezTo>
                    <a:pt x="60226" y="123166"/>
                    <a:pt x="67638" y="113672"/>
                    <a:pt x="82462" y="93277"/>
                  </a:cubicBezTo>
                  <a:lnTo>
                    <a:pt x="93050" y="135473"/>
                  </a:lnTo>
                  <a:cubicBezTo>
                    <a:pt x="97639" y="153406"/>
                    <a:pt x="102227" y="159032"/>
                    <a:pt x="113521" y="159032"/>
                  </a:cubicBezTo>
                  <a:cubicBezTo>
                    <a:pt x="126933" y="159032"/>
                    <a:pt x="136110" y="150593"/>
                    <a:pt x="156581" y="118946"/>
                  </a:cubicBezTo>
                  <a:lnTo>
                    <a:pt x="151640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8" name="Freeform: Shape 1857">
              <a:extLst>
                <a:ext uri="{FF2B5EF4-FFF2-40B4-BE49-F238E27FC236}">
                  <a16:creationId xmlns:a16="http://schemas.microsoft.com/office/drawing/2014/main" id="{F92ADB62-4800-39B8-6FCA-EBAA11B86EE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762551" y="4301822"/>
              <a:ext cx="116225" cy="175899"/>
            </a:xfrm>
            <a:custGeom>
              <a:avLst/>
              <a:gdLst>
                <a:gd name="connsiteX0" fmla="*/ 116455 w 116225"/>
                <a:gd name="connsiteY0" fmla="*/ 140348 h 175899"/>
                <a:gd name="connsiteX1" fmla="*/ 113059 w 116225"/>
                <a:gd name="connsiteY1" fmla="*/ 139047 h 175899"/>
                <a:gd name="connsiteX2" fmla="*/ 88247 w 116225"/>
                <a:gd name="connsiteY2" fmla="*/ 156221 h 175899"/>
                <a:gd name="connsiteX3" fmla="*/ 25825 w 116225"/>
                <a:gd name="connsiteY3" fmla="*/ 156221 h 175899"/>
                <a:gd name="connsiteX4" fmla="*/ 69703 w 116225"/>
                <a:gd name="connsiteY4" fmla="*/ 110425 h 175899"/>
                <a:gd name="connsiteX5" fmla="*/ 103134 w 116225"/>
                <a:gd name="connsiteY5" fmla="*/ 46154 h 175899"/>
                <a:gd name="connsiteX6" fmla="*/ 54816 w 116225"/>
                <a:gd name="connsiteY6" fmla="*/ 97 h 175899"/>
                <a:gd name="connsiteX7" fmla="*/ 17206 w 116225"/>
                <a:gd name="connsiteY7" fmla="*/ 16230 h 175899"/>
                <a:gd name="connsiteX8" fmla="*/ 490 w 116225"/>
                <a:gd name="connsiteY8" fmla="*/ 51878 h 175899"/>
                <a:gd name="connsiteX9" fmla="*/ 5975 w 116225"/>
                <a:gd name="connsiteY9" fmla="*/ 53179 h 175899"/>
                <a:gd name="connsiteX10" fmla="*/ 43846 w 116225"/>
                <a:gd name="connsiteY10" fmla="*/ 19352 h 175899"/>
                <a:gd name="connsiteX11" fmla="*/ 80673 w 116225"/>
                <a:gd name="connsiteY11" fmla="*/ 56042 h 175899"/>
                <a:gd name="connsiteX12" fmla="*/ 46719 w 116225"/>
                <a:gd name="connsiteY12" fmla="*/ 123695 h 175899"/>
                <a:gd name="connsiteX13" fmla="*/ 229 w 116225"/>
                <a:gd name="connsiteY13" fmla="*/ 172874 h 175899"/>
                <a:gd name="connsiteX14" fmla="*/ 229 w 116225"/>
                <a:gd name="connsiteY14" fmla="*/ 175997 h 175899"/>
                <a:gd name="connsiteX15" fmla="*/ 102090 w 116225"/>
                <a:gd name="connsiteY15" fmla="*/ 175997 h 175899"/>
                <a:gd name="connsiteX16" fmla="*/ 116455 w 116225"/>
                <a:gd name="connsiteY16" fmla="*/ 140348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55" y="140348"/>
                  </a:moveTo>
                  <a:lnTo>
                    <a:pt x="113059" y="139047"/>
                  </a:lnTo>
                  <a:cubicBezTo>
                    <a:pt x="103396" y="153879"/>
                    <a:pt x="100000" y="156221"/>
                    <a:pt x="88247" y="156221"/>
                  </a:cubicBezTo>
                  <a:lnTo>
                    <a:pt x="25825" y="156221"/>
                  </a:lnTo>
                  <a:lnTo>
                    <a:pt x="69703" y="110425"/>
                  </a:lnTo>
                  <a:cubicBezTo>
                    <a:pt x="92948" y="86226"/>
                    <a:pt x="103134" y="66450"/>
                    <a:pt x="103134" y="46154"/>
                  </a:cubicBezTo>
                  <a:cubicBezTo>
                    <a:pt x="103134" y="20133"/>
                    <a:pt x="81979" y="97"/>
                    <a:pt x="54816" y="97"/>
                  </a:cubicBezTo>
                  <a:cubicBezTo>
                    <a:pt x="40451" y="97"/>
                    <a:pt x="26869" y="5822"/>
                    <a:pt x="17206" y="16230"/>
                  </a:cubicBezTo>
                  <a:cubicBezTo>
                    <a:pt x="8848" y="25077"/>
                    <a:pt x="4930" y="33404"/>
                    <a:pt x="490" y="51878"/>
                  </a:cubicBezTo>
                  <a:lnTo>
                    <a:pt x="5975" y="53179"/>
                  </a:lnTo>
                  <a:cubicBezTo>
                    <a:pt x="16422" y="27679"/>
                    <a:pt x="25825" y="19352"/>
                    <a:pt x="43846" y="19352"/>
                  </a:cubicBezTo>
                  <a:cubicBezTo>
                    <a:pt x="65785" y="19352"/>
                    <a:pt x="80673" y="34184"/>
                    <a:pt x="80673" y="56042"/>
                  </a:cubicBezTo>
                  <a:cubicBezTo>
                    <a:pt x="80673" y="76338"/>
                    <a:pt x="68658" y="100537"/>
                    <a:pt x="46719" y="123695"/>
                  </a:cubicBezTo>
                  <a:lnTo>
                    <a:pt x="229" y="172874"/>
                  </a:lnTo>
                  <a:lnTo>
                    <a:pt x="229" y="175997"/>
                  </a:lnTo>
                  <a:lnTo>
                    <a:pt x="102090" y="175997"/>
                  </a:lnTo>
                  <a:lnTo>
                    <a:pt x="116455" y="14034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9" name="Freeform: Shape 1858">
              <a:extLst>
                <a:ext uri="{FF2B5EF4-FFF2-40B4-BE49-F238E27FC236}">
                  <a16:creationId xmlns:a16="http://schemas.microsoft.com/office/drawing/2014/main" id="{8DBADAF8-88C2-1A3E-C3EE-9048D5AC4A39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923627" y="4160682"/>
              <a:ext cx="81883" cy="351630"/>
            </a:xfrm>
            <a:custGeom>
              <a:avLst/>
              <a:gdLst>
                <a:gd name="connsiteX0" fmla="*/ 82118 w 81883"/>
                <a:gd name="connsiteY0" fmla="*/ 175910 h 351630"/>
                <a:gd name="connsiteX1" fmla="*/ 58824 w 81883"/>
                <a:gd name="connsiteY1" fmla="*/ 66201 h 351630"/>
                <a:gd name="connsiteX2" fmla="*/ 3764 w 81883"/>
                <a:gd name="connsiteY2" fmla="*/ 94 h 351630"/>
                <a:gd name="connsiteX3" fmla="*/ 234 w 81883"/>
                <a:gd name="connsiteY3" fmla="*/ 3610 h 351630"/>
                <a:gd name="connsiteX4" fmla="*/ 6940 w 81883"/>
                <a:gd name="connsiteY4" fmla="*/ 11698 h 351630"/>
                <a:gd name="connsiteX5" fmla="*/ 61647 w 81883"/>
                <a:gd name="connsiteY5" fmla="*/ 175910 h 351630"/>
                <a:gd name="connsiteX6" fmla="*/ 4823 w 81883"/>
                <a:gd name="connsiteY6" fmla="*/ 342231 h 351630"/>
                <a:gd name="connsiteX7" fmla="*/ 234 w 81883"/>
                <a:gd name="connsiteY7" fmla="*/ 348209 h 351630"/>
                <a:gd name="connsiteX8" fmla="*/ 3764 w 81883"/>
                <a:gd name="connsiteY8" fmla="*/ 351725 h 351630"/>
                <a:gd name="connsiteX9" fmla="*/ 59882 w 81883"/>
                <a:gd name="connsiteY9" fmla="*/ 283157 h 351630"/>
                <a:gd name="connsiteX10" fmla="*/ 82118 w 81883"/>
                <a:gd name="connsiteY10" fmla="*/ 17591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8" y="175910"/>
                  </a:moveTo>
                  <a:cubicBezTo>
                    <a:pt x="82118" y="148482"/>
                    <a:pt x="78236" y="105935"/>
                    <a:pt x="58824" y="66201"/>
                  </a:cubicBezTo>
                  <a:cubicBezTo>
                    <a:pt x="37647" y="22950"/>
                    <a:pt x="7293" y="94"/>
                    <a:pt x="3764" y="94"/>
                  </a:cubicBezTo>
                  <a:cubicBezTo>
                    <a:pt x="1646" y="94"/>
                    <a:pt x="234" y="1501"/>
                    <a:pt x="234" y="3610"/>
                  </a:cubicBezTo>
                  <a:cubicBezTo>
                    <a:pt x="234" y="4665"/>
                    <a:pt x="234" y="5369"/>
                    <a:pt x="6940" y="11698"/>
                  </a:cubicBezTo>
                  <a:cubicBezTo>
                    <a:pt x="41529" y="46509"/>
                    <a:pt x="61647" y="102419"/>
                    <a:pt x="61647" y="175910"/>
                  </a:cubicBezTo>
                  <a:cubicBezTo>
                    <a:pt x="61647" y="236038"/>
                    <a:pt x="48588" y="297925"/>
                    <a:pt x="4823" y="342231"/>
                  </a:cubicBezTo>
                  <a:cubicBezTo>
                    <a:pt x="234" y="346451"/>
                    <a:pt x="234" y="347154"/>
                    <a:pt x="234" y="348209"/>
                  </a:cubicBezTo>
                  <a:cubicBezTo>
                    <a:pt x="234" y="350318"/>
                    <a:pt x="1646" y="351725"/>
                    <a:pt x="3764" y="351725"/>
                  </a:cubicBezTo>
                  <a:cubicBezTo>
                    <a:pt x="7293" y="351725"/>
                    <a:pt x="39058" y="327814"/>
                    <a:pt x="59882" y="283157"/>
                  </a:cubicBezTo>
                  <a:cubicBezTo>
                    <a:pt x="77883" y="244478"/>
                    <a:pt x="82118" y="205447"/>
                    <a:pt x="82118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0" name="Freeform: Shape 1859">
              <a:extLst>
                <a:ext uri="{FF2B5EF4-FFF2-40B4-BE49-F238E27FC236}">
                  <a16:creationId xmlns:a16="http://schemas.microsoft.com/office/drawing/2014/main" id="{3E6AD3F1-A984-CA12-C36B-16BA04A01D03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075904" y="4160682"/>
              <a:ext cx="81883" cy="351630"/>
            </a:xfrm>
            <a:custGeom>
              <a:avLst/>
              <a:gdLst>
                <a:gd name="connsiteX0" fmla="*/ 82122 w 81883"/>
                <a:gd name="connsiteY0" fmla="*/ 348209 h 351630"/>
                <a:gd name="connsiteX1" fmla="*/ 76122 w 81883"/>
                <a:gd name="connsiteY1" fmla="*/ 340473 h 351630"/>
                <a:gd name="connsiteX2" fmla="*/ 20709 w 81883"/>
                <a:gd name="connsiteY2" fmla="*/ 175910 h 351630"/>
                <a:gd name="connsiteX3" fmla="*/ 77534 w 81883"/>
                <a:gd name="connsiteY3" fmla="*/ 9588 h 351630"/>
                <a:gd name="connsiteX4" fmla="*/ 82122 w 81883"/>
                <a:gd name="connsiteY4" fmla="*/ 3610 h 351630"/>
                <a:gd name="connsiteX5" fmla="*/ 78593 w 81883"/>
                <a:gd name="connsiteY5" fmla="*/ 94 h 351630"/>
                <a:gd name="connsiteX6" fmla="*/ 22474 w 81883"/>
                <a:gd name="connsiteY6" fmla="*/ 68662 h 351630"/>
                <a:gd name="connsiteX7" fmla="*/ 238 w 81883"/>
                <a:gd name="connsiteY7" fmla="*/ 175910 h 351630"/>
                <a:gd name="connsiteX8" fmla="*/ 23533 w 81883"/>
                <a:gd name="connsiteY8" fmla="*/ 285618 h 351630"/>
                <a:gd name="connsiteX9" fmla="*/ 78593 w 81883"/>
                <a:gd name="connsiteY9" fmla="*/ 351725 h 351630"/>
                <a:gd name="connsiteX10" fmla="*/ 82122 w 81883"/>
                <a:gd name="connsiteY10" fmla="*/ 34820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2" y="348209"/>
                  </a:moveTo>
                  <a:cubicBezTo>
                    <a:pt x="82122" y="347154"/>
                    <a:pt x="82122" y="346451"/>
                    <a:pt x="76122" y="340473"/>
                  </a:cubicBezTo>
                  <a:cubicBezTo>
                    <a:pt x="32003" y="296167"/>
                    <a:pt x="20709" y="229709"/>
                    <a:pt x="20709" y="175910"/>
                  </a:cubicBezTo>
                  <a:cubicBezTo>
                    <a:pt x="20709" y="114726"/>
                    <a:pt x="34121" y="53542"/>
                    <a:pt x="77534" y="9588"/>
                  </a:cubicBezTo>
                  <a:cubicBezTo>
                    <a:pt x="82122" y="5369"/>
                    <a:pt x="82122" y="4665"/>
                    <a:pt x="82122" y="3610"/>
                  </a:cubicBezTo>
                  <a:cubicBezTo>
                    <a:pt x="82122" y="1149"/>
                    <a:pt x="80710" y="94"/>
                    <a:pt x="78593" y="94"/>
                  </a:cubicBezTo>
                  <a:cubicBezTo>
                    <a:pt x="75063" y="94"/>
                    <a:pt x="43298" y="24005"/>
                    <a:pt x="22474" y="68662"/>
                  </a:cubicBezTo>
                  <a:cubicBezTo>
                    <a:pt x="4474" y="107342"/>
                    <a:pt x="238" y="146373"/>
                    <a:pt x="238" y="175910"/>
                  </a:cubicBezTo>
                  <a:cubicBezTo>
                    <a:pt x="238" y="203337"/>
                    <a:pt x="4121" y="245884"/>
                    <a:pt x="23533" y="285618"/>
                  </a:cubicBezTo>
                  <a:cubicBezTo>
                    <a:pt x="44710" y="328869"/>
                    <a:pt x="75063" y="351725"/>
                    <a:pt x="78593" y="351725"/>
                  </a:cubicBezTo>
                  <a:cubicBezTo>
                    <a:pt x="80710" y="351725"/>
                    <a:pt x="82122" y="350670"/>
                    <a:pt x="82122" y="34820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1" name="Freeform: Shape 1860">
              <a:extLst>
                <a:ext uri="{FF2B5EF4-FFF2-40B4-BE49-F238E27FC236}">
                  <a16:creationId xmlns:a16="http://schemas.microsoft.com/office/drawing/2014/main" id="{09837BF4-D308-7E1B-DAD0-180F3F888532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1168886" y="4269335"/>
              <a:ext cx="167297" cy="158937"/>
            </a:xfrm>
            <a:custGeom>
              <a:avLst/>
              <a:gdLst>
                <a:gd name="connsiteX0" fmla="*/ 151656 w 167297"/>
                <a:gd name="connsiteY0" fmla="*/ 116133 h 158937"/>
                <a:gd name="connsiteX1" fmla="*/ 143891 w 167297"/>
                <a:gd name="connsiteY1" fmla="*/ 125627 h 158937"/>
                <a:gd name="connsiteX2" fmla="*/ 127656 w 167297"/>
                <a:gd name="connsiteY2" fmla="*/ 139692 h 158937"/>
                <a:gd name="connsiteX3" fmla="*/ 116714 w 167297"/>
                <a:gd name="connsiteY3" fmla="*/ 125275 h 158937"/>
                <a:gd name="connsiteX4" fmla="*/ 115303 w 167297"/>
                <a:gd name="connsiteY4" fmla="*/ 119298 h 158937"/>
                <a:gd name="connsiteX5" fmla="*/ 102596 w 167297"/>
                <a:gd name="connsiteY5" fmla="*/ 62333 h 158937"/>
                <a:gd name="connsiteX6" fmla="*/ 137185 w 167297"/>
                <a:gd name="connsiteY6" fmla="*/ 19786 h 158937"/>
                <a:gd name="connsiteX7" fmla="*/ 145656 w 167297"/>
                <a:gd name="connsiteY7" fmla="*/ 22599 h 158937"/>
                <a:gd name="connsiteX8" fmla="*/ 155186 w 167297"/>
                <a:gd name="connsiteY8" fmla="*/ 25764 h 158937"/>
                <a:gd name="connsiteX9" fmla="*/ 167539 w 167297"/>
                <a:gd name="connsiteY9" fmla="*/ 13105 h 158937"/>
                <a:gd name="connsiteX10" fmla="*/ 153068 w 167297"/>
                <a:gd name="connsiteY10" fmla="*/ 95 h 158937"/>
                <a:gd name="connsiteX11" fmla="*/ 99773 w 167297"/>
                <a:gd name="connsiteY11" fmla="*/ 50378 h 158937"/>
                <a:gd name="connsiteX12" fmla="*/ 95890 w 167297"/>
                <a:gd name="connsiteY12" fmla="*/ 31038 h 158937"/>
                <a:gd name="connsiteX13" fmla="*/ 77537 w 167297"/>
                <a:gd name="connsiteY13" fmla="*/ 95 h 158937"/>
                <a:gd name="connsiteX14" fmla="*/ 36242 w 167297"/>
                <a:gd name="connsiteY14" fmla="*/ 10292 h 158937"/>
                <a:gd name="connsiteX15" fmla="*/ 32360 w 167297"/>
                <a:gd name="connsiteY15" fmla="*/ 11699 h 158937"/>
                <a:gd name="connsiteX16" fmla="*/ 33772 w 167297"/>
                <a:gd name="connsiteY16" fmla="*/ 16973 h 158937"/>
                <a:gd name="connsiteX17" fmla="*/ 53537 w 167297"/>
                <a:gd name="connsiteY17" fmla="*/ 13105 h 158937"/>
                <a:gd name="connsiteX18" fmla="*/ 69419 w 167297"/>
                <a:gd name="connsiteY18" fmla="*/ 37368 h 158937"/>
                <a:gd name="connsiteX19" fmla="*/ 79655 w 167297"/>
                <a:gd name="connsiteY19" fmla="*/ 80618 h 158937"/>
                <a:gd name="connsiteX20" fmla="*/ 50713 w 167297"/>
                <a:gd name="connsiteY20" fmla="*/ 121759 h 158937"/>
                <a:gd name="connsiteX21" fmla="*/ 32713 w 167297"/>
                <a:gd name="connsiteY21" fmla="*/ 138637 h 158937"/>
                <a:gd name="connsiteX22" fmla="*/ 23536 w 167297"/>
                <a:gd name="connsiteY22" fmla="*/ 135473 h 158937"/>
                <a:gd name="connsiteX23" fmla="*/ 12242 w 167297"/>
                <a:gd name="connsiteY23" fmla="*/ 131956 h 158937"/>
                <a:gd name="connsiteX24" fmla="*/ 241 w 167297"/>
                <a:gd name="connsiteY24" fmla="*/ 144263 h 158937"/>
                <a:gd name="connsiteX25" fmla="*/ 17889 w 167297"/>
                <a:gd name="connsiteY25" fmla="*/ 159032 h 158937"/>
                <a:gd name="connsiteX26" fmla="*/ 50713 w 167297"/>
                <a:gd name="connsiteY26" fmla="*/ 134418 h 158937"/>
                <a:gd name="connsiteX27" fmla="*/ 82478 w 167297"/>
                <a:gd name="connsiteY27" fmla="*/ 93277 h 158937"/>
                <a:gd name="connsiteX28" fmla="*/ 93067 w 167297"/>
                <a:gd name="connsiteY28" fmla="*/ 135473 h 158937"/>
                <a:gd name="connsiteX29" fmla="*/ 113538 w 167297"/>
                <a:gd name="connsiteY29" fmla="*/ 159032 h 158937"/>
                <a:gd name="connsiteX30" fmla="*/ 156598 w 167297"/>
                <a:gd name="connsiteY30" fmla="*/ 118946 h 158937"/>
                <a:gd name="connsiteX31" fmla="*/ 151656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6" y="116133"/>
                  </a:moveTo>
                  <a:cubicBezTo>
                    <a:pt x="148833" y="119298"/>
                    <a:pt x="147068" y="121407"/>
                    <a:pt x="143891" y="125627"/>
                  </a:cubicBezTo>
                  <a:cubicBezTo>
                    <a:pt x="135774" y="136176"/>
                    <a:pt x="131538" y="139692"/>
                    <a:pt x="127656" y="139692"/>
                  </a:cubicBezTo>
                  <a:cubicBezTo>
                    <a:pt x="122362" y="139692"/>
                    <a:pt x="119185" y="135121"/>
                    <a:pt x="116714" y="125275"/>
                  </a:cubicBezTo>
                  <a:cubicBezTo>
                    <a:pt x="116008" y="122462"/>
                    <a:pt x="115656" y="120353"/>
                    <a:pt x="115303" y="119298"/>
                  </a:cubicBezTo>
                  <a:cubicBezTo>
                    <a:pt x="106479" y="83783"/>
                    <a:pt x="102596" y="67608"/>
                    <a:pt x="102596" y="62333"/>
                  </a:cubicBezTo>
                  <a:cubicBezTo>
                    <a:pt x="118126" y="35258"/>
                    <a:pt x="130832" y="19786"/>
                    <a:pt x="137185" y="19786"/>
                  </a:cubicBezTo>
                  <a:cubicBezTo>
                    <a:pt x="139303" y="19786"/>
                    <a:pt x="142127" y="20841"/>
                    <a:pt x="145656" y="22599"/>
                  </a:cubicBezTo>
                  <a:cubicBezTo>
                    <a:pt x="149891" y="25061"/>
                    <a:pt x="152362" y="25764"/>
                    <a:pt x="155186" y="25764"/>
                  </a:cubicBezTo>
                  <a:cubicBezTo>
                    <a:pt x="162598" y="25764"/>
                    <a:pt x="167539" y="20489"/>
                    <a:pt x="167539" y="13105"/>
                  </a:cubicBezTo>
                  <a:cubicBezTo>
                    <a:pt x="167539" y="5721"/>
                    <a:pt x="161539" y="95"/>
                    <a:pt x="153068" y="95"/>
                  </a:cubicBezTo>
                  <a:cubicBezTo>
                    <a:pt x="137538" y="95"/>
                    <a:pt x="124126" y="12753"/>
                    <a:pt x="99773" y="50378"/>
                  </a:cubicBezTo>
                  <a:lnTo>
                    <a:pt x="95890" y="31038"/>
                  </a:lnTo>
                  <a:cubicBezTo>
                    <a:pt x="90949" y="7127"/>
                    <a:pt x="87067" y="95"/>
                    <a:pt x="77537" y="95"/>
                  </a:cubicBezTo>
                  <a:cubicBezTo>
                    <a:pt x="69772" y="95"/>
                    <a:pt x="57772" y="3259"/>
                    <a:pt x="36242" y="10292"/>
                  </a:cubicBezTo>
                  <a:lnTo>
                    <a:pt x="32360" y="11699"/>
                  </a:lnTo>
                  <a:lnTo>
                    <a:pt x="33772" y="16973"/>
                  </a:lnTo>
                  <a:cubicBezTo>
                    <a:pt x="47184" y="13808"/>
                    <a:pt x="50360" y="13105"/>
                    <a:pt x="53537" y="13105"/>
                  </a:cubicBezTo>
                  <a:cubicBezTo>
                    <a:pt x="62360" y="13105"/>
                    <a:pt x="64478" y="16270"/>
                    <a:pt x="69419" y="37368"/>
                  </a:cubicBezTo>
                  <a:lnTo>
                    <a:pt x="79655" y="80618"/>
                  </a:lnTo>
                  <a:lnTo>
                    <a:pt x="50713" y="121759"/>
                  </a:lnTo>
                  <a:cubicBezTo>
                    <a:pt x="43654" y="132308"/>
                    <a:pt x="36595" y="138637"/>
                    <a:pt x="32713" y="138637"/>
                  </a:cubicBezTo>
                  <a:cubicBezTo>
                    <a:pt x="30595" y="138637"/>
                    <a:pt x="27066" y="137582"/>
                    <a:pt x="23536" y="135473"/>
                  </a:cubicBezTo>
                  <a:cubicBezTo>
                    <a:pt x="18948" y="133011"/>
                    <a:pt x="15065" y="131956"/>
                    <a:pt x="12242" y="131956"/>
                  </a:cubicBezTo>
                  <a:cubicBezTo>
                    <a:pt x="5536" y="131956"/>
                    <a:pt x="241" y="137231"/>
                    <a:pt x="241" y="144263"/>
                  </a:cubicBezTo>
                  <a:cubicBezTo>
                    <a:pt x="241" y="153406"/>
                    <a:pt x="7300" y="159032"/>
                    <a:pt x="17889" y="159032"/>
                  </a:cubicBezTo>
                  <a:cubicBezTo>
                    <a:pt x="28830" y="159032"/>
                    <a:pt x="33066" y="155867"/>
                    <a:pt x="50713" y="134418"/>
                  </a:cubicBezTo>
                  <a:cubicBezTo>
                    <a:pt x="60243" y="123166"/>
                    <a:pt x="67655" y="113672"/>
                    <a:pt x="82478" y="93277"/>
                  </a:cubicBezTo>
                  <a:lnTo>
                    <a:pt x="93067" y="135473"/>
                  </a:lnTo>
                  <a:cubicBezTo>
                    <a:pt x="97655" y="153406"/>
                    <a:pt x="102243" y="159032"/>
                    <a:pt x="113538" y="159032"/>
                  </a:cubicBezTo>
                  <a:cubicBezTo>
                    <a:pt x="126950" y="159032"/>
                    <a:pt x="136126" y="150593"/>
                    <a:pt x="156598" y="118946"/>
                  </a:cubicBezTo>
                  <a:lnTo>
                    <a:pt x="151656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2" name="Freeform: Shape 1861">
              <a:extLst>
                <a:ext uri="{FF2B5EF4-FFF2-40B4-BE49-F238E27FC236}">
                  <a16:creationId xmlns:a16="http://schemas.microsoft.com/office/drawing/2014/main" id="{AF11C8D0-B562-AE75-89C1-098871C6E1E3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1341979" y="4301822"/>
              <a:ext cx="118053" cy="179542"/>
            </a:xfrm>
            <a:custGeom>
              <a:avLst/>
              <a:gdLst>
                <a:gd name="connsiteX0" fmla="*/ 60317 w 118053"/>
                <a:gd name="connsiteY0" fmla="*/ 97 h 179542"/>
                <a:gd name="connsiteX1" fmla="*/ 25319 w 118053"/>
                <a:gd name="connsiteY1" fmla="*/ 13628 h 179542"/>
                <a:gd name="connsiteX2" fmla="*/ 245 w 118053"/>
                <a:gd name="connsiteY2" fmla="*/ 88567 h 179542"/>
                <a:gd name="connsiteX3" fmla="*/ 21140 w 118053"/>
                <a:gd name="connsiteY3" fmla="*/ 161946 h 179542"/>
                <a:gd name="connsiteX4" fmla="*/ 59272 w 118053"/>
                <a:gd name="connsiteY4" fmla="*/ 179640 h 179542"/>
                <a:gd name="connsiteX5" fmla="*/ 93226 w 118053"/>
                <a:gd name="connsiteY5" fmla="*/ 166109 h 179542"/>
                <a:gd name="connsiteX6" fmla="*/ 118299 w 118053"/>
                <a:gd name="connsiteY6" fmla="*/ 90129 h 179542"/>
                <a:gd name="connsiteX7" fmla="*/ 60317 w 118053"/>
                <a:gd name="connsiteY7" fmla="*/ 97 h 179542"/>
                <a:gd name="connsiteX8" fmla="*/ 59533 w 118053"/>
                <a:gd name="connsiteY8" fmla="*/ 6863 h 179542"/>
                <a:gd name="connsiteX9" fmla="*/ 93226 w 118053"/>
                <a:gd name="connsiteY9" fmla="*/ 90649 h 179542"/>
                <a:gd name="connsiteX10" fmla="*/ 59272 w 118053"/>
                <a:gd name="connsiteY10" fmla="*/ 172874 h 179542"/>
                <a:gd name="connsiteX11" fmla="*/ 25319 w 118053"/>
                <a:gd name="connsiteY11" fmla="*/ 90909 h 179542"/>
                <a:gd name="connsiteX12" fmla="*/ 59533 w 118053"/>
                <a:gd name="connsiteY12" fmla="*/ 6863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317" y="97"/>
                  </a:moveTo>
                  <a:cubicBezTo>
                    <a:pt x="45952" y="97"/>
                    <a:pt x="34982" y="4521"/>
                    <a:pt x="25319" y="13628"/>
                  </a:cubicBezTo>
                  <a:cubicBezTo>
                    <a:pt x="10170" y="28199"/>
                    <a:pt x="245" y="58123"/>
                    <a:pt x="245" y="88567"/>
                  </a:cubicBezTo>
                  <a:cubicBezTo>
                    <a:pt x="245" y="116930"/>
                    <a:pt x="8864" y="147374"/>
                    <a:pt x="21140" y="161946"/>
                  </a:cubicBezTo>
                  <a:cubicBezTo>
                    <a:pt x="30803" y="173395"/>
                    <a:pt x="44124" y="179640"/>
                    <a:pt x="59272" y="179640"/>
                  </a:cubicBezTo>
                  <a:cubicBezTo>
                    <a:pt x="72592" y="179640"/>
                    <a:pt x="83823" y="175216"/>
                    <a:pt x="93226" y="166109"/>
                  </a:cubicBezTo>
                  <a:cubicBezTo>
                    <a:pt x="108374" y="151798"/>
                    <a:pt x="118299" y="121614"/>
                    <a:pt x="118299" y="90129"/>
                  </a:cubicBezTo>
                  <a:cubicBezTo>
                    <a:pt x="118299" y="36786"/>
                    <a:pt x="94532" y="97"/>
                    <a:pt x="60317" y="97"/>
                  </a:cubicBezTo>
                  <a:close/>
                  <a:moveTo>
                    <a:pt x="59533" y="6863"/>
                  </a:moveTo>
                  <a:cubicBezTo>
                    <a:pt x="81473" y="6863"/>
                    <a:pt x="93226" y="36266"/>
                    <a:pt x="93226" y="90649"/>
                  </a:cubicBezTo>
                  <a:cubicBezTo>
                    <a:pt x="93226" y="145032"/>
                    <a:pt x="81734" y="172874"/>
                    <a:pt x="59272" y="172874"/>
                  </a:cubicBezTo>
                  <a:cubicBezTo>
                    <a:pt x="36811" y="172874"/>
                    <a:pt x="25319" y="145032"/>
                    <a:pt x="25319" y="90909"/>
                  </a:cubicBezTo>
                  <a:cubicBezTo>
                    <a:pt x="25319" y="35745"/>
                    <a:pt x="37072" y="6863"/>
                    <a:pt x="59533" y="686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3" name="Freeform: Shape 1862">
              <a:extLst>
                <a:ext uri="{FF2B5EF4-FFF2-40B4-BE49-F238E27FC236}">
                  <a16:creationId xmlns:a16="http://schemas.microsoft.com/office/drawing/2014/main" id="{EBF61041-F870-8EFB-71B4-C7D324555773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1563002" y="4329464"/>
              <a:ext cx="215651" cy="14065"/>
            </a:xfrm>
            <a:custGeom>
              <a:avLst/>
              <a:gdLst>
                <a:gd name="connsiteX0" fmla="*/ 203550 w 215651"/>
                <a:gd name="connsiteY0" fmla="*/ 14160 h 14065"/>
                <a:gd name="connsiteX1" fmla="*/ 215903 w 215651"/>
                <a:gd name="connsiteY1" fmla="*/ 7127 h 14065"/>
                <a:gd name="connsiteX2" fmla="*/ 203550 w 215651"/>
                <a:gd name="connsiteY2" fmla="*/ 95 h 14065"/>
                <a:gd name="connsiteX3" fmla="*/ 12605 w 215651"/>
                <a:gd name="connsiteY3" fmla="*/ 95 h 14065"/>
                <a:gd name="connsiteX4" fmla="*/ 251 w 215651"/>
                <a:gd name="connsiteY4" fmla="*/ 7127 h 14065"/>
                <a:gd name="connsiteX5" fmla="*/ 12605 w 215651"/>
                <a:gd name="connsiteY5" fmla="*/ 14160 h 14065"/>
                <a:gd name="connsiteX6" fmla="*/ 203550 w 215651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50" y="14160"/>
                  </a:moveTo>
                  <a:cubicBezTo>
                    <a:pt x="209550" y="14160"/>
                    <a:pt x="215903" y="14160"/>
                    <a:pt x="215903" y="7127"/>
                  </a:cubicBezTo>
                  <a:cubicBezTo>
                    <a:pt x="215903" y="95"/>
                    <a:pt x="209550" y="95"/>
                    <a:pt x="203550" y="95"/>
                  </a:cubicBezTo>
                  <a:lnTo>
                    <a:pt x="12605" y="95"/>
                  </a:lnTo>
                  <a:cubicBezTo>
                    <a:pt x="6605" y="95"/>
                    <a:pt x="251" y="95"/>
                    <a:pt x="251" y="7127"/>
                  </a:cubicBezTo>
                  <a:cubicBezTo>
                    <a:pt x="251" y="14160"/>
                    <a:pt x="6605" y="14160"/>
                    <a:pt x="12605" y="14160"/>
                  </a:cubicBezTo>
                  <a:lnTo>
                    <a:pt x="203550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4" name="Freeform: Shape 1863">
              <a:extLst>
                <a:ext uri="{FF2B5EF4-FFF2-40B4-BE49-F238E27FC236}">
                  <a16:creationId xmlns:a16="http://schemas.microsoft.com/office/drawing/2014/main" id="{C02EF3F2-764B-6EFA-C4A9-DD4EB648A9D1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1848646" y="4269335"/>
              <a:ext cx="167297" cy="158937"/>
            </a:xfrm>
            <a:custGeom>
              <a:avLst/>
              <a:gdLst>
                <a:gd name="connsiteX0" fmla="*/ 151675 w 167297"/>
                <a:gd name="connsiteY0" fmla="*/ 116133 h 158937"/>
                <a:gd name="connsiteX1" fmla="*/ 143910 w 167297"/>
                <a:gd name="connsiteY1" fmla="*/ 125627 h 158937"/>
                <a:gd name="connsiteX2" fmla="*/ 127675 w 167297"/>
                <a:gd name="connsiteY2" fmla="*/ 139692 h 158937"/>
                <a:gd name="connsiteX3" fmla="*/ 116733 w 167297"/>
                <a:gd name="connsiteY3" fmla="*/ 125275 h 158937"/>
                <a:gd name="connsiteX4" fmla="*/ 115322 w 167297"/>
                <a:gd name="connsiteY4" fmla="*/ 119298 h 158937"/>
                <a:gd name="connsiteX5" fmla="*/ 102616 w 167297"/>
                <a:gd name="connsiteY5" fmla="*/ 62333 h 158937"/>
                <a:gd name="connsiteX6" fmla="*/ 137204 w 167297"/>
                <a:gd name="connsiteY6" fmla="*/ 19786 h 158937"/>
                <a:gd name="connsiteX7" fmla="*/ 145675 w 167297"/>
                <a:gd name="connsiteY7" fmla="*/ 22599 h 158937"/>
                <a:gd name="connsiteX8" fmla="*/ 155205 w 167297"/>
                <a:gd name="connsiteY8" fmla="*/ 25764 h 158937"/>
                <a:gd name="connsiteX9" fmla="*/ 167558 w 167297"/>
                <a:gd name="connsiteY9" fmla="*/ 13105 h 158937"/>
                <a:gd name="connsiteX10" fmla="*/ 153087 w 167297"/>
                <a:gd name="connsiteY10" fmla="*/ 95 h 158937"/>
                <a:gd name="connsiteX11" fmla="*/ 99792 w 167297"/>
                <a:gd name="connsiteY11" fmla="*/ 50378 h 158937"/>
                <a:gd name="connsiteX12" fmla="*/ 95910 w 167297"/>
                <a:gd name="connsiteY12" fmla="*/ 31038 h 158937"/>
                <a:gd name="connsiteX13" fmla="*/ 77556 w 167297"/>
                <a:gd name="connsiteY13" fmla="*/ 95 h 158937"/>
                <a:gd name="connsiteX14" fmla="*/ 36261 w 167297"/>
                <a:gd name="connsiteY14" fmla="*/ 10292 h 158937"/>
                <a:gd name="connsiteX15" fmla="*/ 32379 w 167297"/>
                <a:gd name="connsiteY15" fmla="*/ 11699 h 158937"/>
                <a:gd name="connsiteX16" fmla="*/ 33791 w 167297"/>
                <a:gd name="connsiteY16" fmla="*/ 16973 h 158937"/>
                <a:gd name="connsiteX17" fmla="*/ 53556 w 167297"/>
                <a:gd name="connsiteY17" fmla="*/ 13105 h 158937"/>
                <a:gd name="connsiteX18" fmla="*/ 69438 w 167297"/>
                <a:gd name="connsiteY18" fmla="*/ 37368 h 158937"/>
                <a:gd name="connsiteX19" fmla="*/ 79674 w 167297"/>
                <a:gd name="connsiteY19" fmla="*/ 80618 h 158937"/>
                <a:gd name="connsiteX20" fmla="*/ 50732 w 167297"/>
                <a:gd name="connsiteY20" fmla="*/ 121759 h 158937"/>
                <a:gd name="connsiteX21" fmla="*/ 32732 w 167297"/>
                <a:gd name="connsiteY21" fmla="*/ 138637 h 158937"/>
                <a:gd name="connsiteX22" fmla="*/ 23555 w 167297"/>
                <a:gd name="connsiteY22" fmla="*/ 135473 h 158937"/>
                <a:gd name="connsiteX23" fmla="*/ 12261 w 167297"/>
                <a:gd name="connsiteY23" fmla="*/ 131956 h 158937"/>
                <a:gd name="connsiteX24" fmla="*/ 261 w 167297"/>
                <a:gd name="connsiteY24" fmla="*/ 144263 h 158937"/>
                <a:gd name="connsiteX25" fmla="*/ 17908 w 167297"/>
                <a:gd name="connsiteY25" fmla="*/ 159032 h 158937"/>
                <a:gd name="connsiteX26" fmla="*/ 50732 w 167297"/>
                <a:gd name="connsiteY26" fmla="*/ 134418 h 158937"/>
                <a:gd name="connsiteX27" fmla="*/ 82497 w 167297"/>
                <a:gd name="connsiteY27" fmla="*/ 93277 h 158937"/>
                <a:gd name="connsiteX28" fmla="*/ 93086 w 167297"/>
                <a:gd name="connsiteY28" fmla="*/ 135473 h 158937"/>
                <a:gd name="connsiteX29" fmla="*/ 113557 w 167297"/>
                <a:gd name="connsiteY29" fmla="*/ 159032 h 158937"/>
                <a:gd name="connsiteX30" fmla="*/ 156617 w 167297"/>
                <a:gd name="connsiteY30" fmla="*/ 118946 h 158937"/>
                <a:gd name="connsiteX31" fmla="*/ 151675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5" y="116133"/>
                  </a:moveTo>
                  <a:cubicBezTo>
                    <a:pt x="148852" y="119298"/>
                    <a:pt x="147087" y="121407"/>
                    <a:pt x="143910" y="125627"/>
                  </a:cubicBezTo>
                  <a:cubicBezTo>
                    <a:pt x="135793" y="136176"/>
                    <a:pt x="131557" y="139692"/>
                    <a:pt x="127675" y="139692"/>
                  </a:cubicBezTo>
                  <a:cubicBezTo>
                    <a:pt x="122381" y="139692"/>
                    <a:pt x="119204" y="135121"/>
                    <a:pt x="116733" y="125275"/>
                  </a:cubicBezTo>
                  <a:cubicBezTo>
                    <a:pt x="116028" y="122462"/>
                    <a:pt x="115675" y="120353"/>
                    <a:pt x="115322" y="119298"/>
                  </a:cubicBezTo>
                  <a:cubicBezTo>
                    <a:pt x="106498" y="83783"/>
                    <a:pt x="102616" y="67608"/>
                    <a:pt x="102616" y="62333"/>
                  </a:cubicBezTo>
                  <a:cubicBezTo>
                    <a:pt x="118145" y="35258"/>
                    <a:pt x="130851" y="19786"/>
                    <a:pt x="137204" y="19786"/>
                  </a:cubicBezTo>
                  <a:cubicBezTo>
                    <a:pt x="139322" y="19786"/>
                    <a:pt x="142146" y="20841"/>
                    <a:pt x="145675" y="22599"/>
                  </a:cubicBezTo>
                  <a:cubicBezTo>
                    <a:pt x="149911" y="25061"/>
                    <a:pt x="152381" y="25764"/>
                    <a:pt x="155205" y="25764"/>
                  </a:cubicBezTo>
                  <a:cubicBezTo>
                    <a:pt x="162617" y="25764"/>
                    <a:pt x="167558" y="20489"/>
                    <a:pt x="167558" y="13105"/>
                  </a:cubicBezTo>
                  <a:cubicBezTo>
                    <a:pt x="167558" y="5721"/>
                    <a:pt x="161558" y="95"/>
                    <a:pt x="153087" y="95"/>
                  </a:cubicBezTo>
                  <a:cubicBezTo>
                    <a:pt x="137557" y="95"/>
                    <a:pt x="124145" y="12753"/>
                    <a:pt x="99792" y="50378"/>
                  </a:cubicBezTo>
                  <a:lnTo>
                    <a:pt x="95910" y="31038"/>
                  </a:lnTo>
                  <a:cubicBezTo>
                    <a:pt x="90968" y="7127"/>
                    <a:pt x="87086" y="95"/>
                    <a:pt x="77556" y="95"/>
                  </a:cubicBezTo>
                  <a:cubicBezTo>
                    <a:pt x="69791" y="95"/>
                    <a:pt x="57791" y="3259"/>
                    <a:pt x="36261" y="10292"/>
                  </a:cubicBezTo>
                  <a:lnTo>
                    <a:pt x="32379" y="11699"/>
                  </a:lnTo>
                  <a:lnTo>
                    <a:pt x="33791" y="16973"/>
                  </a:lnTo>
                  <a:cubicBezTo>
                    <a:pt x="47203" y="13808"/>
                    <a:pt x="50379" y="13105"/>
                    <a:pt x="53556" y="13105"/>
                  </a:cubicBezTo>
                  <a:cubicBezTo>
                    <a:pt x="62379" y="13105"/>
                    <a:pt x="64497" y="16270"/>
                    <a:pt x="69438" y="37368"/>
                  </a:cubicBezTo>
                  <a:lnTo>
                    <a:pt x="79674" y="80618"/>
                  </a:lnTo>
                  <a:lnTo>
                    <a:pt x="50732" y="121759"/>
                  </a:lnTo>
                  <a:cubicBezTo>
                    <a:pt x="43673" y="132308"/>
                    <a:pt x="36614" y="138637"/>
                    <a:pt x="32732" y="138637"/>
                  </a:cubicBezTo>
                  <a:cubicBezTo>
                    <a:pt x="30614" y="138637"/>
                    <a:pt x="27085" y="137582"/>
                    <a:pt x="23555" y="135473"/>
                  </a:cubicBezTo>
                  <a:cubicBezTo>
                    <a:pt x="18967" y="133011"/>
                    <a:pt x="15084" y="131956"/>
                    <a:pt x="12261" y="131956"/>
                  </a:cubicBezTo>
                  <a:cubicBezTo>
                    <a:pt x="5555" y="131956"/>
                    <a:pt x="261" y="137231"/>
                    <a:pt x="261" y="144263"/>
                  </a:cubicBezTo>
                  <a:cubicBezTo>
                    <a:pt x="261" y="153406"/>
                    <a:pt x="7320" y="159032"/>
                    <a:pt x="17908" y="159032"/>
                  </a:cubicBezTo>
                  <a:cubicBezTo>
                    <a:pt x="28849" y="159032"/>
                    <a:pt x="33085" y="155867"/>
                    <a:pt x="50732" y="134418"/>
                  </a:cubicBezTo>
                  <a:cubicBezTo>
                    <a:pt x="60262" y="123166"/>
                    <a:pt x="67674" y="113672"/>
                    <a:pt x="82497" y="93277"/>
                  </a:cubicBezTo>
                  <a:lnTo>
                    <a:pt x="93086" y="135473"/>
                  </a:lnTo>
                  <a:cubicBezTo>
                    <a:pt x="97674" y="153406"/>
                    <a:pt x="102263" y="159032"/>
                    <a:pt x="113557" y="159032"/>
                  </a:cubicBezTo>
                  <a:cubicBezTo>
                    <a:pt x="126969" y="159032"/>
                    <a:pt x="136146" y="150593"/>
                    <a:pt x="156617" y="118946"/>
                  </a:cubicBezTo>
                  <a:lnTo>
                    <a:pt x="151675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5" name="Freeform: Shape 1864">
              <a:extLst>
                <a:ext uri="{FF2B5EF4-FFF2-40B4-BE49-F238E27FC236}">
                  <a16:creationId xmlns:a16="http://schemas.microsoft.com/office/drawing/2014/main" id="{47EEB18F-1151-7148-3A25-78497A46B797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2026701" y="4301822"/>
              <a:ext cx="101599" cy="179542"/>
            </a:xfrm>
            <a:custGeom>
              <a:avLst/>
              <a:gdLst>
                <a:gd name="connsiteX0" fmla="*/ 28994 w 101599"/>
                <a:gd name="connsiteY0" fmla="*/ 90129 h 179542"/>
                <a:gd name="connsiteX1" fmla="*/ 56680 w 101599"/>
                <a:gd name="connsiteY1" fmla="*/ 92991 h 179542"/>
                <a:gd name="connsiteX2" fmla="*/ 83059 w 101599"/>
                <a:gd name="connsiteY2" fmla="*/ 131501 h 179542"/>
                <a:gd name="connsiteX3" fmla="*/ 48844 w 101599"/>
                <a:gd name="connsiteY3" fmla="*/ 170272 h 179542"/>
                <a:gd name="connsiteX4" fmla="*/ 26905 w 101599"/>
                <a:gd name="connsiteY4" fmla="*/ 162206 h 179542"/>
                <a:gd name="connsiteX5" fmla="*/ 10189 w 101599"/>
                <a:gd name="connsiteY5" fmla="*/ 155701 h 179542"/>
                <a:gd name="connsiteX6" fmla="*/ 264 w 101599"/>
                <a:gd name="connsiteY6" fmla="*/ 164808 h 179542"/>
                <a:gd name="connsiteX7" fmla="*/ 29778 w 101599"/>
                <a:gd name="connsiteY7" fmla="*/ 179640 h 179542"/>
                <a:gd name="connsiteX8" fmla="*/ 82798 w 101599"/>
                <a:gd name="connsiteY8" fmla="*/ 162206 h 179542"/>
                <a:gd name="connsiteX9" fmla="*/ 101864 w 101599"/>
                <a:gd name="connsiteY9" fmla="*/ 119012 h 179542"/>
                <a:gd name="connsiteX10" fmla="*/ 90111 w 101599"/>
                <a:gd name="connsiteY10" fmla="*/ 85445 h 179542"/>
                <a:gd name="connsiteX11" fmla="*/ 68433 w 101599"/>
                <a:gd name="connsiteY11" fmla="*/ 71654 h 179542"/>
                <a:gd name="connsiteX12" fmla="*/ 92984 w 101599"/>
                <a:gd name="connsiteY12" fmla="*/ 35745 h 179542"/>
                <a:gd name="connsiteX13" fmla="*/ 52240 w 101599"/>
                <a:gd name="connsiteY13" fmla="*/ 97 h 179542"/>
                <a:gd name="connsiteX14" fmla="*/ 18286 w 101599"/>
                <a:gd name="connsiteY14" fmla="*/ 12847 h 179542"/>
                <a:gd name="connsiteX15" fmla="*/ 787 w 101599"/>
                <a:gd name="connsiteY15" fmla="*/ 42251 h 179542"/>
                <a:gd name="connsiteX16" fmla="*/ 4705 w 101599"/>
                <a:gd name="connsiteY16" fmla="*/ 43291 h 179542"/>
                <a:gd name="connsiteX17" fmla="*/ 43621 w 101599"/>
                <a:gd name="connsiteY17" fmla="*/ 15710 h 179542"/>
                <a:gd name="connsiteX18" fmla="*/ 72350 w 101599"/>
                <a:gd name="connsiteY18" fmla="*/ 43552 h 179542"/>
                <a:gd name="connsiteX19" fmla="*/ 61903 w 101599"/>
                <a:gd name="connsiteY19" fmla="*/ 68792 h 179542"/>
                <a:gd name="connsiteX20" fmla="*/ 28994 w 101599"/>
                <a:gd name="connsiteY20" fmla="*/ 86746 h 179542"/>
                <a:gd name="connsiteX21" fmla="*/ 28994 w 101599"/>
                <a:gd name="connsiteY21" fmla="*/ 90129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94" y="90129"/>
                  </a:moveTo>
                  <a:cubicBezTo>
                    <a:pt x="44404" y="90129"/>
                    <a:pt x="50411" y="90649"/>
                    <a:pt x="56680" y="92991"/>
                  </a:cubicBezTo>
                  <a:cubicBezTo>
                    <a:pt x="72873" y="98715"/>
                    <a:pt x="83059" y="113547"/>
                    <a:pt x="83059" y="131501"/>
                  </a:cubicBezTo>
                  <a:cubicBezTo>
                    <a:pt x="83059" y="153359"/>
                    <a:pt x="68172" y="170272"/>
                    <a:pt x="48844" y="170272"/>
                  </a:cubicBezTo>
                  <a:cubicBezTo>
                    <a:pt x="41792" y="170272"/>
                    <a:pt x="36569" y="168451"/>
                    <a:pt x="26905" y="162206"/>
                  </a:cubicBezTo>
                  <a:cubicBezTo>
                    <a:pt x="19069" y="157522"/>
                    <a:pt x="14629" y="155701"/>
                    <a:pt x="10189" y="155701"/>
                  </a:cubicBezTo>
                  <a:cubicBezTo>
                    <a:pt x="4182" y="155701"/>
                    <a:pt x="264" y="159344"/>
                    <a:pt x="264" y="164808"/>
                  </a:cubicBezTo>
                  <a:cubicBezTo>
                    <a:pt x="264" y="173915"/>
                    <a:pt x="11495" y="179640"/>
                    <a:pt x="29778" y="179640"/>
                  </a:cubicBezTo>
                  <a:cubicBezTo>
                    <a:pt x="49889" y="179640"/>
                    <a:pt x="70522" y="172874"/>
                    <a:pt x="82798" y="162206"/>
                  </a:cubicBezTo>
                  <a:cubicBezTo>
                    <a:pt x="95073" y="151537"/>
                    <a:pt x="101864" y="136445"/>
                    <a:pt x="101864" y="119012"/>
                  </a:cubicBezTo>
                  <a:cubicBezTo>
                    <a:pt x="101864" y="105741"/>
                    <a:pt x="97685" y="93511"/>
                    <a:pt x="90111" y="85445"/>
                  </a:cubicBezTo>
                  <a:cubicBezTo>
                    <a:pt x="84887" y="79720"/>
                    <a:pt x="79925" y="76598"/>
                    <a:pt x="68433" y="71654"/>
                  </a:cubicBezTo>
                  <a:cubicBezTo>
                    <a:pt x="86454" y="59424"/>
                    <a:pt x="92984" y="49797"/>
                    <a:pt x="92984" y="35745"/>
                  </a:cubicBezTo>
                  <a:cubicBezTo>
                    <a:pt x="92984" y="14669"/>
                    <a:pt x="76268" y="97"/>
                    <a:pt x="52240" y="97"/>
                  </a:cubicBezTo>
                  <a:cubicBezTo>
                    <a:pt x="39180" y="97"/>
                    <a:pt x="27688" y="4521"/>
                    <a:pt x="18286" y="12847"/>
                  </a:cubicBezTo>
                  <a:cubicBezTo>
                    <a:pt x="10450" y="19873"/>
                    <a:pt x="6533" y="26638"/>
                    <a:pt x="787" y="42251"/>
                  </a:cubicBezTo>
                  <a:lnTo>
                    <a:pt x="4705" y="43291"/>
                  </a:lnTo>
                  <a:cubicBezTo>
                    <a:pt x="15413" y="24296"/>
                    <a:pt x="27166" y="15710"/>
                    <a:pt x="43621" y="15710"/>
                  </a:cubicBezTo>
                  <a:cubicBezTo>
                    <a:pt x="60597" y="15710"/>
                    <a:pt x="72350" y="27159"/>
                    <a:pt x="72350" y="43552"/>
                  </a:cubicBezTo>
                  <a:cubicBezTo>
                    <a:pt x="72350" y="52919"/>
                    <a:pt x="68433" y="62287"/>
                    <a:pt x="61903" y="68792"/>
                  </a:cubicBezTo>
                  <a:cubicBezTo>
                    <a:pt x="54068" y="76598"/>
                    <a:pt x="46755" y="80501"/>
                    <a:pt x="28994" y="86746"/>
                  </a:cubicBezTo>
                  <a:lnTo>
                    <a:pt x="28994" y="901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6" name="Freeform: Shape 1865">
              <a:extLst>
                <a:ext uri="{FF2B5EF4-FFF2-40B4-BE49-F238E27FC236}">
                  <a16:creationId xmlns:a16="http://schemas.microsoft.com/office/drawing/2014/main" id="{CCEBFD53-2E52-75AB-4E56-ED7CFF50DD01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2184383" y="4160682"/>
              <a:ext cx="81883" cy="351630"/>
            </a:xfrm>
            <a:custGeom>
              <a:avLst/>
              <a:gdLst>
                <a:gd name="connsiteX0" fmla="*/ 82154 w 81883"/>
                <a:gd name="connsiteY0" fmla="*/ 175910 h 351630"/>
                <a:gd name="connsiteX1" fmla="*/ 58859 w 81883"/>
                <a:gd name="connsiteY1" fmla="*/ 66201 h 351630"/>
                <a:gd name="connsiteX2" fmla="*/ 3799 w 81883"/>
                <a:gd name="connsiteY2" fmla="*/ 94 h 351630"/>
                <a:gd name="connsiteX3" fmla="*/ 270 w 81883"/>
                <a:gd name="connsiteY3" fmla="*/ 3610 h 351630"/>
                <a:gd name="connsiteX4" fmla="*/ 6976 w 81883"/>
                <a:gd name="connsiteY4" fmla="*/ 11698 h 351630"/>
                <a:gd name="connsiteX5" fmla="*/ 61683 w 81883"/>
                <a:gd name="connsiteY5" fmla="*/ 175910 h 351630"/>
                <a:gd name="connsiteX6" fmla="*/ 4858 w 81883"/>
                <a:gd name="connsiteY6" fmla="*/ 342231 h 351630"/>
                <a:gd name="connsiteX7" fmla="*/ 270 w 81883"/>
                <a:gd name="connsiteY7" fmla="*/ 348209 h 351630"/>
                <a:gd name="connsiteX8" fmla="*/ 3799 w 81883"/>
                <a:gd name="connsiteY8" fmla="*/ 351725 h 351630"/>
                <a:gd name="connsiteX9" fmla="*/ 59918 w 81883"/>
                <a:gd name="connsiteY9" fmla="*/ 283157 h 351630"/>
                <a:gd name="connsiteX10" fmla="*/ 82154 w 81883"/>
                <a:gd name="connsiteY10" fmla="*/ 17591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4" y="175910"/>
                  </a:moveTo>
                  <a:cubicBezTo>
                    <a:pt x="82154" y="148482"/>
                    <a:pt x="78271" y="105935"/>
                    <a:pt x="58859" y="66201"/>
                  </a:cubicBezTo>
                  <a:cubicBezTo>
                    <a:pt x="37682" y="22950"/>
                    <a:pt x="7329" y="94"/>
                    <a:pt x="3799" y="94"/>
                  </a:cubicBezTo>
                  <a:cubicBezTo>
                    <a:pt x="1681" y="94"/>
                    <a:pt x="270" y="1501"/>
                    <a:pt x="270" y="3610"/>
                  </a:cubicBezTo>
                  <a:cubicBezTo>
                    <a:pt x="270" y="4665"/>
                    <a:pt x="270" y="5369"/>
                    <a:pt x="6976" y="11698"/>
                  </a:cubicBezTo>
                  <a:cubicBezTo>
                    <a:pt x="41565" y="46509"/>
                    <a:pt x="61683" y="102419"/>
                    <a:pt x="61683" y="175910"/>
                  </a:cubicBezTo>
                  <a:cubicBezTo>
                    <a:pt x="61683" y="236038"/>
                    <a:pt x="48624" y="297925"/>
                    <a:pt x="4858" y="342231"/>
                  </a:cubicBezTo>
                  <a:cubicBezTo>
                    <a:pt x="270" y="346451"/>
                    <a:pt x="270" y="347154"/>
                    <a:pt x="270" y="348209"/>
                  </a:cubicBezTo>
                  <a:cubicBezTo>
                    <a:pt x="270" y="350318"/>
                    <a:pt x="1681" y="351725"/>
                    <a:pt x="3799" y="351725"/>
                  </a:cubicBezTo>
                  <a:cubicBezTo>
                    <a:pt x="7329" y="351725"/>
                    <a:pt x="39094" y="327814"/>
                    <a:pt x="59918" y="283157"/>
                  </a:cubicBezTo>
                  <a:cubicBezTo>
                    <a:pt x="77918" y="244478"/>
                    <a:pt x="82154" y="205447"/>
                    <a:pt x="82154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7" name="Freeform: Shape 1866">
              <a:extLst>
                <a:ext uri="{FF2B5EF4-FFF2-40B4-BE49-F238E27FC236}">
                  <a16:creationId xmlns:a16="http://schemas.microsoft.com/office/drawing/2014/main" id="{DA04A1A8-0ABE-ECD8-2E9C-C44849506FE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2336660" y="4160682"/>
              <a:ext cx="81883" cy="351630"/>
            </a:xfrm>
            <a:custGeom>
              <a:avLst/>
              <a:gdLst>
                <a:gd name="connsiteX0" fmla="*/ 82158 w 81883"/>
                <a:gd name="connsiteY0" fmla="*/ 348209 h 351630"/>
                <a:gd name="connsiteX1" fmla="*/ 76157 w 81883"/>
                <a:gd name="connsiteY1" fmla="*/ 340473 h 351630"/>
                <a:gd name="connsiteX2" fmla="*/ 20745 w 81883"/>
                <a:gd name="connsiteY2" fmla="*/ 175910 h 351630"/>
                <a:gd name="connsiteX3" fmla="*/ 77569 w 81883"/>
                <a:gd name="connsiteY3" fmla="*/ 9588 h 351630"/>
                <a:gd name="connsiteX4" fmla="*/ 82158 w 81883"/>
                <a:gd name="connsiteY4" fmla="*/ 3610 h 351630"/>
                <a:gd name="connsiteX5" fmla="*/ 78628 w 81883"/>
                <a:gd name="connsiteY5" fmla="*/ 94 h 351630"/>
                <a:gd name="connsiteX6" fmla="*/ 22509 w 81883"/>
                <a:gd name="connsiteY6" fmla="*/ 68662 h 351630"/>
                <a:gd name="connsiteX7" fmla="*/ 274 w 81883"/>
                <a:gd name="connsiteY7" fmla="*/ 175910 h 351630"/>
                <a:gd name="connsiteX8" fmla="*/ 23568 w 81883"/>
                <a:gd name="connsiteY8" fmla="*/ 285618 h 351630"/>
                <a:gd name="connsiteX9" fmla="*/ 78628 w 81883"/>
                <a:gd name="connsiteY9" fmla="*/ 351725 h 351630"/>
                <a:gd name="connsiteX10" fmla="*/ 82158 w 81883"/>
                <a:gd name="connsiteY10" fmla="*/ 34820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8" y="348209"/>
                  </a:moveTo>
                  <a:cubicBezTo>
                    <a:pt x="82158" y="347154"/>
                    <a:pt x="82158" y="346451"/>
                    <a:pt x="76157" y="340473"/>
                  </a:cubicBezTo>
                  <a:cubicBezTo>
                    <a:pt x="32039" y="296167"/>
                    <a:pt x="20745" y="229709"/>
                    <a:pt x="20745" y="175910"/>
                  </a:cubicBezTo>
                  <a:cubicBezTo>
                    <a:pt x="20745" y="114726"/>
                    <a:pt x="34157" y="53542"/>
                    <a:pt x="77569" y="9588"/>
                  </a:cubicBezTo>
                  <a:cubicBezTo>
                    <a:pt x="82158" y="5369"/>
                    <a:pt x="82158" y="4665"/>
                    <a:pt x="82158" y="3610"/>
                  </a:cubicBezTo>
                  <a:cubicBezTo>
                    <a:pt x="82158" y="1149"/>
                    <a:pt x="80746" y="94"/>
                    <a:pt x="78628" y="94"/>
                  </a:cubicBezTo>
                  <a:cubicBezTo>
                    <a:pt x="75099" y="94"/>
                    <a:pt x="43333" y="24005"/>
                    <a:pt x="22509" y="68662"/>
                  </a:cubicBezTo>
                  <a:cubicBezTo>
                    <a:pt x="4509" y="107342"/>
                    <a:pt x="274" y="146373"/>
                    <a:pt x="274" y="175910"/>
                  </a:cubicBezTo>
                  <a:cubicBezTo>
                    <a:pt x="274" y="203337"/>
                    <a:pt x="4156" y="245884"/>
                    <a:pt x="23568" y="285618"/>
                  </a:cubicBezTo>
                  <a:cubicBezTo>
                    <a:pt x="44745" y="328869"/>
                    <a:pt x="75099" y="351725"/>
                    <a:pt x="78628" y="351725"/>
                  </a:cubicBezTo>
                  <a:cubicBezTo>
                    <a:pt x="80746" y="351725"/>
                    <a:pt x="82158" y="350670"/>
                    <a:pt x="82158" y="34820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8" name="Freeform: Shape 1867">
              <a:extLst>
                <a:ext uri="{FF2B5EF4-FFF2-40B4-BE49-F238E27FC236}">
                  <a16:creationId xmlns:a16="http://schemas.microsoft.com/office/drawing/2014/main" id="{2DF990CC-396D-41A5-1088-C41D2B88EE78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2429641" y="4269335"/>
              <a:ext cx="167297" cy="158937"/>
            </a:xfrm>
            <a:custGeom>
              <a:avLst/>
              <a:gdLst>
                <a:gd name="connsiteX0" fmla="*/ 151692 w 167297"/>
                <a:gd name="connsiteY0" fmla="*/ 116133 h 158937"/>
                <a:gd name="connsiteX1" fmla="*/ 143927 w 167297"/>
                <a:gd name="connsiteY1" fmla="*/ 125627 h 158937"/>
                <a:gd name="connsiteX2" fmla="*/ 127691 w 167297"/>
                <a:gd name="connsiteY2" fmla="*/ 139692 h 158937"/>
                <a:gd name="connsiteX3" fmla="*/ 116750 w 167297"/>
                <a:gd name="connsiteY3" fmla="*/ 125275 h 158937"/>
                <a:gd name="connsiteX4" fmla="*/ 115338 w 167297"/>
                <a:gd name="connsiteY4" fmla="*/ 119298 h 158937"/>
                <a:gd name="connsiteX5" fmla="*/ 102632 w 167297"/>
                <a:gd name="connsiteY5" fmla="*/ 62333 h 158937"/>
                <a:gd name="connsiteX6" fmla="*/ 137221 w 167297"/>
                <a:gd name="connsiteY6" fmla="*/ 19786 h 158937"/>
                <a:gd name="connsiteX7" fmla="*/ 145692 w 167297"/>
                <a:gd name="connsiteY7" fmla="*/ 22599 h 158937"/>
                <a:gd name="connsiteX8" fmla="*/ 155221 w 167297"/>
                <a:gd name="connsiteY8" fmla="*/ 25764 h 158937"/>
                <a:gd name="connsiteX9" fmla="*/ 167574 w 167297"/>
                <a:gd name="connsiteY9" fmla="*/ 13105 h 158937"/>
                <a:gd name="connsiteX10" fmla="*/ 153103 w 167297"/>
                <a:gd name="connsiteY10" fmla="*/ 95 h 158937"/>
                <a:gd name="connsiteX11" fmla="*/ 99808 w 167297"/>
                <a:gd name="connsiteY11" fmla="*/ 50378 h 158937"/>
                <a:gd name="connsiteX12" fmla="*/ 95926 w 167297"/>
                <a:gd name="connsiteY12" fmla="*/ 31038 h 158937"/>
                <a:gd name="connsiteX13" fmla="*/ 77573 w 167297"/>
                <a:gd name="connsiteY13" fmla="*/ 95 h 158937"/>
                <a:gd name="connsiteX14" fmla="*/ 36278 w 167297"/>
                <a:gd name="connsiteY14" fmla="*/ 10292 h 158937"/>
                <a:gd name="connsiteX15" fmla="*/ 32395 w 167297"/>
                <a:gd name="connsiteY15" fmla="*/ 11699 h 158937"/>
                <a:gd name="connsiteX16" fmla="*/ 33807 w 167297"/>
                <a:gd name="connsiteY16" fmla="*/ 16973 h 158937"/>
                <a:gd name="connsiteX17" fmla="*/ 53572 w 167297"/>
                <a:gd name="connsiteY17" fmla="*/ 13105 h 158937"/>
                <a:gd name="connsiteX18" fmla="*/ 69455 w 167297"/>
                <a:gd name="connsiteY18" fmla="*/ 37368 h 158937"/>
                <a:gd name="connsiteX19" fmla="*/ 79690 w 167297"/>
                <a:gd name="connsiteY19" fmla="*/ 80618 h 158937"/>
                <a:gd name="connsiteX20" fmla="*/ 50749 w 167297"/>
                <a:gd name="connsiteY20" fmla="*/ 121759 h 158937"/>
                <a:gd name="connsiteX21" fmla="*/ 32748 w 167297"/>
                <a:gd name="connsiteY21" fmla="*/ 138637 h 158937"/>
                <a:gd name="connsiteX22" fmla="*/ 23572 w 167297"/>
                <a:gd name="connsiteY22" fmla="*/ 135473 h 158937"/>
                <a:gd name="connsiteX23" fmla="*/ 12277 w 167297"/>
                <a:gd name="connsiteY23" fmla="*/ 131956 h 158937"/>
                <a:gd name="connsiteX24" fmla="*/ 277 w 167297"/>
                <a:gd name="connsiteY24" fmla="*/ 144263 h 158937"/>
                <a:gd name="connsiteX25" fmla="*/ 17924 w 167297"/>
                <a:gd name="connsiteY25" fmla="*/ 159032 h 158937"/>
                <a:gd name="connsiteX26" fmla="*/ 50749 w 167297"/>
                <a:gd name="connsiteY26" fmla="*/ 134418 h 158937"/>
                <a:gd name="connsiteX27" fmla="*/ 82514 w 167297"/>
                <a:gd name="connsiteY27" fmla="*/ 93277 h 158937"/>
                <a:gd name="connsiteX28" fmla="*/ 93102 w 167297"/>
                <a:gd name="connsiteY28" fmla="*/ 135473 h 158937"/>
                <a:gd name="connsiteX29" fmla="*/ 113573 w 167297"/>
                <a:gd name="connsiteY29" fmla="*/ 159032 h 158937"/>
                <a:gd name="connsiteX30" fmla="*/ 156633 w 167297"/>
                <a:gd name="connsiteY30" fmla="*/ 118946 h 158937"/>
                <a:gd name="connsiteX31" fmla="*/ 151692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92" y="116133"/>
                  </a:moveTo>
                  <a:cubicBezTo>
                    <a:pt x="148868" y="119298"/>
                    <a:pt x="147103" y="121407"/>
                    <a:pt x="143927" y="125627"/>
                  </a:cubicBezTo>
                  <a:cubicBezTo>
                    <a:pt x="135809" y="136176"/>
                    <a:pt x="131574" y="139692"/>
                    <a:pt x="127691" y="139692"/>
                  </a:cubicBezTo>
                  <a:cubicBezTo>
                    <a:pt x="122397" y="139692"/>
                    <a:pt x="119220" y="135121"/>
                    <a:pt x="116750" y="125275"/>
                  </a:cubicBezTo>
                  <a:cubicBezTo>
                    <a:pt x="116044" y="122462"/>
                    <a:pt x="115691" y="120353"/>
                    <a:pt x="115338" y="119298"/>
                  </a:cubicBezTo>
                  <a:cubicBezTo>
                    <a:pt x="106514" y="83783"/>
                    <a:pt x="102632" y="67608"/>
                    <a:pt x="102632" y="62333"/>
                  </a:cubicBezTo>
                  <a:cubicBezTo>
                    <a:pt x="118162" y="35258"/>
                    <a:pt x="130868" y="19786"/>
                    <a:pt x="137221" y="19786"/>
                  </a:cubicBezTo>
                  <a:cubicBezTo>
                    <a:pt x="139338" y="19786"/>
                    <a:pt x="142162" y="20841"/>
                    <a:pt x="145692" y="22599"/>
                  </a:cubicBezTo>
                  <a:cubicBezTo>
                    <a:pt x="149927" y="25061"/>
                    <a:pt x="152398" y="25764"/>
                    <a:pt x="155221" y="25764"/>
                  </a:cubicBezTo>
                  <a:cubicBezTo>
                    <a:pt x="162633" y="25764"/>
                    <a:pt x="167574" y="20489"/>
                    <a:pt x="167574" y="13105"/>
                  </a:cubicBezTo>
                  <a:cubicBezTo>
                    <a:pt x="167574" y="5721"/>
                    <a:pt x="161574" y="95"/>
                    <a:pt x="153103" y="95"/>
                  </a:cubicBezTo>
                  <a:cubicBezTo>
                    <a:pt x="137574" y="95"/>
                    <a:pt x="124162" y="12753"/>
                    <a:pt x="99808" y="50378"/>
                  </a:cubicBezTo>
                  <a:lnTo>
                    <a:pt x="95926" y="31038"/>
                  </a:lnTo>
                  <a:cubicBezTo>
                    <a:pt x="90985" y="7127"/>
                    <a:pt x="87102" y="95"/>
                    <a:pt x="77573" y="95"/>
                  </a:cubicBezTo>
                  <a:cubicBezTo>
                    <a:pt x="69808" y="95"/>
                    <a:pt x="57807" y="3259"/>
                    <a:pt x="36278" y="10292"/>
                  </a:cubicBezTo>
                  <a:lnTo>
                    <a:pt x="32395" y="11699"/>
                  </a:lnTo>
                  <a:lnTo>
                    <a:pt x="33807" y="16973"/>
                  </a:lnTo>
                  <a:cubicBezTo>
                    <a:pt x="47219" y="13808"/>
                    <a:pt x="50396" y="13105"/>
                    <a:pt x="53572" y="13105"/>
                  </a:cubicBezTo>
                  <a:cubicBezTo>
                    <a:pt x="62396" y="13105"/>
                    <a:pt x="64513" y="16270"/>
                    <a:pt x="69455" y="37368"/>
                  </a:cubicBezTo>
                  <a:lnTo>
                    <a:pt x="79690" y="80618"/>
                  </a:lnTo>
                  <a:lnTo>
                    <a:pt x="50749" y="121759"/>
                  </a:lnTo>
                  <a:cubicBezTo>
                    <a:pt x="43690" y="132308"/>
                    <a:pt x="36631" y="138637"/>
                    <a:pt x="32748" y="138637"/>
                  </a:cubicBezTo>
                  <a:cubicBezTo>
                    <a:pt x="30630" y="138637"/>
                    <a:pt x="27101" y="137582"/>
                    <a:pt x="23572" y="135473"/>
                  </a:cubicBezTo>
                  <a:cubicBezTo>
                    <a:pt x="18983" y="133011"/>
                    <a:pt x="15101" y="131956"/>
                    <a:pt x="12277" y="131956"/>
                  </a:cubicBezTo>
                  <a:cubicBezTo>
                    <a:pt x="5571" y="131956"/>
                    <a:pt x="277" y="137231"/>
                    <a:pt x="277" y="144263"/>
                  </a:cubicBezTo>
                  <a:cubicBezTo>
                    <a:pt x="277" y="153406"/>
                    <a:pt x="7336" y="159032"/>
                    <a:pt x="17924" y="159032"/>
                  </a:cubicBezTo>
                  <a:cubicBezTo>
                    <a:pt x="28866" y="159032"/>
                    <a:pt x="33101" y="155867"/>
                    <a:pt x="50749" y="134418"/>
                  </a:cubicBezTo>
                  <a:cubicBezTo>
                    <a:pt x="60278" y="123166"/>
                    <a:pt x="67690" y="113672"/>
                    <a:pt x="82514" y="93277"/>
                  </a:cubicBezTo>
                  <a:lnTo>
                    <a:pt x="93102" y="135473"/>
                  </a:lnTo>
                  <a:cubicBezTo>
                    <a:pt x="97691" y="153406"/>
                    <a:pt x="102279" y="159032"/>
                    <a:pt x="113573" y="159032"/>
                  </a:cubicBezTo>
                  <a:cubicBezTo>
                    <a:pt x="126985" y="159032"/>
                    <a:pt x="136162" y="150593"/>
                    <a:pt x="156633" y="118946"/>
                  </a:cubicBezTo>
                  <a:lnTo>
                    <a:pt x="151692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9" name="Freeform: Shape 1868">
              <a:extLst>
                <a:ext uri="{FF2B5EF4-FFF2-40B4-BE49-F238E27FC236}">
                  <a16:creationId xmlns:a16="http://schemas.microsoft.com/office/drawing/2014/main" id="{D588CBE5-0C0E-476B-F9DD-C03A8F46D52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2602734" y="4301822"/>
              <a:ext cx="118053" cy="179542"/>
            </a:xfrm>
            <a:custGeom>
              <a:avLst/>
              <a:gdLst>
                <a:gd name="connsiteX0" fmla="*/ 60352 w 118053"/>
                <a:gd name="connsiteY0" fmla="*/ 97 h 179542"/>
                <a:gd name="connsiteX1" fmla="*/ 25354 w 118053"/>
                <a:gd name="connsiteY1" fmla="*/ 13628 h 179542"/>
                <a:gd name="connsiteX2" fmla="*/ 281 w 118053"/>
                <a:gd name="connsiteY2" fmla="*/ 88567 h 179542"/>
                <a:gd name="connsiteX3" fmla="*/ 21175 w 118053"/>
                <a:gd name="connsiteY3" fmla="*/ 161946 h 179542"/>
                <a:gd name="connsiteX4" fmla="*/ 59308 w 118053"/>
                <a:gd name="connsiteY4" fmla="*/ 179640 h 179542"/>
                <a:gd name="connsiteX5" fmla="*/ 93261 w 118053"/>
                <a:gd name="connsiteY5" fmla="*/ 166109 h 179542"/>
                <a:gd name="connsiteX6" fmla="*/ 118335 w 118053"/>
                <a:gd name="connsiteY6" fmla="*/ 90129 h 179542"/>
                <a:gd name="connsiteX7" fmla="*/ 60352 w 118053"/>
                <a:gd name="connsiteY7" fmla="*/ 97 h 179542"/>
                <a:gd name="connsiteX8" fmla="*/ 59569 w 118053"/>
                <a:gd name="connsiteY8" fmla="*/ 6863 h 179542"/>
                <a:gd name="connsiteX9" fmla="*/ 93261 w 118053"/>
                <a:gd name="connsiteY9" fmla="*/ 90649 h 179542"/>
                <a:gd name="connsiteX10" fmla="*/ 59308 w 118053"/>
                <a:gd name="connsiteY10" fmla="*/ 172874 h 179542"/>
                <a:gd name="connsiteX11" fmla="*/ 25354 w 118053"/>
                <a:gd name="connsiteY11" fmla="*/ 90909 h 179542"/>
                <a:gd name="connsiteX12" fmla="*/ 59569 w 118053"/>
                <a:gd name="connsiteY12" fmla="*/ 6863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352" y="97"/>
                  </a:moveTo>
                  <a:cubicBezTo>
                    <a:pt x="45987" y="97"/>
                    <a:pt x="35018" y="4521"/>
                    <a:pt x="25354" y="13628"/>
                  </a:cubicBezTo>
                  <a:cubicBezTo>
                    <a:pt x="10206" y="28199"/>
                    <a:pt x="281" y="58123"/>
                    <a:pt x="281" y="88567"/>
                  </a:cubicBezTo>
                  <a:cubicBezTo>
                    <a:pt x="281" y="116930"/>
                    <a:pt x="8900" y="147374"/>
                    <a:pt x="21175" y="161946"/>
                  </a:cubicBezTo>
                  <a:cubicBezTo>
                    <a:pt x="30839" y="173395"/>
                    <a:pt x="44159" y="179640"/>
                    <a:pt x="59308" y="179640"/>
                  </a:cubicBezTo>
                  <a:cubicBezTo>
                    <a:pt x="72628" y="179640"/>
                    <a:pt x="83859" y="175216"/>
                    <a:pt x="93261" y="166109"/>
                  </a:cubicBezTo>
                  <a:cubicBezTo>
                    <a:pt x="108410" y="151798"/>
                    <a:pt x="118335" y="121614"/>
                    <a:pt x="118335" y="90129"/>
                  </a:cubicBezTo>
                  <a:cubicBezTo>
                    <a:pt x="118335" y="36786"/>
                    <a:pt x="94567" y="97"/>
                    <a:pt x="60352" y="97"/>
                  </a:cubicBezTo>
                  <a:close/>
                  <a:moveTo>
                    <a:pt x="59569" y="6863"/>
                  </a:moveTo>
                  <a:cubicBezTo>
                    <a:pt x="81508" y="6863"/>
                    <a:pt x="93261" y="36266"/>
                    <a:pt x="93261" y="90649"/>
                  </a:cubicBezTo>
                  <a:cubicBezTo>
                    <a:pt x="93261" y="145032"/>
                    <a:pt x="81769" y="172874"/>
                    <a:pt x="59308" y="172874"/>
                  </a:cubicBezTo>
                  <a:cubicBezTo>
                    <a:pt x="36846" y="172874"/>
                    <a:pt x="25354" y="145032"/>
                    <a:pt x="25354" y="90909"/>
                  </a:cubicBezTo>
                  <a:cubicBezTo>
                    <a:pt x="25354" y="35745"/>
                    <a:pt x="37107" y="6863"/>
                    <a:pt x="59569" y="686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0CA13DFD-2F84-FA00-1E4C-59391646B003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2823758" y="4329464"/>
              <a:ext cx="215651" cy="14065"/>
            </a:xfrm>
            <a:custGeom>
              <a:avLst/>
              <a:gdLst>
                <a:gd name="connsiteX0" fmla="*/ 203585 w 215651"/>
                <a:gd name="connsiteY0" fmla="*/ 14160 h 14065"/>
                <a:gd name="connsiteX1" fmla="*/ 215938 w 215651"/>
                <a:gd name="connsiteY1" fmla="*/ 7127 h 14065"/>
                <a:gd name="connsiteX2" fmla="*/ 203585 w 215651"/>
                <a:gd name="connsiteY2" fmla="*/ 95 h 14065"/>
                <a:gd name="connsiteX3" fmla="*/ 12640 w 215651"/>
                <a:gd name="connsiteY3" fmla="*/ 95 h 14065"/>
                <a:gd name="connsiteX4" fmla="*/ 287 w 215651"/>
                <a:gd name="connsiteY4" fmla="*/ 7127 h 14065"/>
                <a:gd name="connsiteX5" fmla="*/ 12640 w 215651"/>
                <a:gd name="connsiteY5" fmla="*/ 14160 h 14065"/>
                <a:gd name="connsiteX6" fmla="*/ 203585 w 215651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85" y="14160"/>
                  </a:moveTo>
                  <a:cubicBezTo>
                    <a:pt x="209585" y="14160"/>
                    <a:pt x="215938" y="14160"/>
                    <a:pt x="215938" y="7127"/>
                  </a:cubicBezTo>
                  <a:cubicBezTo>
                    <a:pt x="215938" y="95"/>
                    <a:pt x="209585" y="95"/>
                    <a:pt x="203585" y="95"/>
                  </a:cubicBezTo>
                  <a:lnTo>
                    <a:pt x="12640" y="95"/>
                  </a:lnTo>
                  <a:cubicBezTo>
                    <a:pt x="6640" y="95"/>
                    <a:pt x="287" y="95"/>
                    <a:pt x="287" y="7127"/>
                  </a:cubicBezTo>
                  <a:cubicBezTo>
                    <a:pt x="287" y="14160"/>
                    <a:pt x="6640" y="14160"/>
                    <a:pt x="12640" y="14160"/>
                  </a:cubicBezTo>
                  <a:lnTo>
                    <a:pt x="203585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06C08264-0186-69EC-BB8E-534398D61C22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3109402" y="4269335"/>
              <a:ext cx="167297" cy="158937"/>
            </a:xfrm>
            <a:custGeom>
              <a:avLst/>
              <a:gdLst>
                <a:gd name="connsiteX0" fmla="*/ 151711 w 167297"/>
                <a:gd name="connsiteY0" fmla="*/ 116133 h 158937"/>
                <a:gd name="connsiteX1" fmla="*/ 143946 w 167297"/>
                <a:gd name="connsiteY1" fmla="*/ 125627 h 158937"/>
                <a:gd name="connsiteX2" fmla="*/ 127710 w 167297"/>
                <a:gd name="connsiteY2" fmla="*/ 139692 h 158937"/>
                <a:gd name="connsiteX3" fmla="*/ 116769 w 167297"/>
                <a:gd name="connsiteY3" fmla="*/ 125275 h 158937"/>
                <a:gd name="connsiteX4" fmla="*/ 115357 w 167297"/>
                <a:gd name="connsiteY4" fmla="*/ 119298 h 158937"/>
                <a:gd name="connsiteX5" fmla="*/ 102651 w 167297"/>
                <a:gd name="connsiteY5" fmla="*/ 62333 h 158937"/>
                <a:gd name="connsiteX6" fmla="*/ 137240 w 167297"/>
                <a:gd name="connsiteY6" fmla="*/ 19786 h 158937"/>
                <a:gd name="connsiteX7" fmla="*/ 145711 w 167297"/>
                <a:gd name="connsiteY7" fmla="*/ 22599 h 158937"/>
                <a:gd name="connsiteX8" fmla="*/ 155240 w 167297"/>
                <a:gd name="connsiteY8" fmla="*/ 25764 h 158937"/>
                <a:gd name="connsiteX9" fmla="*/ 167593 w 167297"/>
                <a:gd name="connsiteY9" fmla="*/ 13105 h 158937"/>
                <a:gd name="connsiteX10" fmla="*/ 153123 w 167297"/>
                <a:gd name="connsiteY10" fmla="*/ 95 h 158937"/>
                <a:gd name="connsiteX11" fmla="*/ 99827 w 167297"/>
                <a:gd name="connsiteY11" fmla="*/ 50378 h 158937"/>
                <a:gd name="connsiteX12" fmla="*/ 95945 w 167297"/>
                <a:gd name="connsiteY12" fmla="*/ 31038 h 158937"/>
                <a:gd name="connsiteX13" fmla="*/ 77592 w 167297"/>
                <a:gd name="connsiteY13" fmla="*/ 95 h 158937"/>
                <a:gd name="connsiteX14" fmla="*/ 36297 w 167297"/>
                <a:gd name="connsiteY14" fmla="*/ 10292 h 158937"/>
                <a:gd name="connsiteX15" fmla="*/ 32414 w 167297"/>
                <a:gd name="connsiteY15" fmla="*/ 11699 h 158937"/>
                <a:gd name="connsiteX16" fmla="*/ 33826 w 167297"/>
                <a:gd name="connsiteY16" fmla="*/ 16973 h 158937"/>
                <a:gd name="connsiteX17" fmla="*/ 53591 w 167297"/>
                <a:gd name="connsiteY17" fmla="*/ 13105 h 158937"/>
                <a:gd name="connsiteX18" fmla="*/ 69474 w 167297"/>
                <a:gd name="connsiteY18" fmla="*/ 37368 h 158937"/>
                <a:gd name="connsiteX19" fmla="*/ 79709 w 167297"/>
                <a:gd name="connsiteY19" fmla="*/ 80618 h 158937"/>
                <a:gd name="connsiteX20" fmla="*/ 50768 w 167297"/>
                <a:gd name="connsiteY20" fmla="*/ 121759 h 158937"/>
                <a:gd name="connsiteX21" fmla="*/ 32767 w 167297"/>
                <a:gd name="connsiteY21" fmla="*/ 138637 h 158937"/>
                <a:gd name="connsiteX22" fmla="*/ 23591 w 167297"/>
                <a:gd name="connsiteY22" fmla="*/ 135473 h 158937"/>
                <a:gd name="connsiteX23" fmla="*/ 12296 w 167297"/>
                <a:gd name="connsiteY23" fmla="*/ 131956 h 158937"/>
                <a:gd name="connsiteX24" fmla="*/ 296 w 167297"/>
                <a:gd name="connsiteY24" fmla="*/ 144263 h 158937"/>
                <a:gd name="connsiteX25" fmla="*/ 17943 w 167297"/>
                <a:gd name="connsiteY25" fmla="*/ 159032 h 158937"/>
                <a:gd name="connsiteX26" fmla="*/ 50768 w 167297"/>
                <a:gd name="connsiteY26" fmla="*/ 134418 h 158937"/>
                <a:gd name="connsiteX27" fmla="*/ 82533 w 167297"/>
                <a:gd name="connsiteY27" fmla="*/ 93277 h 158937"/>
                <a:gd name="connsiteX28" fmla="*/ 93121 w 167297"/>
                <a:gd name="connsiteY28" fmla="*/ 135473 h 158937"/>
                <a:gd name="connsiteX29" fmla="*/ 113592 w 167297"/>
                <a:gd name="connsiteY29" fmla="*/ 159032 h 158937"/>
                <a:gd name="connsiteX30" fmla="*/ 156652 w 167297"/>
                <a:gd name="connsiteY30" fmla="*/ 118946 h 158937"/>
                <a:gd name="connsiteX31" fmla="*/ 151711 w 167297"/>
                <a:gd name="connsiteY31" fmla="*/ 11613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11" y="116133"/>
                  </a:moveTo>
                  <a:cubicBezTo>
                    <a:pt x="148887" y="119298"/>
                    <a:pt x="147122" y="121407"/>
                    <a:pt x="143946" y="125627"/>
                  </a:cubicBezTo>
                  <a:cubicBezTo>
                    <a:pt x="135828" y="136176"/>
                    <a:pt x="131593" y="139692"/>
                    <a:pt x="127710" y="139692"/>
                  </a:cubicBezTo>
                  <a:cubicBezTo>
                    <a:pt x="122416" y="139692"/>
                    <a:pt x="119240" y="135121"/>
                    <a:pt x="116769" y="125275"/>
                  </a:cubicBezTo>
                  <a:cubicBezTo>
                    <a:pt x="116063" y="122462"/>
                    <a:pt x="115710" y="120353"/>
                    <a:pt x="115357" y="119298"/>
                  </a:cubicBezTo>
                  <a:cubicBezTo>
                    <a:pt x="106533" y="83783"/>
                    <a:pt x="102651" y="67608"/>
                    <a:pt x="102651" y="62333"/>
                  </a:cubicBezTo>
                  <a:cubicBezTo>
                    <a:pt x="118181" y="35258"/>
                    <a:pt x="130887" y="19786"/>
                    <a:pt x="137240" y="19786"/>
                  </a:cubicBezTo>
                  <a:cubicBezTo>
                    <a:pt x="139358" y="19786"/>
                    <a:pt x="142181" y="20841"/>
                    <a:pt x="145711" y="22599"/>
                  </a:cubicBezTo>
                  <a:cubicBezTo>
                    <a:pt x="149946" y="25061"/>
                    <a:pt x="152417" y="25764"/>
                    <a:pt x="155240" y="25764"/>
                  </a:cubicBezTo>
                  <a:cubicBezTo>
                    <a:pt x="162652" y="25764"/>
                    <a:pt x="167593" y="20489"/>
                    <a:pt x="167593" y="13105"/>
                  </a:cubicBezTo>
                  <a:cubicBezTo>
                    <a:pt x="167593" y="5721"/>
                    <a:pt x="161593" y="95"/>
                    <a:pt x="153123" y="95"/>
                  </a:cubicBezTo>
                  <a:cubicBezTo>
                    <a:pt x="137593" y="95"/>
                    <a:pt x="124181" y="12753"/>
                    <a:pt x="99827" y="50378"/>
                  </a:cubicBezTo>
                  <a:lnTo>
                    <a:pt x="95945" y="31038"/>
                  </a:lnTo>
                  <a:cubicBezTo>
                    <a:pt x="91004" y="7127"/>
                    <a:pt x="87121" y="95"/>
                    <a:pt x="77592" y="95"/>
                  </a:cubicBezTo>
                  <a:cubicBezTo>
                    <a:pt x="69827" y="95"/>
                    <a:pt x="57827" y="3259"/>
                    <a:pt x="36297" y="10292"/>
                  </a:cubicBezTo>
                  <a:lnTo>
                    <a:pt x="32414" y="11699"/>
                  </a:lnTo>
                  <a:lnTo>
                    <a:pt x="33826" y="16973"/>
                  </a:lnTo>
                  <a:cubicBezTo>
                    <a:pt x="47238" y="13808"/>
                    <a:pt x="50415" y="13105"/>
                    <a:pt x="53591" y="13105"/>
                  </a:cubicBezTo>
                  <a:cubicBezTo>
                    <a:pt x="62415" y="13105"/>
                    <a:pt x="64533" y="16270"/>
                    <a:pt x="69474" y="37368"/>
                  </a:cubicBezTo>
                  <a:lnTo>
                    <a:pt x="79709" y="80618"/>
                  </a:lnTo>
                  <a:lnTo>
                    <a:pt x="50768" y="121759"/>
                  </a:lnTo>
                  <a:cubicBezTo>
                    <a:pt x="43709" y="132308"/>
                    <a:pt x="36650" y="138637"/>
                    <a:pt x="32767" y="138637"/>
                  </a:cubicBezTo>
                  <a:cubicBezTo>
                    <a:pt x="30650" y="138637"/>
                    <a:pt x="27120" y="137582"/>
                    <a:pt x="23591" y="135473"/>
                  </a:cubicBezTo>
                  <a:cubicBezTo>
                    <a:pt x="19002" y="133011"/>
                    <a:pt x="15120" y="131956"/>
                    <a:pt x="12296" y="131956"/>
                  </a:cubicBezTo>
                  <a:cubicBezTo>
                    <a:pt x="5590" y="131956"/>
                    <a:pt x="296" y="137231"/>
                    <a:pt x="296" y="144263"/>
                  </a:cubicBezTo>
                  <a:cubicBezTo>
                    <a:pt x="296" y="153406"/>
                    <a:pt x="7355" y="159032"/>
                    <a:pt x="17943" y="159032"/>
                  </a:cubicBezTo>
                  <a:cubicBezTo>
                    <a:pt x="28885" y="159032"/>
                    <a:pt x="33120" y="155867"/>
                    <a:pt x="50768" y="134418"/>
                  </a:cubicBezTo>
                  <a:cubicBezTo>
                    <a:pt x="60297" y="123166"/>
                    <a:pt x="67709" y="113672"/>
                    <a:pt x="82533" y="93277"/>
                  </a:cubicBezTo>
                  <a:lnTo>
                    <a:pt x="93121" y="135473"/>
                  </a:lnTo>
                  <a:cubicBezTo>
                    <a:pt x="97710" y="153406"/>
                    <a:pt x="102298" y="159032"/>
                    <a:pt x="113592" y="159032"/>
                  </a:cubicBezTo>
                  <a:cubicBezTo>
                    <a:pt x="127004" y="159032"/>
                    <a:pt x="136181" y="150593"/>
                    <a:pt x="156652" y="118946"/>
                  </a:cubicBezTo>
                  <a:lnTo>
                    <a:pt x="151711" y="11613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C9682512-2C2C-800A-3F70-AABEB1A41FFC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3279360" y="4301822"/>
              <a:ext cx="120143" cy="175899"/>
            </a:xfrm>
            <a:custGeom>
              <a:avLst/>
              <a:gdLst>
                <a:gd name="connsiteX0" fmla="*/ 120443 w 120143"/>
                <a:gd name="connsiteY0" fmla="*/ 115889 h 175899"/>
                <a:gd name="connsiteX1" fmla="*/ 93803 w 120143"/>
                <a:gd name="connsiteY1" fmla="*/ 115889 h 175899"/>
                <a:gd name="connsiteX2" fmla="*/ 93803 w 120143"/>
                <a:gd name="connsiteY2" fmla="*/ 97 h 175899"/>
                <a:gd name="connsiteX3" fmla="*/ 82311 w 120143"/>
                <a:gd name="connsiteY3" fmla="*/ 97 h 175899"/>
                <a:gd name="connsiteX4" fmla="*/ 300 w 120143"/>
                <a:gd name="connsiteY4" fmla="*/ 115889 h 175899"/>
                <a:gd name="connsiteX5" fmla="*/ 300 w 120143"/>
                <a:gd name="connsiteY5" fmla="*/ 132542 h 175899"/>
                <a:gd name="connsiteX6" fmla="*/ 73692 w 120143"/>
                <a:gd name="connsiteY6" fmla="*/ 132542 h 175899"/>
                <a:gd name="connsiteX7" fmla="*/ 73692 w 120143"/>
                <a:gd name="connsiteY7" fmla="*/ 175997 h 175899"/>
                <a:gd name="connsiteX8" fmla="*/ 93803 w 120143"/>
                <a:gd name="connsiteY8" fmla="*/ 175997 h 175899"/>
                <a:gd name="connsiteX9" fmla="*/ 93803 w 120143"/>
                <a:gd name="connsiteY9" fmla="*/ 132542 h 175899"/>
                <a:gd name="connsiteX10" fmla="*/ 120443 w 120143"/>
                <a:gd name="connsiteY10" fmla="*/ 132542 h 175899"/>
                <a:gd name="connsiteX11" fmla="*/ 120443 w 120143"/>
                <a:gd name="connsiteY11" fmla="*/ 115889 h 175899"/>
                <a:gd name="connsiteX12" fmla="*/ 73431 w 120143"/>
                <a:gd name="connsiteY12" fmla="*/ 115889 h 175899"/>
                <a:gd name="connsiteX13" fmla="*/ 10747 w 120143"/>
                <a:gd name="connsiteY13" fmla="*/ 115889 h 175899"/>
                <a:gd name="connsiteX14" fmla="*/ 73431 w 120143"/>
                <a:gd name="connsiteY14" fmla="*/ 26638 h 175899"/>
                <a:gd name="connsiteX15" fmla="*/ 73431 w 120143"/>
                <a:gd name="connsiteY15" fmla="*/ 11588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43" y="115889"/>
                  </a:moveTo>
                  <a:lnTo>
                    <a:pt x="93803" y="115889"/>
                  </a:lnTo>
                  <a:lnTo>
                    <a:pt x="93803" y="97"/>
                  </a:lnTo>
                  <a:lnTo>
                    <a:pt x="82311" y="97"/>
                  </a:lnTo>
                  <a:lnTo>
                    <a:pt x="300" y="115889"/>
                  </a:lnTo>
                  <a:lnTo>
                    <a:pt x="300" y="132542"/>
                  </a:lnTo>
                  <a:lnTo>
                    <a:pt x="73692" y="132542"/>
                  </a:lnTo>
                  <a:lnTo>
                    <a:pt x="73692" y="175997"/>
                  </a:lnTo>
                  <a:lnTo>
                    <a:pt x="93803" y="175997"/>
                  </a:lnTo>
                  <a:lnTo>
                    <a:pt x="93803" y="132542"/>
                  </a:lnTo>
                  <a:lnTo>
                    <a:pt x="120443" y="132542"/>
                  </a:lnTo>
                  <a:lnTo>
                    <a:pt x="120443" y="115889"/>
                  </a:lnTo>
                  <a:close/>
                  <a:moveTo>
                    <a:pt x="73431" y="115889"/>
                  </a:moveTo>
                  <a:lnTo>
                    <a:pt x="10747" y="115889"/>
                  </a:lnTo>
                  <a:lnTo>
                    <a:pt x="73431" y="26638"/>
                  </a:lnTo>
                  <a:lnTo>
                    <a:pt x="73431" y="11588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D1543D70-932C-A643-3852-60DA596AE823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445138" y="4160682"/>
              <a:ext cx="81883" cy="351630"/>
            </a:xfrm>
            <a:custGeom>
              <a:avLst/>
              <a:gdLst>
                <a:gd name="connsiteX0" fmla="*/ 82189 w 81883"/>
                <a:gd name="connsiteY0" fmla="*/ 175910 h 351630"/>
                <a:gd name="connsiteX1" fmla="*/ 58894 w 81883"/>
                <a:gd name="connsiteY1" fmla="*/ 66201 h 351630"/>
                <a:gd name="connsiteX2" fmla="*/ 3835 w 81883"/>
                <a:gd name="connsiteY2" fmla="*/ 94 h 351630"/>
                <a:gd name="connsiteX3" fmla="*/ 305 w 81883"/>
                <a:gd name="connsiteY3" fmla="*/ 3610 h 351630"/>
                <a:gd name="connsiteX4" fmla="*/ 7011 w 81883"/>
                <a:gd name="connsiteY4" fmla="*/ 11698 h 351630"/>
                <a:gd name="connsiteX5" fmla="*/ 61718 w 81883"/>
                <a:gd name="connsiteY5" fmla="*/ 175910 h 351630"/>
                <a:gd name="connsiteX6" fmla="*/ 4893 w 81883"/>
                <a:gd name="connsiteY6" fmla="*/ 342231 h 351630"/>
                <a:gd name="connsiteX7" fmla="*/ 305 w 81883"/>
                <a:gd name="connsiteY7" fmla="*/ 348209 h 351630"/>
                <a:gd name="connsiteX8" fmla="*/ 3835 w 81883"/>
                <a:gd name="connsiteY8" fmla="*/ 351725 h 351630"/>
                <a:gd name="connsiteX9" fmla="*/ 59953 w 81883"/>
                <a:gd name="connsiteY9" fmla="*/ 283157 h 351630"/>
                <a:gd name="connsiteX10" fmla="*/ 82189 w 81883"/>
                <a:gd name="connsiteY10" fmla="*/ 17591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89" y="175910"/>
                  </a:moveTo>
                  <a:cubicBezTo>
                    <a:pt x="82189" y="148482"/>
                    <a:pt x="78307" y="105935"/>
                    <a:pt x="58894" y="66201"/>
                  </a:cubicBezTo>
                  <a:cubicBezTo>
                    <a:pt x="37718" y="22950"/>
                    <a:pt x="7364" y="94"/>
                    <a:pt x="3835" y="94"/>
                  </a:cubicBezTo>
                  <a:cubicBezTo>
                    <a:pt x="1717" y="94"/>
                    <a:pt x="305" y="1501"/>
                    <a:pt x="305" y="3610"/>
                  </a:cubicBezTo>
                  <a:cubicBezTo>
                    <a:pt x="305" y="4665"/>
                    <a:pt x="305" y="5369"/>
                    <a:pt x="7011" y="11698"/>
                  </a:cubicBezTo>
                  <a:cubicBezTo>
                    <a:pt x="41600" y="46509"/>
                    <a:pt x="61718" y="102419"/>
                    <a:pt x="61718" y="175910"/>
                  </a:cubicBezTo>
                  <a:cubicBezTo>
                    <a:pt x="61718" y="236038"/>
                    <a:pt x="48659" y="297925"/>
                    <a:pt x="4893" y="342231"/>
                  </a:cubicBezTo>
                  <a:cubicBezTo>
                    <a:pt x="305" y="346451"/>
                    <a:pt x="305" y="347154"/>
                    <a:pt x="305" y="348209"/>
                  </a:cubicBezTo>
                  <a:cubicBezTo>
                    <a:pt x="305" y="350318"/>
                    <a:pt x="1717" y="351725"/>
                    <a:pt x="3835" y="351725"/>
                  </a:cubicBezTo>
                  <a:cubicBezTo>
                    <a:pt x="7364" y="351725"/>
                    <a:pt x="39129" y="327814"/>
                    <a:pt x="59953" y="283157"/>
                  </a:cubicBezTo>
                  <a:cubicBezTo>
                    <a:pt x="77954" y="244478"/>
                    <a:pt x="82189" y="205447"/>
                    <a:pt x="82189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B6A6EF4F-979C-A81F-0CB3-1F0FC75B711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3606238" y="3943876"/>
              <a:ext cx="201533" cy="311193"/>
            </a:xfrm>
            <a:custGeom>
              <a:avLst/>
              <a:gdLst>
                <a:gd name="connsiteX0" fmla="*/ 64548 w 201533"/>
                <a:gd name="connsiteY0" fmla="*/ 99248 h 311193"/>
                <a:gd name="connsiteX1" fmla="*/ 96313 w 201533"/>
                <a:gd name="connsiteY1" fmla="*/ 99248 h 311193"/>
                <a:gd name="connsiteX2" fmla="*/ 65254 w 201533"/>
                <a:gd name="connsiteY2" fmla="*/ 246933 h 311193"/>
                <a:gd name="connsiteX3" fmla="*/ 31018 w 201533"/>
                <a:gd name="connsiteY3" fmla="*/ 303897 h 311193"/>
                <a:gd name="connsiteX4" fmla="*/ 23959 w 201533"/>
                <a:gd name="connsiteY4" fmla="*/ 298271 h 311193"/>
                <a:gd name="connsiteX5" fmla="*/ 25371 w 201533"/>
                <a:gd name="connsiteY5" fmla="*/ 294403 h 311193"/>
                <a:gd name="connsiteX6" fmla="*/ 27135 w 201533"/>
                <a:gd name="connsiteY6" fmla="*/ 288777 h 311193"/>
                <a:gd name="connsiteX7" fmla="*/ 13370 w 201533"/>
                <a:gd name="connsiteY7" fmla="*/ 275415 h 311193"/>
                <a:gd name="connsiteX8" fmla="*/ 311 w 201533"/>
                <a:gd name="connsiteY8" fmla="*/ 289832 h 311193"/>
                <a:gd name="connsiteX9" fmla="*/ 28194 w 201533"/>
                <a:gd name="connsiteY9" fmla="*/ 311281 h 311193"/>
                <a:gd name="connsiteX10" fmla="*/ 98784 w 201533"/>
                <a:gd name="connsiteY10" fmla="*/ 211770 h 311193"/>
                <a:gd name="connsiteX11" fmla="*/ 124196 w 201533"/>
                <a:gd name="connsiteY11" fmla="*/ 99248 h 311193"/>
                <a:gd name="connsiteX12" fmla="*/ 162667 w 201533"/>
                <a:gd name="connsiteY12" fmla="*/ 99248 h 311193"/>
                <a:gd name="connsiteX13" fmla="*/ 164785 w 201533"/>
                <a:gd name="connsiteY13" fmla="*/ 87996 h 311193"/>
                <a:gd name="connsiteX14" fmla="*/ 126667 w 201533"/>
                <a:gd name="connsiteY14" fmla="*/ 87996 h 311193"/>
                <a:gd name="connsiteX15" fmla="*/ 169726 w 201533"/>
                <a:gd name="connsiteY15" fmla="*/ 7824 h 311193"/>
                <a:gd name="connsiteX16" fmla="*/ 177491 w 201533"/>
                <a:gd name="connsiteY16" fmla="*/ 12043 h 311193"/>
                <a:gd name="connsiteX17" fmla="*/ 176079 w 201533"/>
                <a:gd name="connsiteY17" fmla="*/ 15560 h 311193"/>
                <a:gd name="connsiteX18" fmla="*/ 173962 w 201533"/>
                <a:gd name="connsiteY18" fmla="*/ 22944 h 311193"/>
                <a:gd name="connsiteX19" fmla="*/ 187021 w 201533"/>
                <a:gd name="connsiteY19" fmla="*/ 37009 h 311193"/>
                <a:gd name="connsiteX20" fmla="*/ 201845 w 201533"/>
                <a:gd name="connsiteY20" fmla="*/ 22944 h 311193"/>
                <a:gd name="connsiteX21" fmla="*/ 171491 w 201533"/>
                <a:gd name="connsiteY21" fmla="*/ 88 h 311193"/>
                <a:gd name="connsiteX22" fmla="*/ 127726 w 201533"/>
                <a:gd name="connsiteY22" fmla="*/ 24350 h 311193"/>
                <a:gd name="connsiteX23" fmla="*/ 99490 w 201533"/>
                <a:gd name="connsiteY23" fmla="*/ 87996 h 311193"/>
                <a:gd name="connsiteX24" fmla="*/ 67018 w 201533"/>
                <a:gd name="connsiteY24" fmla="*/ 87996 h 311193"/>
                <a:gd name="connsiteX25" fmla="*/ 64548 w 201533"/>
                <a:gd name="connsiteY25" fmla="*/ 99248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11193">
                  <a:moveTo>
                    <a:pt x="64548" y="99248"/>
                  </a:moveTo>
                  <a:lnTo>
                    <a:pt x="96313" y="99248"/>
                  </a:lnTo>
                  <a:lnTo>
                    <a:pt x="65254" y="246933"/>
                  </a:lnTo>
                  <a:cubicBezTo>
                    <a:pt x="57489" y="284557"/>
                    <a:pt x="45842" y="303897"/>
                    <a:pt x="31018" y="303897"/>
                  </a:cubicBezTo>
                  <a:cubicBezTo>
                    <a:pt x="26782" y="303897"/>
                    <a:pt x="23959" y="301436"/>
                    <a:pt x="23959" y="298271"/>
                  </a:cubicBezTo>
                  <a:cubicBezTo>
                    <a:pt x="23959" y="297216"/>
                    <a:pt x="24312" y="296161"/>
                    <a:pt x="25371" y="294403"/>
                  </a:cubicBezTo>
                  <a:cubicBezTo>
                    <a:pt x="26782" y="292293"/>
                    <a:pt x="27135" y="290887"/>
                    <a:pt x="27135" y="288777"/>
                  </a:cubicBezTo>
                  <a:cubicBezTo>
                    <a:pt x="27135" y="281393"/>
                    <a:pt x="20782" y="275415"/>
                    <a:pt x="13370" y="275415"/>
                  </a:cubicBezTo>
                  <a:cubicBezTo>
                    <a:pt x="5958" y="275415"/>
                    <a:pt x="311" y="281744"/>
                    <a:pt x="311" y="289832"/>
                  </a:cubicBezTo>
                  <a:cubicBezTo>
                    <a:pt x="311" y="301787"/>
                    <a:pt x="12664" y="311281"/>
                    <a:pt x="28194" y="311281"/>
                  </a:cubicBezTo>
                  <a:cubicBezTo>
                    <a:pt x="59607" y="311281"/>
                    <a:pt x="84313" y="276470"/>
                    <a:pt x="98784" y="211770"/>
                  </a:cubicBezTo>
                  <a:lnTo>
                    <a:pt x="124196" y="99248"/>
                  </a:lnTo>
                  <a:lnTo>
                    <a:pt x="162667" y="99248"/>
                  </a:lnTo>
                  <a:lnTo>
                    <a:pt x="164785" y="87996"/>
                  </a:lnTo>
                  <a:lnTo>
                    <a:pt x="126667" y="87996"/>
                  </a:lnTo>
                  <a:cubicBezTo>
                    <a:pt x="136902" y="32790"/>
                    <a:pt x="149961" y="7824"/>
                    <a:pt x="169726" y="7824"/>
                  </a:cubicBezTo>
                  <a:cubicBezTo>
                    <a:pt x="174315" y="7824"/>
                    <a:pt x="177491" y="9582"/>
                    <a:pt x="177491" y="12043"/>
                  </a:cubicBezTo>
                  <a:cubicBezTo>
                    <a:pt x="177491" y="13098"/>
                    <a:pt x="177138" y="13802"/>
                    <a:pt x="176079" y="15560"/>
                  </a:cubicBezTo>
                  <a:cubicBezTo>
                    <a:pt x="174668" y="18724"/>
                    <a:pt x="173962" y="20483"/>
                    <a:pt x="173962" y="22944"/>
                  </a:cubicBezTo>
                  <a:cubicBezTo>
                    <a:pt x="173962" y="31383"/>
                    <a:pt x="179256" y="37009"/>
                    <a:pt x="187021" y="37009"/>
                  </a:cubicBezTo>
                  <a:cubicBezTo>
                    <a:pt x="195139" y="37009"/>
                    <a:pt x="201845" y="30680"/>
                    <a:pt x="201845" y="22944"/>
                  </a:cubicBezTo>
                  <a:cubicBezTo>
                    <a:pt x="201845" y="9934"/>
                    <a:pt x="188786" y="88"/>
                    <a:pt x="171491" y="88"/>
                  </a:cubicBezTo>
                  <a:cubicBezTo>
                    <a:pt x="154197" y="88"/>
                    <a:pt x="140432" y="7824"/>
                    <a:pt x="127726" y="24350"/>
                  </a:cubicBezTo>
                  <a:cubicBezTo>
                    <a:pt x="117137" y="38064"/>
                    <a:pt x="110078" y="54239"/>
                    <a:pt x="99490" y="87996"/>
                  </a:cubicBezTo>
                  <a:lnTo>
                    <a:pt x="67018" y="87996"/>
                  </a:lnTo>
                  <a:lnTo>
                    <a:pt x="64548" y="9924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FED24BAB-A8E4-E21B-AC98-F21E9DDA6F38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3843269" y="3918559"/>
              <a:ext cx="81883" cy="351630"/>
            </a:xfrm>
            <a:custGeom>
              <a:avLst/>
              <a:gdLst>
                <a:gd name="connsiteX0" fmla="*/ 82200 w 81883"/>
                <a:gd name="connsiteY0" fmla="*/ 348202 h 351630"/>
                <a:gd name="connsiteX1" fmla="*/ 76200 w 81883"/>
                <a:gd name="connsiteY1" fmla="*/ 340466 h 351630"/>
                <a:gd name="connsiteX2" fmla="*/ 20787 w 81883"/>
                <a:gd name="connsiteY2" fmla="*/ 175903 h 351630"/>
                <a:gd name="connsiteX3" fmla="*/ 77612 w 81883"/>
                <a:gd name="connsiteY3" fmla="*/ 9581 h 351630"/>
                <a:gd name="connsiteX4" fmla="*/ 82200 w 81883"/>
                <a:gd name="connsiteY4" fmla="*/ 3604 h 351630"/>
                <a:gd name="connsiteX5" fmla="*/ 78670 w 81883"/>
                <a:gd name="connsiteY5" fmla="*/ 87 h 351630"/>
                <a:gd name="connsiteX6" fmla="*/ 22552 w 81883"/>
                <a:gd name="connsiteY6" fmla="*/ 68655 h 351630"/>
                <a:gd name="connsiteX7" fmla="*/ 316 w 81883"/>
                <a:gd name="connsiteY7" fmla="*/ 175903 h 351630"/>
                <a:gd name="connsiteX8" fmla="*/ 23611 w 81883"/>
                <a:gd name="connsiteY8" fmla="*/ 285612 h 351630"/>
                <a:gd name="connsiteX9" fmla="*/ 78670 w 81883"/>
                <a:gd name="connsiteY9" fmla="*/ 351718 h 351630"/>
                <a:gd name="connsiteX10" fmla="*/ 82200 w 81883"/>
                <a:gd name="connsiteY10" fmla="*/ 34820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200" y="348202"/>
                  </a:moveTo>
                  <a:cubicBezTo>
                    <a:pt x="82200" y="347147"/>
                    <a:pt x="82200" y="346444"/>
                    <a:pt x="76200" y="340466"/>
                  </a:cubicBezTo>
                  <a:cubicBezTo>
                    <a:pt x="32081" y="296160"/>
                    <a:pt x="20787" y="229702"/>
                    <a:pt x="20787" y="175903"/>
                  </a:cubicBezTo>
                  <a:cubicBezTo>
                    <a:pt x="20787" y="114719"/>
                    <a:pt x="34199" y="53535"/>
                    <a:pt x="77612" y="9581"/>
                  </a:cubicBezTo>
                  <a:cubicBezTo>
                    <a:pt x="82200" y="5362"/>
                    <a:pt x="82200" y="4658"/>
                    <a:pt x="82200" y="3604"/>
                  </a:cubicBezTo>
                  <a:cubicBezTo>
                    <a:pt x="82200" y="1142"/>
                    <a:pt x="80788" y="87"/>
                    <a:pt x="78670" y="87"/>
                  </a:cubicBezTo>
                  <a:cubicBezTo>
                    <a:pt x="75141" y="87"/>
                    <a:pt x="43376" y="23998"/>
                    <a:pt x="22552" y="68655"/>
                  </a:cubicBezTo>
                  <a:cubicBezTo>
                    <a:pt x="4551" y="107335"/>
                    <a:pt x="316" y="146366"/>
                    <a:pt x="316" y="175903"/>
                  </a:cubicBezTo>
                  <a:cubicBezTo>
                    <a:pt x="316" y="203330"/>
                    <a:pt x="4198" y="245877"/>
                    <a:pt x="23611" y="285612"/>
                  </a:cubicBezTo>
                  <a:cubicBezTo>
                    <a:pt x="44787" y="328862"/>
                    <a:pt x="75141" y="351718"/>
                    <a:pt x="78670" y="351718"/>
                  </a:cubicBezTo>
                  <a:cubicBezTo>
                    <a:pt x="80788" y="351718"/>
                    <a:pt x="82200" y="350663"/>
                    <a:pt x="82200" y="34820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40BD338C-B3E8-3DD6-24BE-A0BE8EC2637B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3936251" y="4027213"/>
              <a:ext cx="167297" cy="158937"/>
            </a:xfrm>
            <a:custGeom>
              <a:avLst/>
              <a:gdLst>
                <a:gd name="connsiteX0" fmla="*/ 151734 w 167297"/>
                <a:gd name="connsiteY0" fmla="*/ 116126 h 158937"/>
                <a:gd name="connsiteX1" fmla="*/ 143969 w 167297"/>
                <a:gd name="connsiteY1" fmla="*/ 125620 h 158937"/>
                <a:gd name="connsiteX2" fmla="*/ 127734 w 167297"/>
                <a:gd name="connsiteY2" fmla="*/ 139685 h 158937"/>
                <a:gd name="connsiteX3" fmla="*/ 116792 w 167297"/>
                <a:gd name="connsiteY3" fmla="*/ 125269 h 158937"/>
                <a:gd name="connsiteX4" fmla="*/ 115380 w 167297"/>
                <a:gd name="connsiteY4" fmla="*/ 119291 h 158937"/>
                <a:gd name="connsiteX5" fmla="*/ 102674 w 167297"/>
                <a:gd name="connsiteY5" fmla="*/ 62327 h 158937"/>
                <a:gd name="connsiteX6" fmla="*/ 137263 w 167297"/>
                <a:gd name="connsiteY6" fmla="*/ 19779 h 158937"/>
                <a:gd name="connsiteX7" fmla="*/ 145734 w 167297"/>
                <a:gd name="connsiteY7" fmla="*/ 22592 h 158937"/>
                <a:gd name="connsiteX8" fmla="*/ 155264 w 167297"/>
                <a:gd name="connsiteY8" fmla="*/ 25757 h 158937"/>
                <a:gd name="connsiteX9" fmla="*/ 167617 w 167297"/>
                <a:gd name="connsiteY9" fmla="*/ 13098 h 158937"/>
                <a:gd name="connsiteX10" fmla="*/ 153146 w 167297"/>
                <a:gd name="connsiteY10" fmla="*/ 88 h 158937"/>
                <a:gd name="connsiteX11" fmla="*/ 99851 w 167297"/>
                <a:gd name="connsiteY11" fmla="*/ 50371 h 158937"/>
                <a:gd name="connsiteX12" fmla="*/ 95968 w 167297"/>
                <a:gd name="connsiteY12" fmla="*/ 31031 h 158937"/>
                <a:gd name="connsiteX13" fmla="*/ 77615 w 167297"/>
                <a:gd name="connsiteY13" fmla="*/ 88 h 158937"/>
                <a:gd name="connsiteX14" fmla="*/ 36320 w 167297"/>
                <a:gd name="connsiteY14" fmla="*/ 10285 h 158937"/>
                <a:gd name="connsiteX15" fmla="*/ 32438 w 167297"/>
                <a:gd name="connsiteY15" fmla="*/ 11692 h 158937"/>
                <a:gd name="connsiteX16" fmla="*/ 33849 w 167297"/>
                <a:gd name="connsiteY16" fmla="*/ 16966 h 158937"/>
                <a:gd name="connsiteX17" fmla="*/ 53614 w 167297"/>
                <a:gd name="connsiteY17" fmla="*/ 13098 h 158937"/>
                <a:gd name="connsiteX18" fmla="*/ 69497 w 167297"/>
                <a:gd name="connsiteY18" fmla="*/ 37361 h 158937"/>
                <a:gd name="connsiteX19" fmla="*/ 79733 w 167297"/>
                <a:gd name="connsiteY19" fmla="*/ 80611 h 158937"/>
                <a:gd name="connsiteX20" fmla="*/ 50791 w 167297"/>
                <a:gd name="connsiteY20" fmla="*/ 121752 h 158937"/>
                <a:gd name="connsiteX21" fmla="*/ 32791 w 167297"/>
                <a:gd name="connsiteY21" fmla="*/ 138631 h 158937"/>
                <a:gd name="connsiteX22" fmla="*/ 23614 w 167297"/>
                <a:gd name="connsiteY22" fmla="*/ 135466 h 158937"/>
                <a:gd name="connsiteX23" fmla="*/ 12320 w 167297"/>
                <a:gd name="connsiteY23" fmla="*/ 131950 h 158937"/>
                <a:gd name="connsiteX24" fmla="*/ 319 w 167297"/>
                <a:gd name="connsiteY24" fmla="*/ 144257 h 158937"/>
                <a:gd name="connsiteX25" fmla="*/ 17967 w 167297"/>
                <a:gd name="connsiteY25" fmla="*/ 159025 h 158937"/>
                <a:gd name="connsiteX26" fmla="*/ 50791 w 167297"/>
                <a:gd name="connsiteY26" fmla="*/ 134411 h 158937"/>
                <a:gd name="connsiteX27" fmla="*/ 82556 w 167297"/>
                <a:gd name="connsiteY27" fmla="*/ 93270 h 158937"/>
                <a:gd name="connsiteX28" fmla="*/ 93145 w 167297"/>
                <a:gd name="connsiteY28" fmla="*/ 135466 h 158937"/>
                <a:gd name="connsiteX29" fmla="*/ 113616 w 167297"/>
                <a:gd name="connsiteY29" fmla="*/ 159025 h 158937"/>
                <a:gd name="connsiteX30" fmla="*/ 156675 w 167297"/>
                <a:gd name="connsiteY30" fmla="*/ 118939 h 158937"/>
                <a:gd name="connsiteX31" fmla="*/ 151734 w 167297"/>
                <a:gd name="connsiteY31" fmla="*/ 11612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34" y="116126"/>
                  </a:moveTo>
                  <a:cubicBezTo>
                    <a:pt x="148910" y="119291"/>
                    <a:pt x="147146" y="121401"/>
                    <a:pt x="143969" y="125620"/>
                  </a:cubicBezTo>
                  <a:cubicBezTo>
                    <a:pt x="135851" y="136169"/>
                    <a:pt x="131616" y="139685"/>
                    <a:pt x="127734" y="139685"/>
                  </a:cubicBezTo>
                  <a:cubicBezTo>
                    <a:pt x="122439" y="139685"/>
                    <a:pt x="119263" y="135114"/>
                    <a:pt x="116792" y="125269"/>
                  </a:cubicBezTo>
                  <a:cubicBezTo>
                    <a:pt x="116086" y="122456"/>
                    <a:pt x="115733" y="120346"/>
                    <a:pt x="115380" y="119291"/>
                  </a:cubicBezTo>
                  <a:cubicBezTo>
                    <a:pt x="106557" y="83776"/>
                    <a:pt x="102674" y="67601"/>
                    <a:pt x="102674" y="62327"/>
                  </a:cubicBezTo>
                  <a:cubicBezTo>
                    <a:pt x="118204" y="35251"/>
                    <a:pt x="130910" y="19779"/>
                    <a:pt x="137263" y="19779"/>
                  </a:cubicBezTo>
                  <a:cubicBezTo>
                    <a:pt x="139381" y="19779"/>
                    <a:pt x="142204" y="20834"/>
                    <a:pt x="145734" y="22592"/>
                  </a:cubicBezTo>
                  <a:cubicBezTo>
                    <a:pt x="149969" y="25054"/>
                    <a:pt x="152440" y="25757"/>
                    <a:pt x="155264" y="25757"/>
                  </a:cubicBezTo>
                  <a:cubicBezTo>
                    <a:pt x="162675" y="25757"/>
                    <a:pt x="167617" y="20483"/>
                    <a:pt x="167617" y="13098"/>
                  </a:cubicBezTo>
                  <a:cubicBezTo>
                    <a:pt x="167617" y="5714"/>
                    <a:pt x="161617" y="88"/>
                    <a:pt x="153146" y="88"/>
                  </a:cubicBezTo>
                  <a:cubicBezTo>
                    <a:pt x="137616" y="88"/>
                    <a:pt x="124204" y="12747"/>
                    <a:pt x="99851" y="50371"/>
                  </a:cubicBezTo>
                  <a:lnTo>
                    <a:pt x="95968" y="31031"/>
                  </a:lnTo>
                  <a:cubicBezTo>
                    <a:pt x="91027" y="7121"/>
                    <a:pt x="87145" y="88"/>
                    <a:pt x="77615" y="88"/>
                  </a:cubicBezTo>
                  <a:cubicBezTo>
                    <a:pt x="69850" y="88"/>
                    <a:pt x="57850" y="3253"/>
                    <a:pt x="36320" y="10285"/>
                  </a:cubicBezTo>
                  <a:lnTo>
                    <a:pt x="32438" y="11692"/>
                  </a:lnTo>
                  <a:lnTo>
                    <a:pt x="33849" y="16966"/>
                  </a:lnTo>
                  <a:cubicBezTo>
                    <a:pt x="47261" y="13802"/>
                    <a:pt x="50438" y="13098"/>
                    <a:pt x="53614" y="13098"/>
                  </a:cubicBezTo>
                  <a:cubicBezTo>
                    <a:pt x="62438" y="13098"/>
                    <a:pt x="64556" y="16263"/>
                    <a:pt x="69497" y="37361"/>
                  </a:cubicBezTo>
                  <a:lnTo>
                    <a:pt x="79733" y="80611"/>
                  </a:lnTo>
                  <a:lnTo>
                    <a:pt x="50791" y="121752"/>
                  </a:lnTo>
                  <a:cubicBezTo>
                    <a:pt x="43732" y="132301"/>
                    <a:pt x="36673" y="138631"/>
                    <a:pt x="32791" y="138631"/>
                  </a:cubicBezTo>
                  <a:cubicBezTo>
                    <a:pt x="30673" y="138631"/>
                    <a:pt x="27143" y="137576"/>
                    <a:pt x="23614" y="135466"/>
                  </a:cubicBezTo>
                  <a:cubicBezTo>
                    <a:pt x="19026" y="133004"/>
                    <a:pt x="15143" y="131950"/>
                    <a:pt x="12320" y="131950"/>
                  </a:cubicBezTo>
                  <a:cubicBezTo>
                    <a:pt x="5614" y="131950"/>
                    <a:pt x="319" y="137224"/>
                    <a:pt x="319" y="144257"/>
                  </a:cubicBezTo>
                  <a:cubicBezTo>
                    <a:pt x="319" y="153399"/>
                    <a:pt x="7378" y="159025"/>
                    <a:pt x="17967" y="159025"/>
                  </a:cubicBezTo>
                  <a:cubicBezTo>
                    <a:pt x="28908" y="159025"/>
                    <a:pt x="33143" y="155860"/>
                    <a:pt x="50791" y="134411"/>
                  </a:cubicBezTo>
                  <a:cubicBezTo>
                    <a:pt x="60320" y="123159"/>
                    <a:pt x="67732" y="113665"/>
                    <a:pt x="82556" y="93270"/>
                  </a:cubicBezTo>
                  <a:lnTo>
                    <a:pt x="93145" y="135466"/>
                  </a:lnTo>
                  <a:cubicBezTo>
                    <a:pt x="97733" y="153399"/>
                    <a:pt x="102321" y="159025"/>
                    <a:pt x="113616" y="159025"/>
                  </a:cubicBezTo>
                  <a:cubicBezTo>
                    <a:pt x="127028" y="159025"/>
                    <a:pt x="136204" y="150586"/>
                    <a:pt x="156675" y="118939"/>
                  </a:cubicBezTo>
                  <a:lnTo>
                    <a:pt x="151734" y="11612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F87952D6-4FE9-25AA-582C-CD8B56A617C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4109344" y="4059699"/>
              <a:ext cx="118053" cy="179542"/>
            </a:xfrm>
            <a:custGeom>
              <a:avLst/>
              <a:gdLst>
                <a:gd name="connsiteX0" fmla="*/ 60395 w 118053"/>
                <a:gd name="connsiteY0" fmla="*/ 90 h 179542"/>
                <a:gd name="connsiteX1" fmla="*/ 25396 w 118053"/>
                <a:gd name="connsiteY1" fmla="*/ 13621 h 179542"/>
                <a:gd name="connsiteX2" fmla="*/ 323 w 118053"/>
                <a:gd name="connsiteY2" fmla="*/ 88561 h 179542"/>
                <a:gd name="connsiteX3" fmla="*/ 21218 w 118053"/>
                <a:gd name="connsiteY3" fmla="*/ 161939 h 179542"/>
                <a:gd name="connsiteX4" fmla="*/ 59350 w 118053"/>
                <a:gd name="connsiteY4" fmla="*/ 179633 h 179542"/>
                <a:gd name="connsiteX5" fmla="*/ 93304 w 118053"/>
                <a:gd name="connsiteY5" fmla="*/ 166102 h 179542"/>
                <a:gd name="connsiteX6" fmla="*/ 118377 w 118053"/>
                <a:gd name="connsiteY6" fmla="*/ 90122 h 179542"/>
                <a:gd name="connsiteX7" fmla="*/ 60395 w 118053"/>
                <a:gd name="connsiteY7" fmla="*/ 90 h 179542"/>
                <a:gd name="connsiteX8" fmla="*/ 59611 w 118053"/>
                <a:gd name="connsiteY8" fmla="*/ 6856 h 179542"/>
                <a:gd name="connsiteX9" fmla="*/ 93304 w 118053"/>
                <a:gd name="connsiteY9" fmla="*/ 90642 h 179542"/>
                <a:gd name="connsiteX10" fmla="*/ 59350 w 118053"/>
                <a:gd name="connsiteY10" fmla="*/ 172867 h 179542"/>
                <a:gd name="connsiteX11" fmla="*/ 25396 w 118053"/>
                <a:gd name="connsiteY11" fmla="*/ 90902 h 179542"/>
                <a:gd name="connsiteX12" fmla="*/ 59611 w 118053"/>
                <a:gd name="connsiteY12" fmla="*/ 6856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395" y="90"/>
                  </a:moveTo>
                  <a:cubicBezTo>
                    <a:pt x="46030" y="90"/>
                    <a:pt x="35060" y="4514"/>
                    <a:pt x="25396" y="13621"/>
                  </a:cubicBezTo>
                  <a:cubicBezTo>
                    <a:pt x="10248" y="28193"/>
                    <a:pt x="323" y="58116"/>
                    <a:pt x="323" y="88561"/>
                  </a:cubicBezTo>
                  <a:cubicBezTo>
                    <a:pt x="323" y="116923"/>
                    <a:pt x="8942" y="147367"/>
                    <a:pt x="21218" y="161939"/>
                  </a:cubicBezTo>
                  <a:cubicBezTo>
                    <a:pt x="30881" y="173388"/>
                    <a:pt x="44202" y="179633"/>
                    <a:pt x="59350" y="179633"/>
                  </a:cubicBezTo>
                  <a:cubicBezTo>
                    <a:pt x="72670" y="179633"/>
                    <a:pt x="83901" y="175209"/>
                    <a:pt x="93304" y="166102"/>
                  </a:cubicBezTo>
                  <a:cubicBezTo>
                    <a:pt x="108452" y="151791"/>
                    <a:pt x="118377" y="121607"/>
                    <a:pt x="118377" y="90122"/>
                  </a:cubicBezTo>
                  <a:cubicBezTo>
                    <a:pt x="118377" y="36779"/>
                    <a:pt x="94610" y="90"/>
                    <a:pt x="60395" y="90"/>
                  </a:cubicBezTo>
                  <a:close/>
                  <a:moveTo>
                    <a:pt x="59611" y="6856"/>
                  </a:moveTo>
                  <a:cubicBezTo>
                    <a:pt x="81550" y="6856"/>
                    <a:pt x="93304" y="36259"/>
                    <a:pt x="93304" y="90642"/>
                  </a:cubicBezTo>
                  <a:cubicBezTo>
                    <a:pt x="93304" y="145025"/>
                    <a:pt x="81812" y="172867"/>
                    <a:pt x="59350" y="172867"/>
                  </a:cubicBezTo>
                  <a:cubicBezTo>
                    <a:pt x="36888" y="172867"/>
                    <a:pt x="25396" y="145025"/>
                    <a:pt x="25396" y="90902"/>
                  </a:cubicBezTo>
                  <a:cubicBezTo>
                    <a:pt x="25396" y="35739"/>
                    <a:pt x="37150" y="6856"/>
                    <a:pt x="59611" y="685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64A2F8AB-7E11-FD34-6E75-8ADC952A3AC5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4271987" y="3918559"/>
              <a:ext cx="81883" cy="351630"/>
            </a:xfrm>
            <a:custGeom>
              <a:avLst/>
              <a:gdLst>
                <a:gd name="connsiteX0" fmla="*/ 82212 w 81883"/>
                <a:gd name="connsiteY0" fmla="*/ 175903 h 351630"/>
                <a:gd name="connsiteX1" fmla="*/ 58918 w 81883"/>
                <a:gd name="connsiteY1" fmla="*/ 66194 h 351630"/>
                <a:gd name="connsiteX2" fmla="*/ 3858 w 81883"/>
                <a:gd name="connsiteY2" fmla="*/ 87 h 351630"/>
                <a:gd name="connsiteX3" fmla="*/ 328 w 81883"/>
                <a:gd name="connsiteY3" fmla="*/ 3604 h 351630"/>
                <a:gd name="connsiteX4" fmla="*/ 7034 w 81883"/>
                <a:gd name="connsiteY4" fmla="*/ 11691 h 351630"/>
                <a:gd name="connsiteX5" fmla="*/ 61741 w 81883"/>
                <a:gd name="connsiteY5" fmla="*/ 175903 h 351630"/>
                <a:gd name="connsiteX6" fmla="*/ 4917 w 81883"/>
                <a:gd name="connsiteY6" fmla="*/ 342224 h 351630"/>
                <a:gd name="connsiteX7" fmla="*/ 328 w 81883"/>
                <a:gd name="connsiteY7" fmla="*/ 348202 h 351630"/>
                <a:gd name="connsiteX8" fmla="*/ 3858 w 81883"/>
                <a:gd name="connsiteY8" fmla="*/ 351718 h 351630"/>
                <a:gd name="connsiteX9" fmla="*/ 59977 w 81883"/>
                <a:gd name="connsiteY9" fmla="*/ 283150 h 351630"/>
                <a:gd name="connsiteX10" fmla="*/ 82212 w 81883"/>
                <a:gd name="connsiteY10" fmla="*/ 17590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212" y="175903"/>
                  </a:moveTo>
                  <a:cubicBezTo>
                    <a:pt x="82212" y="148475"/>
                    <a:pt x="78330" y="105928"/>
                    <a:pt x="58918" y="66194"/>
                  </a:cubicBezTo>
                  <a:cubicBezTo>
                    <a:pt x="37741" y="22943"/>
                    <a:pt x="7387" y="87"/>
                    <a:pt x="3858" y="87"/>
                  </a:cubicBezTo>
                  <a:cubicBezTo>
                    <a:pt x="1740" y="87"/>
                    <a:pt x="328" y="1494"/>
                    <a:pt x="328" y="3604"/>
                  </a:cubicBezTo>
                  <a:cubicBezTo>
                    <a:pt x="328" y="4658"/>
                    <a:pt x="328" y="5362"/>
                    <a:pt x="7034" y="11691"/>
                  </a:cubicBezTo>
                  <a:cubicBezTo>
                    <a:pt x="41623" y="46503"/>
                    <a:pt x="61741" y="102412"/>
                    <a:pt x="61741" y="175903"/>
                  </a:cubicBezTo>
                  <a:cubicBezTo>
                    <a:pt x="61741" y="236032"/>
                    <a:pt x="48682" y="297919"/>
                    <a:pt x="4917" y="342224"/>
                  </a:cubicBezTo>
                  <a:cubicBezTo>
                    <a:pt x="328" y="346444"/>
                    <a:pt x="328" y="347147"/>
                    <a:pt x="328" y="348202"/>
                  </a:cubicBezTo>
                  <a:cubicBezTo>
                    <a:pt x="328" y="350312"/>
                    <a:pt x="1740" y="351718"/>
                    <a:pt x="3858" y="351718"/>
                  </a:cubicBezTo>
                  <a:cubicBezTo>
                    <a:pt x="7387" y="351718"/>
                    <a:pt x="39153" y="327807"/>
                    <a:pt x="59977" y="283150"/>
                  </a:cubicBezTo>
                  <a:cubicBezTo>
                    <a:pt x="77977" y="244471"/>
                    <a:pt x="82212" y="205440"/>
                    <a:pt x="82212" y="17590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9" name="Freeform: Shape 1878">
              <a:extLst>
                <a:ext uri="{FF2B5EF4-FFF2-40B4-BE49-F238E27FC236}">
                  <a16:creationId xmlns:a16="http://schemas.microsoft.com/office/drawing/2014/main" id="{5D26F085-D154-040F-9A6A-69427842D275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8113191" y="4952477"/>
              <a:ext cx="234710" cy="234186"/>
            </a:xfrm>
            <a:custGeom>
              <a:avLst/>
              <a:gdLst>
                <a:gd name="connsiteX0" fmla="*/ 124746 w 234710"/>
                <a:gd name="connsiteY0" fmla="*/ 124241 h 234186"/>
                <a:gd name="connsiteX1" fmla="*/ 223219 w 234710"/>
                <a:gd name="connsiteY1" fmla="*/ 124241 h 234186"/>
                <a:gd name="connsiteX2" fmla="*/ 234866 w 234710"/>
                <a:gd name="connsiteY2" fmla="*/ 117208 h 234186"/>
                <a:gd name="connsiteX3" fmla="*/ 223219 w 234710"/>
                <a:gd name="connsiteY3" fmla="*/ 110175 h 234186"/>
                <a:gd name="connsiteX4" fmla="*/ 124746 w 234710"/>
                <a:gd name="connsiteY4" fmla="*/ 110175 h 234186"/>
                <a:gd name="connsiteX5" fmla="*/ 124746 w 234710"/>
                <a:gd name="connsiteY5" fmla="*/ 11719 h 234186"/>
                <a:gd name="connsiteX6" fmla="*/ 117687 w 234710"/>
                <a:gd name="connsiteY6" fmla="*/ 115 h 234186"/>
                <a:gd name="connsiteX7" fmla="*/ 110628 w 234710"/>
                <a:gd name="connsiteY7" fmla="*/ 11719 h 234186"/>
                <a:gd name="connsiteX8" fmla="*/ 110628 w 234710"/>
                <a:gd name="connsiteY8" fmla="*/ 110175 h 234186"/>
                <a:gd name="connsiteX9" fmla="*/ 11803 w 234710"/>
                <a:gd name="connsiteY9" fmla="*/ 110175 h 234186"/>
                <a:gd name="connsiteX10" fmla="*/ 156 w 234710"/>
                <a:gd name="connsiteY10" fmla="*/ 117208 h 234186"/>
                <a:gd name="connsiteX11" fmla="*/ 11803 w 234710"/>
                <a:gd name="connsiteY11" fmla="*/ 124241 h 234186"/>
                <a:gd name="connsiteX12" fmla="*/ 110628 w 234710"/>
                <a:gd name="connsiteY12" fmla="*/ 124241 h 234186"/>
                <a:gd name="connsiteX13" fmla="*/ 110628 w 234710"/>
                <a:gd name="connsiteY13" fmla="*/ 222697 h 234186"/>
                <a:gd name="connsiteX14" fmla="*/ 117687 w 234710"/>
                <a:gd name="connsiteY14" fmla="*/ 234301 h 234186"/>
                <a:gd name="connsiteX15" fmla="*/ 124746 w 234710"/>
                <a:gd name="connsiteY15" fmla="*/ 222697 h 234186"/>
                <a:gd name="connsiteX16" fmla="*/ 124746 w 234710"/>
                <a:gd name="connsiteY16" fmla="*/ 124241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34186">
                  <a:moveTo>
                    <a:pt x="124746" y="124241"/>
                  </a:moveTo>
                  <a:lnTo>
                    <a:pt x="223219" y="124241"/>
                  </a:lnTo>
                  <a:cubicBezTo>
                    <a:pt x="228160" y="124241"/>
                    <a:pt x="234866" y="124241"/>
                    <a:pt x="234866" y="117208"/>
                  </a:cubicBezTo>
                  <a:cubicBezTo>
                    <a:pt x="234866" y="110175"/>
                    <a:pt x="228160" y="110175"/>
                    <a:pt x="223219" y="110175"/>
                  </a:cubicBezTo>
                  <a:lnTo>
                    <a:pt x="124746" y="110175"/>
                  </a:lnTo>
                  <a:lnTo>
                    <a:pt x="124746" y="11719"/>
                  </a:lnTo>
                  <a:cubicBezTo>
                    <a:pt x="124746" y="6796"/>
                    <a:pt x="124746" y="115"/>
                    <a:pt x="117687" y="115"/>
                  </a:cubicBezTo>
                  <a:cubicBezTo>
                    <a:pt x="110628" y="115"/>
                    <a:pt x="110628" y="6796"/>
                    <a:pt x="110628" y="11719"/>
                  </a:cubicBezTo>
                  <a:lnTo>
                    <a:pt x="110628" y="110175"/>
                  </a:lnTo>
                  <a:lnTo>
                    <a:pt x="11803" y="110175"/>
                  </a:lnTo>
                  <a:cubicBezTo>
                    <a:pt x="6862" y="110175"/>
                    <a:pt x="156" y="110175"/>
                    <a:pt x="156" y="117208"/>
                  </a:cubicBezTo>
                  <a:cubicBezTo>
                    <a:pt x="156" y="124241"/>
                    <a:pt x="6862" y="124241"/>
                    <a:pt x="11803" y="124241"/>
                  </a:cubicBezTo>
                  <a:lnTo>
                    <a:pt x="110628" y="124241"/>
                  </a:lnTo>
                  <a:lnTo>
                    <a:pt x="110628" y="222697"/>
                  </a:lnTo>
                  <a:cubicBezTo>
                    <a:pt x="110628" y="227620"/>
                    <a:pt x="110628" y="234301"/>
                    <a:pt x="117687" y="234301"/>
                  </a:cubicBezTo>
                  <a:cubicBezTo>
                    <a:pt x="124746" y="234301"/>
                    <a:pt x="124746" y="227620"/>
                    <a:pt x="124746" y="222697"/>
                  </a:cubicBezTo>
                  <a:lnTo>
                    <a:pt x="124746" y="12424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0" name="Freeform: Shape 1879">
              <a:extLst>
                <a:ext uri="{FF2B5EF4-FFF2-40B4-BE49-F238E27FC236}">
                  <a16:creationId xmlns:a16="http://schemas.microsoft.com/office/drawing/2014/main" id="{EF983859-F7CA-4631-170A-0112C53312C7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8790819" y="4654811"/>
              <a:ext cx="81883" cy="351630"/>
            </a:xfrm>
            <a:custGeom>
              <a:avLst/>
              <a:gdLst>
                <a:gd name="connsiteX0" fmla="*/ 82058 w 81883"/>
                <a:gd name="connsiteY0" fmla="*/ 348223 h 351630"/>
                <a:gd name="connsiteX1" fmla="*/ 76058 w 81883"/>
                <a:gd name="connsiteY1" fmla="*/ 340487 h 351630"/>
                <a:gd name="connsiteX2" fmla="*/ 20645 w 81883"/>
                <a:gd name="connsiteY2" fmla="*/ 175923 h 351630"/>
                <a:gd name="connsiteX3" fmla="*/ 77470 w 81883"/>
                <a:gd name="connsiteY3" fmla="*/ 9602 h 351630"/>
                <a:gd name="connsiteX4" fmla="*/ 82058 w 81883"/>
                <a:gd name="connsiteY4" fmla="*/ 3624 h 351630"/>
                <a:gd name="connsiteX5" fmla="*/ 78528 w 81883"/>
                <a:gd name="connsiteY5" fmla="*/ 108 h 351630"/>
                <a:gd name="connsiteX6" fmla="*/ 22410 w 81883"/>
                <a:gd name="connsiteY6" fmla="*/ 68676 h 351630"/>
                <a:gd name="connsiteX7" fmla="*/ 174 w 81883"/>
                <a:gd name="connsiteY7" fmla="*/ 175923 h 351630"/>
                <a:gd name="connsiteX8" fmla="*/ 23468 w 81883"/>
                <a:gd name="connsiteY8" fmla="*/ 285632 h 351630"/>
                <a:gd name="connsiteX9" fmla="*/ 78528 w 81883"/>
                <a:gd name="connsiteY9" fmla="*/ 351739 h 351630"/>
                <a:gd name="connsiteX10" fmla="*/ 82058 w 81883"/>
                <a:gd name="connsiteY10" fmla="*/ 3482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8" y="348223"/>
                  </a:moveTo>
                  <a:cubicBezTo>
                    <a:pt x="82058" y="347168"/>
                    <a:pt x="82058" y="346464"/>
                    <a:pt x="76058" y="340487"/>
                  </a:cubicBezTo>
                  <a:cubicBezTo>
                    <a:pt x="31939" y="296181"/>
                    <a:pt x="20645" y="229723"/>
                    <a:pt x="20645" y="175923"/>
                  </a:cubicBezTo>
                  <a:cubicBezTo>
                    <a:pt x="20645" y="114740"/>
                    <a:pt x="34057" y="53556"/>
                    <a:pt x="77470" y="9602"/>
                  </a:cubicBezTo>
                  <a:cubicBezTo>
                    <a:pt x="82058" y="5383"/>
                    <a:pt x="82058" y="4679"/>
                    <a:pt x="82058" y="3624"/>
                  </a:cubicBezTo>
                  <a:cubicBezTo>
                    <a:pt x="82058" y="1163"/>
                    <a:pt x="80646" y="108"/>
                    <a:pt x="78528" y="108"/>
                  </a:cubicBezTo>
                  <a:cubicBezTo>
                    <a:pt x="74999" y="108"/>
                    <a:pt x="43234" y="24019"/>
                    <a:pt x="22410" y="68676"/>
                  </a:cubicBezTo>
                  <a:cubicBezTo>
                    <a:pt x="4409" y="107355"/>
                    <a:pt x="174" y="146386"/>
                    <a:pt x="174" y="175923"/>
                  </a:cubicBezTo>
                  <a:cubicBezTo>
                    <a:pt x="174" y="203351"/>
                    <a:pt x="4056" y="245898"/>
                    <a:pt x="23468" y="285632"/>
                  </a:cubicBezTo>
                  <a:cubicBezTo>
                    <a:pt x="44645" y="328883"/>
                    <a:pt x="74999" y="351739"/>
                    <a:pt x="78528" y="351739"/>
                  </a:cubicBezTo>
                  <a:cubicBezTo>
                    <a:pt x="80646" y="351739"/>
                    <a:pt x="82058" y="350684"/>
                    <a:pt x="82058" y="3482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1" name="Freeform: Shape 1880">
              <a:extLst>
                <a:ext uri="{FF2B5EF4-FFF2-40B4-BE49-F238E27FC236}">
                  <a16:creationId xmlns:a16="http://schemas.microsoft.com/office/drawing/2014/main" id="{FC7C2E74-B7CD-4424-0085-4A59C1105014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8883801" y="4763465"/>
              <a:ext cx="167297" cy="158937"/>
            </a:xfrm>
            <a:custGeom>
              <a:avLst/>
              <a:gdLst>
                <a:gd name="connsiteX0" fmla="*/ 151592 w 167297"/>
                <a:gd name="connsiteY0" fmla="*/ 116147 h 158937"/>
                <a:gd name="connsiteX1" fmla="*/ 143827 w 167297"/>
                <a:gd name="connsiteY1" fmla="*/ 125641 h 158937"/>
                <a:gd name="connsiteX2" fmla="*/ 127591 w 167297"/>
                <a:gd name="connsiteY2" fmla="*/ 139706 h 158937"/>
                <a:gd name="connsiteX3" fmla="*/ 116650 w 167297"/>
                <a:gd name="connsiteY3" fmla="*/ 125289 h 158937"/>
                <a:gd name="connsiteX4" fmla="*/ 115238 w 167297"/>
                <a:gd name="connsiteY4" fmla="*/ 119312 h 158937"/>
                <a:gd name="connsiteX5" fmla="*/ 102532 w 167297"/>
                <a:gd name="connsiteY5" fmla="*/ 62347 h 158937"/>
                <a:gd name="connsiteX6" fmla="*/ 137121 w 167297"/>
                <a:gd name="connsiteY6" fmla="*/ 19800 h 158937"/>
                <a:gd name="connsiteX7" fmla="*/ 145592 w 167297"/>
                <a:gd name="connsiteY7" fmla="*/ 22613 h 158937"/>
                <a:gd name="connsiteX8" fmla="*/ 155121 w 167297"/>
                <a:gd name="connsiteY8" fmla="*/ 25778 h 158937"/>
                <a:gd name="connsiteX9" fmla="*/ 167475 w 167297"/>
                <a:gd name="connsiteY9" fmla="*/ 13119 h 158937"/>
                <a:gd name="connsiteX10" fmla="*/ 153004 w 167297"/>
                <a:gd name="connsiteY10" fmla="*/ 109 h 158937"/>
                <a:gd name="connsiteX11" fmla="*/ 99709 w 167297"/>
                <a:gd name="connsiteY11" fmla="*/ 50392 h 158937"/>
                <a:gd name="connsiteX12" fmla="*/ 95826 w 167297"/>
                <a:gd name="connsiteY12" fmla="*/ 31052 h 158937"/>
                <a:gd name="connsiteX13" fmla="*/ 77473 w 167297"/>
                <a:gd name="connsiteY13" fmla="*/ 109 h 158937"/>
                <a:gd name="connsiteX14" fmla="*/ 36178 w 167297"/>
                <a:gd name="connsiteY14" fmla="*/ 10306 h 158937"/>
                <a:gd name="connsiteX15" fmla="*/ 32296 w 167297"/>
                <a:gd name="connsiteY15" fmla="*/ 11713 h 158937"/>
                <a:gd name="connsiteX16" fmla="*/ 33707 w 167297"/>
                <a:gd name="connsiteY16" fmla="*/ 16987 h 158937"/>
                <a:gd name="connsiteX17" fmla="*/ 53472 w 167297"/>
                <a:gd name="connsiteY17" fmla="*/ 13119 h 158937"/>
                <a:gd name="connsiteX18" fmla="*/ 69355 w 167297"/>
                <a:gd name="connsiteY18" fmla="*/ 37382 h 158937"/>
                <a:gd name="connsiteX19" fmla="*/ 79591 w 167297"/>
                <a:gd name="connsiteY19" fmla="*/ 80632 h 158937"/>
                <a:gd name="connsiteX20" fmla="*/ 50649 w 167297"/>
                <a:gd name="connsiteY20" fmla="*/ 121773 h 158937"/>
                <a:gd name="connsiteX21" fmla="*/ 32648 w 167297"/>
                <a:gd name="connsiteY21" fmla="*/ 138651 h 158937"/>
                <a:gd name="connsiteX22" fmla="*/ 23472 w 167297"/>
                <a:gd name="connsiteY22" fmla="*/ 135487 h 158937"/>
                <a:gd name="connsiteX23" fmla="*/ 12177 w 167297"/>
                <a:gd name="connsiteY23" fmla="*/ 131970 h 158937"/>
                <a:gd name="connsiteX24" fmla="*/ 177 w 167297"/>
                <a:gd name="connsiteY24" fmla="*/ 144277 h 158937"/>
                <a:gd name="connsiteX25" fmla="*/ 17825 w 167297"/>
                <a:gd name="connsiteY25" fmla="*/ 159046 h 158937"/>
                <a:gd name="connsiteX26" fmla="*/ 50649 w 167297"/>
                <a:gd name="connsiteY26" fmla="*/ 134432 h 158937"/>
                <a:gd name="connsiteX27" fmla="*/ 82414 w 167297"/>
                <a:gd name="connsiteY27" fmla="*/ 93291 h 158937"/>
                <a:gd name="connsiteX28" fmla="*/ 93003 w 167297"/>
                <a:gd name="connsiteY28" fmla="*/ 135487 h 158937"/>
                <a:gd name="connsiteX29" fmla="*/ 113474 w 167297"/>
                <a:gd name="connsiteY29" fmla="*/ 159046 h 158937"/>
                <a:gd name="connsiteX30" fmla="*/ 156533 w 167297"/>
                <a:gd name="connsiteY30" fmla="*/ 118960 h 158937"/>
                <a:gd name="connsiteX31" fmla="*/ 151592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92" y="116147"/>
                  </a:moveTo>
                  <a:cubicBezTo>
                    <a:pt x="148768" y="119312"/>
                    <a:pt x="147004" y="121421"/>
                    <a:pt x="143827" y="125641"/>
                  </a:cubicBezTo>
                  <a:cubicBezTo>
                    <a:pt x="135709" y="136190"/>
                    <a:pt x="131474" y="139706"/>
                    <a:pt x="127591" y="139706"/>
                  </a:cubicBezTo>
                  <a:cubicBezTo>
                    <a:pt x="122297" y="139706"/>
                    <a:pt x="119121" y="135135"/>
                    <a:pt x="116650" y="125289"/>
                  </a:cubicBezTo>
                  <a:cubicBezTo>
                    <a:pt x="115944" y="122476"/>
                    <a:pt x="115591" y="120366"/>
                    <a:pt x="115238" y="119312"/>
                  </a:cubicBezTo>
                  <a:cubicBezTo>
                    <a:pt x="106415" y="83797"/>
                    <a:pt x="102532" y="67622"/>
                    <a:pt x="102532" y="62347"/>
                  </a:cubicBezTo>
                  <a:cubicBezTo>
                    <a:pt x="118062" y="35272"/>
                    <a:pt x="130768" y="19800"/>
                    <a:pt x="137121" y="19800"/>
                  </a:cubicBezTo>
                  <a:cubicBezTo>
                    <a:pt x="139239" y="19800"/>
                    <a:pt x="142062" y="20855"/>
                    <a:pt x="145592" y="22613"/>
                  </a:cubicBezTo>
                  <a:cubicBezTo>
                    <a:pt x="149827" y="25075"/>
                    <a:pt x="152298" y="25778"/>
                    <a:pt x="155121" y="25778"/>
                  </a:cubicBezTo>
                  <a:cubicBezTo>
                    <a:pt x="162533" y="25778"/>
                    <a:pt x="167475" y="20503"/>
                    <a:pt x="167475" y="13119"/>
                  </a:cubicBezTo>
                  <a:cubicBezTo>
                    <a:pt x="167475" y="5735"/>
                    <a:pt x="161475" y="109"/>
                    <a:pt x="153004" y="109"/>
                  </a:cubicBezTo>
                  <a:cubicBezTo>
                    <a:pt x="137474" y="109"/>
                    <a:pt x="124062" y="12767"/>
                    <a:pt x="99709" y="50392"/>
                  </a:cubicBezTo>
                  <a:lnTo>
                    <a:pt x="95826" y="31052"/>
                  </a:lnTo>
                  <a:cubicBezTo>
                    <a:pt x="90885" y="7141"/>
                    <a:pt x="87002" y="109"/>
                    <a:pt x="77473" y="109"/>
                  </a:cubicBezTo>
                  <a:cubicBezTo>
                    <a:pt x="69708" y="109"/>
                    <a:pt x="57708" y="3273"/>
                    <a:pt x="36178" y="10306"/>
                  </a:cubicBezTo>
                  <a:lnTo>
                    <a:pt x="32296" y="11713"/>
                  </a:lnTo>
                  <a:lnTo>
                    <a:pt x="33707" y="16987"/>
                  </a:lnTo>
                  <a:cubicBezTo>
                    <a:pt x="47119" y="13822"/>
                    <a:pt x="50296" y="13119"/>
                    <a:pt x="53472" y="13119"/>
                  </a:cubicBezTo>
                  <a:cubicBezTo>
                    <a:pt x="62296" y="13119"/>
                    <a:pt x="64414" y="16284"/>
                    <a:pt x="69355" y="37382"/>
                  </a:cubicBezTo>
                  <a:lnTo>
                    <a:pt x="79591" y="80632"/>
                  </a:lnTo>
                  <a:lnTo>
                    <a:pt x="50649" y="121773"/>
                  </a:lnTo>
                  <a:cubicBezTo>
                    <a:pt x="43590" y="132322"/>
                    <a:pt x="36531" y="138651"/>
                    <a:pt x="32648" y="138651"/>
                  </a:cubicBezTo>
                  <a:cubicBezTo>
                    <a:pt x="30531" y="138651"/>
                    <a:pt x="27001" y="137596"/>
                    <a:pt x="23472" y="135487"/>
                  </a:cubicBezTo>
                  <a:cubicBezTo>
                    <a:pt x="18883" y="133025"/>
                    <a:pt x="15001" y="131970"/>
                    <a:pt x="12177" y="131970"/>
                  </a:cubicBezTo>
                  <a:cubicBezTo>
                    <a:pt x="5471" y="131970"/>
                    <a:pt x="177" y="137245"/>
                    <a:pt x="177" y="144277"/>
                  </a:cubicBezTo>
                  <a:cubicBezTo>
                    <a:pt x="177" y="153420"/>
                    <a:pt x="7236" y="159046"/>
                    <a:pt x="17825" y="159046"/>
                  </a:cubicBezTo>
                  <a:cubicBezTo>
                    <a:pt x="28766" y="159046"/>
                    <a:pt x="33001" y="155881"/>
                    <a:pt x="50649" y="134432"/>
                  </a:cubicBezTo>
                  <a:cubicBezTo>
                    <a:pt x="60178" y="123180"/>
                    <a:pt x="67590" y="113686"/>
                    <a:pt x="82414" y="93291"/>
                  </a:cubicBezTo>
                  <a:lnTo>
                    <a:pt x="93003" y="135487"/>
                  </a:lnTo>
                  <a:cubicBezTo>
                    <a:pt x="97591" y="153420"/>
                    <a:pt x="102179" y="159046"/>
                    <a:pt x="113474" y="159046"/>
                  </a:cubicBezTo>
                  <a:cubicBezTo>
                    <a:pt x="126886" y="159046"/>
                    <a:pt x="136062" y="150607"/>
                    <a:pt x="156533" y="118960"/>
                  </a:cubicBezTo>
                  <a:lnTo>
                    <a:pt x="151592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2" name="Freeform: Shape 1881">
              <a:extLst>
                <a:ext uri="{FF2B5EF4-FFF2-40B4-BE49-F238E27FC236}">
                  <a16:creationId xmlns:a16="http://schemas.microsoft.com/office/drawing/2014/main" id="{79D7FBF1-1DCA-0E1C-ACD0-C1811C7EF22A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9130182" y="4823594"/>
              <a:ext cx="215651" cy="14065"/>
            </a:xfrm>
            <a:custGeom>
              <a:avLst/>
              <a:gdLst>
                <a:gd name="connsiteX0" fmla="*/ 203481 w 215651"/>
                <a:gd name="connsiteY0" fmla="*/ 14174 h 14065"/>
                <a:gd name="connsiteX1" fmla="*/ 215834 w 215651"/>
                <a:gd name="connsiteY1" fmla="*/ 7141 h 14065"/>
                <a:gd name="connsiteX2" fmla="*/ 203481 w 215651"/>
                <a:gd name="connsiteY2" fmla="*/ 109 h 14065"/>
                <a:gd name="connsiteX3" fmla="*/ 12536 w 215651"/>
                <a:gd name="connsiteY3" fmla="*/ 109 h 14065"/>
                <a:gd name="connsiteX4" fmla="*/ 183 w 215651"/>
                <a:gd name="connsiteY4" fmla="*/ 7141 h 14065"/>
                <a:gd name="connsiteX5" fmla="*/ 12536 w 215651"/>
                <a:gd name="connsiteY5" fmla="*/ 14174 h 14065"/>
                <a:gd name="connsiteX6" fmla="*/ 203481 w 215651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81" y="14174"/>
                  </a:moveTo>
                  <a:cubicBezTo>
                    <a:pt x="209481" y="14174"/>
                    <a:pt x="215834" y="14174"/>
                    <a:pt x="215834" y="7141"/>
                  </a:cubicBezTo>
                  <a:cubicBezTo>
                    <a:pt x="215834" y="109"/>
                    <a:pt x="209481" y="109"/>
                    <a:pt x="203481" y="109"/>
                  </a:cubicBezTo>
                  <a:lnTo>
                    <a:pt x="12536" y="109"/>
                  </a:lnTo>
                  <a:cubicBezTo>
                    <a:pt x="6536" y="109"/>
                    <a:pt x="183" y="109"/>
                    <a:pt x="183" y="7141"/>
                  </a:cubicBezTo>
                  <a:cubicBezTo>
                    <a:pt x="183" y="14174"/>
                    <a:pt x="6536" y="14174"/>
                    <a:pt x="12536" y="14174"/>
                  </a:cubicBezTo>
                  <a:lnTo>
                    <a:pt x="203481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3" name="Freeform: Shape 1882">
              <a:extLst>
                <a:ext uri="{FF2B5EF4-FFF2-40B4-BE49-F238E27FC236}">
                  <a16:creationId xmlns:a16="http://schemas.microsoft.com/office/drawing/2014/main" id="{6CB60ECC-A0C0-4F84-3207-3C27F192A28F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9415827" y="4763465"/>
              <a:ext cx="167297" cy="158937"/>
            </a:xfrm>
            <a:custGeom>
              <a:avLst/>
              <a:gdLst>
                <a:gd name="connsiteX0" fmla="*/ 151607 w 167297"/>
                <a:gd name="connsiteY0" fmla="*/ 116147 h 158937"/>
                <a:gd name="connsiteX1" fmla="*/ 143842 w 167297"/>
                <a:gd name="connsiteY1" fmla="*/ 125641 h 158937"/>
                <a:gd name="connsiteX2" fmla="*/ 127606 w 167297"/>
                <a:gd name="connsiteY2" fmla="*/ 139706 h 158937"/>
                <a:gd name="connsiteX3" fmla="*/ 116665 w 167297"/>
                <a:gd name="connsiteY3" fmla="*/ 125289 h 158937"/>
                <a:gd name="connsiteX4" fmla="*/ 115253 w 167297"/>
                <a:gd name="connsiteY4" fmla="*/ 119312 h 158937"/>
                <a:gd name="connsiteX5" fmla="*/ 102547 w 167297"/>
                <a:gd name="connsiteY5" fmla="*/ 62347 h 158937"/>
                <a:gd name="connsiteX6" fmla="*/ 137136 w 167297"/>
                <a:gd name="connsiteY6" fmla="*/ 19800 h 158937"/>
                <a:gd name="connsiteX7" fmla="*/ 145607 w 167297"/>
                <a:gd name="connsiteY7" fmla="*/ 22613 h 158937"/>
                <a:gd name="connsiteX8" fmla="*/ 155136 w 167297"/>
                <a:gd name="connsiteY8" fmla="*/ 25778 h 158937"/>
                <a:gd name="connsiteX9" fmla="*/ 167490 w 167297"/>
                <a:gd name="connsiteY9" fmla="*/ 13119 h 158937"/>
                <a:gd name="connsiteX10" fmla="*/ 153019 w 167297"/>
                <a:gd name="connsiteY10" fmla="*/ 109 h 158937"/>
                <a:gd name="connsiteX11" fmla="*/ 99724 w 167297"/>
                <a:gd name="connsiteY11" fmla="*/ 50392 h 158937"/>
                <a:gd name="connsiteX12" fmla="*/ 95841 w 167297"/>
                <a:gd name="connsiteY12" fmla="*/ 31052 h 158937"/>
                <a:gd name="connsiteX13" fmla="*/ 77488 w 167297"/>
                <a:gd name="connsiteY13" fmla="*/ 109 h 158937"/>
                <a:gd name="connsiteX14" fmla="*/ 36193 w 167297"/>
                <a:gd name="connsiteY14" fmla="*/ 10306 h 158937"/>
                <a:gd name="connsiteX15" fmla="*/ 32310 w 167297"/>
                <a:gd name="connsiteY15" fmla="*/ 11713 h 158937"/>
                <a:gd name="connsiteX16" fmla="*/ 33722 w 167297"/>
                <a:gd name="connsiteY16" fmla="*/ 16987 h 158937"/>
                <a:gd name="connsiteX17" fmla="*/ 53487 w 167297"/>
                <a:gd name="connsiteY17" fmla="*/ 13119 h 158937"/>
                <a:gd name="connsiteX18" fmla="*/ 69370 w 167297"/>
                <a:gd name="connsiteY18" fmla="*/ 37382 h 158937"/>
                <a:gd name="connsiteX19" fmla="*/ 79606 w 167297"/>
                <a:gd name="connsiteY19" fmla="*/ 80632 h 158937"/>
                <a:gd name="connsiteX20" fmla="*/ 50664 w 167297"/>
                <a:gd name="connsiteY20" fmla="*/ 121773 h 158937"/>
                <a:gd name="connsiteX21" fmla="*/ 32663 w 167297"/>
                <a:gd name="connsiteY21" fmla="*/ 138651 h 158937"/>
                <a:gd name="connsiteX22" fmla="*/ 23487 w 167297"/>
                <a:gd name="connsiteY22" fmla="*/ 135487 h 158937"/>
                <a:gd name="connsiteX23" fmla="*/ 12192 w 167297"/>
                <a:gd name="connsiteY23" fmla="*/ 131970 h 158937"/>
                <a:gd name="connsiteX24" fmla="*/ 192 w 167297"/>
                <a:gd name="connsiteY24" fmla="*/ 144277 h 158937"/>
                <a:gd name="connsiteX25" fmla="*/ 17840 w 167297"/>
                <a:gd name="connsiteY25" fmla="*/ 159046 h 158937"/>
                <a:gd name="connsiteX26" fmla="*/ 50664 w 167297"/>
                <a:gd name="connsiteY26" fmla="*/ 134432 h 158937"/>
                <a:gd name="connsiteX27" fmla="*/ 82429 w 167297"/>
                <a:gd name="connsiteY27" fmla="*/ 93291 h 158937"/>
                <a:gd name="connsiteX28" fmla="*/ 93018 w 167297"/>
                <a:gd name="connsiteY28" fmla="*/ 135487 h 158937"/>
                <a:gd name="connsiteX29" fmla="*/ 113489 w 167297"/>
                <a:gd name="connsiteY29" fmla="*/ 159046 h 158937"/>
                <a:gd name="connsiteX30" fmla="*/ 156548 w 167297"/>
                <a:gd name="connsiteY30" fmla="*/ 118960 h 158937"/>
                <a:gd name="connsiteX31" fmla="*/ 151607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7" y="116147"/>
                  </a:moveTo>
                  <a:cubicBezTo>
                    <a:pt x="148783" y="119312"/>
                    <a:pt x="147019" y="121421"/>
                    <a:pt x="143842" y="125641"/>
                  </a:cubicBezTo>
                  <a:cubicBezTo>
                    <a:pt x="135724" y="136190"/>
                    <a:pt x="131489" y="139706"/>
                    <a:pt x="127606" y="139706"/>
                  </a:cubicBezTo>
                  <a:cubicBezTo>
                    <a:pt x="122312" y="139706"/>
                    <a:pt x="119136" y="135135"/>
                    <a:pt x="116665" y="125289"/>
                  </a:cubicBezTo>
                  <a:cubicBezTo>
                    <a:pt x="115959" y="122476"/>
                    <a:pt x="115606" y="120366"/>
                    <a:pt x="115253" y="119312"/>
                  </a:cubicBezTo>
                  <a:cubicBezTo>
                    <a:pt x="106430" y="83797"/>
                    <a:pt x="102547" y="67622"/>
                    <a:pt x="102547" y="62347"/>
                  </a:cubicBezTo>
                  <a:cubicBezTo>
                    <a:pt x="118077" y="35272"/>
                    <a:pt x="130783" y="19800"/>
                    <a:pt x="137136" y="19800"/>
                  </a:cubicBezTo>
                  <a:cubicBezTo>
                    <a:pt x="139254" y="19800"/>
                    <a:pt x="142077" y="20855"/>
                    <a:pt x="145607" y="22613"/>
                  </a:cubicBezTo>
                  <a:cubicBezTo>
                    <a:pt x="149842" y="25075"/>
                    <a:pt x="152313" y="25778"/>
                    <a:pt x="155136" y="25778"/>
                  </a:cubicBezTo>
                  <a:cubicBezTo>
                    <a:pt x="162548" y="25778"/>
                    <a:pt x="167490" y="20503"/>
                    <a:pt x="167490" y="13119"/>
                  </a:cubicBezTo>
                  <a:cubicBezTo>
                    <a:pt x="167490" y="5735"/>
                    <a:pt x="161489" y="109"/>
                    <a:pt x="153019" y="109"/>
                  </a:cubicBezTo>
                  <a:cubicBezTo>
                    <a:pt x="137489" y="109"/>
                    <a:pt x="124077" y="12767"/>
                    <a:pt x="99724" y="50392"/>
                  </a:cubicBezTo>
                  <a:lnTo>
                    <a:pt x="95841" y="31052"/>
                  </a:lnTo>
                  <a:cubicBezTo>
                    <a:pt x="90900" y="7141"/>
                    <a:pt x="87017" y="109"/>
                    <a:pt x="77488" y="109"/>
                  </a:cubicBezTo>
                  <a:cubicBezTo>
                    <a:pt x="69723" y="109"/>
                    <a:pt x="57723" y="3273"/>
                    <a:pt x="36193" y="10306"/>
                  </a:cubicBezTo>
                  <a:lnTo>
                    <a:pt x="32310" y="11713"/>
                  </a:lnTo>
                  <a:lnTo>
                    <a:pt x="33722" y="16987"/>
                  </a:lnTo>
                  <a:cubicBezTo>
                    <a:pt x="47134" y="13822"/>
                    <a:pt x="50311" y="13119"/>
                    <a:pt x="53487" y="13119"/>
                  </a:cubicBezTo>
                  <a:cubicBezTo>
                    <a:pt x="62311" y="13119"/>
                    <a:pt x="64429" y="16284"/>
                    <a:pt x="69370" y="37382"/>
                  </a:cubicBezTo>
                  <a:lnTo>
                    <a:pt x="79606" y="80632"/>
                  </a:lnTo>
                  <a:lnTo>
                    <a:pt x="50664" y="121773"/>
                  </a:lnTo>
                  <a:cubicBezTo>
                    <a:pt x="43605" y="132322"/>
                    <a:pt x="36546" y="138651"/>
                    <a:pt x="32663" y="138651"/>
                  </a:cubicBezTo>
                  <a:cubicBezTo>
                    <a:pt x="30546" y="138651"/>
                    <a:pt x="27016" y="137596"/>
                    <a:pt x="23487" y="135487"/>
                  </a:cubicBezTo>
                  <a:cubicBezTo>
                    <a:pt x="18898" y="133025"/>
                    <a:pt x="15016" y="131970"/>
                    <a:pt x="12192" y="131970"/>
                  </a:cubicBezTo>
                  <a:cubicBezTo>
                    <a:pt x="5486" y="131970"/>
                    <a:pt x="192" y="137245"/>
                    <a:pt x="192" y="144277"/>
                  </a:cubicBezTo>
                  <a:cubicBezTo>
                    <a:pt x="192" y="153420"/>
                    <a:pt x="7251" y="159046"/>
                    <a:pt x="17840" y="159046"/>
                  </a:cubicBezTo>
                  <a:cubicBezTo>
                    <a:pt x="28781" y="159046"/>
                    <a:pt x="33016" y="155881"/>
                    <a:pt x="50664" y="134432"/>
                  </a:cubicBezTo>
                  <a:cubicBezTo>
                    <a:pt x="60193" y="123180"/>
                    <a:pt x="67605" y="113686"/>
                    <a:pt x="82429" y="93291"/>
                  </a:cubicBezTo>
                  <a:lnTo>
                    <a:pt x="93018" y="135487"/>
                  </a:lnTo>
                  <a:cubicBezTo>
                    <a:pt x="97606" y="153420"/>
                    <a:pt x="102194" y="159046"/>
                    <a:pt x="113489" y="159046"/>
                  </a:cubicBezTo>
                  <a:cubicBezTo>
                    <a:pt x="126901" y="159046"/>
                    <a:pt x="136077" y="150607"/>
                    <a:pt x="156548" y="118960"/>
                  </a:cubicBezTo>
                  <a:lnTo>
                    <a:pt x="151607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4" name="Freeform: Shape 1883">
              <a:extLst>
                <a:ext uri="{FF2B5EF4-FFF2-40B4-BE49-F238E27FC236}">
                  <a16:creationId xmlns:a16="http://schemas.microsoft.com/office/drawing/2014/main" id="{66E1FA4C-A587-00FC-9A28-55070356464F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9588919" y="4795951"/>
              <a:ext cx="118053" cy="179542"/>
            </a:xfrm>
            <a:custGeom>
              <a:avLst/>
              <a:gdLst>
                <a:gd name="connsiteX0" fmla="*/ 60268 w 118053"/>
                <a:gd name="connsiteY0" fmla="*/ 111 h 179542"/>
                <a:gd name="connsiteX1" fmla="*/ 25269 w 118053"/>
                <a:gd name="connsiteY1" fmla="*/ 13642 h 179542"/>
                <a:gd name="connsiteX2" fmla="*/ 196 w 118053"/>
                <a:gd name="connsiteY2" fmla="*/ 88581 h 179542"/>
                <a:gd name="connsiteX3" fmla="*/ 21090 w 118053"/>
                <a:gd name="connsiteY3" fmla="*/ 161960 h 179542"/>
                <a:gd name="connsiteX4" fmla="*/ 59223 w 118053"/>
                <a:gd name="connsiteY4" fmla="*/ 179654 h 179542"/>
                <a:gd name="connsiteX5" fmla="*/ 93177 w 118053"/>
                <a:gd name="connsiteY5" fmla="*/ 166123 h 179542"/>
                <a:gd name="connsiteX6" fmla="*/ 118250 w 118053"/>
                <a:gd name="connsiteY6" fmla="*/ 90143 h 179542"/>
                <a:gd name="connsiteX7" fmla="*/ 60268 w 118053"/>
                <a:gd name="connsiteY7" fmla="*/ 111 h 179542"/>
                <a:gd name="connsiteX8" fmla="*/ 59484 w 118053"/>
                <a:gd name="connsiteY8" fmla="*/ 6876 h 179542"/>
                <a:gd name="connsiteX9" fmla="*/ 93177 w 118053"/>
                <a:gd name="connsiteY9" fmla="*/ 90663 h 179542"/>
                <a:gd name="connsiteX10" fmla="*/ 59223 w 118053"/>
                <a:gd name="connsiteY10" fmla="*/ 172888 h 179542"/>
                <a:gd name="connsiteX11" fmla="*/ 25269 w 118053"/>
                <a:gd name="connsiteY11" fmla="*/ 90923 h 179542"/>
                <a:gd name="connsiteX12" fmla="*/ 59484 w 118053"/>
                <a:gd name="connsiteY12" fmla="*/ 6876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8" y="111"/>
                  </a:moveTo>
                  <a:cubicBezTo>
                    <a:pt x="45903" y="111"/>
                    <a:pt x="34933" y="4535"/>
                    <a:pt x="25269" y="13642"/>
                  </a:cubicBezTo>
                  <a:cubicBezTo>
                    <a:pt x="10121" y="28213"/>
                    <a:pt x="196" y="58137"/>
                    <a:pt x="196" y="88581"/>
                  </a:cubicBezTo>
                  <a:cubicBezTo>
                    <a:pt x="196" y="116944"/>
                    <a:pt x="8815" y="147388"/>
                    <a:pt x="21090" y="161960"/>
                  </a:cubicBezTo>
                  <a:cubicBezTo>
                    <a:pt x="30754" y="173409"/>
                    <a:pt x="44074" y="179654"/>
                    <a:pt x="59223" y="179654"/>
                  </a:cubicBezTo>
                  <a:cubicBezTo>
                    <a:pt x="72543" y="179654"/>
                    <a:pt x="83774" y="175230"/>
                    <a:pt x="93177" y="166123"/>
                  </a:cubicBezTo>
                  <a:cubicBezTo>
                    <a:pt x="108325" y="151812"/>
                    <a:pt x="118250" y="121628"/>
                    <a:pt x="118250" y="90143"/>
                  </a:cubicBezTo>
                  <a:cubicBezTo>
                    <a:pt x="118250" y="36800"/>
                    <a:pt x="94482" y="111"/>
                    <a:pt x="60268" y="111"/>
                  </a:cubicBezTo>
                  <a:close/>
                  <a:moveTo>
                    <a:pt x="59484" y="6876"/>
                  </a:moveTo>
                  <a:cubicBezTo>
                    <a:pt x="81423" y="6876"/>
                    <a:pt x="93177" y="36280"/>
                    <a:pt x="93177" y="90663"/>
                  </a:cubicBezTo>
                  <a:cubicBezTo>
                    <a:pt x="93177" y="145046"/>
                    <a:pt x="81685" y="172888"/>
                    <a:pt x="59223" y="172888"/>
                  </a:cubicBezTo>
                  <a:cubicBezTo>
                    <a:pt x="36761" y="172888"/>
                    <a:pt x="25269" y="145046"/>
                    <a:pt x="25269" y="90923"/>
                  </a:cubicBezTo>
                  <a:cubicBezTo>
                    <a:pt x="25269" y="35759"/>
                    <a:pt x="37023" y="6876"/>
                    <a:pt x="59484" y="687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5" name="Freeform: Shape 1884">
              <a:extLst>
                <a:ext uri="{FF2B5EF4-FFF2-40B4-BE49-F238E27FC236}">
                  <a16:creationId xmlns:a16="http://schemas.microsoft.com/office/drawing/2014/main" id="{05C9C853-8145-9902-624F-04CD63E81A88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9751563" y="4654811"/>
              <a:ext cx="81883" cy="351630"/>
            </a:xfrm>
            <a:custGeom>
              <a:avLst/>
              <a:gdLst>
                <a:gd name="connsiteX0" fmla="*/ 82085 w 81883"/>
                <a:gd name="connsiteY0" fmla="*/ 175923 h 351630"/>
                <a:gd name="connsiteX1" fmla="*/ 58791 w 81883"/>
                <a:gd name="connsiteY1" fmla="*/ 66215 h 351630"/>
                <a:gd name="connsiteX2" fmla="*/ 3731 w 81883"/>
                <a:gd name="connsiteY2" fmla="*/ 108 h 351630"/>
                <a:gd name="connsiteX3" fmla="*/ 201 w 81883"/>
                <a:gd name="connsiteY3" fmla="*/ 3624 h 351630"/>
                <a:gd name="connsiteX4" fmla="*/ 6907 w 81883"/>
                <a:gd name="connsiteY4" fmla="*/ 11712 h 351630"/>
                <a:gd name="connsiteX5" fmla="*/ 61614 w 81883"/>
                <a:gd name="connsiteY5" fmla="*/ 175923 h 351630"/>
                <a:gd name="connsiteX6" fmla="*/ 4790 w 81883"/>
                <a:gd name="connsiteY6" fmla="*/ 342245 h 351630"/>
                <a:gd name="connsiteX7" fmla="*/ 201 w 81883"/>
                <a:gd name="connsiteY7" fmla="*/ 348223 h 351630"/>
                <a:gd name="connsiteX8" fmla="*/ 3731 w 81883"/>
                <a:gd name="connsiteY8" fmla="*/ 351739 h 351630"/>
                <a:gd name="connsiteX9" fmla="*/ 59849 w 81883"/>
                <a:gd name="connsiteY9" fmla="*/ 283171 h 351630"/>
                <a:gd name="connsiteX10" fmla="*/ 82085 w 81883"/>
                <a:gd name="connsiteY10" fmla="*/ 1759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175923"/>
                  </a:moveTo>
                  <a:cubicBezTo>
                    <a:pt x="82085" y="148496"/>
                    <a:pt x="78203" y="105949"/>
                    <a:pt x="58791" y="66215"/>
                  </a:cubicBezTo>
                  <a:cubicBezTo>
                    <a:pt x="37614" y="22964"/>
                    <a:pt x="7260" y="108"/>
                    <a:pt x="3731" y="108"/>
                  </a:cubicBezTo>
                  <a:cubicBezTo>
                    <a:pt x="1613" y="108"/>
                    <a:pt x="201" y="1515"/>
                    <a:pt x="201" y="3624"/>
                  </a:cubicBezTo>
                  <a:cubicBezTo>
                    <a:pt x="201" y="4679"/>
                    <a:pt x="201" y="5383"/>
                    <a:pt x="6907" y="11712"/>
                  </a:cubicBezTo>
                  <a:cubicBezTo>
                    <a:pt x="41496" y="46523"/>
                    <a:pt x="61614" y="102433"/>
                    <a:pt x="61614" y="175923"/>
                  </a:cubicBezTo>
                  <a:cubicBezTo>
                    <a:pt x="61614" y="236052"/>
                    <a:pt x="48555" y="297939"/>
                    <a:pt x="4790" y="342245"/>
                  </a:cubicBezTo>
                  <a:cubicBezTo>
                    <a:pt x="201" y="346464"/>
                    <a:pt x="201" y="347168"/>
                    <a:pt x="201" y="348223"/>
                  </a:cubicBezTo>
                  <a:cubicBezTo>
                    <a:pt x="201" y="350332"/>
                    <a:pt x="1613" y="351739"/>
                    <a:pt x="3731" y="351739"/>
                  </a:cubicBezTo>
                  <a:cubicBezTo>
                    <a:pt x="7260" y="351739"/>
                    <a:pt x="39026" y="327828"/>
                    <a:pt x="59849" y="283171"/>
                  </a:cubicBezTo>
                  <a:cubicBezTo>
                    <a:pt x="77850" y="244492"/>
                    <a:pt x="82085" y="205460"/>
                    <a:pt x="82085" y="1759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6" name="Freeform: Shape 1885">
              <a:extLst>
                <a:ext uri="{FF2B5EF4-FFF2-40B4-BE49-F238E27FC236}">
                  <a16:creationId xmlns:a16="http://schemas.microsoft.com/office/drawing/2014/main" id="{BA3E3024-CD73-EDEA-B3F1-6A8962F5834C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9903840" y="4654811"/>
              <a:ext cx="81883" cy="351630"/>
            </a:xfrm>
            <a:custGeom>
              <a:avLst/>
              <a:gdLst>
                <a:gd name="connsiteX0" fmla="*/ 82089 w 81883"/>
                <a:gd name="connsiteY0" fmla="*/ 348223 h 351630"/>
                <a:gd name="connsiteX1" fmla="*/ 76089 w 81883"/>
                <a:gd name="connsiteY1" fmla="*/ 340487 h 351630"/>
                <a:gd name="connsiteX2" fmla="*/ 20676 w 81883"/>
                <a:gd name="connsiteY2" fmla="*/ 175923 h 351630"/>
                <a:gd name="connsiteX3" fmla="*/ 77501 w 81883"/>
                <a:gd name="connsiteY3" fmla="*/ 9602 h 351630"/>
                <a:gd name="connsiteX4" fmla="*/ 82089 w 81883"/>
                <a:gd name="connsiteY4" fmla="*/ 3624 h 351630"/>
                <a:gd name="connsiteX5" fmla="*/ 78560 w 81883"/>
                <a:gd name="connsiteY5" fmla="*/ 108 h 351630"/>
                <a:gd name="connsiteX6" fmla="*/ 22441 w 81883"/>
                <a:gd name="connsiteY6" fmla="*/ 68676 h 351630"/>
                <a:gd name="connsiteX7" fmla="*/ 205 w 81883"/>
                <a:gd name="connsiteY7" fmla="*/ 175923 h 351630"/>
                <a:gd name="connsiteX8" fmla="*/ 23500 w 81883"/>
                <a:gd name="connsiteY8" fmla="*/ 285632 h 351630"/>
                <a:gd name="connsiteX9" fmla="*/ 78560 w 81883"/>
                <a:gd name="connsiteY9" fmla="*/ 351739 h 351630"/>
                <a:gd name="connsiteX10" fmla="*/ 82089 w 81883"/>
                <a:gd name="connsiteY10" fmla="*/ 3482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9" y="348223"/>
                  </a:moveTo>
                  <a:cubicBezTo>
                    <a:pt x="82089" y="347168"/>
                    <a:pt x="82089" y="346464"/>
                    <a:pt x="76089" y="340487"/>
                  </a:cubicBezTo>
                  <a:cubicBezTo>
                    <a:pt x="31971" y="296181"/>
                    <a:pt x="20676" y="229723"/>
                    <a:pt x="20676" y="175923"/>
                  </a:cubicBezTo>
                  <a:cubicBezTo>
                    <a:pt x="20676" y="114740"/>
                    <a:pt x="34088" y="53556"/>
                    <a:pt x="77501" y="9602"/>
                  </a:cubicBezTo>
                  <a:cubicBezTo>
                    <a:pt x="82089" y="5383"/>
                    <a:pt x="82089" y="4679"/>
                    <a:pt x="82089" y="3624"/>
                  </a:cubicBezTo>
                  <a:cubicBezTo>
                    <a:pt x="82089" y="1163"/>
                    <a:pt x="80677" y="108"/>
                    <a:pt x="78560" y="108"/>
                  </a:cubicBezTo>
                  <a:cubicBezTo>
                    <a:pt x="75030" y="108"/>
                    <a:pt x="43265" y="24019"/>
                    <a:pt x="22441" y="68676"/>
                  </a:cubicBezTo>
                  <a:cubicBezTo>
                    <a:pt x="4441" y="107355"/>
                    <a:pt x="205" y="146386"/>
                    <a:pt x="205" y="175923"/>
                  </a:cubicBezTo>
                  <a:cubicBezTo>
                    <a:pt x="205" y="203351"/>
                    <a:pt x="4088" y="245898"/>
                    <a:pt x="23500" y="285632"/>
                  </a:cubicBezTo>
                  <a:cubicBezTo>
                    <a:pt x="44677" y="328883"/>
                    <a:pt x="75030" y="351739"/>
                    <a:pt x="78560" y="351739"/>
                  </a:cubicBezTo>
                  <a:cubicBezTo>
                    <a:pt x="80677" y="351739"/>
                    <a:pt x="82089" y="350684"/>
                    <a:pt x="82089" y="3482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7" name="Freeform: Shape 1886">
              <a:extLst>
                <a:ext uri="{FF2B5EF4-FFF2-40B4-BE49-F238E27FC236}">
                  <a16:creationId xmlns:a16="http://schemas.microsoft.com/office/drawing/2014/main" id="{B2B6C8AB-D811-7A1F-7F2E-341885105C46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9996822" y="4763465"/>
              <a:ext cx="167297" cy="158937"/>
            </a:xfrm>
            <a:custGeom>
              <a:avLst/>
              <a:gdLst>
                <a:gd name="connsiteX0" fmla="*/ 151623 w 167297"/>
                <a:gd name="connsiteY0" fmla="*/ 116147 h 158937"/>
                <a:gd name="connsiteX1" fmla="*/ 143858 w 167297"/>
                <a:gd name="connsiteY1" fmla="*/ 125641 h 158937"/>
                <a:gd name="connsiteX2" fmla="*/ 127623 w 167297"/>
                <a:gd name="connsiteY2" fmla="*/ 139706 h 158937"/>
                <a:gd name="connsiteX3" fmla="*/ 116681 w 167297"/>
                <a:gd name="connsiteY3" fmla="*/ 125289 h 158937"/>
                <a:gd name="connsiteX4" fmla="*/ 115270 w 167297"/>
                <a:gd name="connsiteY4" fmla="*/ 119312 h 158937"/>
                <a:gd name="connsiteX5" fmla="*/ 102563 w 167297"/>
                <a:gd name="connsiteY5" fmla="*/ 62347 h 158937"/>
                <a:gd name="connsiteX6" fmla="*/ 137152 w 167297"/>
                <a:gd name="connsiteY6" fmla="*/ 19800 h 158937"/>
                <a:gd name="connsiteX7" fmla="*/ 145623 w 167297"/>
                <a:gd name="connsiteY7" fmla="*/ 22613 h 158937"/>
                <a:gd name="connsiteX8" fmla="*/ 155153 w 167297"/>
                <a:gd name="connsiteY8" fmla="*/ 25778 h 158937"/>
                <a:gd name="connsiteX9" fmla="*/ 167506 w 167297"/>
                <a:gd name="connsiteY9" fmla="*/ 13119 h 158937"/>
                <a:gd name="connsiteX10" fmla="*/ 153035 w 167297"/>
                <a:gd name="connsiteY10" fmla="*/ 109 h 158937"/>
                <a:gd name="connsiteX11" fmla="*/ 99740 w 167297"/>
                <a:gd name="connsiteY11" fmla="*/ 50392 h 158937"/>
                <a:gd name="connsiteX12" fmla="*/ 95857 w 167297"/>
                <a:gd name="connsiteY12" fmla="*/ 31052 h 158937"/>
                <a:gd name="connsiteX13" fmla="*/ 77504 w 167297"/>
                <a:gd name="connsiteY13" fmla="*/ 109 h 158937"/>
                <a:gd name="connsiteX14" fmla="*/ 36209 w 167297"/>
                <a:gd name="connsiteY14" fmla="*/ 10306 h 158937"/>
                <a:gd name="connsiteX15" fmla="*/ 32327 w 167297"/>
                <a:gd name="connsiteY15" fmla="*/ 11713 h 158937"/>
                <a:gd name="connsiteX16" fmla="*/ 33739 w 167297"/>
                <a:gd name="connsiteY16" fmla="*/ 16987 h 158937"/>
                <a:gd name="connsiteX17" fmla="*/ 53504 w 167297"/>
                <a:gd name="connsiteY17" fmla="*/ 13119 h 158937"/>
                <a:gd name="connsiteX18" fmla="*/ 69386 w 167297"/>
                <a:gd name="connsiteY18" fmla="*/ 37382 h 158937"/>
                <a:gd name="connsiteX19" fmla="*/ 79622 w 167297"/>
                <a:gd name="connsiteY19" fmla="*/ 80632 h 158937"/>
                <a:gd name="connsiteX20" fmla="*/ 50680 w 167297"/>
                <a:gd name="connsiteY20" fmla="*/ 121773 h 158937"/>
                <a:gd name="connsiteX21" fmla="*/ 32680 w 167297"/>
                <a:gd name="connsiteY21" fmla="*/ 138651 h 158937"/>
                <a:gd name="connsiteX22" fmla="*/ 23503 w 167297"/>
                <a:gd name="connsiteY22" fmla="*/ 135487 h 158937"/>
                <a:gd name="connsiteX23" fmla="*/ 12209 w 167297"/>
                <a:gd name="connsiteY23" fmla="*/ 131970 h 158937"/>
                <a:gd name="connsiteX24" fmla="*/ 209 w 167297"/>
                <a:gd name="connsiteY24" fmla="*/ 144277 h 158937"/>
                <a:gd name="connsiteX25" fmla="*/ 17856 w 167297"/>
                <a:gd name="connsiteY25" fmla="*/ 159046 h 158937"/>
                <a:gd name="connsiteX26" fmla="*/ 50680 w 167297"/>
                <a:gd name="connsiteY26" fmla="*/ 134432 h 158937"/>
                <a:gd name="connsiteX27" fmla="*/ 82445 w 167297"/>
                <a:gd name="connsiteY27" fmla="*/ 93291 h 158937"/>
                <a:gd name="connsiteX28" fmla="*/ 93034 w 167297"/>
                <a:gd name="connsiteY28" fmla="*/ 135487 h 158937"/>
                <a:gd name="connsiteX29" fmla="*/ 113505 w 167297"/>
                <a:gd name="connsiteY29" fmla="*/ 159046 h 158937"/>
                <a:gd name="connsiteX30" fmla="*/ 156565 w 167297"/>
                <a:gd name="connsiteY30" fmla="*/ 118960 h 158937"/>
                <a:gd name="connsiteX31" fmla="*/ 151623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23" y="116147"/>
                  </a:moveTo>
                  <a:cubicBezTo>
                    <a:pt x="148800" y="119312"/>
                    <a:pt x="147035" y="121421"/>
                    <a:pt x="143858" y="125641"/>
                  </a:cubicBezTo>
                  <a:cubicBezTo>
                    <a:pt x="135741" y="136190"/>
                    <a:pt x="131505" y="139706"/>
                    <a:pt x="127623" y="139706"/>
                  </a:cubicBezTo>
                  <a:cubicBezTo>
                    <a:pt x="122329" y="139706"/>
                    <a:pt x="119152" y="135135"/>
                    <a:pt x="116681" y="125289"/>
                  </a:cubicBezTo>
                  <a:cubicBezTo>
                    <a:pt x="115975" y="122476"/>
                    <a:pt x="115623" y="120366"/>
                    <a:pt x="115270" y="119312"/>
                  </a:cubicBezTo>
                  <a:cubicBezTo>
                    <a:pt x="106446" y="83797"/>
                    <a:pt x="102563" y="67622"/>
                    <a:pt x="102563" y="62347"/>
                  </a:cubicBezTo>
                  <a:cubicBezTo>
                    <a:pt x="118093" y="35272"/>
                    <a:pt x="130799" y="19800"/>
                    <a:pt x="137152" y="19800"/>
                  </a:cubicBezTo>
                  <a:cubicBezTo>
                    <a:pt x="139270" y="19800"/>
                    <a:pt x="142094" y="20855"/>
                    <a:pt x="145623" y="22613"/>
                  </a:cubicBezTo>
                  <a:cubicBezTo>
                    <a:pt x="149859" y="25075"/>
                    <a:pt x="152329" y="25778"/>
                    <a:pt x="155153" y="25778"/>
                  </a:cubicBezTo>
                  <a:cubicBezTo>
                    <a:pt x="162565" y="25778"/>
                    <a:pt x="167506" y="20503"/>
                    <a:pt x="167506" y="13119"/>
                  </a:cubicBezTo>
                  <a:cubicBezTo>
                    <a:pt x="167506" y="5735"/>
                    <a:pt x="161506" y="109"/>
                    <a:pt x="153035" y="109"/>
                  </a:cubicBezTo>
                  <a:cubicBezTo>
                    <a:pt x="137505" y="109"/>
                    <a:pt x="124093" y="12767"/>
                    <a:pt x="99740" y="50392"/>
                  </a:cubicBezTo>
                  <a:lnTo>
                    <a:pt x="95857" y="31052"/>
                  </a:lnTo>
                  <a:cubicBezTo>
                    <a:pt x="90916" y="7141"/>
                    <a:pt x="87034" y="109"/>
                    <a:pt x="77504" y="109"/>
                  </a:cubicBezTo>
                  <a:cubicBezTo>
                    <a:pt x="69739" y="109"/>
                    <a:pt x="57739" y="3273"/>
                    <a:pt x="36209" y="10306"/>
                  </a:cubicBezTo>
                  <a:lnTo>
                    <a:pt x="32327" y="11713"/>
                  </a:lnTo>
                  <a:lnTo>
                    <a:pt x="33739" y="16987"/>
                  </a:lnTo>
                  <a:cubicBezTo>
                    <a:pt x="47151" y="13822"/>
                    <a:pt x="50327" y="13119"/>
                    <a:pt x="53504" y="13119"/>
                  </a:cubicBezTo>
                  <a:cubicBezTo>
                    <a:pt x="62327" y="13119"/>
                    <a:pt x="64445" y="16284"/>
                    <a:pt x="69386" y="37382"/>
                  </a:cubicBezTo>
                  <a:lnTo>
                    <a:pt x="79622" y="80632"/>
                  </a:lnTo>
                  <a:lnTo>
                    <a:pt x="50680" y="121773"/>
                  </a:lnTo>
                  <a:cubicBezTo>
                    <a:pt x="43621" y="132322"/>
                    <a:pt x="36562" y="138651"/>
                    <a:pt x="32680" y="138651"/>
                  </a:cubicBezTo>
                  <a:cubicBezTo>
                    <a:pt x="30562" y="138651"/>
                    <a:pt x="27033" y="137596"/>
                    <a:pt x="23503" y="135487"/>
                  </a:cubicBezTo>
                  <a:cubicBezTo>
                    <a:pt x="18915" y="133025"/>
                    <a:pt x="15032" y="131970"/>
                    <a:pt x="12209" y="131970"/>
                  </a:cubicBezTo>
                  <a:cubicBezTo>
                    <a:pt x="5503" y="131970"/>
                    <a:pt x="209" y="137245"/>
                    <a:pt x="209" y="144277"/>
                  </a:cubicBezTo>
                  <a:cubicBezTo>
                    <a:pt x="209" y="153420"/>
                    <a:pt x="7267" y="159046"/>
                    <a:pt x="17856" y="159046"/>
                  </a:cubicBezTo>
                  <a:cubicBezTo>
                    <a:pt x="28797" y="159046"/>
                    <a:pt x="33033" y="155881"/>
                    <a:pt x="50680" y="134432"/>
                  </a:cubicBezTo>
                  <a:cubicBezTo>
                    <a:pt x="60210" y="123180"/>
                    <a:pt x="67622" y="113686"/>
                    <a:pt x="82445" y="93291"/>
                  </a:cubicBezTo>
                  <a:lnTo>
                    <a:pt x="93034" y="135487"/>
                  </a:lnTo>
                  <a:cubicBezTo>
                    <a:pt x="97622" y="153420"/>
                    <a:pt x="102211" y="159046"/>
                    <a:pt x="113505" y="159046"/>
                  </a:cubicBezTo>
                  <a:cubicBezTo>
                    <a:pt x="126917" y="159046"/>
                    <a:pt x="136094" y="150607"/>
                    <a:pt x="156565" y="118960"/>
                  </a:cubicBezTo>
                  <a:lnTo>
                    <a:pt x="151623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8" name="Freeform: Shape 1887">
              <a:extLst>
                <a:ext uri="{FF2B5EF4-FFF2-40B4-BE49-F238E27FC236}">
                  <a16:creationId xmlns:a16="http://schemas.microsoft.com/office/drawing/2014/main" id="{693681E5-3D18-3742-AE49-081D14A571F8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0243203" y="4823594"/>
              <a:ext cx="215651" cy="14065"/>
            </a:xfrm>
            <a:custGeom>
              <a:avLst/>
              <a:gdLst>
                <a:gd name="connsiteX0" fmla="*/ 203512 w 215651"/>
                <a:gd name="connsiteY0" fmla="*/ 14174 h 14065"/>
                <a:gd name="connsiteX1" fmla="*/ 215866 w 215651"/>
                <a:gd name="connsiteY1" fmla="*/ 7141 h 14065"/>
                <a:gd name="connsiteX2" fmla="*/ 203512 w 215651"/>
                <a:gd name="connsiteY2" fmla="*/ 109 h 14065"/>
                <a:gd name="connsiteX3" fmla="*/ 12568 w 215651"/>
                <a:gd name="connsiteY3" fmla="*/ 109 h 14065"/>
                <a:gd name="connsiteX4" fmla="*/ 214 w 215651"/>
                <a:gd name="connsiteY4" fmla="*/ 7141 h 14065"/>
                <a:gd name="connsiteX5" fmla="*/ 12568 w 215651"/>
                <a:gd name="connsiteY5" fmla="*/ 14174 h 14065"/>
                <a:gd name="connsiteX6" fmla="*/ 203512 w 215651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174"/>
                  </a:moveTo>
                  <a:cubicBezTo>
                    <a:pt x="209513" y="14174"/>
                    <a:pt x="215866" y="14174"/>
                    <a:pt x="215866" y="7141"/>
                  </a:cubicBezTo>
                  <a:cubicBezTo>
                    <a:pt x="215866" y="109"/>
                    <a:pt x="209513" y="109"/>
                    <a:pt x="203512" y="109"/>
                  </a:cubicBezTo>
                  <a:lnTo>
                    <a:pt x="12568" y="109"/>
                  </a:lnTo>
                  <a:cubicBezTo>
                    <a:pt x="6567" y="109"/>
                    <a:pt x="214" y="109"/>
                    <a:pt x="214" y="7141"/>
                  </a:cubicBezTo>
                  <a:cubicBezTo>
                    <a:pt x="214" y="14174"/>
                    <a:pt x="6567" y="14174"/>
                    <a:pt x="12568" y="14174"/>
                  </a:cubicBezTo>
                  <a:lnTo>
                    <a:pt x="203512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9" name="Freeform: Shape 1888">
              <a:extLst>
                <a:ext uri="{FF2B5EF4-FFF2-40B4-BE49-F238E27FC236}">
                  <a16:creationId xmlns:a16="http://schemas.microsoft.com/office/drawing/2014/main" id="{6C5A80A9-6E89-AA64-50D9-3795EE6FE0A8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0528847" y="4763465"/>
              <a:ext cx="167297" cy="158937"/>
            </a:xfrm>
            <a:custGeom>
              <a:avLst/>
              <a:gdLst>
                <a:gd name="connsiteX0" fmla="*/ 151638 w 167297"/>
                <a:gd name="connsiteY0" fmla="*/ 116147 h 158937"/>
                <a:gd name="connsiteX1" fmla="*/ 143873 w 167297"/>
                <a:gd name="connsiteY1" fmla="*/ 125641 h 158937"/>
                <a:gd name="connsiteX2" fmla="*/ 127638 w 167297"/>
                <a:gd name="connsiteY2" fmla="*/ 139706 h 158937"/>
                <a:gd name="connsiteX3" fmla="*/ 116696 w 167297"/>
                <a:gd name="connsiteY3" fmla="*/ 125289 h 158937"/>
                <a:gd name="connsiteX4" fmla="*/ 115285 w 167297"/>
                <a:gd name="connsiteY4" fmla="*/ 119312 h 158937"/>
                <a:gd name="connsiteX5" fmla="*/ 102578 w 167297"/>
                <a:gd name="connsiteY5" fmla="*/ 62347 h 158937"/>
                <a:gd name="connsiteX6" fmla="*/ 137167 w 167297"/>
                <a:gd name="connsiteY6" fmla="*/ 19800 h 158937"/>
                <a:gd name="connsiteX7" fmla="*/ 145638 w 167297"/>
                <a:gd name="connsiteY7" fmla="*/ 22613 h 158937"/>
                <a:gd name="connsiteX8" fmla="*/ 155168 w 167297"/>
                <a:gd name="connsiteY8" fmla="*/ 25778 h 158937"/>
                <a:gd name="connsiteX9" fmla="*/ 167521 w 167297"/>
                <a:gd name="connsiteY9" fmla="*/ 13119 h 158937"/>
                <a:gd name="connsiteX10" fmla="*/ 153050 w 167297"/>
                <a:gd name="connsiteY10" fmla="*/ 109 h 158937"/>
                <a:gd name="connsiteX11" fmla="*/ 99755 w 167297"/>
                <a:gd name="connsiteY11" fmla="*/ 50392 h 158937"/>
                <a:gd name="connsiteX12" fmla="*/ 95872 w 167297"/>
                <a:gd name="connsiteY12" fmla="*/ 31052 h 158937"/>
                <a:gd name="connsiteX13" fmla="*/ 77519 w 167297"/>
                <a:gd name="connsiteY13" fmla="*/ 109 h 158937"/>
                <a:gd name="connsiteX14" fmla="*/ 36224 w 167297"/>
                <a:gd name="connsiteY14" fmla="*/ 10306 h 158937"/>
                <a:gd name="connsiteX15" fmla="*/ 32342 w 167297"/>
                <a:gd name="connsiteY15" fmla="*/ 11713 h 158937"/>
                <a:gd name="connsiteX16" fmla="*/ 33754 w 167297"/>
                <a:gd name="connsiteY16" fmla="*/ 16987 h 158937"/>
                <a:gd name="connsiteX17" fmla="*/ 53519 w 167297"/>
                <a:gd name="connsiteY17" fmla="*/ 13119 h 158937"/>
                <a:gd name="connsiteX18" fmla="*/ 69401 w 167297"/>
                <a:gd name="connsiteY18" fmla="*/ 37382 h 158937"/>
                <a:gd name="connsiteX19" fmla="*/ 79637 w 167297"/>
                <a:gd name="connsiteY19" fmla="*/ 80632 h 158937"/>
                <a:gd name="connsiteX20" fmla="*/ 50695 w 167297"/>
                <a:gd name="connsiteY20" fmla="*/ 121773 h 158937"/>
                <a:gd name="connsiteX21" fmla="*/ 32695 w 167297"/>
                <a:gd name="connsiteY21" fmla="*/ 138651 h 158937"/>
                <a:gd name="connsiteX22" fmla="*/ 23518 w 167297"/>
                <a:gd name="connsiteY22" fmla="*/ 135487 h 158937"/>
                <a:gd name="connsiteX23" fmla="*/ 12224 w 167297"/>
                <a:gd name="connsiteY23" fmla="*/ 131970 h 158937"/>
                <a:gd name="connsiteX24" fmla="*/ 223 w 167297"/>
                <a:gd name="connsiteY24" fmla="*/ 144277 h 158937"/>
                <a:gd name="connsiteX25" fmla="*/ 17871 w 167297"/>
                <a:gd name="connsiteY25" fmla="*/ 159046 h 158937"/>
                <a:gd name="connsiteX26" fmla="*/ 50695 w 167297"/>
                <a:gd name="connsiteY26" fmla="*/ 134432 h 158937"/>
                <a:gd name="connsiteX27" fmla="*/ 82460 w 167297"/>
                <a:gd name="connsiteY27" fmla="*/ 93291 h 158937"/>
                <a:gd name="connsiteX28" fmla="*/ 93049 w 167297"/>
                <a:gd name="connsiteY28" fmla="*/ 135487 h 158937"/>
                <a:gd name="connsiteX29" fmla="*/ 113520 w 167297"/>
                <a:gd name="connsiteY29" fmla="*/ 159046 h 158937"/>
                <a:gd name="connsiteX30" fmla="*/ 156580 w 167297"/>
                <a:gd name="connsiteY30" fmla="*/ 118960 h 158937"/>
                <a:gd name="connsiteX31" fmla="*/ 151638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147"/>
                  </a:moveTo>
                  <a:cubicBezTo>
                    <a:pt x="148815" y="119312"/>
                    <a:pt x="147050" y="121421"/>
                    <a:pt x="143873" y="125641"/>
                  </a:cubicBezTo>
                  <a:cubicBezTo>
                    <a:pt x="135756" y="136190"/>
                    <a:pt x="131520" y="139706"/>
                    <a:pt x="127638" y="139706"/>
                  </a:cubicBezTo>
                  <a:cubicBezTo>
                    <a:pt x="122344" y="139706"/>
                    <a:pt x="119167" y="135135"/>
                    <a:pt x="116696" y="125289"/>
                  </a:cubicBezTo>
                  <a:cubicBezTo>
                    <a:pt x="115990" y="122476"/>
                    <a:pt x="115638" y="120366"/>
                    <a:pt x="115285" y="119312"/>
                  </a:cubicBezTo>
                  <a:cubicBezTo>
                    <a:pt x="106461" y="83797"/>
                    <a:pt x="102578" y="67622"/>
                    <a:pt x="102578" y="62347"/>
                  </a:cubicBezTo>
                  <a:cubicBezTo>
                    <a:pt x="118108" y="35272"/>
                    <a:pt x="130814" y="19800"/>
                    <a:pt x="137167" y="19800"/>
                  </a:cubicBezTo>
                  <a:cubicBezTo>
                    <a:pt x="139285" y="19800"/>
                    <a:pt x="142109" y="20855"/>
                    <a:pt x="145638" y="22613"/>
                  </a:cubicBezTo>
                  <a:cubicBezTo>
                    <a:pt x="149873" y="25075"/>
                    <a:pt x="152344" y="25778"/>
                    <a:pt x="155168" y="25778"/>
                  </a:cubicBezTo>
                  <a:cubicBezTo>
                    <a:pt x="162580" y="25778"/>
                    <a:pt x="167521" y="20503"/>
                    <a:pt x="167521" y="13119"/>
                  </a:cubicBezTo>
                  <a:cubicBezTo>
                    <a:pt x="167521" y="5735"/>
                    <a:pt x="161521" y="109"/>
                    <a:pt x="153050" y="109"/>
                  </a:cubicBezTo>
                  <a:cubicBezTo>
                    <a:pt x="137520" y="109"/>
                    <a:pt x="124108" y="12767"/>
                    <a:pt x="99755" y="50392"/>
                  </a:cubicBezTo>
                  <a:lnTo>
                    <a:pt x="95872" y="31052"/>
                  </a:lnTo>
                  <a:cubicBezTo>
                    <a:pt x="90931" y="7141"/>
                    <a:pt x="87049" y="109"/>
                    <a:pt x="77519" y="109"/>
                  </a:cubicBezTo>
                  <a:cubicBezTo>
                    <a:pt x="69754" y="109"/>
                    <a:pt x="57754" y="3273"/>
                    <a:pt x="36224" y="10306"/>
                  </a:cubicBezTo>
                  <a:lnTo>
                    <a:pt x="32342" y="11713"/>
                  </a:lnTo>
                  <a:lnTo>
                    <a:pt x="33754" y="16987"/>
                  </a:lnTo>
                  <a:cubicBezTo>
                    <a:pt x="47166" y="13822"/>
                    <a:pt x="50342" y="13119"/>
                    <a:pt x="53519" y="13119"/>
                  </a:cubicBezTo>
                  <a:cubicBezTo>
                    <a:pt x="62342" y="13119"/>
                    <a:pt x="64460" y="16284"/>
                    <a:pt x="69401" y="37382"/>
                  </a:cubicBezTo>
                  <a:lnTo>
                    <a:pt x="79637" y="80632"/>
                  </a:lnTo>
                  <a:lnTo>
                    <a:pt x="50695" y="121773"/>
                  </a:lnTo>
                  <a:cubicBezTo>
                    <a:pt x="43636" y="132322"/>
                    <a:pt x="36577" y="138651"/>
                    <a:pt x="32695" y="138651"/>
                  </a:cubicBezTo>
                  <a:cubicBezTo>
                    <a:pt x="30577" y="138651"/>
                    <a:pt x="27048" y="137596"/>
                    <a:pt x="23518" y="135487"/>
                  </a:cubicBezTo>
                  <a:cubicBezTo>
                    <a:pt x="18930" y="133025"/>
                    <a:pt x="15047" y="131970"/>
                    <a:pt x="12224" y="131970"/>
                  </a:cubicBezTo>
                  <a:cubicBezTo>
                    <a:pt x="5518" y="131970"/>
                    <a:pt x="223" y="137245"/>
                    <a:pt x="223" y="144277"/>
                  </a:cubicBezTo>
                  <a:cubicBezTo>
                    <a:pt x="223" y="153420"/>
                    <a:pt x="7282" y="159046"/>
                    <a:pt x="17871" y="159046"/>
                  </a:cubicBezTo>
                  <a:cubicBezTo>
                    <a:pt x="28812" y="159046"/>
                    <a:pt x="33048" y="155881"/>
                    <a:pt x="50695" y="134432"/>
                  </a:cubicBezTo>
                  <a:cubicBezTo>
                    <a:pt x="60225" y="123180"/>
                    <a:pt x="67637" y="113686"/>
                    <a:pt x="82460" y="93291"/>
                  </a:cubicBezTo>
                  <a:lnTo>
                    <a:pt x="93049" y="135487"/>
                  </a:lnTo>
                  <a:cubicBezTo>
                    <a:pt x="97637" y="153420"/>
                    <a:pt x="102225" y="159046"/>
                    <a:pt x="113520" y="159046"/>
                  </a:cubicBezTo>
                  <a:cubicBezTo>
                    <a:pt x="126932" y="159046"/>
                    <a:pt x="136108" y="150607"/>
                    <a:pt x="156580" y="118960"/>
                  </a:cubicBezTo>
                  <a:lnTo>
                    <a:pt x="151638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0" name="Freeform: Shape 1889">
              <a:extLst>
                <a:ext uri="{FF2B5EF4-FFF2-40B4-BE49-F238E27FC236}">
                  <a16:creationId xmlns:a16="http://schemas.microsoft.com/office/drawing/2014/main" id="{E7602CCF-1FB6-E1D2-F108-4CAE1DC82B6A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0703507" y="4795951"/>
              <a:ext cx="116225" cy="175899"/>
            </a:xfrm>
            <a:custGeom>
              <a:avLst/>
              <a:gdLst>
                <a:gd name="connsiteX0" fmla="*/ 116453 w 116225"/>
                <a:gd name="connsiteY0" fmla="*/ 140362 h 175899"/>
                <a:gd name="connsiteX1" fmla="*/ 113058 w 116225"/>
                <a:gd name="connsiteY1" fmla="*/ 139061 h 175899"/>
                <a:gd name="connsiteX2" fmla="*/ 88245 w 116225"/>
                <a:gd name="connsiteY2" fmla="*/ 156235 h 175899"/>
                <a:gd name="connsiteX3" fmla="*/ 25823 w 116225"/>
                <a:gd name="connsiteY3" fmla="*/ 156235 h 175899"/>
                <a:gd name="connsiteX4" fmla="*/ 69701 w 116225"/>
                <a:gd name="connsiteY4" fmla="*/ 110439 h 175899"/>
                <a:gd name="connsiteX5" fmla="*/ 103133 w 116225"/>
                <a:gd name="connsiteY5" fmla="*/ 46168 h 175899"/>
                <a:gd name="connsiteX6" fmla="*/ 54814 w 116225"/>
                <a:gd name="connsiteY6" fmla="*/ 111 h 175899"/>
                <a:gd name="connsiteX7" fmla="*/ 17204 w 116225"/>
                <a:gd name="connsiteY7" fmla="*/ 16244 h 175899"/>
                <a:gd name="connsiteX8" fmla="*/ 488 w 116225"/>
                <a:gd name="connsiteY8" fmla="*/ 51892 h 175899"/>
                <a:gd name="connsiteX9" fmla="*/ 5973 w 116225"/>
                <a:gd name="connsiteY9" fmla="*/ 53193 h 175899"/>
                <a:gd name="connsiteX10" fmla="*/ 43845 w 116225"/>
                <a:gd name="connsiteY10" fmla="*/ 19366 h 175899"/>
                <a:gd name="connsiteX11" fmla="*/ 80671 w 116225"/>
                <a:gd name="connsiteY11" fmla="*/ 56056 h 175899"/>
                <a:gd name="connsiteX12" fmla="*/ 46718 w 116225"/>
                <a:gd name="connsiteY12" fmla="*/ 123709 h 175899"/>
                <a:gd name="connsiteX13" fmla="*/ 227 w 116225"/>
                <a:gd name="connsiteY13" fmla="*/ 172888 h 175899"/>
                <a:gd name="connsiteX14" fmla="*/ 227 w 116225"/>
                <a:gd name="connsiteY14" fmla="*/ 176011 h 175899"/>
                <a:gd name="connsiteX15" fmla="*/ 102088 w 116225"/>
                <a:gd name="connsiteY15" fmla="*/ 176011 h 175899"/>
                <a:gd name="connsiteX16" fmla="*/ 116453 w 116225"/>
                <a:gd name="connsiteY16" fmla="*/ 140362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53" y="140362"/>
                  </a:moveTo>
                  <a:lnTo>
                    <a:pt x="113058" y="139061"/>
                  </a:lnTo>
                  <a:cubicBezTo>
                    <a:pt x="103394" y="153893"/>
                    <a:pt x="99998" y="156235"/>
                    <a:pt x="88245" y="156235"/>
                  </a:cubicBezTo>
                  <a:lnTo>
                    <a:pt x="25823" y="156235"/>
                  </a:lnTo>
                  <a:lnTo>
                    <a:pt x="69701" y="110439"/>
                  </a:lnTo>
                  <a:cubicBezTo>
                    <a:pt x="92947" y="86239"/>
                    <a:pt x="103133" y="66464"/>
                    <a:pt x="103133" y="46168"/>
                  </a:cubicBezTo>
                  <a:cubicBezTo>
                    <a:pt x="103133" y="20147"/>
                    <a:pt x="81977" y="111"/>
                    <a:pt x="54814" y="111"/>
                  </a:cubicBezTo>
                  <a:cubicBezTo>
                    <a:pt x="40449" y="111"/>
                    <a:pt x="26868" y="5836"/>
                    <a:pt x="17204" y="16244"/>
                  </a:cubicBezTo>
                  <a:cubicBezTo>
                    <a:pt x="8846" y="25091"/>
                    <a:pt x="4929" y="33418"/>
                    <a:pt x="488" y="51892"/>
                  </a:cubicBezTo>
                  <a:lnTo>
                    <a:pt x="5973" y="53193"/>
                  </a:lnTo>
                  <a:cubicBezTo>
                    <a:pt x="16421" y="27693"/>
                    <a:pt x="25823" y="19366"/>
                    <a:pt x="43845" y="19366"/>
                  </a:cubicBezTo>
                  <a:cubicBezTo>
                    <a:pt x="65784" y="19366"/>
                    <a:pt x="80671" y="34198"/>
                    <a:pt x="80671" y="56056"/>
                  </a:cubicBezTo>
                  <a:cubicBezTo>
                    <a:pt x="80671" y="76352"/>
                    <a:pt x="68657" y="100551"/>
                    <a:pt x="46718" y="123709"/>
                  </a:cubicBezTo>
                  <a:lnTo>
                    <a:pt x="227" y="172888"/>
                  </a:lnTo>
                  <a:lnTo>
                    <a:pt x="227" y="176011"/>
                  </a:lnTo>
                  <a:lnTo>
                    <a:pt x="102088" y="176011"/>
                  </a:lnTo>
                  <a:lnTo>
                    <a:pt x="116453" y="14036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1" name="Freeform: Shape 1890">
              <a:extLst>
                <a:ext uri="{FF2B5EF4-FFF2-40B4-BE49-F238E27FC236}">
                  <a16:creationId xmlns:a16="http://schemas.microsoft.com/office/drawing/2014/main" id="{388043C1-6AE5-1F6C-4D6C-E972482267FF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0864583" y="4654811"/>
              <a:ext cx="81883" cy="351630"/>
            </a:xfrm>
            <a:custGeom>
              <a:avLst/>
              <a:gdLst>
                <a:gd name="connsiteX0" fmla="*/ 82116 w 81883"/>
                <a:gd name="connsiteY0" fmla="*/ 175923 h 351630"/>
                <a:gd name="connsiteX1" fmla="*/ 58822 w 81883"/>
                <a:gd name="connsiteY1" fmla="*/ 66215 h 351630"/>
                <a:gd name="connsiteX2" fmla="*/ 3762 w 81883"/>
                <a:gd name="connsiteY2" fmla="*/ 108 h 351630"/>
                <a:gd name="connsiteX3" fmla="*/ 233 w 81883"/>
                <a:gd name="connsiteY3" fmla="*/ 3624 h 351630"/>
                <a:gd name="connsiteX4" fmla="*/ 6939 w 81883"/>
                <a:gd name="connsiteY4" fmla="*/ 11712 h 351630"/>
                <a:gd name="connsiteX5" fmla="*/ 61646 w 81883"/>
                <a:gd name="connsiteY5" fmla="*/ 175923 h 351630"/>
                <a:gd name="connsiteX6" fmla="*/ 4821 w 81883"/>
                <a:gd name="connsiteY6" fmla="*/ 342245 h 351630"/>
                <a:gd name="connsiteX7" fmla="*/ 233 w 81883"/>
                <a:gd name="connsiteY7" fmla="*/ 348223 h 351630"/>
                <a:gd name="connsiteX8" fmla="*/ 3762 w 81883"/>
                <a:gd name="connsiteY8" fmla="*/ 351739 h 351630"/>
                <a:gd name="connsiteX9" fmla="*/ 59881 w 81883"/>
                <a:gd name="connsiteY9" fmla="*/ 283171 h 351630"/>
                <a:gd name="connsiteX10" fmla="*/ 82116 w 81883"/>
                <a:gd name="connsiteY10" fmla="*/ 1759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5923"/>
                  </a:moveTo>
                  <a:cubicBezTo>
                    <a:pt x="82116" y="148496"/>
                    <a:pt x="78234" y="105949"/>
                    <a:pt x="58822" y="66215"/>
                  </a:cubicBezTo>
                  <a:cubicBezTo>
                    <a:pt x="37645" y="22964"/>
                    <a:pt x="7292" y="108"/>
                    <a:pt x="3762" y="108"/>
                  </a:cubicBezTo>
                  <a:cubicBezTo>
                    <a:pt x="1644" y="108"/>
                    <a:pt x="233" y="1515"/>
                    <a:pt x="233" y="3624"/>
                  </a:cubicBezTo>
                  <a:cubicBezTo>
                    <a:pt x="233" y="4679"/>
                    <a:pt x="233" y="5383"/>
                    <a:pt x="6939" y="11712"/>
                  </a:cubicBezTo>
                  <a:cubicBezTo>
                    <a:pt x="41527" y="46523"/>
                    <a:pt x="61646" y="102433"/>
                    <a:pt x="61646" y="175923"/>
                  </a:cubicBezTo>
                  <a:cubicBezTo>
                    <a:pt x="61646" y="236052"/>
                    <a:pt x="48586" y="297939"/>
                    <a:pt x="4821" y="342245"/>
                  </a:cubicBezTo>
                  <a:cubicBezTo>
                    <a:pt x="233" y="346464"/>
                    <a:pt x="233" y="347168"/>
                    <a:pt x="233" y="348223"/>
                  </a:cubicBezTo>
                  <a:cubicBezTo>
                    <a:pt x="233" y="350332"/>
                    <a:pt x="1644" y="351739"/>
                    <a:pt x="3762" y="351739"/>
                  </a:cubicBezTo>
                  <a:cubicBezTo>
                    <a:pt x="7292" y="351739"/>
                    <a:pt x="39057" y="327828"/>
                    <a:pt x="59881" y="283171"/>
                  </a:cubicBezTo>
                  <a:cubicBezTo>
                    <a:pt x="77881" y="244492"/>
                    <a:pt x="82116" y="205460"/>
                    <a:pt x="82116" y="1759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2" name="Freeform: Shape 1891">
              <a:extLst>
                <a:ext uri="{FF2B5EF4-FFF2-40B4-BE49-F238E27FC236}">
                  <a16:creationId xmlns:a16="http://schemas.microsoft.com/office/drawing/2014/main" id="{CB233822-6449-39B0-DFF8-280005CF7F85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1016860" y="4654811"/>
              <a:ext cx="81883" cy="351630"/>
            </a:xfrm>
            <a:custGeom>
              <a:avLst/>
              <a:gdLst>
                <a:gd name="connsiteX0" fmla="*/ 82120 w 81883"/>
                <a:gd name="connsiteY0" fmla="*/ 348223 h 351630"/>
                <a:gd name="connsiteX1" fmla="*/ 76120 w 81883"/>
                <a:gd name="connsiteY1" fmla="*/ 340487 h 351630"/>
                <a:gd name="connsiteX2" fmla="*/ 20707 w 81883"/>
                <a:gd name="connsiteY2" fmla="*/ 175923 h 351630"/>
                <a:gd name="connsiteX3" fmla="*/ 77532 w 81883"/>
                <a:gd name="connsiteY3" fmla="*/ 9602 h 351630"/>
                <a:gd name="connsiteX4" fmla="*/ 82120 w 81883"/>
                <a:gd name="connsiteY4" fmla="*/ 3624 h 351630"/>
                <a:gd name="connsiteX5" fmla="*/ 78591 w 81883"/>
                <a:gd name="connsiteY5" fmla="*/ 108 h 351630"/>
                <a:gd name="connsiteX6" fmla="*/ 22472 w 81883"/>
                <a:gd name="connsiteY6" fmla="*/ 68676 h 351630"/>
                <a:gd name="connsiteX7" fmla="*/ 237 w 81883"/>
                <a:gd name="connsiteY7" fmla="*/ 175923 h 351630"/>
                <a:gd name="connsiteX8" fmla="*/ 23531 w 81883"/>
                <a:gd name="connsiteY8" fmla="*/ 285632 h 351630"/>
                <a:gd name="connsiteX9" fmla="*/ 78591 w 81883"/>
                <a:gd name="connsiteY9" fmla="*/ 351739 h 351630"/>
                <a:gd name="connsiteX10" fmla="*/ 82120 w 81883"/>
                <a:gd name="connsiteY10" fmla="*/ 3482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223"/>
                  </a:moveTo>
                  <a:cubicBezTo>
                    <a:pt x="82120" y="347168"/>
                    <a:pt x="82120" y="346464"/>
                    <a:pt x="76120" y="340487"/>
                  </a:cubicBezTo>
                  <a:cubicBezTo>
                    <a:pt x="32002" y="296181"/>
                    <a:pt x="20707" y="229723"/>
                    <a:pt x="20707" y="175923"/>
                  </a:cubicBezTo>
                  <a:cubicBezTo>
                    <a:pt x="20707" y="114740"/>
                    <a:pt x="34120" y="53556"/>
                    <a:pt x="77532" y="9602"/>
                  </a:cubicBezTo>
                  <a:cubicBezTo>
                    <a:pt x="82120" y="5383"/>
                    <a:pt x="82120" y="4679"/>
                    <a:pt x="82120" y="3624"/>
                  </a:cubicBezTo>
                  <a:cubicBezTo>
                    <a:pt x="82120" y="1163"/>
                    <a:pt x="80709" y="108"/>
                    <a:pt x="78591" y="108"/>
                  </a:cubicBezTo>
                  <a:cubicBezTo>
                    <a:pt x="75061" y="108"/>
                    <a:pt x="43296" y="24019"/>
                    <a:pt x="22472" y="68676"/>
                  </a:cubicBezTo>
                  <a:cubicBezTo>
                    <a:pt x="4472" y="107355"/>
                    <a:pt x="237" y="146386"/>
                    <a:pt x="237" y="175923"/>
                  </a:cubicBezTo>
                  <a:cubicBezTo>
                    <a:pt x="237" y="203351"/>
                    <a:pt x="4119" y="245898"/>
                    <a:pt x="23531" y="285632"/>
                  </a:cubicBezTo>
                  <a:cubicBezTo>
                    <a:pt x="44708" y="328883"/>
                    <a:pt x="75061" y="351739"/>
                    <a:pt x="78591" y="351739"/>
                  </a:cubicBezTo>
                  <a:cubicBezTo>
                    <a:pt x="80709" y="351739"/>
                    <a:pt x="82120" y="350684"/>
                    <a:pt x="82120" y="3482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3" name="Freeform: Shape 1892">
              <a:extLst>
                <a:ext uri="{FF2B5EF4-FFF2-40B4-BE49-F238E27FC236}">
                  <a16:creationId xmlns:a16="http://schemas.microsoft.com/office/drawing/2014/main" id="{832C5FEA-0F69-04A0-89EC-964A4DDEB0E5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1109842" y="4763465"/>
              <a:ext cx="167297" cy="158937"/>
            </a:xfrm>
            <a:custGeom>
              <a:avLst/>
              <a:gdLst>
                <a:gd name="connsiteX0" fmla="*/ 151655 w 167297"/>
                <a:gd name="connsiteY0" fmla="*/ 116147 h 158937"/>
                <a:gd name="connsiteX1" fmla="*/ 143890 w 167297"/>
                <a:gd name="connsiteY1" fmla="*/ 125641 h 158937"/>
                <a:gd name="connsiteX2" fmla="*/ 127654 w 167297"/>
                <a:gd name="connsiteY2" fmla="*/ 139706 h 158937"/>
                <a:gd name="connsiteX3" fmla="*/ 116713 w 167297"/>
                <a:gd name="connsiteY3" fmla="*/ 125289 h 158937"/>
                <a:gd name="connsiteX4" fmla="*/ 115301 w 167297"/>
                <a:gd name="connsiteY4" fmla="*/ 119312 h 158937"/>
                <a:gd name="connsiteX5" fmla="*/ 102595 w 167297"/>
                <a:gd name="connsiteY5" fmla="*/ 62347 h 158937"/>
                <a:gd name="connsiteX6" fmla="*/ 137184 w 167297"/>
                <a:gd name="connsiteY6" fmla="*/ 19800 h 158937"/>
                <a:gd name="connsiteX7" fmla="*/ 145654 w 167297"/>
                <a:gd name="connsiteY7" fmla="*/ 22613 h 158937"/>
                <a:gd name="connsiteX8" fmla="*/ 155184 w 167297"/>
                <a:gd name="connsiteY8" fmla="*/ 25778 h 158937"/>
                <a:gd name="connsiteX9" fmla="*/ 167537 w 167297"/>
                <a:gd name="connsiteY9" fmla="*/ 13119 h 158937"/>
                <a:gd name="connsiteX10" fmla="*/ 153066 w 167297"/>
                <a:gd name="connsiteY10" fmla="*/ 109 h 158937"/>
                <a:gd name="connsiteX11" fmla="*/ 99771 w 167297"/>
                <a:gd name="connsiteY11" fmla="*/ 50392 h 158937"/>
                <a:gd name="connsiteX12" fmla="*/ 95889 w 167297"/>
                <a:gd name="connsiteY12" fmla="*/ 31052 h 158937"/>
                <a:gd name="connsiteX13" fmla="*/ 77535 w 167297"/>
                <a:gd name="connsiteY13" fmla="*/ 109 h 158937"/>
                <a:gd name="connsiteX14" fmla="*/ 36241 w 167297"/>
                <a:gd name="connsiteY14" fmla="*/ 10306 h 158937"/>
                <a:gd name="connsiteX15" fmla="*/ 32358 w 167297"/>
                <a:gd name="connsiteY15" fmla="*/ 11713 h 158937"/>
                <a:gd name="connsiteX16" fmla="*/ 33770 w 167297"/>
                <a:gd name="connsiteY16" fmla="*/ 16987 h 158937"/>
                <a:gd name="connsiteX17" fmla="*/ 53535 w 167297"/>
                <a:gd name="connsiteY17" fmla="*/ 13119 h 158937"/>
                <a:gd name="connsiteX18" fmla="*/ 69418 w 167297"/>
                <a:gd name="connsiteY18" fmla="*/ 37382 h 158937"/>
                <a:gd name="connsiteX19" fmla="*/ 79653 w 167297"/>
                <a:gd name="connsiteY19" fmla="*/ 80632 h 158937"/>
                <a:gd name="connsiteX20" fmla="*/ 50711 w 167297"/>
                <a:gd name="connsiteY20" fmla="*/ 121773 h 158937"/>
                <a:gd name="connsiteX21" fmla="*/ 32711 w 167297"/>
                <a:gd name="connsiteY21" fmla="*/ 138651 h 158937"/>
                <a:gd name="connsiteX22" fmla="*/ 23534 w 167297"/>
                <a:gd name="connsiteY22" fmla="*/ 135487 h 158937"/>
                <a:gd name="connsiteX23" fmla="*/ 12240 w 167297"/>
                <a:gd name="connsiteY23" fmla="*/ 131970 h 158937"/>
                <a:gd name="connsiteX24" fmla="*/ 240 w 167297"/>
                <a:gd name="connsiteY24" fmla="*/ 144277 h 158937"/>
                <a:gd name="connsiteX25" fmla="*/ 17887 w 167297"/>
                <a:gd name="connsiteY25" fmla="*/ 159046 h 158937"/>
                <a:gd name="connsiteX26" fmla="*/ 50711 w 167297"/>
                <a:gd name="connsiteY26" fmla="*/ 134432 h 158937"/>
                <a:gd name="connsiteX27" fmla="*/ 82477 w 167297"/>
                <a:gd name="connsiteY27" fmla="*/ 93291 h 158937"/>
                <a:gd name="connsiteX28" fmla="*/ 93065 w 167297"/>
                <a:gd name="connsiteY28" fmla="*/ 135487 h 158937"/>
                <a:gd name="connsiteX29" fmla="*/ 113536 w 167297"/>
                <a:gd name="connsiteY29" fmla="*/ 159046 h 158937"/>
                <a:gd name="connsiteX30" fmla="*/ 156596 w 167297"/>
                <a:gd name="connsiteY30" fmla="*/ 118960 h 158937"/>
                <a:gd name="connsiteX31" fmla="*/ 151655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147"/>
                  </a:moveTo>
                  <a:cubicBezTo>
                    <a:pt x="148831" y="119312"/>
                    <a:pt x="147066" y="121421"/>
                    <a:pt x="143890" y="125641"/>
                  </a:cubicBezTo>
                  <a:cubicBezTo>
                    <a:pt x="135772" y="136190"/>
                    <a:pt x="131537" y="139706"/>
                    <a:pt x="127654" y="139706"/>
                  </a:cubicBezTo>
                  <a:cubicBezTo>
                    <a:pt x="122360" y="139706"/>
                    <a:pt x="119183" y="135135"/>
                    <a:pt x="116713" y="125289"/>
                  </a:cubicBezTo>
                  <a:cubicBezTo>
                    <a:pt x="116007" y="122476"/>
                    <a:pt x="115654" y="120366"/>
                    <a:pt x="115301" y="119312"/>
                  </a:cubicBezTo>
                  <a:cubicBezTo>
                    <a:pt x="106477" y="83797"/>
                    <a:pt x="102595" y="67622"/>
                    <a:pt x="102595" y="62347"/>
                  </a:cubicBezTo>
                  <a:cubicBezTo>
                    <a:pt x="118124" y="35272"/>
                    <a:pt x="130831" y="19800"/>
                    <a:pt x="137184" y="19800"/>
                  </a:cubicBezTo>
                  <a:cubicBezTo>
                    <a:pt x="139301" y="19800"/>
                    <a:pt x="142125" y="20855"/>
                    <a:pt x="145654" y="22613"/>
                  </a:cubicBezTo>
                  <a:cubicBezTo>
                    <a:pt x="149890" y="25075"/>
                    <a:pt x="152360" y="25778"/>
                    <a:pt x="155184" y="25778"/>
                  </a:cubicBezTo>
                  <a:cubicBezTo>
                    <a:pt x="162596" y="25778"/>
                    <a:pt x="167537" y="20503"/>
                    <a:pt x="167537" y="13119"/>
                  </a:cubicBezTo>
                  <a:cubicBezTo>
                    <a:pt x="167537" y="5735"/>
                    <a:pt x="161537" y="109"/>
                    <a:pt x="153066" y="109"/>
                  </a:cubicBezTo>
                  <a:cubicBezTo>
                    <a:pt x="137537" y="109"/>
                    <a:pt x="124125" y="12767"/>
                    <a:pt x="99771" y="50392"/>
                  </a:cubicBezTo>
                  <a:lnTo>
                    <a:pt x="95889" y="31052"/>
                  </a:lnTo>
                  <a:cubicBezTo>
                    <a:pt x="90947" y="7141"/>
                    <a:pt x="87065" y="109"/>
                    <a:pt x="77535" y="109"/>
                  </a:cubicBezTo>
                  <a:cubicBezTo>
                    <a:pt x="69771" y="109"/>
                    <a:pt x="57770" y="3273"/>
                    <a:pt x="36241" y="10306"/>
                  </a:cubicBezTo>
                  <a:lnTo>
                    <a:pt x="32358" y="11713"/>
                  </a:lnTo>
                  <a:lnTo>
                    <a:pt x="33770" y="16987"/>
                  </a:lnTo>
                  <a:cubicBezTo>
                    <a:pt x="47182" y="13822"/>
                    <a:pt x="50358" y="13119"/>
                    <a:pt x="53535" y="13119"/>
                  </a:cubicBezTo>
                  <a:cubicBezTo>
                    <a:pt x="62359" y="13119"/>
                    <a:pt x="64476" y="16284"/>
                    <a:pt x="69418" y="37382"/>
                  </a:cubicBezTo>
                  <a:lnTo>
                    <a:pt x="79653" y="80632"/>
                  </a:lnTo>
                  <a:lnTo>
                    <a:pt x="50711" y="121773"/>
                  </a:lnTo>
                  <a:cubicBezTo>
                    <a:pt x="43652" y="132322"/>
                    <a:pt x="36593" y="138651"/>
                    <a:pt x="32711" y="138651"/>
                  </a:cubicBezTo>
                  <a:cubicBezTo>
                    <a:pt x="30593" y="138651"/>
                    <a:pt x="27064" y="137596"/>
                    <a:pt x="23534" y="135487"/>
                  </a:cubicBezTo>
                  <a:cubicBezTo>
                    <a:pt x="18946" y="133025"/>
                    <a:pt x="15064" y="131970"/>
                    <a:pt x="12240" y="131970"/>
                  </a:cubicBezTo>
                  <a:cubicBezTo>
                    <a:pt x="5534" y="131970"/>
                    <a:pt x="240" y="137245"/>
                    <a:pt x="240" y="144277"/>
                  </a:cubicBezTo>
                  <a:cubicBezTo>
                    <a:pt x="240" y="153420"/>
                    <a:pt x="7299" y="159046"/>
                    <a:pt x="17887" y="159046"/>
                  </a:cubicBezTo>
                  <a:cubicBezTo>
                    <a:pt x="28829" y="159046"/>
                    <a:pt x="33064" y="155881"/>
                    <a:pt x="50711" y="134432"/>
                  </a:cubicBezTo>
                  <a:cubicBezTo>
                    <a:pt x="60241" y="123180"/>
                    <a:pt x="67653" y="113686"/>
                    <a:pt x="82477" y="93291"/>
                  </a:cubicBezTo>
                  <a:lnTo>
                    <a:pt x="93065" y="135487"/>
                  </a:lnTo>
                  <a:cubicBezTo>
                    <a:pt x="97654" y="153420"/>
                    <a:pt x="102242" y="159046"/>
                    <a:pt x="113536" y="159046"/>
                  </a:cubicBezTo>
                  <a:cubicBezTo>
                    <a:pt x="126948" y="159046"/>
                    <a:pt x="136125" y="150607"/>
                    <a:pt x="156596" y="118960"/>
                  </a:cubicBezTo>
                  <a:lnTo>
                    <a:pt x="151655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4" name="Freeform: Shape 1893">
              <a:extLst>
                <a:ext uri="{FF2B5EF4-FFF2-40B4-BE49-F238E27FC236}">
                  <a16:creationId xmlns:a16="http://schemas.microsoft.com/office/drawing/2014/main" id="{C895EB6C-CC6B-B15E-91BF-CD3ABA6202A2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1356223" y="4823594"/>
              <a:ext cx="215651" cy="14065"/>
            </a:xfrm>
            <a:custGeom>
              <a:avLst/>
              <a:gdLst>
                <a:gd name="connsiteX0" fmla="*/ 203544 w 215651"/>
                <a:gd name="connsiteY0" fmla="*/ 14174 h 14065"/>
                <a:gd name="connsiteX1" fmla="*/ 215897 w 215651"/>
                <a:gd name="connsiteY1" fmla="*/ 7141 h 14065"/>
                <a:gd name="connsiteX2" fmla="*/ 203544 w 215651"/>
                <a:gd name="connsiteY2" fmla="*/ 109 h 14065"/>
                <a:gd name="connsiteX3" fmla="*/ 12599 w 215651"/>
                <a:gd name="connsiteY3" fmla="*/ 109 h 14065"/>
                <a:gd name="connsiteX4" fmla="*/ 246 w 215651"/>
                <a:gd name="connsiteY4" fmla="*/ 7141 h 14065"/>
                <a:gd name="connsiteX5" fmla="*/ 12599 w 215651"/>
                <a:gd name="connsiteY5" fmla="*/ 14174 h 14065"/>
                <a:gd name="connsiteX6" fmla="*/ 203544 w 215651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4" y="14174"/>
                  </a:moveTo>
                  <a:cubicBezTo>
                    <a:pt x="209544" y="14174"/>
                    <a:pt x="215897" y="14174"/>
                    <a:pt x="215897" y="7141"/>
                  </a:cubicBezTo>
                  <a:cubicBezTo>
                    <a:pt x="215897" y="109"/>
                    <a:pt x="209544" y="109"/>
                    <a:pt x="203544" y="109"/>
                  </a:cubicBezTo>
                  <a:lnTo>
                    <a:pt x="12599" y="109"/>
                  </a:lnTo>
                  <a:cubicBezTo>
                    <a:pt x="6599" y="109"/>
                    <a:pt x="246" y="109"/>
                    <a:pt x="246" y="7141"/>
                  </a:cubicBezTo>
                  <a:cubicBezTo>
                    <a:pt x="246" y="14174"/>
                    <a:pt x="6599" y="14174"/>
                    <a:pt x="12599" y="14174"/>
                  </a:cubicBezTo>
                  <a:lnTo>
                    <a:pt x="203544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5" name="Freeform: Shape 1894">
              <a:extLst>
                <a:ext uri="{FF2B5EF4-FFF2-40B4-BE49-F238E27FC236}">
                  <a16:creationId xmlns:a16="http://schemas.microsoft.com/office/drawing/2014/main" id="{D0B89E19-3EEE-07EE-5B34-041D38EC06DB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1641868" y="4763465"/>
              <a:ext cx="167297" cy="158937"/>
            </a:xfrm>
            <a:custGeom>
              <a:avLst/>
              <a:gdLst>
                <a:gd name="connsiteX0" fmla="*/ 151670 w 167297"/>
                <a:gd name="connsiteY0" fmla="*/ 116147 h 158937"/>
                <a:gd name="connsiteX1" fmla="*/ 143905 w 167297"/>
                <a:gd name="connsiteY1" fmla="*/ 125641 h 158937"/>
                <a:gd name="connsiteX2" fmla="*/ 127669 w 167297"/>
                <a:gd name="connsiteY2" fmla="*/ 139706 h 158937"/>
                <a:gd name="connsiteX3" fmla="*/ 116728 w 167297"/>
                <a:gd name="connsiteY3" fmla="*/ 125289 h 158937"/>
                <a:gd name="connsiteX4" fmla="*/ 115316 w 167297"/>
                <a:gd name="connsiteY4" fmla="*/ 119312 h 158937"/>
                <a:gd name="connsiteX5" fmla="*/ 102610 w 167297"/>
                <a:gd name="connsiteY5" fmla="*/ 62347 h 158937"/>
                <a:gd name="connsiteX6" fmla="*/ 137199 w 167297"/>
                <a:gd name="connsiteY6" fmla="*/ 19800 h 158937"/>
                <a:gd name="connsiteX7" fmla="*/ 145669 w 167297"/>
                <a:gd name="connsiteY7" fmla="*/ 22613 h 158937"/>
                <a:gd name="connsiteX8" fmla="*/ 155199 w 167297"/>
                <a:gd name="connsiteY8" fmla="*/ 25778 h 158937"/>
                <a:gd name="connsiteX9" fmla="*/ 167552 w 167297"/>
                <a:gd name="connsiteY9" fmla="*/ 13119 h 158937"/>
                <a:gd name="connsiteX10" fmla="*/ 153081 w 167297"/>
                <a:gd name="connsiteY10" fmla="*/ 109 h 158937"/>
                <a:gd name="connsiteX11" fmla="*/ 99786 w 167297"/>
                <a:gd name="connsiteY11" fmla="*/ 50392 h 158937"/>
                <a:gd name="connsiteX12" fmla="*/ 95904 w 167297"/>
                <a:gd name="connsiteY12" fmla="*/ 31052 h 158937"/>
                <a:gd name="connsiteX13" fmla="*/ 77550 w 167297"/>
                <a:gd name="connsiteY13" fmla="*/ 109 h 158937"/>
                <a:gd name="connsiteX14" fmla="*/ 36255 w 167297"/>
                <a:gd name="connsiteY14" fmla="*/ 10306 h 158937"/>
                <a:gd name="connsiteX15" fmla="*/ 32373 w 167297"/>
                <a:gd name="connsiteY15" fmla="*/ 11713 h 158937"/>
                <a:gd name="connsiteX16" fmla="*/ 33785 w 167297"/>
                <a:gd name="connsiteY16" fmla="*/ 16987 h 158937"/>
                <a:gd name="connsiteX17" fmla="*/ 53550 w 167297"/>
                <a:gd name="connsiteY17" fmla="*/ 13119 h 158937"/>
                <a:gd name="connsiteX18" fmla="*/ 69433 w 167297"/>
                <a:gd name="connsiteY18" fmla="*/ 37382 h 158937"/>
                <a:gd name="connsiteX19" fmla="*/ 79668 w 167297"/>
                <a:gd name="connsiteY19" fmla="*/ 80632 h 158937"/>
                <a:gd name="connsiteX20" fmla="*/ 50726 w 167297"/>
                <a:gd name="connsiteY20" fmla="*/ 121773 h 158937"/>
                <a:gd name="connsiteX21" fmla="*/ 32726 w 167297"/>
                <a:gd name="connsiteY21" fmla="*/ 138651 h 158937"/>
                <a:gd name="connsiteX22" fmla="*/ 23549 w 167297"/>
                <a:gd name="connsiteY22" fmla="*/ 135487 h 158937"/>
                <a:gd name="connsiteX23" fmla="*/ 12255 w 167297"/>
                <a:gd name="connsiteY23" fmla="*/ 131970 h 158937"/>
                <a:gd name="connsiteX24" fmla="*/ 255 w 167297"/>
                <a:gd name="connsiteY24" fmla="*/ 144277 h 158937"/>
                <a:gd name="connsiteX25" fmla="*/ 17902 w 167297"/>
                <a:gd name="connsiteY25" fmla="*/ 159046 h 158937"/>
                <a:gd name="connsiteX26" fmla="*/ 50726 w 167297"/>
                <a:gd name="connsiteY26" fmla="*/ 134432 h 158937"/>
                <a:gd name="connsiteX27" fmla="*/ 82492 w 167297"/>
                <a:gd name="connsiteY27" fmla="*/ 93291 h 158937"/>
                <a:gd name="connsiteX28" fmla="*/ 93080 w 167297"/>
                <a:gd name="connsiteY28" fmla="*/ 135487 h 158937"/>
                <a:gd name="connsiteX29" fmla="*/ 113551 w 167297"/>
                <a:gd name="connsiteY29" fmla="*/ 159046 h 158937"/>
                <a:gd name="connsiteX30" fmla="*/ 156611 w 167297"/>
                <a:gd name="connsiteY30" fmla="*/ 118960 h 158937"/>
                <a:gd name="connsiteX31" fmla="*/ 151670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0" y="116147"/>
                  </a:moveTo>
                  <a:cubicBezTo>
                    <a:pt x="148846" y="119312"/>
                    <a:pt x="147081" y="121421"/>
                    <a:pt x="143905" y="125641"/>
                  </a:cubicBezTo>
                  <a:cubicBezTo>
                    <a:pt x="135787" y="136190"/>
                    <a:pt x="131551" y="139706"/>
                    <a:pt x="127669" y="139706"/>
                  </a:cubicBezTo>
                  <a:cubicBezTo>
                    <a:pt x="122375" y="139706"/>
                    <a:pt x="119198" y="135135"/>
                    <a:pt x="116728" y="125289"/>
                  </a:cubicBezTo>
                  <a:cubicBezTo>
                    <a:pt x="116022" y="122476"/>
                    <a:pt x="115669" y="120366"/>
                    <a:pt x="115316" y="119312"/>
                  </a:cubicBezTo>
                  <a:cubicBezTo>
                    <a:pt x="106492" y="83797"/>
                    <a:pt x="102610" y="67622"/>
                    <a:pt x="102610" y="62347"/>
                  </a:cubicBezTo>
                  <a:cubicBezTo>
                    <a:pt x="118139" y="35272"/>
                    <a:pt x="130846" y="19800"/>
                    <a:pt x="137199" y="19800"/>
                  </a:cubicBezTo>
                  <a:cubicBezTo>
                    <a:pt x="139316" y="19800"/>
                    <a:pt x="142140" y="20855"/>
                    <a:pt x="145669" y="22613"/>
                  </a:cubicBezTo>
                  <a:cubicBezTo>
                    <a:pt x="149905" y="25075"/>
                    <a:pt x="152375" y="25778"/>
                    <a:pt x="155199" y="25778"/>
                  </a:cubicBezTo>
                  <a:cubicBezTo>
                    <a:pt x="162611" y="25778"/>
                    <a:pt x="167552" y="20503"/>
                    <a:pt x="167552" y="13119"/>
                  </a:cubicBezTo>
                  <a:cubicBezTo>
                    <a:pt x="167552" y="5735"/>
                    <a:pt x="161552" y="109"/>
                    <a:pt x="153081" y="109"/>
                  </a:cubicBezTo>
                  <a:cubicBezTo>
                    <a:pt x="137552" y="109"/>
                    <a:pt x="124140" y="12767"/>
                    <a:pt x="99786" y="50392"/>
                  </a:cubicBezTo>
                  <a:lnTo>
                    <a:pt x="95904" y="31052"/>
                  </a:lnTo>
                  <a:cubicBezTo>
                    <a:pt x="90962" y="7141"/>
                    <a:pt x="87080" y="109"/>
                    <a:pt x="77550" y="109"/>
                  </a:cubicBezTo>
                  <a:cubicBezTo>
                    <a:pt x="69786" y="109"/>
                    <a:pt x="57785" y="3273"/>
                    <a:pt x="36255" y="10306"/>
                  </a:cubicBezTo>
                  <a:lnTo>
                    <a:pt x="32373" y="11713"/>
                  </a:lnTo>
                  <a:lnTo>
                    <a:pt x="33785" y="16987"/>
                  </a:lnTo>
                  <a:cubicBezTo>
                    <a:pt x="47197" y="13822"/>
                    <a:pt x="50373" y="13119"/>
                    <a:pt x="53550" y="13119"/>
                  </a:cubicBezTo>
                  <a:cubicBezTo>
                    <a:pt x="62374" y="13119"/>
                    <a:pt x="64491" y="16284"/>
                    <a:pt x="69433" y="37382"/>
                  </a:cubicBezTo>
                  <a:lnTo>
                    <a:pt x="79668" y="80632"/>
                  </a:lnTo>
                  <a:lnTo>
                    <a:pt x="50726" y="121773"/>
                  </a:lnTo>
                  <a:cubicBezTo>
                    <a:pt x="43667" y="132322"/>
                    <a:pt x="36608" y="138651"/>
                    <a:pt x="32726" y="138651"/>
                  </a:cubicBezTo>
                  <a:cubicBezTo>
                    <a:pt x="30608" y="138651"/>
                    <a:pt x="27079" y="137596"/>
                    <a:pt x="23549" y="135487"/>
                  </a:cubicBezTo>
                  <a:cubicBezTo>
                    <a:pt x="18961" y="133025"/>
                    <a:pt x="15079" y="131970"/>
                    <a:pt x="12255" y="131970"/>
                  </a:cubicBezTo>
                  <a:cubicBezTo>
                    <a:pt x="5549" y="131970"/>
                    <a:pt x="255" y="137245"/>
                    <a:pt x="255" y="144277"/>
                  </a:cubicBezTo>
                  <a:cubicBezTo>
                    <a:pt x="255" y="153420"/>
                    <a:pt x="7314" y="159046"/>
                    <a:pt x="17902" y="159046"/>
                  </a:cubicBezTo>
                  <a:cubicBezTo>
                    <a:pt x="28844" y="159046"/>
                    <a:pt x="33079" y="155881"/>
                    <a:pt x="50726" y="134432"/>
                  </a:cubicBezTo>
                  <a:cubicBezTo>
                    <a:pt x="60256" y="123180"/>
                    <a:pt x="67668" y="113686"/>
                    <a:pt x="82492" y="93291"/>
                  </a:cubicBezTo>
                  <a:lnTo>
                    <a:pt x="93080" y="135487"/>
                  </a:lnTo>
                  <a:cubicBezTo>
                    <a:pt x="97668" y="153420"/>
                    <a:pt x="102257" y="159046"/>
                    <a:pt x="113551" y="159046"/>
                  </a:cubicBezTo>
                  <a:cubicBezTo>
                    <a:pt x="126963" y="159046"/>
                    <a:pt x="136140" y="150607"/>
                    <a:pt x="156611" y="118960"/>
                  </a:cubicBezTo>
                  <a:lnTo>
                    <a:pt x="151670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6" name="Freeform: Shape 1895">
              <a:extLst>
                <a:ext uri="{FF2B5EF4-FFF2-40B4-BE49-F238E27FC236}">
                  <a16:creationId xmlns:a16="http://schemas.microsoft.com/office/drawing/2014/main" id="{B6986137-D4B3-FDE2-6A51-35038920FBB3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1819923" y="4795951"/>
              <a:ext cx="101599" cy="179542"/>
            </a:xfrm>
            <a:custGeom>
              <a:avLst/>
              <a:gdLst>
                <a:gd name="connsiteX0" fmla="*/ 28989 w 101599"/>
                <a:gd name="connsiteY0" fmla="*/ 90143 h 179542"/>
                <a:gd name="connsiteX1" fmla="*/ 56674 w 101599"/>
                <a:gd name="connsiteY1" fmla="*/ 93005 h 179542"/>
                <a:gd name="connsiteX2" fmla="*/ 83053 w 101599"/>
                <a:gd name="connsiteY2" fmla="*/ 131515 h 179542"/>
                <a:gd name="connsiteX3" fmla="*/ 48838 w 101599"/>
                <a:gd name="connsiteY3" fmla="*/ 170286 h 179542"/>
                <a:gd name="connsiteX4" fmla="*/ 26899 w 101599"/>
                <a:gd name="connsiteY4" fmla="*/ 162220 h 179542"/>
                <a:gd name="connsiteX5" fmla="*/ 10183 w 101599"/>
                <a:gd name="connsiteY5" fmla="*/ 155715 h 179542"/>
                <a:gd name="connsiteX6" fmla="*/ 259 w 101599"/>
                <a:gd name="connsiteY6" fmla="*/ 164822 h 179542"/>
                <a:gd name="connsiteX7" fmla="*/ 29772 w 101599"/>
                <a:gd name="connsiteY7" fmla="*/ 179654 h 179542"/>
                <a:gd name="connsiteX8" fmla="*/ 82792 w 101599"/>
                <a:gd name="connsiteY8" fmla="*/ 162220 h 179542"/>
                <a:gd name="connsiteX9" fmla="*/ 101858 w 101599"/>
                <a:gd name="connsiteY9" fmla="*/ 119025 h 179542"/>
                <a:gd name="connsiteX10" fmla="*/ 90105 w 101599"/>
                <a:gd name="connsiteY10" fmla="*/ 85459 h 179542"/>
                <a:gd name="connsiteX11" fmla="*/ 68427 w 101599"/>
                <a:gd name="connsiteY11" fmla="*/ 71668 h 179542"/>
                <a:gd name="connsiteX12" fmla="*/ 92978 w 101599"/>
                <a:gd name="connsiteY12" fmla="*/ 35759 h 179542"/>
                <a:gd name="connsiteX13" fmla="*/ 52234 w 101599"/>
                <a:gd name="connsiteY13" fmla="*/ 111 h 179542"/>
                <a:gd name="connsiteX14" fmla="*/ 18280 w 101599"/>
                <a:gd name="connsiteY14" fmla="*/ 12861 h 179542"/>
                <a:gd name="connsiteX15" fmla="*/ 781 w 101599"/>
                <a:gd name="connsiteY15" fmla="*/ 42265 h 179542"/>
                <a:gd name="connsiteX16" fmla="*/ 4699 w 101599"/>
                <a:gd name="connsiteY16" fmla="*/ 43305 h 179542"/>
                <a:gd name="connsiteX17" fmla="*/ 43615 w 101599"/>
                <a:gd name="connsiteY17" fmla="*/ 15723 h 179542"/>
                <a:gd name="connsiteX18" fmla="*/ 72345 w 101599"/>
                <a:gd name="connsiteY18" fmla="*/ 43566 h 179542"/>
                <a:gd name="connsiteX19" fmla="*/ 61897 w 101599"/>
                <a:gd name="connsiteY19" fmla="*/ 68806 h 179542"/>
                <a:gd name="connsiteX20" fmla="*/ 28989 w 101599"/>
                <a:gd name="connsiteY20" fmla="*/ 86760 h 179542"/>
                <a:gd name="connsiteX21" fmla="*/ 28989 w 101599"/>
                <a:gd name="connsiteY21" fmla="*/ 90143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89" y="90143"/>
                  </a:moveTo>
                  <a:cubicBezTo>
                    <a:pt x="44398" y="90143"/>
                    <a:pt x="50405" y="90663"/>
                    <a:pt x="56674" y="93005"/>
                  </a:cubicBezTo>
                  <a:cubicBezTo>
                    <a:pt x="72867" y="98729"/>
                    <a:pt x="83053" y="113561"/>
                    <a:pt x="83053" y="131515"/>
                  </a:cubicBezTo>
                  <a:cubicBezTo>
                    <a:pt x="83053" y="153373"/>
                    <a:pt x="68166" y="170286"/>
                    <a:pt x="48838" y="170286"/>
                  </a:cubicBezTo>
                  <a:cubicBezTo>
                    <a:pt x="41786" y="170286"/>
                    <a:pt x="36563" y="168465"/>
                    <a:pt x="26899" y="162220"/>
                  </a:cubicBezTo>
                  <a:cubicBezTo>
                    <a:pt x="19064" y="157536"/>
                    <a:pt x="14624" y="155715"/>
                    <a:pt x="10183" y="155715"/>
                  </a:cubicBezTo>
                  <a:cubicBezTo>
                    <a:pt x="4176" y="155715"/>
                    <a:pt x="259" y="159358"/>
                    <a:pt x="259" y="164822"/>
                  </a:cubicBezTo>
                  <a:cubicBezTo>
                    <a:pt x="259" y="173929"/>
                    <a:pt x="11489" y="179654"/>
                    <a:pt x="29772" y="179654"/>
                  </a:cubicBezTo>
                  <a:cubicBezTo>
                    <a:pt x="49883" y="179654"/>
                    <a:pt x="70516" y="172888"/>
                    <a:pt x="82792" y="162220"/>
                  </a:cubicBezTo>
                  <a:cubicBezTo>
                    <a:pt x="95067" y="151551"/>
                    <a:pt x="101858" y="136459"/>
                    <a:pt x="101858" y="119025"/>
                  </a:cubicBezTo>
                  <a:cubicBezTo>
                    <a:pt x="101858" y="105755"/>
                    <a:pt x="97679" y="93525"/>
                    <a:pt x="90105" y="85459"/>
                  </a:cubicBezTo>
                  <a:cubicBezTo>
                    <a:pt x="84881" y="79734"/>
                    <a:pt x="79919" y="76612"/>
                    <a:pt x="68427" y="71668"/>
                  </a:cubicBezTo>
                  <a:cubicBezTo>
                    <a:pt x="86448" y="59438"/>
                    <a:pt x="92978" y="49811"/>
                    <a:pt x="92978" y="35759"/>
                  </a:cubicBezTo>
                  <a:cubicBezTo>
                    <a:pt x="92978" y="14683"/>
                    <a:pt x="76262" y="111"/>
                    <a:pt x="52234" y="111"/>
                  </a:cubicBezTo>
                  <a:cubicBezTo>
                    <a:pt x="39175" y="111"/>
                    <a:pt x="27683" y="4535"/>
                    <a:pt x="18280" y="12861"/>
                  </a:cubicBezTo>
                  <a:cubicBezTo>
                    <a:pt x="10445" y="19887"/>
                    <a:pt x="6527" y="26652"/>
                    <a:pt x="781" y="42265"/>
                  </a:cubicBezTo>
                  <a:lnTo>
                    <a:pt x="4699" y="43305"/>
                  </a:lnTo>
                  <a:cubicBezTo>
                    <a:pt x="15407" y="24310"/>
                    <a:pt x="27160" y="15723"/>
                    <a:pt x="43615" y="15723"/>
                  </a:cubicBezTo>
                  <a:cubicBezTo>
                    <a:pt x="60591" y="15723"/>
                    <a:pt x="72345" y="27173"/>
                    <a:pt x="72345" y="43566"/>
                  </a:cubicBezTo>
                  <a:cubicBezTo>
                    <a:pt x="72345" y="52933"/>
                    <a:pt x="68427" y="62300"/>
                    <a:pt x="61897" y="68806"/>
                  </a:cubicBezTo>
                  <a:cubicBezTo>
                    <a:pt x="54062" y="76612"/>
                    <a:pt x="46749" y="80515"/>
                    <a:pt x="28989" y="86760"/>
                  </a:cubicBezTo>
                  <a:lnTo>
                    <a:pt x="28989" y="901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7" name="Freeform: Shape 1896">
              <a:extLst>
                <a:ext uri="{FF2B5EF4-FFF2-40B4-BE49-F238E27FC236}">
                  <a16:creationId xmlns:a16="http://schemas.microsoft.com/office/drawing/2014/main" id="{253CCBE8-1249-2004-EA3E-C7DECC6FEAE0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1977604" y="4654811"/>
              <a:ext cx="81883" cy="351630"/>
            </a:xfrm>
            <a:custGeom>
              <a:avLst/>
              <a:gdLst>
                <a:gd name="connsiteX0" fmla="*/ 82148 w 81883"/>
                <a:gd name="connsiteY0" fmla="*/ 175923 h 351630"/>
                <a:gd name="connsiteX1" fmla="*/ 58853 w 81883"/>
                <a:gd name="connsiteY1" fmla="*/ 66215 h 351630"/>
                <a:gd name="connsiteX2" fmla="*/ 3793 w 81883"/>
                <a:gd name="connsiteY2" fmla="*/ 108 h 351630"/>
                <a:gd name="connsiteX3" fmla="*/ 264 w 81883"/>
                <a:gd name="connsiteY3" fmla="*/ 3624 h 351630"/>
                <a:gd name="connsiteX4" fmla="*/ 6970 w 81883"/>
                <a:gd name="connsiteY4" fmla="*/ 11712 h 351630"/>
                <a:gd name="connsiteX5" fmla="*/ 61677 w 81883"/>
                <a:gd name="connsiteY5" fmla="*/ 175923 h 351630"/>
                <a:gd name="connsiteX6" fmla="*/ 4852 w 81883"/>
                <a:gd name="connsiteY6" fmla="*/ 342245 h 351630"/>
                <a:gd name="connsiteX7" fmla="*/ 264 w 81883"/>
                <a:gd name="connsiteY7" fmla="*/ 348223 h 351630"/>
                <a:gd name="connsiteX8" fmla="*/ 3793 w 81883"/>
                <a:gd name="connsiteY8" fmla="*/ 351739 h 351630"/>
                <a:gd name="connsiteX9" fmla="*/ 59912 w 81883"/>
                <a:gd name="connsiteY9" fmla="*/ 283171 h 351630"/>
                <a:gd name="connsiteX10" fmla="*/ 82148 w 81883"/>
                <a:gd name="connsiteY10" fmla="*/ 1759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48" y="175923"/>
                  </a:moveTo>
                  <a:cubicBezTo>
                    <a:pt x="82148" y="148496"/>
                    <a:pt x="78265" y="105949"/>
                    <a:pt x="58853" y="66215"/>
                  </a:cubicBezTo>
                  <a:cubicBezTo>
                    <a:pt x="37676" y="22964"/>
                    <a:pt x="7323" y="108"/>
                    <a:pt x="3793" y="108"/>
                  </a:cubicBezTo>
                  <a:cubicBezTo>
                    <a:pt x="1676" y="108"/>
                    <a:pt x="264" y="1515"/>
                    <a:pt x="264" y="3624"/>
                  </a:cubicBezTo>
                  <a:cubicBezTo>
                    <a:pt x="264" y="4679"/>
                    <a:pt x="264" y="5383"/>
                    <a:pt x="6970" y="11712"/>
                  </a:cubicBezTo>
                  <a:cubicBezTo>
                    <a:pt x="41559" y="46523"/>
                    <a:pt x="61677" y="102433"/>
                    <a:pt x="61677" y="175923"/>
                  </a:cubicBezTo>
                  <a:cubicBezTo>
                    <a:pt x="61677" y="236052"/>
                    <a:pt x="48618" y="297939"/>
                    <a:pt x="4852" y="342245"/>
                  </a:cubicBezTo>
                  <a:cubicBezTo>
                    <a:pt x="264" y="346464"/>
                    <a:pt x="264" y="347168"/>
                    <a:pt x="264" y="348223"/>
                  </a:cubicBezTo>
                  <a:cubicBezTo>
                    <a:pt x="264" y="350332"/>
                    <a:pt x="1676" y="351739"/>
                    <a:pt x="3793" y="351739"/>
                  </a:cubicBezTo>
                  <a:cubicBezTo>
                    <a:pt x="7323" y="351739"/>
                    <a:pt x="39088" y="327828"/>
                    <a:pt x="59912" y="283171"/>
                  </a:cubicBezTo>
                  <a:cubicBezTo>
                    <a:pt x="77912" y="244492"/>
                    <a:pt x="82148" y="205460"/>
                    <a:pt x="82148" y="1759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8" name="Freeform: Shape 1897">
              <a:extLst>
                <a:ext uri="{FF2B5EF4-FFF2-40B4-BE49-F238E27FC236}">
                  <a16:creationId xmlns:a16="http://schemas.microsoft.com/office/drawing/2014/main" id="{A4316448-9B47-6083-9879-D952C9EE70DC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2129881" y="4654811"/>
              <a:ext cx="81883" cy="351630"/>
            </a:xfrm>
            <a:custGeom>
              <a:avLst/>
              <a:gdLst>
                <a:gd name="connsiteX0" fmla="*/ 82152 w 81883"/>
                <a:gd name="connsiteY0" fmla="*/ 348223 h 351630"/>
                <a:gd name="connsiteX1" fmla="*/ 76152 w 81883"/>
                <a:gd name="connsiteY1" fmla="*/ 340487 h 351630"/>
                <a:gd name="connsiteX2" fmla="*/ 20739 w 81883"/>
                <a:gd name="connsiteY2" fmla="*/ 175923 h 351630"/>
                <a:gd name="connsiteX3" fmla="*/ 77563 w 81883"/>
                <a:gd name="connsiteY3" fmla="*/ 9602 h 351630"/>
                <a:gd name="connsiteX4" fmla="*/ 82152 w 81883"/>
                <a:gd name="connsiteY4" fmla="*/ 3624 h 351630"/>
                <a:gd name="connsiteX5" fmla="*/ 78622 w 81883"/>
                <a:gd name="connsiteY5" fmla="*/ 108 h 351630"/>
                <a:gd name="connsiteX6" fmla="*/ 22504 w 81883"/>
                <a:gd name="connsiteY6" fmla="*/ 68676 h 351630"/>
                <a:gd name="connsiteX7" fmla="*/ 268 w 81883"/>
                <a:gd name="connsiteY7" fmla="*/ 175923 h 351630"/>
                <a:gd name="connsiteX8" fmla="*/ 23562 w 81883"/>
                <a:gd name="connsiteY8" fmla="*/ 285632 h 351630"/>
                <a:gd name="connsiteX9" fmla="*/ 78622 w 81883"/>
                <a:gd name="connsiteY9" fmla="*/ 351739 h 351630"/>
                <a:gd name="connsiteX10" fmla="*/ 82152 w 81883"/>
                <a:gd name="connsiteY10" fmla="*/ 3482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348223"/>
                  </a:moveTo>
                  <a:cubicBezTo>
                    <a:pt x="82152" y="347168"/>
                    <a:pt x="82152" y="346464"/>
                    <a:pt x="76152" y="340487"/>
                  </a:cubicBezTo>
                  <a:cubicBezTo>
                    <a:pt x="32033" y="296181"/>
                    <a:pt x="20739" y="229723"/>
                    <a:pt x="20739" y="175923"/>
                  </a:cubicBezTo>
                  <a:cubicBezTo>
                    <a:pt x="20739" y="114740"/>
                    <a:pt x="34151" y="53556"/>
                    <a:pt x="77563" y="9602"/>
                  </a:cubicBezTo>
                  <a:cubicBezTo>
                    <a:pt x="82152" y="5383"/>
                    <a:pt x="82152" y="4679"/>
                    <a:pt x="82152" y="3624"/>
                  </a:cubicBezTo>
                  <a:cubicBezTo>
                    <a:pt x="82152" y="1163"/>
                    <a:pt x="80740" y="108"/>
                    <a:pt x="78622" y="108"/>
                  </a:cubicBezTo>
                  <a:cubicBezTo>
                    <a:pt x="75093" y="108"/>
                    <a:pt x="43327" y="24019"/>
                    <a:pt x="22504" y="68676"/>
                  </a:cubicBezTo>
                  <a:cubicBezTo>
                    <a:pt x="4503" y="107355"/>
                    <a:pt x="268" y="146386"/>
                    <a:pt x="268" y="175923"/>
                  </a:cubicBezTo>
                  <a:cubicBezTo>
                    <a:pt x="268" y="203351"/>
                    <a:pt x="4150" y="245898"/>
                    <a:pt x="23562" y="285632"/>
                  </a:cubicBezTo>
                  <a:cubicBezTo>
                    <a:pt x="44739" y="328883"/>
                    <a:pt x="75093" y="351739"/>
                    <a:pt x="78622" y="351739"/>
                  </a:cubicBezTo>
                  <a:cubicBezTo>
                    <a:pt x="80740" y="351739"/>
                    <a:pt x="82152" y="350684"/>
                    <a:pt x="82152" y="3482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9" name="Freeform: Shape 1898">
              <a:extLst>
                <a:ext uri="{FF2B5EF4-FFF2-40B4-BE49-F238E27FC236}">
                  <a16:creationId xmlns:a16="http://schemas.microsoft.com/office/drawing/2014/main" id="{4D2356C5-7FE6-861E-8C2F-D9500517E5A7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2222863" y="4763465"/>
              <a:ext cx="167297" cy="158937"/>
            </a:xfrm>
            <a:custGeom>
              <a:avLst/>
              <a:gdLst>
                <a:gd name="connsiteX0" fmla="*/ 151686 w 167297"/>
                <a:gd name="connsiteY0" fmla="*/ 116147 h 158937"/>
                <a:gd name="connsiteX1" fmla="*/ 143921 w 167297"/>
                <a:gd name="connsiteY1" fmla="*/ 125641 h 158937"/>
                <a:gd name="connsiteX2" fmla="*/ 127685 w 167297"/>
                <a:gd name="connsiteY2" fmla="*/ 139706 h 158937"/>
                <a:gd name="connsiteX3" fmla="*/ 116744 w 167297"/>
                <a:gd name="connsiteY3" fmla="*/ 125289 h 158937"/>
                <a:gd name="connsiteX4" fmla="*/ 115332 w 167297"/>
                <a:gd name="connsiteY4" fmla="*/ 119312 h 158937"/>
                <a:gd name="connsiteX5" fmla="*/ 102626 w 167297"/>
                <a:gd name="connsiteY5" fmla="*/ 62347 h 158937"/>
                <a:gd name="connsiteX6" fmla="*/ 137215 w 167297"/>
                <a:gd name="connsiteY6" fmla="*/ 19800 h 158937"/>
                <a:gd name="connsiteX7" fmla="*/ 145686 w 167297"/>
                <a:gd name="connsiteY7" fmla="*/ 22613 h 158937"/>
                <a:gd name="connsiteX8" fmla="*/ 155215 w 167297"/>
                <a:gd name="connsiteY8" fmla="*/ 25778 h 158937"/>
                <a:gd name="connsiteX9" fmla="*/ 167569 w 167297"/>
                <a:gd name="connsiteY9" fmla="*/ 13119 h 158937"/>
                <a:gd name="connsiteX10" fmla="*/ 153098 w 167297"/>
                <a:gd name="connsiteY10" fmla="*/ 109 h 158937"/>
                <a:gd name="connsiteX11" fmla="*/ 99802 w 167297"/>
                <a:gd name="connsiteY11" fmla="*/ 50392 h 158937"/>
                <a:gd name="connsiteX12" fmla="*/ 95920 w 167297"/>
                <a:gd name="connsiteY12" fmla="*/ 31052 h 158937"/>
                <a:gd name="connsiteX13" fmla="*/ 77567 w 167297"/>
                <a:gd name="connsiteY13" fmla="*/ 109 h 158937"/>
                <a:gd name="connsiteX14" fmla="*/ 36272 w 167297"/>
                <a:gd name="connsiteY14" fmla="*/ 10306 h 158937"/>
                <a:gd name="connsiteX15" fmla="*/ 32389 w 167297"/>
                <a:gd name="connsiteY15" fmla="*/ 11713 h 158937"/>
                <a:gd name="connsiteX16" fmla="*/ 33801 w 167297"/>
                <a:gd name="connsiteY16" fmla="*/ 16987 h 158937"/>
                <a:gd name="connsiteX17" fmla="*/ 53566 w 167297"/>
                <a:gd name="connsiteY17" fmla="*/ 13119 h 158937"/>
                <a:gd name="connsiteX18" fmla="*/ 69449 w 167297"/>
                <a:gd name="connsiteY18" fmla="*/ 37382 h 158937"/>
                <a:gd name="connsiteX19" fmla="*/ 79684 w 167297"/>
                <a:gd name="connsiteY19" fmla="*/ 80632 h 158937"/>
                <a:gd name="connsiteX20" fmla="*/ 50743 w 167297"/>
                <a:gd name="connsiteY20" fmla="*/ 121773 h 158937"/>
                <a:gd name="connsiteX21" fmla="*/ 32742 w 167297"/>
                <a:gd name="connsiteY21" fmla="*/ 138651 h 158937"/>
                <a:gd name="connsiteX22" fmla="*/ 23566 w 167297"/>
                <a:gd name="connsiteY22" fmla="*/ 135487 h 158937"/>
                <a:gd name="connsiteX23" fmla="*/ 12271 w 167297"/>
                <a:gd name="connsiteY23" fmla="*/ 131970 h 158937"/>
                <a:gd name="connsiteX24" fmla="*/ 271 w 167297"/>
                <a:gd name="connsiteY24" fmla="*/ 144277 h 158937"/>
                <a:gd name="connsiteX25" fmla="*/ 17919 w 167297"/>
                <a:gd name="connsiteY25" fmla="*/ 159046 h 158937"/>
                <a:gd name="connsiteX26" fmla="*/ 50743 w 167297"/>
                <a:gd name="connsiteY26" fmla="*/ 134432 h 158937"/>
                <a:gd name="connsiteX27" fmla="*/ 82508 w 167297"/>
                <a:gd name="connsiteY27" fmla="*/ 93291 h 158937"/>
                <a:gd name="connsiteX28" fmla="*/ 93096 w 167297"/>
                <a:gd name="connsiteY28" fmla="*/ 135487 h 158937"/>
                <a:gd name="connsiteX29" fmla="*/ 113567 w 167297"/>
                <a:gd name="connsiteY29" fmla="*/ 159046 h 158937"/>
                <a:gd name="connsiteX30" fmla="*/ 156627 w 167297"/>
                <a:gd name="connsiteY30" fmla="*/ 118960 h 158937"/>
                <a:gd name="connsiteX31" fmla="*/ 151686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86" y="116147"/>
                  </a:moveTo>
                  <a:cubicBezTo>
                    <a:pt x="148862" y="119312"/>
                    <a:pt x="147098" y="121421"/>
                    <a:pt x="143921" y="125641"/>
                  </a:cubicBezTo>
                  <a:cubicBezTo>
                    <a:pt x="135803" y="136190"/>
                    <a:pt x="131568" y="139706"/>
                    <a:pt x="127685" y="139706"/>
                  </a:cubicBezTo>
                  <a:cubicBezTo>
                    <a:pt x="122391" y="139706"/>
                    <a:pt x="119215" y="135135"/>
                    <a:pt x="116744" y="125289"/>
                  </a:cubicBezTo>
                  <a:cubicBezTo>
                    <a:pt x="116038" y="122476"/>
                    <a:pt x="115685" y="120366"/>
                    <a:pt x="115332" y="119312"/>
                  </a:cubicBezTo>
                  <a:cubicBezTo>
                    <a:pt x="106508" y="83797"/>
                    <a:pt x="102626" y="67622"/>
                    <a:pt x="102626" y="62347"/>
                  </a:cubicBezTo>
                  <a:cubicBezTo>
                    <a:pt x="118156" y="35272"/>
                    <a:pt x="130862" y="19800"/>
                    <a:pt x="137215" y="19800"/>
                  </a:cubicBezTo>
                  <a:cubicBezTo>
                    <a:pt x="139333" y="19800"/>
                    <a:pt x="142156" y="20855"/>
                    <a:pt x="145686" y="22613"/>
                  </a:cubicBezTo>
                  <a:cubicBezTo>
                    <a:pt x="149921" y="25075"/>
                    <a:pt x="152392" y="25778"/>
                    <a:pt x="155215" y="25778"/>
                  </a:cubicBezTo>
                  <a:cubicBezTo>
                    <a:pt x="162627" y="25778"/>
                    <a:pt x="167569" y="20503"/>
                    <a:pt x="167569" y="13119"/>
                  </a:cubicBezTo>
                  <a:cubicBezTo>
                    <a:pt x="167569" y="5735"/>
                    <a:pt x="161568" y="109"/>
                    <a:pt x="153098" y="109"/>
                  </a:cubicBezTo>
                  <a:cubicBezTo>
                    <a:pt x="137568" y="109"/>
                    <a:pt x="124156" y="12767"/>
                    <a:pt x="99802" y="50392"/>
                  </a:cubicBezTo>
                  <a:lnTo>
                    <a:pt x="95920" y="31052"/>
                  </a:lnTo>
                  <a:cubicBezTo>
                    <a:pt x="90979" y="7141"/>
                    <a:pt x="87096" y="109"/>
                    <a:pt x="77567" y="109"/>
                  </a:cubicBezTo>
                  <a:cubicBezTo>
                    <a:pt x="69802" y="109"/>
                    <a:pt x="57802" y="3273"/>
                    <a:pt x="36272" y="10306"/>
                  </a:cubicBezTo>
                  <a:lnTo>
                    <a:pt x="32389" y="11713"/>
                  </a:lnTo>
                  <a:lnTo>
                    <a:pt x="33801" y="16987"/>
                  </a:lnTo>
                  <a:cubicBezTo>
                    <a:pt x="47213" y="13822"/>
                    <a:pt x="50390" y="13119"/>
                    <a:pt x="53566" y="13119"/>
                  </a:cubicBezTo>
                  <a:cubicBezTo>
                    <a:pt x="62390" y="13119"/>
                    <a:pt x="64508" y="16284"/>
                    <a:pt x="69449" y="37382"/>
                  </a:cubicBezTo>
                  <a:lnTo>
                    <a:pt x="79684" y="80632"/>
                  </a:lnTo>
                  <a:lnTo>
                    <a:pt x="50743" y="121773"/>
                  </a:lnTo>
                  <a:cubicBezTo>
                    <a:pt x="43684" y="132322"/>
                    <a:pt x="36625" y="138651"/>
                    <a:pt x="32742" y="138651"/>
                  </a:cubicBezTo>
                  <a:cubicBezTo>
                    <a:pt x="30625" y="138651"/>
                    <a:pt x="27095" y="137596"/>
                    <a:pt x="23566" y="135487"/>
                  </a:cubicBezTo>
                  <a:cubicBezTo>
                    <a:pt x="18977" y="133025"/>
                    <a:pt x="15095" y="131970"/>
                    <a:pt x="12271" y="131970"/>
                  </a:cubicBezTo>
                  <a:cubicBezTo>
                    <a:pt x="5565" y="131970"/>
                    <a:pt x="271" y="137245"/>
                    <a:pt x="271" y="144277"/>
                  </a:cubicBezTo>
                  <a:cubicBezTo>
                    <a:pt x="271" y="153420"/>
                    <a:pt x="7330" y="159046"/>
                    <a:pt x="17919" y="159046"/>
                  </a:cubicBezTo>
                  <a:cubicBezTo>
                    <a:pt x="28860" y="159046"/>
                    <a:pt x="33095" y="155881"/>
                    <a:pt x="50743" y="134432"/>
                  </a:cubicBezTo>
                  <a:cubicBezTo>
                    <a:pt x="60272" y="123180"/>
                    <a:pt x="67684" y="113686"/>
                    <a:pt x="82508" y="93291"/>
                  </a:cubicBezTo>
                  <a:lnTo>
                    <a:pt x="93096" y="135487"/>
                  </a:lnTo>
                  <a:cubicBezTo>
                    <a:pt x="97685" y="153420"/>
                    <a:pt x="102273" y="159046"/>
                    <a:pt x="113567" y="159046"/>
                  </a:cubicBezTo>
                  <a:cubicBezTo>
                    <a:pt x="126979" y="159046"/>
                    <a:pt x="136156" y="150607"/>
                    <a:pt x="156627" y="118960"/>
                  </a:cubicBezTo>
                  <a:lnTo>
                    <a:pt x="151686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0" name="Freeform: Shape 1899">
              <a:extLst>
                <a:ext uri="{FF2B5EF4-FFF2-40B4-BE49-F238E27FC236}">
                  <a16:creationId xmlns:a16="http://schemas.microsoft.com/office/drawing/2014/main" id="{8D3A6C88-0ECA-D43F-A479-B2B328C73AF2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2469244" y="4823594"/>
              <a:ext cx="215651" cy="14065"/>
            </a:xfrm>
            <a:custGeom>
              <a:avLst/>
              <a:gdLst>
                <a:gd name="connsiteX0" fmla="*/ 203575 w 215651"/>
                <a:gd name="connsiteY0" fmla="*/ 14174 h 14065"/>
                <a:gd name="connsiteX1" fmla="*/ 215928 w 215651"/>
                <a:gd name="connsiteY1" fmla="*/ 7141 h 14065"/>
                <a:gd name="connsiteX2" fmla="*/ 203575 w 215651"/>
                <a:gd name="connsiteY2" fmla="*/ 109 h 14065"/>
                <a:gd name="connsiteX3" fmla="*/ 12630 w 215651"/>
                <a:gd name="connsiteY3" fmla="*/ 109 h 14065"/>
                <a:gd name="connsiteX4" fmla="*/ 277 w 215651"/>
                <a:gd name="connsiteY4" fmla="*/ 7141 h 14065"/>
                <a:gd name="connsiteX5" fmla="*/ 12630 w 215651"/>
                <a:gd name="connsiteY5" fmla="*/ 14174 h 14065"/>
                <a:gd name="connsiteX6" fmla="*/ 203575 w 215651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75" y="14174"/>
                  </a:moveTo>
                  <a:cubicBezTo>
                    <a:pt x="209575" y="14174"/>
                    <a:pt x="215928" y="14174"/>
                    <a:pt x="215928" y="7141"/>
                  </a:cubicBezTo>
                  <a:cubicBezTo>
                    <a:pt x="215928" y="109"/>
                    <a:pt x="209575" y="109"/>
                    <a:pt x="203575" y="109"/>
                  </a:cubicBezTo>
                  <a:lnTo>
                    <a:pt x="12630" y="109"/>
                  </a:lnTo>
                  <a:cubicBezTo>
                    <a:pt x="6630" y="109"/>
                    <a:pt x="277" y="109"/>
                    <a:pt x="277" y="7141"/>
                  </a:cubicBezTo>
                  <a:cubicBezTo>
                    <a:pt x="277" y="14174"/>
                    <a:pt x="6630" y="14174"/>
                    <a:pt x="12630" y="14174"/>
                  </a:cubicBezTo>
                  <a:lnTo>
                    <a:pt x="203575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1" name="Freeform: Shape 1900">
              <a:extLst>
                <a:ext uri="{FF2B5EF4-FFF2-40B4-BE49-F238E27FC236}">
                  <a16:creationId xmlns:a16="http://schemas.microsoft.com/office/drawing/2014/main" id="{6C2DF9EA-0780-2079-2B3A-7E9FB17FD36B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2754888" y="4763465"/>
              <a:ext cx="167297" cy="158937"/>
            </a:xfrm>
            <a:custGeom>
              <a:avLst/>
              <a:gdLst>
                <a:gd name="connsiteX0" fmla="*/ 151701 w 167297"/>
                <a:gd name="connsiteY0" fmla="*/ 116147 h 158937"/>
                <a:gd name="connsiteX1" fmla="*/ 143936 w 167297"/>
                <a:gd name="connsiteY1" fmla="*/ 125641 h 158937"/>
                <a:gd name="connsiteX2" fmla="*/ 127700 w 167297"/>
                <a:gd name="connsiteY2" fmla="*/ 139706 h 158937"/>
                <a:gd name="connsiteX3" fmla="*/ 116759 w 167297"/>
                <a:gd name="connsiteY3" fmla="*/ 125289 h 158937"/>
                <a:gd name="connsiteX4" fmla="*/ 115347 w 167297"/>
                <a:gd name="connsiteY4" fmla="*/ 119312 h 158937"/>
                <a:gd name="connsiteX5" fmla="*/ 102641 w 167297"/>
                <a:gd name="connsiteY5" fmla="*/ 62347 h 158937"/>
                <a:gd name="connsiteX6" fmla="*/ 137230 w 167297"/>
                <a:gd name="connsiteY6" fmla="*/ 19800 h 158937"/>
                <a:gd name="connsiteX7" fmla="*/ 145701 w 167297"/>
                <a:gd name="connsiteY7" fmla="*/ 22613 h 158937"/>
                <a:gd name="connsiteX8" fmla="*/ 155230 w 167297"/>
                <a:gd name="connsiteY8" fmla="*/ 25778 h 158937"/>
                <a:gd name="connsiteX9" fmla="*/ 167584 w 167297"/>
                <a:gd name="connsiteY9" fmla="*/ 13119 h 158937"/>
                <a:gd name="connsiteX10" fmla="*/ 153113 w 167297"/>
                <a:gd name="connsiteY10" fmla="*/ 109 h 158937"/>
                <a:gd name="connsiteX11" fmla="*/ 99817 w 167297"/>
                <a:gd name="connsiteY11" fmla="*/ 50392 h 158937"/>
                <a:gd name="connsiteX12" fmla="*/ 95935 w 167297"/>
                <a:gd name="connsiteY12" fmla="*/ 31052 h 158937"/>
                <a:gd name="connsiteX13" fmla="*/ 77582 w 167297"/>
                <a:gd name="connsiteY13" fmla="*/ 109 h 158937"/>
                <a:gd name="connsiteX14" fmla="*/ 36287 w 167297"/>
                <a:gd name="connsiteY14" fmla="*/ 10306 h 158937"/>
                <a:gd name="connsiteX15" fmla="*/ 32404 w 167297"/>
                <a:gd name="connsiteY15" fmla="*/ 11713 h 158937"/>
                <a:gd name="connsiteX16" fmla="*/ 33816 w 167297"/>
                <a:gd name="connsiteY16" fmla="*/ 16987 h 158937"/>
                <a:gd name="connsiteX17" fmla="*/ 53581 w 167297"/>
                <a:gd name="connsiteY17" fmla="*/ 13119 h 158937"/>
                <a:gd name="connsiteX18" fmla="*/ 69464 w 167297"/>
                <a:gd name="connsiteY18" fmla="*/ 37382 h 158937"/>
                <a:gd name="connsiteX19" fmla="*/ 79699 w 167297"/>
                <a:gd name="connsiteY19" fmla="*/ 80632 h 158937"/>
                <a:gd name="connsiteX20" fmla="*/ 50758 w 167297"/>
                <a:gd name="connsiteY20" fmla="*/ 121773 h 158937"/>
                <a:gd name="connsiteX21" fmla="*/ 32757 w 167297"/>
                <a:gd name="connsiteY21" fmla="*/ 138651 h 158937"/>
                <a:gd name="connsiteX22" fmla="*/ 23581 w 167297"/>
                <a:gd name="connsiteY22" fmla="*/ 135487 h 158937"/>
                <a:gd name="connsiteX23" fmla="*/ 12286 w 167297"/>
                <a:gd name="connsiteY23" fmla="*/ 131970 h 158937"/>
                <a:gd name="connsiteX24" fmla="*/ 286 w 167297"/>
                <a:gd name="connsiteY24" fmla="*/ 144277 h 158937"/>
                <a:gd name="connsiteX25" fmla="*/ 17934 w 167297"/>
                <a:gd name="connsiteY25" fmla="*/ 159046 h 158937"/>
                <a:gd name="connsiteX26" fmla="*/ 50758 w 167297"/>
                <a:gd name="connsiteY26" fmla="*/ 134432 h 158937"/>
                <a:gd name="connsiteX27" fmla="*/ 82523 w 167297"/>
                <a:gd name="connsiteY27" fmla="*/ 93291 h 158937"/>
                <a:gd name="connsiteX28" fmla="*/ 93111 w 167297"/>
                <a:gd name="connsiteY28" fmla="*/ 135487 h 158937"/>
                <a:gd name="connsiteX29" fmla="*/ 113582 w 167297"/>
                <a:gd name="connsiteY29" fmla="*/ 159046 h 158937"/>
                <a:gd name="connsiteX30" fmla="*/ 156642 w 167297"/>
                <a:gd name="connsiteY30" fmla="*/ 118960 h 158937"/>
                <a:gd name="connsiteX31" fmla="*/ 151701 w 167297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1" y="116147"/>
                  </a:moveTo>
                  <a:cubicBezTo>
                    <a:pt x="148877" y="119312"/>
                    <a:pt x="147112" y="121421"/>
                    <a:pt x="143936" y="125641"/>
                  </a:cubicBezTo>
                  <a:cubicBezTo>
                    <a:pt x="135818" y="136190"/>
                    <a:pt x="131583" y="139706"/>
                    <a:pt x="127700" y="139706"/>
                  </a:cubicBezTo>
                  <a:cubicBezTo>
                    <a:pt x="122406" y="139706"/>
                    <a:pt x="119230" y="135135"/>
                    <a:pt x="116759" y="125289"/>
                  </a:cubicBezTo>
                  <a:cubicBezTo>
                    <a:pt x="116053" y="122476"/>
                    <a:pt x="115700" y="120366"/>
                    <a:pt x="115347" y="119312"/>
                  </a:cubicBezTo>
                  <a:cubicBezTo>
                    <a:pt x="106523" y="83797"/>
                    <a:pt x="102641" y="67622"/>
                    <a:pt x="102641" y="62347"/>
                  </a:cubicBezTo>
                  <a:cubicBezTo>
                    <a:pt x="118171" y="35272"/>
                    <a:pt x="130877" y="19800"/>
                    <a:pt x="137230" y="19800"/>
                  </a:cubicBezTo>
                  <a:cubicBezTo>
                    <a:pt x="139348" y="19800"/>
                    <a:pt x="142171" y="20855"/>
                    <a:pt x="145701" y="22613"/>
                  </a:cubicBezTo>
                  <a:cubicBezTo>
                    <a:pt x="149936" y="25075"/>
                    <a:pt x="152407" y="25778"/>
                    <a:pt x="155230" y="25778"/>
                  </a:cubicBezTo>
                  <a:cubicBezTo>
                    <a:pt x="162642" y="25778"/>
                    <a:pt x="167584" y="20503"/>
                    <a:pt x="167584" y="13119"/>
                  </a:cubicBezTo>
                  <a:cubicBezTo>
                    <a:pt x="167584" y="5735"/>
                    <a:pt x="161583" y="109"/>
                    <a:pt x="153113" y="109"/>
                  </a:cubicBezTo>
                  <a:cubicBezTo>
                    <a:pt x="137583" y="109"/>
                    <a:pt x="124171" y="12767"/>
                    <a:pt x="99817" y="50392"/>
                  </a:cubicBezTo>
                  <a:lnTo>
                    <a:pt x="95935" y="31052"/>
                  </a:lnTo>
                  <a:cubicBezTo>
                    <a:pt x="90994" y="7141"/>
                    <a:pt x="87111" y="109"/>
                    <a:pt x="77582" y="109"/>
                  </a:cubicBezTo>
                  <a:cubicBezTo>
                    <a:pt x="69817" y="109"/>
                    <a:pt x="57817" y="3273"/>
                    <a:pt x="36287" y="10306"/>
                  </a:cubicBezTo>
                  <a:lnTo>
                    <a:pt x="32404" y="11713"/>
                  </a:lnTo>
                  <a:lnTo>
                    <a:pt x="33816" y="16987"/>
                  </a:lnTo>
                  <a:cubicBezTo>
                    <a:pt x="47228" y="13822"/>
                    <a:pt x="50405" y="13119"/>
                    <a:pt x="53581" y="13119"/>
                  </a:cubicBezTo>
                  <a:cubicBezTo>
                    <a:pt x="62405" y="13119"/>
                    <a:pt x="64523" y="16284"/>
                    <a:pt x="69464" y="37382"/>
                  </a:cubicBezTo>
                  <a:lnTo>
                    <a:pt x="79699" y="80632"/>
                  </a:lnTo>
                  <a:lnTo>
                    <a:pt x="50758" y="121773"/>
                  </a:lnTo>
                  <a:cubicBezTo>
                    <a:pt x="43699" y="132322"/>
                    <a:pt x="36640" y="138651"/>
                    <a:pt x="32757" y="138651"/>
                  </a:cubicBezTo>
                  <a:cubicBezTo>
                    <a:pt x="30640" y="138651"/>
                    <a:pt x="27110" y="137596"/>
                    <a:pt x="23581" y="135487"/>
                  </a:cubicBezTo>
                  <a:cubicBezTo>
                    <a:pt x="18992" y="133025"/>
                    <a:pt x="15110" y="131970"/>
                    <a:pt x="12286" y="131970"/>
                  </a:cubicBezTo>
                  <a:cubicBezTo>
                    <a:pt x="5580" y="131970"/>
                    <a:pt x="286" y="137245"/>
                    <a:pt x="286" y="144277"/>
                  </a:cubicBezTo>
                  <a:cubicBezTo>
                    <a:pt x="286" y="153420"/>
                    <a:pt x="7345" y="159046"/>
                    <a:pt x="17934" y="159046"/>
                  </a:cubicBezTo>
                  <a:cubicBezTo>
                    <a:pt x="28875" y="159046"/>
                    <a:pt x="33110" y="155881"/>
                    <a:pt x="50758" y="134432"/>
                  </a:cubicBezTo>
                  <a:cubicBezTo>
                    <a:pt x="60287" y="123180"/>
                    <a:pt x="67699" y="113686"/>
                    <a:pt x="82523" y="93291"/>
                  </a:cubicBezTo>
                  <a:lnTo>
                    <a:pt x="93111" y="135487"/>
                  </a:lnTo>
                  <a:cubicBezTo>
                    <a:pt x="97700" y="153420"/>
                    <a:pt x="102288" y="159046"/>
                    <a:pt x="113582" y="159046"/>
                  </a:cubicBezTo>
                  <a:cubicBezTo>
                    <a:pt x="126994" y="159046"/>
                    <a:pt x="136171" y="150607"/>
                    <a:pt x="156642" y="118960"/>
                  </a:cubicBezTo>
                  <a:lnTo>
                    <a:pt x="151701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2" name="Freeform: Shape 1901">
              <a:extLst>
                <a:ext uri="{FF2B5EF4-FFF2-40B4-BE49-F238E27FC236}">
                  <a16:creationId xmlns:a16="http://schemas.microsoft.com/office/drawing/2014/main" id="{DDC7DA4C-10B4-74B3-7791-EB6842957F96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2924847" y="4795951"/>
              <a:ext cx="120143" cy="175899"/>
            </a:xfrm>
            <a:custGeom>
              <a:avLst/>
              <a:gdLst>
                <a:gd name="connsiteX0" fmla="*/ 120433 w 120143"/>
                <a:gd name="connsiteY0" fmla="*/ 115903 h 175899"/>
                <a:gd name="connsiteX1" fmla="*/ 93793 w 120143"/>
                <a:gd name="connsiteY1" fmla="*/ 115903 h 175899"/>
                <a:gd name="connsiteX2" fmla="*/ 93793 w 120143"/>
                <a:gd name="connsiteY2" fmla="*/ 111 h 175899"/>
                <a:gd name="connsiteX3" fmla="*/ 82301 w 120143"/>
                <a:gd name="connsiteY3" fmla="*/ 111 h 175899"/>
                <a:gd name="connsiteX4" fmla="*/ 290 w 120143"/>
                <a:gd name="connsiteY4" fmla="*/ 115903 h 175899"/>
                <a:gd name="connsiteX5" fmla="*/ 290 w 120143"/>
                <a:gd name="connsiteY5" fmla="*/ 132556 h 175899"/>
                <a:gd name="connsiteX6" fmla="*/ 73682 w 120143"/>
                <a:gd name="connsiteY6" fmla="*/ 132556 h 175899"/>
                <a:gd name="connsiteX7" fmla="*/ 73682 w 120143"/>
                <a:gd name="connsiteY7" fmla="*/ 176011 h 175899"/>
                <a:gd name="connsiteX8" fmla="*/ 93793 w 120143"/>
                <a:gd name="connsiteY8" fmla="*/ 176011 h 175899"/>
                <a:gd name="connsiteX9" fmla="*/ 93793 w 120143"/>
                <a:gd name="connsiteY9" fmla="*/ 132556 h 175899"/>
                <a:gd name="connsiteX10" fmla="*/ 120433 w 120143"/>
                <a:gd name="connsiteY10" fmla="*/ 132556 h 175899"/>
                <a:gd name="connsiteX11" fmla="*/ 120433 w 120143"/>
                <a:gd name="connsiteY11" fmla="*/ 115903 h 175899"/>
                <a:gd name="connsiteX12" fmla="*/ 73421 w 120143"/>
                <a:gd name="connsiteY12" fmla="*/ 115903 h 175899"/>
                <a:gd name="connsiteX13" fmla="*/ 10737 w 120143"/>
                <a:gd name="connsiteY13" fmla="*/ 115903 h 175899"/>
                <a:gd name="connsiteX14" fmla="*/ 73421 w 120143"/>
                <a:gd name="connsiteY14" fmla="*/ 26652 h 175899"/>
                <a:gd name="connsiteX15" fmla="*/ 73421 w 120143"/>
                <a:gd name="connsiteY15" fmla="*/ 115903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33" y="115903"/>
                  </a:moveTo>
                  <a:lnTo>
                    <a:pt x="93793" y="115903"/>
                  </a:lnTo>
                  <a:lnTo>
                    <a:pt x="93793" y="111"/>
                  </a:lnTo>
                  <a:lnTo>
                    <a:pt x="82301" y="111"/>
                  </a:lnTo>
                  <a:lnTo>
                    <a:pt x="290" y="115903"/>
                  </a:lnTo>
                  <a:lnTo>
                    <a:pt x="290" y="132556"/>
                  </a:lnTo>
                  <a:lnTo>
                    <a:pt x="73682" y="132556"/>
                  </a:lnTo>
                  <a:lnTo>
                    <a:pt x="73682" y="176011"/>
                  </a:lnTo>
                  <a:lnTo>
                    <a:pt x="93793" y="176011"/>
                  </a:lnTo>
                  <a:lnTo>
                    <a:pt x="93793" y="132556"/>
                  </a:lnTo>
                  <a:lnTo>
                    <a:pt x="120433" y="132556"/>
                  </a:lnTo>
                  <a:lnTo>
                    <a:pt x="120433" y="115903"/>
                  </a:lnTo>
                  <a:close/>
                  <a:moveTo>
                    <a:pt x="73421" y="115903"/>
                  </a:moveTo>
                  <a:lnTo>
                    <a:pt x="10737" y="115903"/>
                  </a:lnTo>
                  <a:lnTo>
                    <a:pt x="73421" y="26652"/>
                  </a:lnTo>
                  <a:lnTo>
                    <a:pt x="73421" y="11590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3" name="Freeform: Shape 1902">
              <a:extLst>
                <a:ext uri="{FF2B5EF4-FFF2-40B4-BE49-F238E27FC236}">
                  <a16:creationId xmlns:a16="http://schemas.microsoft.com/office/drawing/2014/main" id="{3BC30298-E26C-8CD8-DCFF-658AAD522C38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3090624" y="4654811"/>
              <a:ext cx="81883" cy="351630"/>
            </a:xfrm>
            <a:custGeom>
              <a:avLst/>
              <a:gdLst>
                <a:gd name="connsiteX0" fmla="*/ 82179 w 81883"/>
                <a:gd name="connsiteY0" fmla="*/ 175923 h 351630"/>
                <a:gd name="connsiteX1" fmla="*/ 58884 w 81883"/>
                <a:gd name="connsiteY1" fmla="*/ 66215 h 351630"/>
                <a:gd name="connsiteX2" fmla="*/ 3825 w 81883"/>
                <a:gd name="connsiteY2" fmla="*/ 108 h 351630"/>
                <a:gd name="connsiteX3" fmla="*/ 295 w 81883"/>
                <a:gd name="connsiteY3" fmla="*/ 3624 h 351630"/>
                <a:gd name="connsiteX4" fmla="*/ 7001 w 81883"/>
                <a:gd name="connsiteY4" fmla="*/ 11712 h 351630"/>
                <a:gd name="connsiteX5" fmla="*/ 61708 w 81883"/>
                <a:gd name="connsiteY5" fmla="*/ 175923 h 351630"/>
                <a:gd name="connsiteX6" fmla="*/ 4883 w 81883"/>
                <a:gd name="connsiteY6" fmla="*/ 342245 h 351630"/>
                <a:gd name="connsiteX7" fmla="*/ 295 w 81883"/>
                <a:gd name="connsiteY7" fmla="*/ 348223 h 351630"/>
                <a:gd name="connsiteX8" fmla="*/ 3825 w 81883"/>
                <a:gd name="connsiteY8" fmla="*/ 351739 h 351630"/>
                <a:gd name="connsiteX9" fmla="*/ 59943 w 81883"/>
                <a:gd name="connsiteY9" fmla="*/ 283171 h 351630"/>
                <a:gd name="connsiteX10" fmla="*/ 82179 w 81883"/>
                <a:gd name="connsiteY10" fmla="*/ 17592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79" y="175923"/>
                  </a:moveTo>
                  <a:cubicBezTo>
                    <a:pt x="82179" y="148496"/>
                    <a:pt x="78297" y="105949"/>
                    <a:pt x="58884" y="66215"/>
                  </a:cubicBezTo>
                  <a:cubicBezTo>
                    <a:pt x="37708" y="22964"/>
                    <a:pt x="7354" y="108"/>
                    <a:pt x="3825" y="108"/>
                  </a:cubicBezTo>
                  <a:cubicBezTo>
                    <a:pt x="1707" y="108"/>
                    <a:pt x="295" y="1515"/>
                    <a:pt x="295" y="3624"/>
                  </a:cubicBezTo>
                  <a:cubicBezTo>
                    <a:pt x="295" y="4679"/>
                    <a:pt x="295" y="5383"/>
                    <a:pt x="7001" y="11712"/>
                  </a:cubicBezTo>
                  <a:cubicBezTo>
                    <a:pt x="41590" y="46523"/>
                    <a:pt x="61708" y="102433"/>
                    <a:pt x="61708" y="175923"/>
                  </a:cubicBezTo>
                  <a:cubicBezTo>
                    <a:pt x="61708" y="236052"/>
                    <a:pt x="48649" y="297939"/>
                    <a:pt x="4883" y="342245"/>
                  </a:cubicBezTo>
                  <a:cubicBezTo>
                    <a:pt x="295" y="346464"/>
                    <a:pt x="295" y="347168"/>
                    <a:pt x="295" y="348223"/>
                  </a:cubicBezTo>
                  <a:cubicBezTo>
                    <a:pt x="295" y="350332"/>
                    <a:pt x="1707" y="351739"/>
                    <a:pt x="3825" y="351739"/>
                  </a:cubicBezTo>
                  <a:cubicBezTo>
                    <a:pt x="7354" y="351739"/>
                    <a:pt x="39119" y="327828"/>
                    <a:pt x="59943" y="283171"/>
                  </a:cubicBezTo>
                  <a:cubicBezTo>
                    <a:pt x="77944" y="244492"/>
                    <a:pt x="82179" y="205460"/>
                    <a:pt x="82179" y="17592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4" name="Freeform: Shape 1903">
              <a:extLst>
                <a:ext uri="{FF2B5EF4-FFF2-40B4-BE49-F238E27FC236}">
                  <a16:creationId xmlns:a16="http://schemas.microsoft.com/office/drawing/2014/main" id="{BA9C41A7-747B-A270-AA02-911073F50A99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460407" y="5062183"/>
              <a:ext cx="5043016" cy="14114"/>
            </a:xfrm>
            <a:custGeom>
              <a:avLst/>
              <a:gdLst>
                <a:gd name="connsiteX0" fmla="*/ 0 w 5043016"/>
                <a:gd name="connsiteY0" fmla="*/ 0 h 14114"/>
                <a:gd name="connsiteX1" fmla="*/ 5043017 w 5043016"/>
                <a:gd name="connsiteY1" fmla="*/ 0 h 14114"/>
                <a:gd name="connsiteX2" fmla="*/ 5043017 w 5043016"/>
                <a:gd name="connsiteY2" fmla="*/ 14115 h 14114"/>
                <a:gd name="connsiteX3" fmla="*/ 0 w 5043016"/>
                <a:gd name="connsiteY3" fmla="*/ 14115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016" h="14114">
                  <a:moveTo>
                    <a:pt x="0" y="0"/>
                  </a:moveTo>
                  <a:lnTo>
                    <a:pt x="5043017" y="0"/>
                  </a:lnTo>
                  <a:lnTo>
                    <a:pt x="5043017" y="14115"/>
                  </a:lnTo>
                  <a:lnTo>
                    <a:pt x="0" y="141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6" name="Freeform: Shape 1905">
              <a:extLst>
                <a:ext uri="{FF2B5EF4-FFF2-40B4-BE49-F238E27FC236}">
                  <a16:creationId xmlns:a16="http://schemas.microsoft.com/office/drawing/2014/main" id="{90515C09-9AA1-034F-479C-A417EC680B89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8495349" y="5135877"/>
              <a:ext cx="81883" cy="351630"/>
            </a:xfrm>
            <a:custGeom>
              <a:avLst/>
              <a:gdLst>
                <a:gd name="connsiteX0" fmla="*/ 82050 w 81883"/>
                <a:gd name="connsiteY0" fmla="*/ 348236 h 351630"/>
                <a:gd name="connsiteX1" fmla="*/ 76049 w 81883"/>
                <a:gd name="connsiteY1" fmla="*/ 340500 h 351630"/>
                <a:gd name="connsiteX2" fmla="*/ 20637 w 81883"/>
                <a:gd name="connsiteY2" fmla="*/ 175937 h 351630"/>
                <a:gd name="connsiteX3" fmla="*/ 77461 w 81883"/>
                <a:gd name="connsiteY3" fmla="*/ 9616 h 351630"/>
                <a:gd name="connsiteX4" fmla="*/ 82050 w 81883"/>
                <a:gd name="connsiteY4" fmla="*/ 3638 h 351630"/>
                <a:gd name="connsiteX5" fmla="*/ 78520 w 81883"/>
                <a:gd name="connsiteY5" fmla="*/ 122 h 351630"/>
                <a:gd name="connsiteX6" fmla="*/ 22401 w 81883"/>
                <a:gd name="connsiteY6" fmla="*/ 68690 h 351630"/>
                <a:gd name="connsiteX7" fmla="*/ 166 w 81883"/>
                <a:gd name="connsiteY7" fmla="*/ 175937 h 351630"/>
                <a:gd name="connsiteX8" fmla="*/ 23460 w 81883"/>
                <a:gd name="connsiteY8" fmla="*/ 285646 h 351630"/>
                <a:gd name="connsiteX9" fmla="*/ 78520 w 81883"/>
                <a:gd name="connsiteY9" fmla="*/ 351752 h 351630"/>
                <a:gd name="connsiteX10" fmla="*/ 82050 w 81883"/>
                <a:gd name="connsiteY10" fmla="*/ 34823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0" y="348236"/>
                  </a:moveTo>
                  <a:cubicBezTo>
                    <a:pt x="82050" y="347181"/>
                    <a:pt x="82050" y="346478"/>
                    <a:pt x="76049" y="340500"/>
                  </a:cubicBezTo>
                  <a:cubicBezTo>
                    <a:pt x="31931" y="296195"/>
                    <a:pt x="20637" y="229737"/>
                    <a:pt x="20637" y="175937"/>
                  </a:cubicBezTo>
                  <a:cubicBezTo>
                    <a:pt x="20637" y="114753"/>
                    <a:pt x="34049" y="53570"/>
                    <a:pt x="77461" y="9616"/>
                  </a:cubicBezTo>
                  <a:cubicBezTo>
                    <a:pt x="82050" y="5396"/>
                    <a:pt x="82050" y="4693"/>
                    <a:pt x="82050" y="3638"/>
                  </a:cubicBezTo>
                  <a:cubicBezTo>
                    <a:pt x="82050" y="1177"/>
                    <a:pt x="80638" y="122"/>
                    <a:pt x="78520" y="122"/>
                  </a:cubicBezTo>
                  <a:cubicBezTo>
                    <a:pt x="74991" y="122"/>
                    <a:pt x="43225" y="24033"/>
                    <a:pt x="22401" y="68690"/>
                  </a:cubicBezTo>
                  <a:cubicBezTo>
                    <a:pt x="4401" y="107369"/>
                    <a:pt x="166" y="146400"/>
                    <a:pt x="166" y="175937"/>
                  </a:cubicBezTo>
                  <a:cubicBezTo>
                    <a:pt x="166" y="203364"/>
                    <a:pt x="4048" y="245912"/>
                    <a:pt x="23460" y="285646"/>
                  </a:cubicBezTo>
                  <a:cubicBezTo>
                    <a:pt x="44637" y="328896"/>
                    <a:pt x="74991" y="351752"/>
                    <a:pt x="78520" y="351752"/>
                  </a:cubicBezTo>
                  <a:cubicBezTo>
                    <a:pt x="80638" y="351752"/>
                    <a:pt x="82050" y="350698"/>
                    <a:pt x="82050" y="34823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7" name="Freeform: Shape 1906">
              <a:extLst>
                <a:ext uri="{FF2B5EF4-FFF2-40B4-BE49-F238E27FC236}">
                  <a16:creationId xmlns:a16="http://schemas.microsoft.com/office/drawing/2014/main" id="{CE4875ED-AAB1-C564-0236-BFC2EE7ADE70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8588331" y="5244531"/>
              <a:ext cx="167297" cy="158937"/>
            </a:xfrm>
            <a:custGeom>
              <a:avLst/>
              <a:gdLst>
                <a:gd name="connsiteX0" fmla="*/ 151584 w 167297"/>
                <a:gd name="connsiteY0" fmla="*/ 116161 h 158937"/>
                <a:gd name="connsiteX1" fmla="*/ 143819 w 167297"/>
                <a:gd name="connsiteY1" fmla="*/ 125655 h 158937"/>
                <a:gd name="connsiteX2" fmla="*/ 127583 w 167297"/>
                <a:gd name="connsiteY2" fmla="*/ 139720 h 158937"/>
                <a:gd name="connsiteX3" fmla="*/ 116642 w 167297"/>
                <a:gd name="connsiteY3" fmla="*/ 125303 h 158937"/>
                <a:gd name="connsiteX4" fmla="*/ 115230 w 167297"/>
                <a:gd name="connsiteY4" fmla="*/ 119325 h 158937"/>
                <a:gd name="connsiteX5" fmla="*/ 102524 w 167297"/>
                <a:gd name="connsiteY5" fmla="*/ 62361 h 158937"/>
                <a:gd name="connsiteX6" fmla="*/ 137113 w 167297"/>
                <a:gd name="connsiteY6" fmla="*/ 19814 h 158937"/>
                <a:gd name="connsiteX7" fmla="*/ 145584 w 167297"/>
                <a:gd name="connsiteY7" fmla="*/ 22627 h 158937"/>
                <a:gd name="connsiteX8" fmla="*/ 155113 w 167297"/>
                <a:gd name="connsiteY8" fmla="*/ 25791 h 158937"/>
                <a:gd name="connsiteX9" fmla="*/ 167466 w 167297"/>
                <a:gd name="connsiteY9" fmla="*/ 13133 h 158937"/>
                <a:gd name="connsiteX10" fmla="*/ 152995 w 167297"/>
                <a:gd name="connsiteY10" fmla="*/ 122 h 158937"/>
                <a:gd name="connsiteX11" fmla="*/ 99700 w 167297"/>
                <a:gd name="connsiteY11" fmla="*/ 50406 h 158937"/>
                <a:gd name="connsiteX12" fmla="*/ 95818 w 167297"/>
                <a:gd name="connsiteY12" fmla="*/ 31066 h 158937"/>
                <a:gd name="connsiteX13" fmla="*/ 77465 w 167297"/>
                <a:gd name="connsiteY13" fmla="*/ 122 h 158937"/>
                <a:gd name="connsiteX14" fmla="*/ 36170 w 167297"/>
                <a:gd name="connsiteY14" fmla="*/ 10320 h 158937"/>
                <a:gd name="connsiteX15" fmla="*/ 32287 w 167297"/>
                <a:gd name="connsiteY15" fmla="*/ 11726 h 158937"/>
                <a:gd name="connsiteX16" fmla="*/ 33699 w 167297"/>
                <a:gd name="connsiteY16" fmla="*/ 17001 h 158937"/>
                <a:gd name="connsiteX17" fmla="*/ 53464 w 167297"/>
                <a:gd name="connsiteY17" fmla="*/ 13133 h 158937"/>
                <a:gd name="connsiteX18" fmla="*/ 69347 w 167297"/>
                <a:gd name="connsiteY18" fmla="*/ 37395 h 158937"/>
                <a:gd name="connsiteX19" fmla="*/ 79582 w 167297"/>
                <a:gd name="connsiteY19" fmla="*/ 80646 h 158937"/>
                <a:gd name="connsiteX20" fmla="*/ 50641 w 167297"/>
                <a:gd name="connsiteY20" fmla="*/ 121787 h 158937"/>
                <a:gd name="connsiteX21" fmla="*/ 32640 w 167297"/>
                <a:gd name="connsiteY21" fmla="*/ 138665 h 158937"/>
                <a:gd name="connsiteX22" fmla="*/ 23463 w 167297"/>
                <a:gd name="connsiteY22" fmla="*/ 135500 h 158937"/>
                <a:gd name="connsiteX23" fmla="*/ 12169 w 167297"/>
                <a:gd name="connsiteY23" fmla="*/ 131984 h 158937"/>
                <a:gd name="connsiteX24" fmla="*/ 169 w 167297"/>
                <a:gd name="connsiteY24" fmla="*/ 144291 h 158937"/>
                <a:gd name="connsiteX25" fmla="*/ 17816 w 167297"/>
                <a:gd name="connsiteY25" fmla="*/ 159060 h 158937"/>
                <a:gd name="connsiteX26" fmla="*/ 50641 w 167297"/>
                <a:gd name="connsiteY26" fmla="*/ 134445 h 158937"/>
                <a:gd name="connsiteX27" fmla="*/ 82406 w 167297"/>
                <a:gd name="connsiteY27" fmla="*/ 93305 h 158937"/>
                <a:gd name="connsiteX28" fmla="*/ 92994 w 167297"/>
                <a:gd name="connsiteY28" fmla="*/ 135500 h 158937"/>
                <a:gd name="connsiteX29" fmla="*/ 113465 w 167297"/>
                <a:gd name="connsiteY29" fmla="*/ 159060 h 158937"/>
                <a:gd name="connsiteX30" fmla="*/ 156525 w 167297"/>
                <a:gd name="connsiteY30" fmla="*/ 118974 h 158937"/>
                <a:gd name="connsiteX31" fmla="*/ 151584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84" y="116161"/>
                  </a:moveTo>
                  <a:cubicBezTo>
                    <a:pt x="148760" y="119325"/>
                    <a:pt x="146995" y="121435"/>
                    <a:pt x="143819" y="125655"/>
                  </a:cubicBezTo>
                  <a:cubicBezTo>
                    <a:pt x="135701" y="136203"/>
                    <a:pt x="131466" y="139720"/>
                    <a:pt x="127583" y="139720"/>
                  </a:cubicBezTo>
                  <a:cubicBezTo>
                    <a:pt x="122289" y="139720"/>
                    <a:pt x="119112" y="135149"/>
                    <a:pt x="116642" y="125303"/>
                  </a:cubicBezTo>
                  <a:cubicBezTo>
                    <a:pt x="115936" y="122490"/>
                    <a:pt x="115583" y="120380"/>
                    <a:pt x="115230" y="119325"/>
                  </a:cubicBezTo>
                  <a:cubicBezTo>
                    <a:pt x="106406" y="83810"/>
                    <a:pt x="102524" y="67635"/>
                    <a:pt x="102524" y="62361"/>
                  </a:cubicBezTo>
                  <a:cubicBezTo>
                    <a:pt x="118054" y="35285"/>
                    <a:pt x="130760" y="19814"/>
                    <a:pt x="137113" y="19814"/>
                  </a:cubicBezTo>
                  <a:cubicBezTo>
                    <a:pt x="139230" y="19814"/>
                    <a:pt x="142054" y="20869"/>
                    <a:pt x="145584" y="22627"/>
                  </a:cubicBezTo>
                  <a:cubicBezTo>
                    <a:pt x="149819" y="25088"/>
                    <a:pt x="152290" y="25791"/>
                    <a:pt x="155113" y="25791"/>
                  </a:cubicBezTo>
                  <a:cubicBezTo>
                    <a:pt x="162525" y="25791"/>
                    <a:pt x="167466" y="20517"/>
                    <a:pt x="167466" y="13133"/>
                  </a:cubicBezTo>
                  <a:cubicBezTo>
                    <a:pt x="167466" y="5748"/>
                    <a:pt x="161466" y="122"/>
                    <a:pt x="152995" y="122"/>
                  </a:cubicBezTo>
                  <a:cubicBezTo>
                    <a:pt x="137466" y="122"/>
                    <a:pt x="124054" y="12781"/>
                    <a:pt x="99700" y="50406"/>
                  </a:cubicBezTo>
                  <a:lnTo>
                    <a:pt x="95818" y="31066"/>
                  </a:lnTo>
                  <a:cubicBezTo>
                    <a:pt x="90877" y="7155"/>
                    <a:pt x="86994" y="122"/>
                    <a:pt x="77465" y="122"/>
                  </a:cubicBezTo>
                  <a:cubicBezTo>
                    <a:pt x="69700" y="122"/>
                    <a:pt x="57699" y="3287"/>
                    <a:pt x="36170" y="10320"/>
                  </a:cubicBezTo>
                  <a:lnTo>
                    <a:pt x="32287" y="11726"/>
                  </a:lnTo>
                  <a:lnTo>
                    <a:pt x="33699" y="17001"/>
                  </a:lnTo>
                  <a:cubicBezTo>
                    <a:pt x="47111" y="13836"/>
                    <a:pt x="50288" y="13133"/>
                    <a:pt x="53464" y="13133"/>
                  </a:cubicBezTo>
                  <a:cubicBezTo>
                    <a:pt x="62288" y="13133"/>
                    <a:pt x="64405" y="16297"/>
                    <a:pt x="69347" y="37395"/>
                  </a:cubicBezTo>
                  <a:lnTo>
                    <a:pt x="79582" y="80646"/>
                  </a:lnTo>
                  <a:lnTo>
                    <a:pt x="50641" y="121787"/>
                  </a:lnTo>
                  <a:cubicBezTo>
                    <a:pt x="43582" y="132336"/>
                    <a:pt x="36523" y="138665"/>
                    <a:pt x="32640" y="138665"/>
                  </a:cubicBezTo>
                  <a:cubicBezTo>
                    <a:pt x="30522" y="138665"/>
                    <a:pt x="26993" y="137610"/>
                    <a:pt x="23463" y="135500"/>
                  </a:cubicBezTo>
                  <a:cubicBezTo>
                    <a:pt x="18875" y="133039"/>
                    <a:pt x="14993" y="131984"/>
                    <a:pt x="12169" y="131984"/>
                  </a:cubicBezTo>
                  <a:cubicBezTo>
                    <a:pt x="5463" y="131984"/>
                    <a:pt x="169" y="137258"/>
                    <a:pt x="169" y="144291"/>
                  </a:cubicBezTo>
                  <a:cubicBezTo>
                    <a:pt x="169" y="153433"/>
                    <a:pt x="7228" y="159060"/>
                    <a:pt x="17816" y="159060"/>
                  </a:cubicBezTo>
                  <a:cubicBezTo>
                    <a:pt x="28758" y="159060"/>
                    <a:pt x="32993" y="155895"/>
                    <a:pt x="50641" y="134445"/>
                  </a:cubicBezTo>
                  <a:cubicBezTo>
                    <a:pt x="60170" y="123193"/>
                    <a:pt x="67582" y="113699"/>
                    <a:pt x="82406" y="93305"/>
                  </a:cubicBezTo>
                  <a:lnTo>
                    <a:pt x="92994" y="135500"/>
                  </a:lnTo>
                  <a:cubicBezTo>
                    <a:pt x="97583" y="153433"/>
                    <a:pt x="102171" y="159060"/>
                    <a:pt x="113465" y="159060"/>
                  </a:cubicBezTo>
                  <a:cubicBezTo>
                    <a:pt x="126877" y="159060"/>
                    <a:pt x="136054" y="150620"/>
                    <a:pt x="156525" y="118974"/>
                  </a:cubicBezTo>
                  <a:lnTo>
                    <a:pt x="151584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8" name="Freeform: Shape 1907">
              <a:extLst>
                <a:ext uri="{FF2B5EF4-FFF2-40B4-BE49-F238E27FC236}">
                  <a16:creationId xmlns:a16="http://schemas.microsoft.com/office/drawing/2014/main" id="{EAD9D4B6-C5A1-A153-1E2B-E9B3A3701E93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8784146" y="5277017"/>
              <a:ext cx="73914" cy="175899"/>
            </a:xfrm>
            <a:custGeom>
              <a:avLst/>
              <a:gdLst>
                <a:gd name="connsiteX0" fmla="*/ 47185 w 73914"/>
                <a:gd name="connsiteY0" fmla="*/ 125 h 175899"/>
                <a:gd name="connsiteX1" fmla="*/ 173 w 73914"/>
                <a:gd name="connsiteY1" fmla="*/ 23803 h 175899"/>
                <a:gd name="connsiteX2" fmla="*/ 173 w 73914"/>
                <a:gd name="connsiteY2" fmla="*/ 27446 h 175899"/>
                <a:gd name="connsiteX3" fmla="*/ 7225 w 73914"/>
                <a:gd name="connsiteY3" fmla="*/ 24584 h 175899"/>
                <a:gd name="connsiteX4" fmla="*/ 18978 w 73914"/>
                <a:gd name="connsiteY4" fmla="*/ 21722 h 175899"/>
                <a:gd name="connsiteX5" fmla="*/ 26813 w 73914"/>
                <a:gd name="connsiteY5" fmla="*/ 33952 h 175899"/>
                <a:gd name="connsiteX6" fmla="*/ 26813 w 73914"/>
                <a:gd name="connsiteY6" fmla="*/ 151825 h 175899"/>
                <a:gd name="connsiteX7" fmla="*/ 20545 w 73914"/>
                <a:gd name="connsiteY7" fmla="*/ 168739 h 175899"/>
                <a:gd name="connsiteX8" fmla="*/ 2001 w 73914"/>
                <a:gd name="connsiteY8" fmla="*/ 172121 h 175899"/>
                <a:gd name="connsiteX9" fmla="*/ 2001 w 73914"/>
                <a:gd name="connsiteY9" fmla="*/ 176024 h 175899"/>
                <a:gd name="connsiteX10" fmla="*/ 74087 w 73914"/>
                <a:gd name="connsiteY10" fmla="*/ 176024 h 175899"/>
                <a:gd name="connsiteX11" fmla="*/ 74087 w 73914"/>
                <a:gd name="connsiteY11" fmla="*/ 172121 h 175899"/>
                <a:gd name="connsiteX12" fmla="*/ 49275 w 73914"/>
                <a:gd name="connsiteY12" fmla="*/ 156769 h 175899"/>
                <a:gd name="connsiteX13" fmla="*/ 49275 w 73914"/>
                <a:gd name="connsiteY13" fmla="*/ 645 h 175899"/>
                <a:gd name="connsiteX14" fmla="*/ 47185 w 73914"/>
                <a:gd name="connsiteY14" fmla="*/ 125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185" y="125"/>
                  </a:moveTo>
                  <a:lnTo>
                    <a:pt x="173" y="23803"/>
                  </a:lnTo>
                  <a:lnTo>
                    <a:pt x="173" y="27446"/>
                  </a:lnTo>
                  <a:cubicBezTo>
                    <a:pt x="3307" y="26145"/>
                    <a:pt x="6180" y="25105"/>
                    <a:pt x="7225" y="24584"/>
                  </a:cubicBezTo>
                  <a:cubicBezTo>
                    <a:pt x="11926" y="22763"/>
                    <a:pt x="16366" y="21722"/>
                    <a:pt x="18978" y="21722"/>
                  </a:cubicBezTo>
                  <a:cubicBezTo>
                    <a:pt x="24463" y="21722"/>
                    <a:pt x="26813" y="25625"/>
                    <a:pt x="26813" y="33952"/>
                  </a:cubicBezTo>
                  <a:lnTo>
                    <a:pt x="26813" y="151825"/>
                  </a:lnTo>
                  <a:cubicBezTo>
                    <a:pt x="26813" y="160412"/>
                    <a:pt x="24724" y="166397"/>
                    <a:pt x="20545" y="168739"/>
                  </a:cubicBezTo>
                  <a:cubicBezTo>
                    <a:pt x="16627" y="171080"/>
                    <a:pt x="12971" y="171861"/>
                    <a:pt x="2001" y="172121"/>
                  </a:cubicBezTo>
                  <a:lnTo>
                    <a:pt x="2001" y="176024"/>
                  </a:lnTo>
                  <a:lnTo>
                    <a:pt x="74087" y="176024"/>
                  </a:lnTo>
                  <a:lnTo>
                    <a:pt x="74087" y="172121"/>
                  </a:lnTo>
                  <a:cubicBezTo>
                    <a:pt x="53454" y="171861"/>
                    <a:pt x="49275" y="169259"/>
                    <a:pt x="49275" y="156769"/>
                  </a:cubicBezTo>
                  <a:lnTo>
                    <a:pt x="49275" y="645"/>
                  </a:lnTo>
                  <a:lnTo>
                    <a:pt x="47185" y="12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9" name="Freeform: Shape 1908">
              <a:extLst>
                <a:ext uri="{FF2B5EF4-FFF2-40B4-BE49-F238E27FC236}">
                  <a16:creationId xmlns:a16="http://schemas.microsoft.com/office/drawing/2014/main" id="{81A46C40-AE46-1248-9F7E-16287328CF6D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8982447" y="5304660"/>
              <a:ext cx="215651" cy="14065"/>
            </a:xfrm>
            <a:custGeom>
              <a:avLst/>
              <a:gdLst>
                <a:gd name="connsiteX0" fmla="*/ 203477 w 215651"/>
                <a:gd name="connsiteY0" fmla="*/ 14188 h 14065"/>
                <a:gd name="connsiteX1" fmla="*/ 215830 w 215651"/>
                <a:gd name="connsiteY1" fmla="*/ 7155 h 14065"/>
                <a:gd name="connsiteX2" fmla="*/ 203477 w 215651"/>
                <a:gd name="connsiteY2" fmla="*/ 122 h 14065"/>
                <a:gd name="connsiteX3" fmla="*/ 12532 w 215651"/>
                <a:gd name="connsiteY3" fmla="*/ 122 h 14065"/>
                <a:gd name="connsiteX4" fmla="*/ 179 w 215651"/>
                <a:gd name="connsiteY4" fmla="*/ 7155 h 14065"/>
                <a:gd name="connsiteX5" fmla="*/ 12532 w 215651"/>
                <a:gd name="connsiteY5" fmla="*/ 14188 h 14065"/>
                <a:gd name="connsiteX6" fmla="*/ 203477 w 215651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77" y="14188"/>
                  </a:moveTo>
                  <a:cubicBezTo>
                    <a:pt x="209477" y="14188"/>
                    <a:pt x="215830" y="14188"/>
                    <a:pt x="215830" y="7155"/>
                  </a:cubicBezTo>
                  <a:cubicBezTo>
                    <a:pt x="215830" y="122"/>
                    <a:pt x="209477" y="122"/>
                    <a:pt x="203477" y="122"/>
                  </a:cubicBezTo>
                  <a:lnTo>
                    <a:pt x="12532" y="122"/>
                  </a:lnTo>
                  <a:cubicBezTo>
                    <a:pt x="6532" y="122"/>
                    <a:pt x="179" y="122"/>
                    <a:pt x="179" y="7155"/>
                  </a:cubicBezTo>
                  <a:cubicBezTo>
                    <a:pt x="179" y="14188"/>
                    <a:pt x="6532" y="14188"/>
                    <a:pt x="12532" y="14188"/>
                  </a:cubicBezTo>
                  <a:lnTo>
                    <a:pt x="203477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0" name="Freeform: Shape 1909">
              <a:extLst>
                <a:ext uri="{FF2B5EF4-FFF2-40B4-BE49-F238E27FC236}">
                  <a16:creationId xmlns:a16="http://schemas.microsoft.com/office/drawing/2014/main" id="{222B539B-62CD-FFEC-D11D-AA26666078E1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9268092" y="5244531"/>
              <a:ext cx="167297" cy="158937"/>
            </a:xfrm>
            <a:custGeom>
              <a:avLst/>
              <a:gdLst>
                <a:gd name="connsiteX0" fmla="*/ 151603 w 167297"/>
                <a:gd name="connsiteY0" fmla="*/ 116161 h 158937"/>
                <a:gd name="connsiteX1" fmla="*/ 143838 w 167297"/>
                <a:gd name="connsiteY1" fmla="*/ 125655 h 158937"/>
                <a:gd name="connsiteX2" fmla="*/ 127602 w 167297"/>
                <a:gd name="connsiteY2" fmla="*/ 139720 h 158937"/>
                <a:gd name="connsiteX3" fmla="*/ 116661 w 167297"/>
                <a:gd name="connsiteY3" fmla="*/ 125303 h 158937"/>
                <a:gd name="connsiteX4" fmla="*/ 115249 w 167297"/>
                <a:gd name="connsiteY4" fmla="*/ 119325 h 158937"/>
                <a:gd name="connsiteX5" fmla="*/ 102543 w 167297"/>
                <a:gd name="connsiteY5" fmla="*/ 62361 h 158937"/>
                <a:gd name="connsiteX6" fmla="*/ 137132 w 167297"/>
                <a:gd name="connsiteY6" fmla="*/ 19814 h 158937"/>
                <a:gd name="connsiteX7" fmla="*/ 145603 w 167297"/>
                <a:gd name="connsiteY7" fmla="*/ 22627 h 158937"/>
                <a:gd name="connsiteX8" fmla="*/ 155132 w 167297"/>
                <a:gd name="connsiteY8" fmla="*/ 25791 h 158937"/>
                <a:gd name="connsiteX9" fmla="*/ 167485 w 167297"/>
                <a:gd name="connsiteY9" fmla="*/ 13133 h 158937"/>
                <a:gd name="connsiteX10" fmla="*/ 153015 w 167297"/>
                <a:gd name="connsiteY10" fmla="*/ 122 h 158937"/>
                <a:gd name="connsiteX11" fmla="*/ 99719 w 167297"/>
                <a:gd name="connsiteY11" fmla="*/ 50406 h 158937"/>
                <a:gd name="connsiteX12" fmla="*/ 95837 w 167297"/>
                <a:gd name="connsiteY12" fmla="*/ 31066 h 158937"/>
                <a:gd name="connsiteX13" fmla="*/ 77484 w 167297"/>
                <a:gd name="connsiteY13" fmla="*/ 122 h 158937"/>
                <a:gd name="connsiteX14" fmla="*/ 36189 w 167297"/>
                <a:gd name="connsiteY14" fmla="*/ 10320 h 158937"/>
                <a:gd name="connsiteX15" fmla="*/ 32306 w 167297"/>
                <a:gd name="connsiteY15" fmla="*/ 11726 h 158937"/>
                <a:gd name="connsiteX16" fmla="*/ 33718 w 167297"/>
                <a:gd name="connsiteY16" fmla="*/ 17001 h 158937"/>
                <a:gd name="connsiteX17" fmla="*/ 53483 w 167297"/>
                <a:gd name="connsiteY17" fmla="*/ 13133 h 158937"/>
                <a:gd name="connsiteX18" fmla="*/ 69366 w 167297"/>
                <a:gd name="connsiteY18" fmla="*/ 37395 h 158937"/>
                <a:gd name="connsiteX19" fmla="*/ 79601 w 167297"/>
                <a:gd name="connsiteY19" fmla="*/ 80646 h 158937"/>
                <a:gd name="connsiteX20" fmla="*/ 50660 w 167297"/>
                <a:gd name="connsiteY20" fmla="*/ 121787 h 158937"/>
                <a:gd name="connsiteX21" fmla="*/ 32659 w 167297"/>
                <a:gd name="connsiteY21" fmla="*/ 138665 h 158937"/>
                <a:gd name="connsiteX22" fmla="*/ 23483 w 167297"/>
                <a:gd name="connsiteY22" fmla="*/ 135500 h 158937"/>
                <a:gd name="connsiteX23" fmla="*/ 12188 w 167297"/>
                <a:gd name="connsiteY23" fmla="*/ 131984 h 158937"/>
                <a:gd name="connsiteX24" fmla="*/ 188 w 167297"/>
                <a:gd name="connsiteY24" fmla="*/ 144291 h 158937"/>
                <a:gd name="connsiteX25" fmla="*/ 17835 w 167297"/>
                <a:gd name="connsiteY25" fmla="*/ 159060 h 158937"/>
                <a:gd name="connsiteX26" fmla="*/ 50660 w 167297"/>
                <a:gd name="connsiteY26" fmla="*/ 134445 h 158937"/>
                <a:gd name="connsiteX27" fmla="*/ 82425 w 167297"/>
                <a:gd name="connsiteY27" fmla="*/ 93305 h 158937"/>
                <a:gd name="connsiteX28" fmla="*/ 93013 w 167297"/>
                <a:gd name="connsiteY28" fmla="*/ 135500 h 158937"/>
                <a:gd name="connsiteX29" fmla="*/ 113484 w 167297"/>
                <a:gd name="connsiteY29" fmla="*/ 159060 h 158937"/>
                <a:gd name="connsiteX30" fmla="*/ 156544 w 167297"/>
                <a:gd name="connsiteY30" fmla="*/ 118974 h 158937"/>
                <a:gd name="connsiteX31" fmla="*/ 151603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3" y="116161"/>
                  </a:moveTo>
                  <a:cubicBezTo>
                    <a:pt x="148779" y="119325"/>
                    <a:pt x="147014" y="121435"/>
                    <a:pt x="143838" y="125655"/>
                  </a:cubicBezTo>
                  <a:cubicBezTo>
                    <a:pt x="135720" y="136203"/>
                    <a:pt x="131485" y="139720"/>
                    <a:pt x="127602" y="139720"/>
                  </a:cubicBezTo>
                  <a:cubicBezTo>
                    <a:pt x="122308" y="139720"/>
                    <a:pt x="119132" y="135149"/>
                    <a:pt x="116661" y="125303"/>
                  </a:cubicBezTo>
                  <a:cubicBezTo>
                    <a:pt x="115955" y="122490"/>
                    <a:pt x="115602" y="120380"/>
                    <a:pt x="115249" y="119325"/>
                  </a:cubicBezTo>
                  <a:cubicBezTo>
                    <a:pt x="106425" y="83810"/>
                    <a:pt x="102543" y="67635"/>
                    <a:pt x="102543" y="62361"/>
                  </a:cubicBezTo>
                  <a:cubicBezTo>
                    <a:pt x="118073" y="35285"/>
                    <a:pt x="130779" y="19814"/>
                    <a:pt x="137132" y="19814"/>
                  </a:cubicBezTo>
                  <a:cubicBezTo>
                    <a:pt x="139250" y="19814"/>
                    <a:pt x="142073" y="20869"/>
                    <a:pt x="145603" y="22627"/>
                  </a:cubicBezTo>
                  <a:cubicBezTo>
                    <a:pt x="149838" y="25088"/>
                    <a:pt x="152309" y="25791"/>
                    <a:pt x="155132" y="25791"/>
                  </a:cubicBezTo>
                  <a:cubicBezTo>
                    <a:pt x="162544" y="25791"/>
                    <a:pt x="167485" y="20517"/>
                    <a:pt x="167485" y="13133"/>
                  </a:cubicBezTo>
                  <a:cubicBezTo>
                    <a:pt x="167485" y="5748"/>
                    <a:pt x="161485" y="122"/>
                    <a:pt x="153015" y="122"/>
                  </a:cubicBezTo>
                  <a:cubicBezTo>
                    <a:pt x="137485" y="122"/>
                    <a:pt x="124073" y="12781"/>
                    <a:pt x="99719" y="50406"/>
                  </a:cubicBezTo>
                  <a:lnTo>
                    <a:pt x="95837" y="31066"/>
                  </a:lnTo>
                  <a:cubicBezTo>
                    <a:pt x="90896" y="7155"/>
                    <a:pt x="87013" y="122"/>
                    <a:pt x="77484" y="122"/>
                  </a:cubicBezTo>
                  <a:cubicBezTo>
                    <a:pt x="69719" y="122"/>
                    <a:pt x="57719" y="3287"/>
                    <a:pt x="36189" y="10320"/>
                  </a:cubicBezTo>
                  <a:lnTo>
                    <a:pt x="32306" y="11726"/>
                  </a:lnTo>
                  <a:lnTo>
                    <a:pt x="33718" y="17001"/>
                  </a:lnTo>
                  <a:cubicBezTo>
                    <a:pt x="47130" y="13836"/>
                    <a:pt x="50307" y="13133"/>
                    <a:pt x="53483" y="13133"/>
                  </a:cubicBezTo>
                  <a:cubicBezTo>
                    <a:pt x="62307" y="13133"/>
                    <a:pt x="64425" y="16297"/>
                    <a:pt x="69366" y="37395"/>
                  </a:cubicBezTo>
                  <a:lnTo>
                    <a:pt x="79601" y="80646"/>
                  </a:lnTo>
                  <a:lnTo>
                    <a:pt x="50660" y="121787"/>
                  </a:lnTo>
                  <a:cubicBezTo>
                    <a:pt x="43601" y="132336"/>
                    <a:pt x="36542" y="138665"/>
                    <a:pt x="32659" y="138665"/>
                  </a:cubicBezTo>
                  <a:cubicBezTo>
                    <a:pt x="30542" y="138665"/>
                    <a:pt x="27012" y="137610"/>
                    <a:pt x="23483" y="135500"/>
                  </a:cubicBezTo>
                  <a:cubicBezTo>
                    <a:pt x="18894" y="133039"/>
                    <a:pt x="15012" y="131984"/>
                    <a:pt x="12188" y="131984"/>
                  </a:cubicBezTo>
                  <a:cubicBezTo>
                    <a:pt x="5482" y="131984"/>
                    <a:pt x="188" y="137258"/>
                    <a:pt x="188" y="144291"/>
                  </a:cubicBezTo>
                  <a:cubicBezTo>
                    <a:pt x="188" y="153433"/>
                    <a:pt x="7247" y="159060"/>
                    <a:pt x="17835" y="159060"/>
                  </a:cubicBezTo>
                  <a:cubicBezTo>
                    <a:pt x="28777" y="159060"/>
                    <a:pt x="33012" y="155895"/>
                    <a:pt x="50660" y="134445"/>
                  </a:cubicBezTo>
                  <a:cubicBezTo>
                    <a:pt x="60189" y="123193"/>
                    <a:pt x="67601" y="113699"/>
                    <a:pt x="82425" y="93305"/>
                  </a:cubicBezTo>
                  <a:lnTo>
                    <a:pt x="93013" y="135500"/>
                  </a:lnTo>
                  <a:cubicBezTo>
                    <a:pt x="97602" y="153433"/>
                    <a:pt x="102190" y="159060"/>
                    <a:pt x="113484" y="159060"/>
                  </a:cubicBezTo>
                  <a:cubicBezTo>
                    <a:pt x="126896" y="159060"/>
                    <a:pt x="136073" y="150620"/>
                    <a:pt x="156544" y="118974"/>
                  </a:cubicBezTo>
                  <a:lnTo>
                    <a:pt x="151603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1" name="Freeform: Shape 1910">
              <a:extLst>
                <a:ext uri="{FF2B5EF4-FFF2-40B4-BE49-F238E27FC236}">
                  <a16:creationId xmlns:a16="http://schemas.microsoft.com/office/drawing/2014/main" id="{4D262858-4791-55F2-9E03-0072765995ED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9441184" y="5277017"/>
              <a:ext cx="118053" cy="179542"/>
            </a:xfrm>
            <a:custGeom>
              <a:avLst/>
              <a:gdLst>
                <a:gd name="connsiteX0" fmla="*/ 60264 w 118053"/>
                <a:gd name="connsiteY0" fmla="*/ 125 h 179542"/>
                <a:gd name="connsiteX1" fmla="*/ 25265 w 118053"/>
                <a:gd name="connsiteY1" fmla="*/ 13655 h 179542"/>
                <a:gd name="connsiteX2" fmla="*/ 192 w 118053"/>
                <a:gd name="connsiteY2" fmla="*/ 88595 h 179542"/>
                <a:gd name="connsiteX3" fmla="*/ 21086 w 118053"/>
                <a:gd name="connsiteY3" fmla="*/ 161973 h 179542"/>
                <a:gd name="connsiteX4" fmla="*/ 59219 w 118053"/>
                <a:gd name="connsiteY4" fmla="*/ 179667 h 179542"/>
                <a:gd name="connsiteX5" fmla="*/ 93172 w 118053"/>
                <a:gd name="connsiteY5" fmla="*/ 166136 h 179542"/>
                <a:gd name="connsiteX6" fmla="*/ 118246 w 118053"/>
                <a:gd name="connsiteY6" fmla="*/ 90156 h 179542"/>
                <a:gd name="connsiteX7" fmla="*/ 60264 w 118053"/>
                <a:gd name="connsiteY7" fmla="*/ 125 h 179542"/>
                <a:gd name="connsiteX8" fmla="*/ 59480 w 118053"/>
                <a:gd name="connsiteY8" fmla="*/ 6890 h 179542"/>
                <a:gd name="connsiteX9" fmla="*/ 93172 w 118053"/>
                <a:gd name="connsiteY9" fmla="*/ 90677 h 179542"/>
                <a:gd name="connsiteX10" fmla="*/ 59219 w 118053"/>
                <a:gd name="connsiteY10" fmla="*/ 172902 h 179542"/>
                <a:gd name="connsiteX11" fmla="*/ 25265 w 118053"/>
                <a:gd name="connsiteY11" fmla="*/ 90937 h 179542"/>
                <a:gd name="connsiteX12" fmla="*/ 59480 w 118053"/>
                <a:gd name="connsiteY12" fmla="*/ 6890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4" y="125"/>
                  </a:moveTo>
                  <a:cubicBezTo>
                    <a:pt x="45899" y="125"/>
                    <a:pt x="34929" y="4548"/>
                    <a:pt x="25265" y="13655"/>
                  </a:cubicBezTo>
                  <a:cubicBezTo>
                    <a:pt x="10117" y="28227"/>
                    <a:pt x="192" y="58151"/>
                    <a:pt x="192" y="88595"/>
                  </a:cubicBezTo>
                  <a:cubicBezTo>
                    <a:pt x="192" y="116957"/>
                    <a:pt x="8811" y="147402"/>
                    <a:pt x="21086" y="161973"/>
                  </a:cubicBezTo>
                  <a:cubicBezTo>
                    <a:pt x="30750" y="173422"/>
                    <a:pt x="44070" y="179667"/>
                    <a:pt x="59219" y="179667"/>
                  </a:cubicBezTo>
                  <a:cubicBezTo>
                    <a:pt x="72539" y="179667"/>
                    <a:pt x="83770" y="175244"/>
                    <a:pt x="93172" y="166136"/>
                  </a:cubicBezTo>
                  <a:cubicBezTo>
                    <a:pt x="108321" y="151825"/>
                    <a:pt x="118246" y="121641"/>
                    <a:pt x="118246" y="90156"/>
                  </a:cubicBezTo>
                  <a:cubicBezTo>
                    <a:pt x="118246" y="36814"/>
                    <a:pt x="94478" y="125"/>
                    <a:pt x="60264" y="125"/>
                  </a:cubicBezTo>
                  <a:close/>
                  <a:moveTo>
                    <a:pt x="59480" y="6890"/>
                  </a:moveTo>
                  <a:cubicBezTo>
                    <a:pt x="81419" y="6890"/>
                    <a:pt x="93172" y="36293"/>
                    <a:pt x="93172" y="90677"/>
                  </a:cubicBezTo>
                  <a:cubicBezTo>
                    <a:pt x="93172" y="145060"/>
                    <a:pt x="81680" y="172902"/>
                    <a:pt x="59219" y="172902"/>
                  </a:cubicBezTo>
                  <a:cubicBezTo>
                    <a:pt x="36757" y="172902"/>
                    <a:pt x="25265" y="145060"/>
                    <a:pt x="25265" y="90937"/>
                  </a:cubicBezTo>
                  <a:cubicBezTo>
                    <a:pt x="25265" y="35773"/>
                    <a:pt x="37018" y="6890"/>
                    <a:pt x="59480" y="689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2" name="Freeform: Shape 1911">
              <a:extLst>
                <a:ext uri="{FF2B5EF4-FFF2-40B4-BE49-F238E27FC236}">
                  <a16:creationId xmlns:a16="http://schemas.microsoft.com/office/drawing/2014/main" id="{6E424C51-102F-A095-820A-A467D29FF1D1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9603828" y="5135877"/>
              <a:ext cx="81883" cy="351630"/>
            </a:xfrm>
            <a:custGeom>
              <a:avLst/>
              <a:gdLst>
                <a:gd name="connsiteX0" fmla="*/ 82081 w 81883"/>
                <a:gd name="connsiteY0" fmla="*/ 175937 h 351630"/>
                <a:gd name="connsiteX1" fmla="*/ 58786 w 81883"/>
                <a:gd name="connsiteY1" fmla="*/ 66228 h 351630"/>
                <a:gd name="connsiteX2" fmla="*/ 3727 w 81883"/>
                <a:gd name="connsiteY2" fmla="*/ 122 h 351630"/>
                <a:gd name="connsiteX3" fmla="*/ 197 w 81883"/>
                <a:gd name="connsiteY3" fmla="*/ 3638 h 351630"/>
                <a:gd name="connsiteX4" fmla="*/ 6903 w 81883"/>
                <a:gd name="connsiteY4" fmla="*/ 11725 h 351630"/>
                <a:gd name="connsiteX5" fmla="*/ 61610 w 81883"/>
                <a:gd name="connsiteY5" fmla="*/ 175937 h 351630"/>
                <a:gd name="connsiteX6" fmla="*/ 4785 w 81883"/>
                <a:gd name="connsiteY6" fmla="*/ 342258 h 351630"/>
                <a:gd name="connsiteX7" fmla="*/ 197 w 81883"/>
                <a:gd name="connsiteY7" fmla="*/ 348236 h 351630"/>
                <a:gd name="connsiteX8" fmla="*/ 3727 w 81883"/>
                <a:gd name="connsiteY8" fmla="*/ 351752 h 351630"/>
                <a:gd name="connsiteX9" fmla="*/ 59845 w 81883"/>
                <a:gd name="connsiteY9" fmla="*/ 283184 h 351630"/>
                <a:gd name="connsiteX10" fmla="*/ 82081 w 81883"/>
                <a:gd name="connsiteY10" fmla="*/ 175937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1" y="175937"/>
                  </a:moveTo>
                  <a:cubicBezTo>
                    <a:pt x="82081" y="148510"/>
                    <a:pt x="78199" y="105963"/>
                    <a:pt x="58786" y="66228"/>
                  </a:cubicBezTo>
                  <a:cubicBezTo>
                    <a:pt x="37610" y="22978"/>
                    <a:pt x="7256" y="122"/>
                    <a:pt x="3727" y="122"/>
                  </a:cubicBezTo>
                  <a:cubicBezTo>
                    <a:pt x="1609" y="122"/>
                    <a:pt x="197" y="1528"/>
                    <a:pt x="197" y="3638"/>
                  </a:cubicBezTo>
                  <a:cubicBezTo>
                    <a:pt x="197" y="4693"/>
                    <a:pt x="197" y="5396"/>
                    <a:pt x="6903" y="11725"/>
                  </a:cubicBezTo>
                  <a:cubicBezTo>
                    <a:pt x="41492" y="46537"/>
                    <a:pt x="61610" y="102446"/>
                    <a:pt x="61610" y="175937"/>
                  </a:cubicBezTo>
                  <a:cubicBezTo>
                    <a:pt x="61610" y="236066"/>
                    <a:pt x="48551" y="297953"/>
                    <a:pt x="4785" y="342258"/>
                  </a:cubicBezTo>
                  <a:cubicBezTo>
                    <a:pt x="197" y="346478"/>
                    <a:pt x="197" y="347181"/>
                    <a:pt x="197" y="348236"/>
                  </a:cubicBezTo>
                  <a:cubicBezTo>
                    <a:pt x="197" y="350346"/>
                    <a:pt x="1609" y="351752"/>
                    <a:pt x="3727" y="351752"/>
                  </a:cubicBezTo>
                  <a:cubicBezTo>
                    <a:pt x="7256" y="351752"/>
                    <a:pt x="39021" y="327842"/>
                    <a:pt x="59845" y="283184"/>
                  </a:cubicBezTo>
                  <a:cubicBezTo>
                    <a:pt x="77846" y="244505"/>
                    <a:pt x="82081" y="205474"/>
                    <a:pt x="82081" y="1759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3" name="Freeform: Shape 1912">
              <a:extLst>
                <a:ext uri="{FF2B5EF4-FFF2-40B4-BE49-F238E27FC236}">
                  <a16:creationId xmlns:a16="http://schemas.microsoft.com/office/drawing/2014/main" id="{CFBD8223-5A5B-D073-5D08-BA705AF56465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9756105" y="5135877"/>
              <a:ext cx="81883" cy="351630"/>
            </a:xfrm>
            <a:custGeom>
              <a:avLst/>
              <a:gdLst>
                <a:gd name="connsiteX0" fmla="*/ 82085 w 81883"/>
                <a:gd name="connsiteY0" fmla="*/ 348236 h 351630"/>
                <a:gd name="connsiteX1" fmla="*/ 76085 w 81883"/>
                <a:gd name="connsiteY1" fmla="*/ 340500 h 351630"/>
                <a:gd name="connsiteX2" fmla="*/ 20672 w 81883"/>
                <a:gd name="connsiteY2" fmla="*/ 175937 h 351630"/>
                <a:gd name="connsiteX3" fmla="*/ 77497 w 81883"/>
                <a:gd name="connsiteY3" fmla="*/ 9616 h 351630"/>
                <a:gd name="connsiteX4" fmla="*/ 82085 w 81883"/>
                <a:gd name="connsiteY4" fmla="*/ 3638 h 351630"/>
                <a:gd name="connsiteX5" fmla="*/ 78555 w 81883"/>
                <a:gd name="connsiteY5" fmla="*/ 122 h 351630"/>
                <a:gd name="connsiteX6" fmla="*/ 22437 w 81883"/>
                <a:gd name="connsiteY6" fmla="*/ 68690 h 351630"/>
                <a:gd name="connsiteX7" fmla="*/ 201 w 81883"/>
                <a:gd name="connsiteY7" fmla="*/ 175937 h 351630"/>
                <a:gd name="connsiteX8" fmla="*/ 23496 w 81883"/>
                <a:gd name="connsiteY8" fmla="*/ 285646 h 351630"/>
                <a:gd name="connsiteX9" fmla="*/ 78555 w 81883"/>
                <a:gd name="connsiteY9" fmla="*/ 351752 h 351630"/>
                <a:gd name="connsiteX10" fmla="*/ 82085 w 81883"/>
                <a:gd name="connsiteY10" fmla="*/ 34823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348236"/>
                  </a:moveTo>
                  <a:cubicBezTo>
                    <a:pt x="82085" y="347181"/>
                    <a:pt x="82085" y="346478"/>
                    <a:pt x="76085" y="340500"/>
                  </a:cubicBezTo>
                  <a:cubicBezTo>
                    <a:pt x="31966" y="296195"/>
                    <a:pt x="20672" y="229737"/>
                    <a:pt x="20672" y="175937"/>
                  </a:cubicBezTo>
                  <a:cubicBezTo>
                    <a:pt x="20672" y="114753"/>
                    <a:pt x="34084" y="53570"/>
                    <a:pt x="77497" y="9616"/>
                  </a:cubicBezTo>
                  <a:cubicBezTo>
                    <a:pt x="82085" y="5396"/>
                    <a:pt x="82085" y="4693"/>
                    <a:pt x="82085" y="3638"/>
                  </a:cubicBezTo>
                  <a:cubicBezTo>
                    <a:pt x="82085" y="1177"/>
                    <a:pt x="80673" y="122"/>
                    <a:pt x="78555" y="122"/>
                  </a:cubicBezTo>
                  <a:cubicBezTo>
                    <a:pt x="75026" y="122"/>
                    <a:pt x="43261" y="24033"/>
                    <a:pt x="22437" y="68690"/>
                  </a:cubicBezTo>
                  <a:cubicBezTo>
                    <a:pt x="4436" y="107369"/>
                    <a:pt x="201" y="146400"/>
                    <a:pt x="201" y="175937"/>
                  </a:cubicBezTo>
                  <a:cubicBezTo>
                    <a:pt x="201" y="203364"/>
                    <a:pt x="4084" y="245912"/>
                    <a:pt x="23496" y="285646"/>
                  </a:cubicBezTo>
                  <a:cubicBezTo>
                    <a:pt x="44672" y="328896"/>
                    <a:pt x="75026" y="351752"/>
                    <a:pt x="78555" y="351752"/>
                  </a:cubicBezTo>
                  <a:cubicBezTo>
                    <a:pt x="80673" y="351752"/>
                    <a:pt x="82085" y="350698"/>
                    <a:pt x="82085" y="34823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4" name="Freeform: Shape 1913">
              <a:extLst>
                <a:ext uri="{FF2B5EF4-FFF2-40B4-BE49-F238E27FC236}">
                  <a16:creationId xmlns:a16="http://schemas.microsoft.com/office/drawing/2014/main" id="{9FA4BEE3-0D52-D947-B64E-78043615836F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9849087" y="5244531"/>
              <a:ext cx="167297" cy="158937"/>
            </a:xfrm>
            <a:custGeom>
              <a:avLst/>
              <a:gdLst>
                <a:gd name="connsiteX0" fmla="*/ 151619 w 167297"/>
                <a:gd name="connsiteY0" fmla="*/ 116161 h 158937"/>
                <a:gd name="connsiteX1" fmla="*/ 143854 w 167297"/>
                <a:gd name="connsiteY1" fmla="*/ 125655 h 158937"/>
                <a:gd name="connsiteX2" fmla="*/ 127619 w 167297"/>
                <a:gd name="connsiteY2" fmla="*/ 139720 h 158937"/>
                <a:gd name="connsiteX3" fmla="*/ 116677 w 167297"/>
                <a:gd name="connsiteY3" fmla="*/ 125303 h 158937"/>
                <a:gd name="connsiteX4" fmla="*/ 115265 w 167297"/>
                <a:gd name="connsiteY4" fmla="*/ 119325 h 158937"/>
                <a:gd name="connsiteX5" fmla="*/ 102559 w 167297"/>
                <a:gd name="connsiteY5" fmla="*/ 62361 h 158937"/>
                <a:gd name="connsiteX6" fmla="*/ 137148 w 167297"/>
                <a:gd name="connsiteY6" fmla="*/ 19814 h 158937"/>
                <a:gd name="connsiteX7" fmla="*/ 145619 w 167297"/>
                <a:gd name="connsiteY7" fmla="*/ 22627 h 158937"/>
                <a:gd name="connsiteX8" fmla="*/ 155149 w 167297"/>
                <a:gd name="connsiteY8" fmla="*/ 25791 h 158937"/>
                <a:gd name="connsiteX9" fmla="*/ 167502 w 167297"/>
                <a:gd name="connsiteY9" fmla="*/ 13133 h 158937"/>
                <a:gd name="connsiteX10" fmla="*/ 153031 w 167297"/>
                <a:gd name="connsiteY10" fmla="*/ 122 h 158937"/>
                <a:gd name="connsiteX11" fmla="*/ 99736 w 167297"/>
                <a:gd name="connsiteY11" fmla="*/ 50406 h 158937"/>
                <a:gd name="connsiteX12" fmla="*/ 95853 w 167297"/>
                <a:gd name="connsiteY12" fmla="*/ 31066 h 158937"/>
                <a:gd name="connsiteX13" fmla="*/ 77500 w 167297"/>
                <a:gd name="connsiteY13" fmla="*/ 122 h 158937"/>
                <a:gd name="connsiteX14" fmla="*/ 36205 w 167297"/>
                <a:gd name="connsiteY14" fmla="*/ 10320 h 158937"/>
                <a:gd name="connsiteX15" fmla="*/ 32323 w 167297"/>
                <a:gd name="connsiteY15" fmla="*/ 11726 h 158937"/>
                <a:gd name="connsiteX16" fmla="*/ 33734 w 167297"/>
                <a:gd name="connsiteY16" fmla="*/ 17001 h 158937"/>
                <a:gd name="connsiteX17" fmla="*/ 53500 w 167297"/>
                <a:gd name="connsiteY17" fmla="*/ 13133 h 158937"/>
                <a:gd name="connsiteX18" fmla="*/ 69382 w 167297"/>
                <a:gd name="connsiteY18" fmla="*/ 37395 h 158937"/>
                <a:gd name="connsiteX19" fmla="*/ 79618 w 167297"/>
                <a:gd name="connsiteY19" fmla="*/ 80646 h 158937"/>
                <a:gd name="connsiteX20" fmla="*/ 50676 w 167297"/>
                <a:gd name="connsiteY20" fmla="*/ 121787 h 158937"/>
                <a:gd name="connsiteX21" fmla="*/ 32676 w 167297"/>
                <a:gd name="connsiteY21" fmla="*/ 138665 h 158937"/>
                <a:gd name="connsiteX22" fmla="*/ 23499 w 167297"/>
                <a:gd name="connsiteY22" fmla="*/ 135500 h 158937"/>
                <a:gd name="connsiteX23" fmla="*/ 12205 w 167297"/>
                <a:gd name="connsiteY23" fmla="*/ 131984 h 158937"/>
                <a:gd name="connsiteX24" fmla="*/ 204 w 167297"/>
                <a:gd name="connsiteY24" fmla="*/ 144291 h 158937"/>
                <a:gd name="connsiteX25" fmla="*/ 17852 w 167297"/>
                <a:gd name="connsiteY25" fmla="*/ 159060 h 158937"/>
                <a:gd name="connsiteX26" fmla="*/ 50676 w 167297"/>
                <a:gd name="connsiteY26" fmla="*/ 134445 h 158937"/>
                <a:gd name="connsiteX27" fmla="*/ 82441 w 167297"/>
                <a:gd name="connsiteY27" fmla="*/ 93305 h 158937"/>
                <a:gd name="connsiteX28" fmla="*/ 93030 w 167297"/>
                <a:gd name="connsiteY28" fmla="*/ 135500 h 158937"/>
                <a:gd name="connsiteX29" fmla="*/ 113501 w 167297"/>
                <a:gd name="connsiteY29" fmla="*/ 159060 h 158937"/>
                <a:gd name="connsiteX30" fmla="*/ 156560 w 167297"/>
                <a:gd name="connsiteY30" fmla="*/ 118974 h 158937"/>
                <a:gd name="connsiteX31" fmla="*/ 151619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19" y="116161"/>
                  </a:moveTo>
                  <a:cubicBezTo>
                    <a:pt x="148796" y="119325"/>
                    <a:pt x="147031" y="121435"/>
                    <a:pt x="143854" y="125655"/>
                  </a:cubicBezTo>
                  <a:cubicBezTo>
                    <a:pt x="135736" y="136203"/>
                    <a:pt x="131501" y="139720"/>
                    <a:pt x="127619" y="139720"/>
                  </a:cubicBezTo>
                  <a:cubicBezTo>
                    <a:pt x="122324" y="139720"/>
                    <a:pt x="119148" y="135149"/>
                    <a:pt x="116677" y="125303"/>
                  </a:cubicBezTo>
                  <a:cubicBezTo>
                    <a:pt x="115971" y="122490"/>
                    <a:pt x="115618" y="120380"/>
                    <a:pt x="115265" y="119325"/>
                  </a:cubicBezTo>
                  <a:cubicBezTo>
                    <a:pt x="106442" y="83810"/>
                    <a:pt x="102559" y="67635"/>
                    <a:pt x="102559" y="62361"/>
                  </a:cubicBezTo>
                  <a:cubicBezTo>
                    <a:pt x="118089" y="35285"/>
                    <a:pt x="130795" y="19814"/>
                    <a:pt x="137148" y="19814"/>
                  </a:cubicBezTo>
                  <a:cubicBezTo>
                    <a:pt x="139266" y="19814"/>
                    <a:pt x="142089" y="20869"/>
                    <a:pt x="145619" y="22627"/>
                  </a:cubicBezTo>
                  <a:cubicBezTo>
                    <a:pt x="149854" y="25088"/>
                    <a:pt x="152325" y="25791"/>
                    <a:pt x="155149" y="25791"/>
                  </a:cubicBezTo>
                  <a:cubicBezTo>
                    <a:pt x="162561" y="25791"/>
                    <a:pt x="167502" y="20517"/>
                    <a:pt x="167502" y="13133"/>
                  </a:cubicBezTo>
                  <a:cubicBezTo>
                    <a:pt x="167502" y="5748"/>
                    <a:pt x="161502" y="122"/>
                    <a:pt x="153031" y="122"/>
                  </a:cubicBezTo>
                  <a:cubicBezTo>
                    <a:pt x="137501" y="122"/>
                    <a:pt x="124089" y="12781"/>
                    <a:pt x="99736" y="50406"/>
                  </a:cubicBezTo>
                  <a:lnTo>
                    <a:pt x="95853" y="31066"/>
                  </a:lnTo>
                  <a:cubicBezTo>
                    <a:pt x="90912" y="7155"/>
                    <a:pt x="87030" y="122"/>
                    <a:pt x="77500" y="122"/>
                  </a:cubicBezTo>
                  <a:cubicBezTo>
                    <a:pt x="69735" y="122"/>
                    <a:pt x="57735" y="3287"/>
                    <a:pt x="36205" y="10320"/>
                  </a:cubicBezTo>
                  <a:lnTo>
                    <a:pt x="32323" y="11726"/>
                  </a:lnTo>
                  <a:lnTo>
                    <a:pt x="33734" y="17001"/>
                  </a:lnTo>
                  <a:cubicBezTo>
                    <a:pt x="47146" y="13836"/>
                    <a:pt x="50323" y="13133"/>
                    <a:pt x="53500" y="13133"/>
                  </a:cubicBezTo>
                  <a:cubicBezTo>
                    <a:pt x="62323" y="13133"/>
                    <a:pt x="64441" y="16297"/>
                    <a:pt x="69382" y="37395"/>
                  </a:cubicBezTo>
                  <a:lnTo>
                    <a:pt x="79618" y="80646"/>
                  </a:lnTo>
                  <a:lnTo>
                    <a:pt x="50676" y="121787"/>
                  </a:lnTo>
                  <a:cubicBezTo>
                    <a:pt x="43617" y="132336"/>
                    <a:pt x="36558" y="138665"/>
                    <a:pt x="32676" y="138665"/>
                  </a:cubicBezTo>
                  <a:cubicBezTo>
                    <a:pt x="30558" y="138665"/>
                    <a:pt x="27028" y="137610"/>
                    <a:pt x="23499" y="135500"/>
                  </a:cubicBezTo>
                  <a:cubicBezTo>
                    <a:pt x="18911" y="133039"/>
                    <a:pt x="15028" y="131984"/>
                    <a:pt x="12205" y="131984"/>
                  </a:cubicBezTo>
                  <a:cubicBezTo>
                    <a:pt x="5499" y="131984"/>
                    <a:pt x="204" y="137258"/>
                    <a:pt x="204" y="144291"/>
                  </a:cubicBezTo>
                  <a:cubicBezTo>
                    <a:pt x="204" y="153433"/>
                    <a:pt x="7263" y="159060"/>
                    <a:pt x="17852" y="159060"/>
                  </a:cubicBezTo>
                  <a:cubicBezTo>
                    <a:pt x="28793" y="159060"/>
                    <a:pt x="33029" y="155895"/>
                    <a:pt x="50676" y="134445"/>
                  </a:cubicBezTo>
                  <a:cubicBezTo>
                    <a:pt x="60206" y="123193"/>
                    <a:pt x="67617" y="113699"/>
                    <a:pt x="82441" y="93305"/>
                  </a:cubicBezTo>
                  <a:lnTo>
                    <a:pt x="93030" y="135500"/>
                  </a:lnTo>
                  <a:cubicBezTo>
                    <a:pt x="97618" y="153433"/>
                    <a:pt x="102206" y="159060"/>
                    <a:pt x="113501" y="159060"/>
                  </a:cubicBezTo>
                  <a:cubicBezTo>
                    <a:pt x="126913" y="159060"/>
                    <a:pt x="136089" y="150620"/>
                    <a:pt x="156560" y="118974"/>
                  </a:cubicBezTo>
                  <a:lnTo>
                    <a:pt x="151619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5" name="Freeform: Shape 1914">
              <a:extLst>
                <a:ext uri="{FF2B5EF4-FFF2-40B4-BE49-F238E27FC236}">
                  <a16:creationId xmlns:a16="http://schemas.microsoft.com/office/drawing/2014/main" id="{D5B3AB2C-5485-A8AB-A7C5-CBD4D517E1D3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044902" y="5277017"/>
              <a:ext cx="73914" cy="175899"/>
            </a:xfrm>
            <a:custGeom>
              <a:avLst/>
              <a:gdLst>
                <a:gd name="connsiteX0" fmla="*/ 47221 w 73914"/>
                <a:gd name="connsiteY0" fmla="*/ 125 h 175899"/>
                <a:gd name="connsiteX1" fmla="*/ 208 w 73914"/>
                <a:gd name="connsiteY1" fmla="*/ 23803 h 175899"/>
                <a:gd name="connsiteX2" fmla="*/ 208 w 73914"/>
                <a:gd name="connsiteY2" fmla="*/ 27446 h 175899"/>
                <a:gd name="connsiteX3" fmla="*/ 7260 w 73914"/>
                <a:gd name="connsiteY3" fmla="*/ 24584 h 175899"/>
                <a:gd name="connsiteX4" fmla="*/ 19013 w 73914"/>
                <a:gd name="connsiteY4" fmla="*/ 21722 h 175899"/>
                <a:gd name="connsiteX5" fmla="*/ 26849 w 73914"/>
                <a:gd name="connsiteY5" fmla="*/ 33952 h 175899"/>
                <a:gd name="connsiteX6" fmla="*/ 26849 w 73914"/>
                <a:gd name="connsiteY6" fmla="*/ 151825 h 175899"/>
                <a:gd name="connsiteX7" fmla="*/ 20580 w 73914"/>
                <a:gd name="connsiteY7" fmla="*/ 168739 h 175899"/>
                <a:gd name="connsiteX8" fmla="*/ 2036 w 73914"/>
                <a:gd name="connsiteY8" fmla="*/ 172121 h 175899"/>
                <a:gd name="connsiteX9" fmla="*/ 2036 w 73914"/>
                <a:gd name="connsiteY9" fmla="*/ 176024 h 175899"/>
                <a:gd name="connsiteX10" fmla="*/ 74122 w 73914"/>
                <a:gd name="connsiteY10" fmla="*/ 176024 h 175899"/>
                <a:gd name="connsiteX11" fmla="*/ 74122 w 73914"/>
                <a:gd name="connsiteY11" fmla="*/ 172121 h 175899"/>
                <a:gd name="connsiteX12" fmla="*/ 49310 w 73914"/>
                <a:gd name="connsiteY12" fmla="*/ 156769 h 175899"/>
                <a:gd name="connsiteX13" fmla="*/ 49310 w 73914"/>
                <a:gd name="connsiteY13" fmla="*/ 645 h 175899"/>
                <a:gd name="connsiteX14" fmla="*/ 47221 w 73914"/>
                <a:gd name="connsiteY14" fmla="*/ 125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21" y="125"/>
                  </a:moveTo>
                  <a:lnTo>
                    <a:pt x="208" y="23803"/>
                  </a:lnTo>
                  <a:lnTo>
                    <a:pt x="208" y="27446"/>
                  </a:lnTo>
                  <a:cubicBezTo>
                    <a:pt x="3342" y="26145"/>
                    <a:pt x="6215" y="25105"/>
                    <a:pt x="7260" y="24584"/>
                  </a:cubicBezTo>
                  <a:cubicBezTo>
                    <a:pt x="11961" y="22763"/>
                    <a:pt x="16401" y="21722"/>
                    <a:pt x="19013" y="21722"/>
                  </a:cubicBezTo>
                  <a:cubicBezTo>
                    <a:pt x="24498" y="21722"/>
                    <a:pt x="26849" y="25625"/>
                    <a:pt x="26849" y="33952"/>
                  </a:cubicBezTo>
                  <a:lnTo>
                    <a:pt x="26849" y="151825"/>
                  </a:lnTo>
                  <a:cubicBezTo>
                    <a:pt x="26849" y="160412"/>
                    <a:pt x="24759" y="166397"/>
                    <a:pt x="20580" y="168739"/>
                  </a:cubicBezTo>
                  <a:cubicBezTo>
                    <a:pt x="16663" y="171080"/>
                    <a:pt x="13006" y="171861"/>
                    <a:pt x="2036" y="172121"/>
                  </a:cubicBezTo>
                  <a:lnTo>
                    <a:pt x="2036" y="176024"/>
                  </a:lnTo>
                  <a:lnTo>
                    <a:pt x="74122" y="176024"/>
                  </a:lnTo>
                  <a:lnTo>
                    <a:pt x="74122" y="172121"/>
                  </a:lnTo>
                  <a:cubicBezTo>
                    <a:pt x="53489" y="171861"/>
                    <a:pt x="49310" y="169259"/>
                    <a:pt x="49310" y="156769"/>
                  </a:cubicBezTo>
                  <a:lnTo>
                    <a:pt x="49310" y="645"/>
                  </a:lnTo>
                  <a:lnTo>
                    <a:pt x="47221" y="12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6" name="Freeform: Shape 1915">
              <a:extLst>
                <a:ext uri="{FF2B5EF4-FFF2-40B4-BE49-F238E27FC236}">
                  <a16:creationId xmlns:a16="http://schemas.microsoft.com/office/drawing/2014/main" id="{63E5337A-F512-78D9-6901-D3B318B8640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0243203" y="5304660"/>
              <a:ext cx="215651" cy="14065"/>
            </a:xfrm>
            <a:custGeom>
              <a:avLst/>
              <a:gdLst>
                <a:gd name="connsiteX0" fmla="*/ 203512 w 215651"/>
                <a:gd name="connsiteY0" fmla="*/ 14188 h 14065"/>
                <a:gd name="connsiteX1" fmla="*/ 215866 w 215651"/>
                <a:gd name="connsiteY1" fmla="*/ 7155 h 14065"/>
                <a:gd name="connsiteX2" fmla="*/ 203512 w 215651"/>
                <a:gd name="connsiteY2" fmla="*/ 122 h 14065"/>
                <a:gd name="connsiteX3" fmla="*/ 12568 w 215651"/>
                <a:gd name="connsiteY3" fmla="*/ 122 h 14065"/>
                <a:gd name="connsiteX4" fmla="*/ 214 w 215651"/>
                <a:gd name="connsiteY4" fmla="*/ 7155 h 14065"/>
                <a:gd name="connsiteX5" fmla="*/ 12568 w 215651"/>
                <a:gd name="connsiteY5" fmla="*/ 14188 h 14065"/>
                <a:gd name="connsiteX6" fmla="*/ 203512 w 215651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188"/>
                  </a:moveTo>
                  <a:cubicBezTo>
                    <a:pt x="209513" y="14188"/>
                    <a:pt x="215866" y="14188"/>
                    <a:pt x="215866" y="7155"/>
                  </a:cubicBezTo>
                  <a:cubicBezTo>
                    <a:pt x="215866" y="122"/>
                    <a:pt x="209513" y="122"/>
                    <a:pt x="203512" y="122"/>
                  </a:cubicBezTo>
                  <a:lnTo>
                    <a:pt x="12568" y="122"/>
                  </a:lnTo>
                  <a:cubicBezTo>
                    <a:pt x="6567" y="122"/>
                    <a:pt x="214" y="122"/>
                    <a:pt x="214" y="7155"/>
                  </a:cubicBezTo>
                  <a:cubicBezTo>
                    <a:pt x="214" y="14188"/>
                    <a:pt x="6567" y="14188"/>
                    <a:pt x="12568" y="14188"/>
                  </a:cubicBezTo>
                  <a:lnTo>
                    <a:pt x="203512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7" name="Freeform: Shape 1916">
              <a:extLst>
                <a:ext uri="{FF2B5EF4-FFF2-40B4-BE49-F238E27FC236}">
                  <a16:creationId xmlns:a16="http://schemas.microsoft.com/office/drawing/2014/main" id="{A52DBD54-10EB-371F-B9F8-675564F2417A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0528847" y="5244531"/>
              <a:ext cx="167297" cy="158937"/>
            </a:xfrm>
            <a:custGeom>
              <a:avLst/>
              <a:gdLst>
                <a:gd name="connsiteX0" fmla="*/ 151638 w 167297"/>
                <a:gd name="connsiteY0" fmla="*/ 116161 h 158937"/>
                <a:gd name="connsiteX1" fmla="*/ 143873 w 167297"/>
                <a:gd name="connsiteY1" fmla="*/ 125655 h 158937"/>
                <a:gd name="connsiteX2" fmla="*/ 127638 w 167297"/>
                <a:gd name="connsiteY2" fmla="*/ 139720 h 158937"/>
                <a:gd name="connsiteX3" fmla="*/ 116696 w 167297"/>
                <a:gd name="connsiteY3" fmla="*/ 125303 h 158937"/>
                <a:gd name="connsiteX4" fmla="*/ 115285 w 167297"/>
                <a:gd name="connsiteY4" fmla="*/ 119325 h 158937"/>
                <a:gd name="connsiteX5" fmla="*/ 102578 w 167297"/>
                <a:gd name="connsiteY5" fmla="*/ 62361 h 158937"/>
                <a:gd name="connsiteX6" fmla="*/ 137167 w 167297"/>
                <a:gd name="connsiteY6" fmla="*/ 19814 h 158937"/>
                <a:gd name="connsiteX7" fmla="*/ 145638 w 167297"/>
                <a:gd name="connsiteY7" fmla="*/ 22627 h 158937"/>
                <a:gd name="connsiteX8" fmla="*/ 155168 w 167297"/>
                <a:gd name="connsiteY8" fmla="*/ 25791 h 158937"/>
                <a:gd name="connsiteX9" fmla="*/ 167521 w 167297"/>
                <a:gd name="connsiteY9" fmla="*/ 13133 h 158937"/>
                <a:gd name="connsiteX10" fmla="*/ 153050 w 167297"/>
                <a:gd name="connsiteY10" fmla="*/ 122 h 158937"/>
                <a:gd name="connsiteX11" fmla="*/ 99755 w 167297"/>
                <a:gd name="connsiteY11" fmla="*/ 50406 h 158937"/>
                <a:gd name="connsiteX12" fmla="*/ 95872 w 167297"/>
                <a:gd name="connsiteY12" fmla="*/ 31066 h 158937"/>
                <a:gd name="connsiteX13" fmla="*/ 77519 w 167297"/>
                <a:gd name="connsiteY13" fmla="*/ 122 h 158937"/>
                <a:gd name="connsiteX14" fmla="*/ 36224 w 167297"/>
                <a:gd name="connsiteY14" fmla="*/ 10320 h 158937"/>
                <a:gd name="connsiteX15" fmla="*/ 32342 w 167297"/>
                <a:gd name="connsiteY15" fmla="*/ 11726 h 158937"/>
                <a:gd name="connsiteX16" fmla="*/ 33754 w 167297"/>
                <a:gd name="connsiteY16" fmla="*/ 17001 h 158937"/>
                <a:gd name="connsiteX17" fmla="*/ 53519 w 167297"/>
                <a:gd name="connsiteY17" fmla="*/ 13133 h 158937"/>
                <a:gd name="connsiteX18" fmla="*/ 69401 w 167297"/>
                <a:gd name="connsiteY18" fmla="*/ 37395 h 158937"/>
                <a:gd name="connsiteX19" fmla="*/ 79637 w 167297"/>
                <a:gd name="connsiteY19" fmla="*/ 80646 h 158937"/>
                <a:gd name="connsiteX20" fmla="*/ 50695 w 167297"/>
                <a:gd name="connsiteY20" fmla="*/ 121787 h 158937"/>
                <a:gd name="connsiteX21" fmla="*/ 32695 w 167297"/>
                <a:gd name="connsiteY21" fmla="*/ 138665 h 158937"/>
                <a:gd name="connsiteX22" fmla="*/ 23518 w 167297"/>
                <a:gd name="connsiteY22" fmla="*/ 135500 h 158937"/>
                <a:gd name="connsiteX23" fmla="*/ 12224 w 167297"/>
                <a:gd name="connsiteY23" fmla="*/ 131984 h 158937"/>
                <a:gd name="connsiteX24" fmla="*/ 223 w 167297"/>
                <a:gd name="connsiteY24" fmla="*/ 144291 h 158937"/>
                <a:gd name="connsiteX25" fmla="*/ 17871 w 167297"/>
                <a:gd name="connsiteY25" fmla="*/ 159060 h 158937"/>
                <a:gd name="connsiteX26" fmla="*/ 50695 w 167297"/>
                <a:gd name="connsiteY26" fmla="*/ 134445 h 158937"/>
                <a:gd name="connsiteX27" fmla="*/ 82460 w 167297"/>
                <a:gd name="connsiteY27" fmla="*/ 93305 h 158937"/>
                <a:gd name="connsiteX28" fmla="*/ 93049 w 167297"/>
                <a:gd name="connsiteY28" fmla="*/ 135500 h 158937"/>
                <a:gd name="connsiteX29" fmla="*/ 113520 w 167297"/>
                <a:gd name="connsiteY29" fmla="*/ 159060 h 158937"/>
                <a:gd name="connsiteX30" fmla="*/ 156580 w 167297"/>
                <a:gd name="connsiteY30" fmla="*/ 118974 h 158937"/>
                <a:gd name="connsiteX31" fmla="*/ 151638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161"/>
                  </a:moveTo>
                  <a:cubicBezTo>
                    <a:pt x="148815" y="119325"/>
                    <a:pt x="147050" y="121435"/>
                    <a:pt x="143873" y="125655"/>
                  </a:cubicBezTo>
                  <a:cubicBezTo>
                    <a:pt x="135756" y="136203"/>
                    <a:pt x="131520" y="139720"/>
                    <a:pt x="127638" y="139720"/>
                  </a:cubicBezTo>
                  <a:cubicBezTo>
                    <a:pt x="122344" y="139720"/>
                    <a:pt x="119167" y="135149"/>
                    <a:pt x="116696" y="125303"/>
                  </a:cubicBezTo>
                  <a:cubicBezTo>
                    <a:pt x="115990" y="122490"/>
                    <a:pt x="115638" y="120380"/>
                    <a:pt x="115285" y="119325"/>
                  </a:cubicBezTo>
                  <a:cubicBezTo>
                    <a:pt x="106461" y="83810"/>
                    <a:pt x="102578" y="67635"/>
                    <a:pt x="102578" y="62361"/>
                  </a:cubicBezTo>
                  <a:cubicBezTo>
                    <a:pt x="118108" y="35285"/>
                    <a:pt x="130814" y="19814"/>
                    <a:pt x="137167" y="19814"/>
                  </a:cubicBezTo>
                  <a:cubicBezTo>
                    <a:pt x="139285" y="19814"/>
                    <a:pt x="142109" y="20869"/>
                    <a:pt x="145638" y="22627"/>
                  </a:cubicBezTo>
                  <a:cubicBezTo>
                    <a:pt x="149873" y="25088"/>
                    <a:pt x="152344" y="25791"/>
                    <a:pt x="155168" y="25791"/>
                  </a:cubicBezTo>
                  <a:cubicBezTo>
                    <a:pt x="162580" y="25791"/>
                    <a:pt x="167521" y="20517"/>
                    <a:pt x="167521" y="13133"/>
                  </a:cubicBezTo>
                  <a:cubicBezTo>
                    <a:pt x="167521" y="5748"/>
                    <a:pt x="161521" y="122"/>
                    <a:pt x="153050" y="122"/>
                  </a:cubicBezTo>
                  <a:cubicBezTo>
                    <a:pt x="137520" y="122"/>
                    <a:pt x="124108" y="12781"/>
                    <a:pt x="99755" y="50406"/>
                  </a:cubicBezTo>
                  <a:lnTo>
                    <a:pt x="95872" y="31066"/>
                  </a:lnTo>
                  <a:cubicBezTo>
                    <a:pt x="90931" y="7155"/>
                    <a:pt x="87049" y="122"/>
                    <a:pt x="77519" y="122"/>
                  </a:cubicBezTo>
                  <a:cubicBezTo>
                    <a:pt x="69754" y="122"/>
                    <a:pt x="57754" y="3287"/>
                    <a:pt x="36224" y="10320"/>
                  </a:cubicBezTo>
                  <a:lnTo>
                    <a:pt x="32342" y="11726"/>
                  </a:lnTo>
                  <a:lnTo>
                    <a:pt x="33754" y="17001"/>
                  </a:lnTo>
                  <a:cubicBezTo>
                    <a:pt x="47166" y="13836"/>
                    <a:pt x="50342" y="13133"/>
                    <a:pt x="53519" y="13133"/>
                  </a:cubicBezTo>
                  <a:cubicBezTo>
                    <a:pt x="62342" y="13133"/>
                    <a:pt x="64460" y="16297"/>
                    <a:pt x="69401" y="37395"/>
                  </a:cubicBezTo>
                  <a:lnTo>
                    <a:pt x="79637" y="80646"/>
                  </a:lnTo>
                  <a:lnTo>
                    <a:pt x="50695" y="121787"/>
                  </a:lnTo>
                  <a:cubicBezTo>
                    <a:pt x="43636" y="132336"/>
                    <a:pt x="36577" y="138665"/>
                    <a:pt x="32695" y="138665"/>
                  </a:cubicBezTo>
                  <a:cubicBezTo>
                    <a:pt x="30577" y="138665"/>
                    <a:pt x="27048" y="137610"/>
                    <a:pt x="23518" y="135500"/>
                  </a:cubicBezTo>
                  <a:cubicBezTo>
                    <a:pt x="18930" y="133039"/>
                    <a:pt x="15047" y="131984"/>
                    <a:pt x="12224" y="131984"/>
                  </a:cubicBezTo>
                  <a:cubicBezTo>
                    <a:pt x="5518" y="131984"/>
                    <a:pt x="223" y="137258"/>
                    <a:pt x="223" y="144291"/>
                  </a:cubicBezTo>
                  <a:cubicBezTo>
                    <a:pt x="223" y="153433"/>
                    <a:pt x="7282" y="159060"/>
                    <a:pt x="17871" y="159060"/>
                  </a:cubicBezTo>
                  <a:cubicBezTo>
                    <a:pt x="28812" y="159060"/>
                    <a:pt x="33048" y="155895"/>
                    <a:pt x="50695" y="134445"/>
                  </a:cubicBezTo>
                  <a:cubicBezTo>
                    <a:pt x="60225" y="123193"/>
                    <a:pt x="67637" y="113699"/>
                    <a:pt x="82460" y="93305"/>
                  </a:cubicBezTo>
                  <a:lnTo>
                    <a:pt x="93049" y="135500"/>
                  </a:lnTo>
                  <a:cubicBezTo>
                    <a:pt x="97637" y="153433"/>
                    <a:pt x="102225" y="159060"/>
                    <a:pt x="113520" y="159060"/>
                  </a:cubicBezTo>
                  <a:cubicBezTo>
                    <a:pt x="126932" y="159060"/>
                    <a:pt x="136108" y="150620"/>
                    <a:pt x="156580" y="118974"/>
                  </a:cubicBezTo>
                  <a:lnTo>
                    <a:pt x="151638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8" name="Freeform: Shape 1917">
              <a:extLst>
                <a:ext uri="{FF2B5EF4-FFF2-40B4-BE49-F238E27FC236}">
                  <a16:creationId xmlns:a16="http://schemas.microsoft.com/office/drawing/2014/main" id="{58EE18FD-734E-4CC1-D563-806BEBA3A846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0703507" y="5277017"/>
              <a:ext cx="116225" cy="175899"/>
            </a:xfrm>
            <a:custGeom>
              <a:avLst/>
              <a:gdLst>
                <a:gd name="connsiteX0" fmla="*/ 116453 w 116225"/>
                <a:gd name="connsiteY0" fmla="*/ 140376 h 175899"/>
                <a:gd name="connsiteX1" fmla="*/ 113058 w 116225"/>
                <a:gd name="connsiteY1" fmla="*/ 139075 h 175899"/>
                <a:gd name="connsiteX2" fmla="*/ 88245 w 116225"/>
                <a:gd name="connsiteY2" fmla="*/ 156249 h 175899"/>
                <a:gd name="connsiteX3" fmla="*/ 25823 w 116225"/>
                <a:gd name="connsiteY3" fmla="*/ 156249 h 175899"/>
                <a:gd name="connsiteX4" fmla="*/ 69701 w 116225"/>
                <a:gd name="connsiteY4" fmla="*/ 110452 h 175899"/>
                <a:gd name="connsiteX5" fmla="*/ 103133 w 116225"/>
                <a:gd name="connsiteY5" fmla="*/ 46181 h 175899"/>
                <a:gd name="connsiteX6" fmla="*/ 54814 w 116225"/>
                <a:gd name="connsiteY6" fmla="*/ 125 h 175899"/>
                <a:gd name="connsiteX7" fmla="*/ 17204 w 116225"/>
                <a:gd name="connsiteY7" fmla="*/ 16257 h 175899"/>
                <a:gd name="connsiteX8" fmla="*/ 488 w 116225"/>
                <a:gd name="connsiteY8" fmla="*/ 51906 h 175899"/>
                <a:gd name="connsiteX9" fmla="*/ 5973 w 116225"/>
                <a:gd name="connsiteY9" fmla="*/ 53207 h 175899"/>
                <a:gd name="connsiteX10" fmla="*/ 43845 w 116225"/>
                <a:gd name="connsiteY10" fmla="*/ 19380 h 175899"/>
                <a:gd name="connsiteX11" fmla="*/ 80671 w 116225"/>
                <a:gd name="connsiteY11" fmla="*/ 56069 h 175899"/>
                <a:gd name="connsiteX12" fmla="*/ 46718 w 116225"/>
                <a:gd name="connsiteY12" fmla="*/ 123723 h 175899"/>
                <a:gd name="connsiteX13" fmla="*/ 227 w 116225"/>
                <a:gd name="connsiteY13" fmla="*/ 172902 h 175899"/>
                <a:gd name="connsiteX14" fmla="*/ 227 w 116225"/>
                <a:gd name="connsiteY14" fmla="*/ 176024 h 175899"/>
                <a:gd name="connsiteX15" fmla="*/ 102088 w 116225"/>
                <a:gd name="connsiteY15" fmla="*/ 176024 h 175899"/>
                <a:gd name="connsiteX16" fmla="*/ 116453 w 116225"/>
                <a:gd name="connsiteY16" fmla="*/ 140376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53" y="140376"/>
                  </a:moveTo>
                  <a:lnTo>
                    <a:pt x="113058" y="139075"/>
                  </a:lnTo>
                  <a:cubicBezTo>
                    <a:pt x="103394" y="153907"/>
                    <a:pt x="99998" y="156249"/>
                    <a:pt x="88245" y="156249"/>
                  </a:cubicBezTo>
                  <a:lnTo>
                    <a:pt x="25823" y="156249"/>
                  </a:lnTo>
                  <a:lnTo>
                    <a:pt x="69701" y="110452"/>
                  </a:lnTo>
                  <a:cubicBezTo>
                    <a:pt x="92947" y="86253"/>
                    <a:pt x="103133" y="66477"/>
                    <a:pt x="103133" y="46181"/>
                  </a:cubicBezTo>
                  <a:cubicBezTo>
                    <a:pt x="103133" y="20161"/>
                    <a:pt x="81977" y="125"/>
                    <a:pt x="54814" y="125"/>
                  </a:cubicBezTo>
                  <a:cubicBezTo>
                    <a:pt x="40449" y="125"/>
                    <a:pt x="26868" y="5849"/>
                    <a:pt x="17204" y="16257"/>
                  </a:cubicBezTo>
                  <a:cubicBezTo>
                    <a:pt x="8846" y="25105"/>
                    <a:pt x="4929" y="33431"/>
                    <a:pt x="488" y="51906"/>
                  </a:cubicBezTo>
                  <a:lnTo>
                    <a:pt x="5973" y="53207"/>
                  </a:lnTo>
                  <a:cubicBezTo>
                    <a:pt x="16421" y="27707"/>
                    <a:pt x="25823" y="19380"/>
                    <a:pt x="43845" y="19380"/>
                  </a:cubicBezTo>
                  <a:cubicBezTo>
                    <a:pt x="65784" y="19380"/>
                    <a:pt x="80671" y="34212"/>
                    <a:pt x="80671" y="56069"/>
                  </a:cubicBezTo>
                  <a:cubicBezTo>
                    <a:pt x="80671" y="76365"/>
                    <a:pt x="68657" y="100564"/>
                    <a:pt x="46718" y="123723"/>
                  </a:cubicBezTo>
                  <a:lnTo>
                    <a:pt x="227" y="172902"/>
                  </a:lnTo>
                  <a:lnTo>
                    <a:pt x="227" y="176024"/>
                  </a:lnTo>
                  <a:lnTo>
                    <a:pt x="102088" y="176024"/>
                  </a:lnTo>
                  <a:lnTo>
                    <a:pt x="116453" y="14037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9" name="Freeform: Shape 1918">
              <a:extLst>
                <a:ext uri="{FF2B5EF4-FFF2-40B4-BE49-F238E27FC236}">
                  <a16:creationId xmlns:a16="http://schemas.microsoft.com/office/drawing/2014/main" id="{55FAD324-2DC7-92D7-7721-9B49EF4B59C3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0864583" y="5135877"/>
              <a:ext cx="81883" cy="351630"/>
            </a:xfrm>
            <a:custGeom>
              <a:avLst/>
              <a:gdLst>
                <a:gd name="connsiteX0" fmla="*/ 82116 w 81883"/>
                <a:gd name="connsiteY0" fmla="*/ 175937 h 351630"/>
                <a:gd name="connsiteX1" fmla="*/ 58822 w 81883"/>
                <a:gd name="connsiteY1" fmla="*/ 66228 h 351630"/>
                <a:gd name="connsiteX2" fmla="*/ 3762 w 81883"/>
                <a:gd name="connsiteY2" fmla="*/ 122 h 351630"/>
                <a:gd name="connsiteX3" fmla="*/ 233 w 81883"/>
                <a:gd name="connsiteY3" fmla="*/ 3638 h 351630"/>
                <a:gd name="connsiteX4" fmla="*/ 6939 w 81883"/>
                <a:gd name="connsiteY4" fmla="*/ 11725 h 351630"/>
                <a:gd name="connsiteX5" fmla="*/ 61646 w 81883"/>
                <a:gd name="connsiteY5" fmla="*/ 175937 h 351630"/>
                <a:gd name="connsiteX6" fmla="*/ 4821 w 81883"/>
                <a:gd name="connsiteY6" fmla="*/ 342258 h 351630"/>
                <a:gd name="connsiteX7" fmla="*/ 233 w 81883"/>
                <a:gd name="connsiteY7" fmla="*/ 348236 h 351630"/>
                <a:gd name="connsiteX8" fmla="*/ 3762 w 81883"/>
                <a:gd name="connsiteY8" fmla="*/ 351752 h 351630"/>
                <a:gd name="connsiteX9" fmla="*/ 59881 w 81883"/>
                <a:gd name="connsiteY9" fmla="*/ 283184 h 351630"/>
                <a:gd name="connsiteX10" fmla="*/ 82116 w 81883"/>
                <a:gd name="connsiteY10" fmla="*/ 175937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5937"/>
                  </a:moveTo>
                  <a:cubicBezTo>
                    <a:pt x="82116" y="148510"/>
                    <a:pt x="78234" y="105963"/>
                    <a:pt x="58822" y="66228"/>
                  </a:cubicBezTo>
                  <a:cubicBezTo>
                    <a:pt x="37645" y="22978"/>
                    <a:pt x="7292" y="122"/>
                    <a:pt x="3762" y="122"/>
                  </a:cubicBezTo>
                  <a:cubicBezTo>
                    <a:pt x="1644" y="122"/>
                    <a:pt x="233" y="1528"/>
                    <a:pt x="233" y="3638"/>
                  </a:cubicBezTo>
                  <a:cubicBezTo>
                    <a:pt x="233" y="4693"/>
                    <a:pt x="233" y="5396"/>
                    <a:pt x="6939" y="11725"/>
                  </a:cubicBezTo>
                  <a:cubicBezTo>
                    <a:pt x="41527" y="46537"/>
                    <a:pt x="61646" y="102446"/>
                    <a:pt x="61646" y="175937"/>
                  </a:cubicBezTo>
                  <a:cubicBezTo>
                    <a:pt x="61646" y="236066"/>
                    <a:pt x="48586" y="297953"/>
                    <a:pt x="4821" y="342258"/>
                  </a:cubicBezTo>
                  <a:cubicBezTo>
                    <a:pt x="233" y="346478"/>
                    <a:pt x="233" y="347181"/>
                    <a:pt x="233" y="348236"/>
                  </a:cubicBezTo>
                  <a:cubicBezTo>
                    <a:pt x="233" y="350346"/>
                    <a:pt x="1644" y="351752"/>
                    <a:pt x="3762" y="351752"/>
                  </a:cubicBezTo>
                  <a:cubicBezTo>
                    <a:pt x="7292" y="351752"/>
                    <a:pt x="39057" y="327842"/>
                    <a:pt x="59881" y="283184"/>
                  </a:cubicBezTo>
                  <a:cubicBezTo>
                    <a:pt x="77881" y="244505"/>
                    <a:pt x="82116" y="205474"/>
                    <a:pt x="82116" y="1759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0" name="Freeform: Shape 1919">
              <a:extLst>
                <a:ext uri="{FF2B5EF4-FFF2-40B4-BE49-F238E27FC236}">
                  <a16:creationId xmlns:a16="http://schemas.microsoft.com/office/drawing/2014/main" id="{6BD87671-1ED4-F1BE-6761-4977D35CFE57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1016860" y="5135877"/>
              <a:ext cx="81883" cy="351630"/>
            </a:xfrm>
            <a:custGeom>
              <a:avLst/>
              <a:gdLst>
                <a:gd name="connsiteX0" fmla="*/ 82120 w 81883"/>
                <a:gd name="connsiteY0" fmla="*/ 348236 h 351630"/>
                <a:gd name="connsiteX1" fmla="*/ 76120 w 81883"/>
                <a:gd name="connsiteY1" fmla="*/ 340500 h 351630"/>
                <a:gd name="connsiteX2" fmla="*/ 20707 w 81883"/>
                <a:gd name="connsiteY2" fmla="*/ 175937 h 351630"/>
                <a:gd name="connsiteX3" fmla="*/ 77532 w 81883"/>
                <a:gd name="connsiteY3" fmla="*/ 9616 h 351630"/>
                <a:gd name="connsiteX4" fmla="*/ 82120 w 81883"/>
                <a:gd name="connsiteY4" fmla="*/ 3638 h 351630"/>
                <a:gd name="connsiteX5" fmla="*/ 78591 w 81883"/>
                <a:gd name="connsiteY5" fmla="*/ 122 h 351630"/>
                <a:gd name="connsiteX6" fmla="*/ 22472 w 81883"/>
                <a:gd name="connsiteY6" fmla="*/ 68690 h 351630"/>
                <a:gd name="connsiteX7" fmla="*/ 237 w 81883"/>
                <a:gd name="connsiteY7" fmla="*/ 175937 h 351630"/>
                <a:gd name="connsiteX8" fmla="*/ 23531 w 81883"/>
                <a:gd name="connsiteY8" fmla="*/ 285646 h 351630"/>
                <a:gd name="connsiteX9" fmla="*/ 78591 w 81883"/>
                <a:gd name="connsiteY9" fmla="*/ 351752 h 351630"/>
                <a:gd name="connsiteX10" fmla="*/ 82120 w 81883"/>
                <a:gd name="connsiteY10" fmla="*/ 34823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236"/>
                  </a:moveTo>
                  <a:cubicBezTo>
                    <a:pt x="82120" y="347181"/>
                    <a:pt x="82120" y="346478"/>
                    <a:pt x="76120" y="340500"/>
                  </a:cubicBezTo>
                  <a:cubicBezTo>
                    <a:pt x="32002" y="296195"/>
                    <a:pt x="20707" y="229737"/>
                    <a:pt x="20707" y="175937"/>
                  </a:cubicBezTo>
                  <a:cubicBezTo>
                    <a:pt x="20707" y="114753"/>
                    <a:pt x="34120" y="53570"/>
                    <a:pt x="77532" y="9616"/>
                  </a:cubicBezTo>
                  <a:cubicBezTo>
                    <a:pt x="82120" y="5396"/>
                    <a:pt x="82120" y="4693"/>
                    <a:pt x="82120" y="3638"/>
                  </a:cubicBezTo>
                  <a:cubicBezTo>
                    <a:pt x="82120" y="1177"/>
                    <a:pt x="80709" y="122"/>
                    <a:pt x="78591" y="122"/>
                  </a:cubicBezTo>
                  <a:cubicBezTo>
                    <a:pt x="75061" y="122"/>
                    <a:pt x="43296" y="24033"/>
                    <a:pt x="22472" y="68690"/>
                  </a:cubicBezTo>
                  <a:cubicBezTo>
                    <a:pt x="4472" y="107369"/>
                    <a:pt x="237" y="146400"/>
                    <a:pt x="237" y="175937"/>
                  </a:cubicBezTo>
                  <a:cubicBezTo>
                    <a:pt x="237" y="203364"/>
                    <a:pt x="4119" y="245912"/>
                    <a:pt x="23531" y="285646"/>
                  </a:cubicBezTo>
                  <a:cubicBezTo>
                    <a:pt x="44708" y="328896"/>
                    <a:pt x="75061" y="351752"/>
                    <a:pt x="78591" y="351752"/>
                  </a:cubicBezTo>
                  <a:cubicBezTo>
                    <a:pt x="80709" y="351752"/>
                    <a:pt x="82120" y="350698"/>
                    <a:pt x="82120" y="34823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1" name="Freeform: Shape 1920">
              <a:extLst>
                <a:ext uri="{FF2B5EF4-FFF2-40B4-BE49-F238E27FC236}">
                  <a16:creationId xmlns:a16="http://schemas.microsoft.com/office/drawing/2014/main" id="{F555EDEC-09FE-AB06-D1EF-AA2575B861CC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1109842" y="5244531"/>
              <a:ext cx="167297" cy="158937"/>
            </a:xfrm>
            <a:custGeom>
              <a:avLst/>
              <a:gdLst>
                <a:gd name="connsiteX0" fmla="*/ 151655 w 167297"/>
                <a:gd name="connsiteY0" fmla="*/ 116161 h 158937"/>
                <a:gd name="connsiteX1" fmla="*/ 143890 w 167297"/>
                <a:gd name="connsiteY1" fmla="*/ 125655 h 158937"/>
                <a:gd name="connsiteX2" fmla="*/ 127654 w 167297"/>
                <a:gd name="connsiteY2" fmla="*/ 139720 h 158937"/>
                <a:gd name="connsiteX3" fmla="*/ 116713 w 167297"/>
                <a:gd name="connsiteY3" fmla="*/ 125303 h 158937"/>
                <a:gd name="connsiteX4" fmla="*/ 115301 w 167297"/>
                <a:gd name="connsiteY4" fmla="*/ 119325 h 158937"/>
                <a:gd name="connsiteX5" fmla="*/ 102595 w 167297"/>
                <a:gd name="connsiteY5" fmla="*/ 62361 h 158937"/>
                <a:gd name="connsiteX6" fmla="*/ 137184 w 167297"/>
                <a:gd name="connsiteY6" fmla="*/ 19814 h 158937"/>
                <a:gd name="connsiteX7" fmla="*/ 145654 w 167297"/>
                <a:gd name="connsiteY7" fmla="*/ 22627 h 158937"/>
                <a:gd name="connsiteX8" fmla="*/ 155184 w 167297"/>
                <a:gd name="connsiteY8" fmla="*/ 25791 h 158937"/>
                <a:gd name="connsiteX9" fmla="*/ 167537 w 167297"/>
                <a:gd name="connsiteY9" fmla="*/ 13133 h 158937"/>
                <a:gd name="connsiteX10" fmla="*/ 153066 w 167297"/>
                <a:gd name="connsiteY10" fmla="*/ 122 h 158937"/>
                <a:gd name="connsiteX11" fmla="*/ 99771 w 167297"/>
                <a:gd name="connsiteY11" fmla="*/ 50406 h 158937"/>
                <a:gd name="connsiteX12" fmla="*/ 95889 w 167297"/>
                <a:gd name="connsiteY12" fmla="*/ 31066 h 158937"/>
                <a:gd name="connsiteX13" fmla="*/ 77535 w 167297"/>
                <a:gd name="connsiteY13" fmla="*/ 122 h 158937"/>
                <a:gd name="connsiteX14" fmla="*/ 36241 w 167297"/>
                <a:gd name="connsiteY14" fmla="*/ 10320 h 158937"/>
                <a:gd name="connsiteX15" fmla="*/ 32358 w 167297"/>
                <a:gd name="connsiteY15" fmla="*/ 11726 h 158937"/>
                <a:gd name="connsiteX16" fmla="*/ 33770 w 167297"/>
                <a:gd name="connsiteY16" fmla="*/ 17001 h 158937"/>
                <a:gd name="connsiteX17" fmla="*/ 53535 w 167297"/>
                <a:gd name="connsiteY17" fmla="*/ 13133 h 158937"/>
                <a:gd name="connsiteX18" fmla="*/ 69418 w 167297"/>
                <a:gd name="connsiteY18" fmla="*/ 37395 h 158937"/>
                <a:gd name="connsiteX19" fmla="*/ 79653 w 167297"/>
                <a:gd name="connsiteY19" fmla="*/ 80646 h 158937"/>
                <a:gd name="connsiteX20" fmla="*/ 50711 w 167297"/>
                <a:gd name="connsiteY20" fmla="*/ 121787 h 158937"/>
                <a:gd name="connsiteX21" fmla="*/ 32711 w 167297"/>
                <a:gd name="connsiteY21" fmla="*/ 138665 h 158937"/>
                <a:gd name="connsiteX22" fmla="*/ 23534 w 167297"/>
                <a:gd name="connsiteY22" fmla="*/ 135500 h 158937"/>
                <a:gd name="connsiteX23" fmla="*/ 12240 w 167297"/>
                <a:gd name="connsiteY23" fmla="*/ 131984 h 158937"/>
                <a:gd name="connsiteX24" fmla="*/ 240 w 167297"/>
                <a:gd name="connsiteY24" fmla="*/ 144291 h 158937"/>
                <a:gd name="connsiteX25" fmla="*/ 17887 w 167297"/>
                <a:gd name="connsiteY25" fmla="*/ 159060 h 158937"/>
                <a:gd name="connsiteX26" fmla="*/ 50711 w 167297"/>
                <a:gd name="connsiteY26" fmla="*/ 134445 h 158937"/>
                <a:gd name="connsiteX27" fmla="*/ 82477 w 167297"/>
                <a:gd name="connsiteY27" fmla="*/ 93305 h 158937"/>
                <a:gd name="connsiteX28" fmla="*/ 93065 w 167297"/>
                <a:gd name="connsiteY28" fmla="*/ 135500 h 158937"/>
                <a:gd name="connsiteX29" fmla="*/ 113536 w 167297"/>
                <a:gd name="connsiteY29" fmla="*/ 159060 h 158937"/>
                <a:gd name="connsiteX30" fmla="*/ 156596 w 167297"/>
                <a:gd name="connsiteY30" fmla="*/ 118974 h 158937"/>
                <a:gd name="connsiteX31" fmla="*/ 151655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161"/>
                  </a:moveTo>
                  <a:cubicBezTo>
                    <a:pt x="148831" y="119325"/>
                    <a:pt x="147066" y="121435"/>
                    <a:pt x="143890" y="125655"/>
                  </a:cubicBezTo>
                  <a:cubicBezTo>
                    <a:pt x="135772" y="136203"/>
                    <a:pt x="131537" y="139720"/>
                    <a:pt x="127654" y="139720"/>
                  </a:cubicBezTo>
                  <a:cubicBezTo>
                    <a:pt x="122360" y="139720"/>
                    <a:pt x="119183" y="135149"/>
                    <a:pt x="116713" y="125303"/>
                  </a:cubicBezTo>
                  <a:cubicBezTo>
                    <a:pt x="116007" y="122490"/>
                    <a:pt x="115654" y="120380"/>
                    <a:pt x="115301" y="119325"/>
                  </a:cubicBezTo>
                  <a:cubicBezTo>
                    <a:pt x="106477" y="83810"/>
                    <a:pt x="102595" y="67635"/>
                    <a:pt x="102595" y="62361"/>
                  </a:cubicBezTo>
                  <a:cubicBezTo>
                    <a:pt x="118124" y="35285"/>
                    <a:pt x="130831" y="19814"/>
                    <a:pt x="137184" y="19814"/>
                  </a:cubicBezTo>
                  <a:cubicBezTo>
                    <a:pt x="139301" y="19814"/>
                    <a:pt x="142125" y="20869"/>
                    <a:pt x="145654" y="22627"/>
                  </a:cubicBezTo>
                  <a:cubicBezTo>
                    <a:pt x="149890" y="25088"/>
                    <a:pt x="152360" y="25791"/>
                    <a:pt x="155184" y="25791"/>
                  </a:cubicBezTo>
                  <a:cubicBezTo>
                    <a:pt x="162596" y="25791"/>
                    <a:pt x="167537" y="20517"/>
                    <a:pt x="167537" y="13133"/>
                  </a:cubicBezTo>
                  <a:cubicBezTo>
                    <a:pt x="167537" y="5748"/>
                    <a:pt x="161537" y="122"/>
                    <a:pt x="153066" y="122"/>
                  </a:cubicBezTo>
                  <a:cubicBezTo>
                    <a:pt x="137537" y="122"/>
                    <a:pt x="124125" y="12781"/>
                    <a:pt x="99771" y="50406"/>
                  </a:cubicBezTo>
                  <a:lnTo>
                    <a:pt x="95889" y="31066"/>
                  </a:lnTo>
                  <a:cubicBezTo>
                    <a:pt x="90947" y="7155"/>
                    <a:pt x="87065" y="122"/>
                    <a:pt x="77535" y="122"/>
                  </a:cubicBezTo>
                  <a:cubicBezTo>
                    <a:pt x="69771" y="122"/>
                    <a:pt x="57770" y="3287"/>
                    <a:pt x="36241" y="10320"/>
                  </a:cubicBezTo>
                  <a:lnTo>
                    <a:pt x="32358" y="11726"/>
                  </a:lnTo>
                  <a:lnTo>
                    <a:pt x="33770" y="17001"/>
                  </a:lnTo>
                  <a:cubicBezTo>
                    <a:pt x="47182" y="13836"/>
                    <a:pt x="50358" y="13133"/>
                    <a:pt x="53535" y="13133"/>
                  </a:cubicBezTo>
                  <a:cubicBezTo>
                    <a:pt x="62359" y="13133"/>
                    <a:pt x="64476" y="16297"/>
                    <a:pt x="69418" y="37395"/>
                  </a:cubicBezTo>
                  <a:lnTo>
                    <a:pt x="79653" y="80646"/>
                  </a:lnTo>
                  <a:lnTo>
                    <a:pt x="50711" y="121787"/>
                  </a:lnTo>
                  <a:cubicBezTo>
                    <a:pt x="43652" y="132336"/>
                    <a:pt x="36593" y="138665"/>
                    <a:pt x="32711" y="138665"/>
                  </a:cubicBezTo>
                  <a:cubicBezTo>
                    <a:pt x="30593" y="138665"/>
                    <a:pt x="27064" y="137610"/>
                    <a:pt x="23534" y="135500"/>
                  </a:cubicBezTo>
                  <a:cubicBezTo>
                    <a:pt x="18946" y="133039"/>
                    <a:pt x="15064" y="131984"/>
                    <a:pt x="12240" y="131984"/>
                  </a:cubicBezTo>
                  <a:cubicBezTo>
                    <a:pt x="5534" y="131984"/>
                    <a:pt x="240" y="137258"/>
                    <a:pt x="240" y="144291"/>
                  </a:cubicBezTo>
                  <a:cubicBezTo>
                    <a:pt x="240" y="153433"/>
                    <a:pt x="7299" y="159060"/>
                    <a:pt x="17887" y="159060"/>
                  </a:cubicBezTo>
                  <a:cubicBezTo>
                    <a:pt x="28829" y="159060"/>
                    <a:pt x="33064" y="155895"/>
                    <a:pt x="50711" y="134445"/>
                  </a:cubicBezTo>
                  <a:cubicBezTo>
                    <a:pt x="60241" y="123193"/>
                    <a:pt x="67653" y="113699"/>
                    <a:pt x="82477" y="93305"/>
                  </a:cubicBezTo>
                  <a:lnTo>
                    <a:pt x="93065" y="135500"/>
                  </a:lnTo>
                  <a:cubicBezTo>
                    <a:pt x="97654" y="153433"/>
                    <a:pt x="102242" y="159060"/>
                    <a:pt x="113536" y="159060"/>
                  </a:cubicBezTo>
                  <a:cubicBezTo>
                    <a:pt x="126948" y="159060"/>
                    <a:pt x="136125" y="150620"/>
                    <a:pt x="156596" y="118974"/>
                  </a:cubicBezTo>
                  <a:lnTo>
                    <a:pt x="151655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2" name="Freeform: Shape 1921">
              <a:extLst>
                <a:ext uri="{FF2B5EF4-FFF2-40B4-BE49-F238E27FC236}">
                  <a16:creationId xmlns:a16="http://schemas.microsoft.com/office/drawing/2014/main" id="{7D614AD4-E626-751C-4096-E0E4B93DE6CC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1305657" y="5277017"/>
              <a:ext cx="73914" cy="175899"/>
            </a:xfrm>
            <a:custGeom>
              <a:avLst/>
              <a:gdLst>
                <a:gd name="connsiteX0" fmla="*/ 47256 w 73914"/>
                <a:gd name="connsiteY0" fmla="*/ 125 h 175899"/>
                <a:gd name="connsiteX1" fmla="*/ 244 w 73914"/>
                <a:gd name="connsiteY1" fmla="*/ 23803 h 175899"/>
                <a:gd name="connsiteX2" fmla="*/ 244 w 73914"/>
                <a:gd name="connsiteY2" fmla="*/ 27446 h 175899"/>
                <a:gd name="connsiteX3" fmla="*/ 7295 w 73914"/>
                <a:gd name="connsiteY3" fmla="*/ 24584 h 175899"/>
                <a:gd name="connsiteX4" fmla="*/ 19049 w 73914"/>
                <a:gd name="connsiteY4" fmla="*/ 21722 h 175899"/>
                <a:gd name="connsiteX5" fmla="*/ 26884 w 73914"/>
                <a:gd name="connsiteY5" fmla="*/ 33952 h 175899"/>
                <a:gd name="connsiteX6" fmla="*/ 26884 w 73914"/>
                <a:gd name="connsiteY6" fmla="*/ 151825 h 175899"/>
                <a:gd name="connsiteX7" fmla="*/ 20616 w 73914"/>
                <a:gd name="connsiteY7" fmla="*/ 168739 h 175899"/>
                <a:gd name="connsiteX8" fmla="*/ 2072 w 73914"/>
                <a:gd name="connsiteY8" fmla="*/ 172121 h 175899"/>
                <a:gd name="connsiteX9" fmla="*/ 2072 w 73914"/>
                <a:gd name="connsiteY9" fmla="*/ 176024 h 175899"/>
                <a:gd name="connsiteX10" fmla="*/ 74158 w 73914"/>
                <a:gd name="connsiteY10" fmla="*/ 176024 h 175899"/>
                <a:gd name="connsiteX11" fmla="*/ 74158 w 73914"/>
                <a:gd name="connsiteY11" fmla="*/ 172121 h 175899"/>
                <a:gd name="connsiteX12" fmla="*/ 49346 w 73914"/>
                <a:gd name="connsiteY12" fmla="*/ 156769 h 175899"/>
                <a:gd name="connsiteX13" fmla="*/ 49346 w 73914"/>
                <a:gd name="connsiteY13" fmla="*/ 645 h 175899"/>
                <a:gd name="connsiteX14" fmla="*/ 47256 w 73914"/>
                <a:gd name="connsiteY14" fmla="*/ 125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56" y="125"/>
                  </a:moveTo>
                  <a:lnTo>
                    <a:pt x="244" y="23803"/>
                  </a:lnTo>
                  <a:lnTo>
                    <a:pt x="244" y="27446"/>
                  </a:lnTo>
                  <a:cubicBezTo>
                    <a:pt x="3378" y="26145"/>
                    <a:pt x="6251" y="25105"/>
                    <a:pt x="7295" y="24584"/>
                  </a:cubicBezTo>
                  <a:cubicBezTo>
                    <a:pt x="11997" y="22763"/>
                    <a:pt x="16437" y="21722"/>
                    <a:pt x="19049" y="21722"/>
                  </a:cubicBezTo>
                  <a:cubicBezTo>
                    <a:pt x="24533" y="21722"/>
                    <a:pt x="26884" y="25625"/>
                    <a:pt x="26884" y="33952"/>
                  </a:cubicBezTo>
                  <a:lnTo>
                    <a:pt x="26884" y="151825"/>
                  </a:lnTo>
                  <a:cubicBezTo>
                    <a:pt x="26884" y="160412"/>
                    <a:pt x="24795" y="166397"/>
                    <a:pt x="20616" y="168739"/>
                  </a:cubicBezTo>
                  <a:cubicBezTo>
                    <a:pt x="16698" y="171080"/>
                    <a:pt x="13041" y="171861"/>
                    <a:pt x="2072" y="172121"/>
                  </a:cubicBezTo>
                  <a:lnTo>
                    <a:pt x="2072" y="176024"/>
                  </a:lnTo>
                  <a:lnTo>
                    <a:pt x="74158" y="176024"/>
                  </a:lnTo>
                  <a:lnTo>
                    <a:pt x="74158" y="172121"/>
                  </a:lnTo>
                  <a:cubicBezTo>
                    <a:pt x="53525" y="171861"/>
                    <a:pt x="49346" y="169259"/>
                    <a:pt x="49346" y="156769"/>
                  </a:cubicBezTo>
                  <a:lnTo>
                    <a:pt x="49346" y="645"/>
                  </a:lnTo>
                  <a:lnTo>
                    <a:pt x="47256" y="12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3" name="Freeform: Shape 1922">
              <a:extLst>
                <a:ext uri="{FF2B5EF4-FFF2-40B4-BE49-F238E27FC236}">
                  <a16:creationId xmlns:a16="http://schemas.microsoft.com/office/drawing/2014/main" id="{5EBD934D-9D41-B34C-7795-8888D30EDBE2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1503958" y="5304660"/>
              <a:ext cx="215651" cy="14065"/>
            </a:xfrm>
            <a:custGeom>
              <a:avLst/>
              <a:gdLst>
                <a:gd name="connsiteX0" fmla="*/ 203548 w 215651"/>
                <a:gd name="connsiteY0" fmla="*/ 14188 h 14065"/>
                <a:gd name="connsiteX1" fmla="*/ 215901 w 215651"/>
                <a:gd name="connsiteY1" fmla="*/ 7155 h 14065"/>
                <a:gd name="connsiteX2" fmla="*/ 203548 w 215651"/>
                <a:gd name="connsiteY2" fmla="*/ 122 h 14065"/>
                <a:gd name="connsiteX3" fmla="*/ 12603 w 215651"/>
                <a:gd name="connsiteY3" fmla="*/ 122 h 14065"/>
                <a:gd name="connsiteX4" fmla="*/ 250 w 215651"/>
                <a:gd name="connsiteY4" fmla="*/ 7155 h 14065"/>
                <a:gd name="connsiteX5" fmla="*/ 12603 w 215651"/>
                <a:gd name="connsiteY5" fmla="*/ 14188 h 14065"/>
                <a:gd name="connsiteX6" fmla="*/ 203548 w 215651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8" y="14188"/>
                  </a:moveTo>
                  <a:cubicBezTo>
                    <a:pt x="209548" y="14188"/>
                    <a:pt x="215901" y="14188"/>
                    <a:pt x="215901" y="7155"/>
                  </a:cubicBezTo>
                  <a:cubicBezTo>
                    <a:pt x="215901" y="122"/>
                    <a:pt x="209548" y="122"/>
                    <a:pt x="203548" y="122"/>
                  </a:cubicBezTo>
                  <a:lnTo>
                    <a:pt x="12603" y="122"/>
                  </a:lnTo>
                  <a:cubicBezTo>
                    <a:pt x="6603" y="122"/>
                    <a:pt x="250" y="122"/>
                    <a:pt x="250" y="7155"/>
                  </a:cubicBezTo>
                  <a:cubicBezTo>
                    <a:pt x="250" y="14188"/>
                    <a:pt x="6603" y="14188"/>
                    <a:pt x="12603" y="14188"/>
                  </a:cubicBezTo>
                  <a:lnTo>
                    <a:pt x="203548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4" name="Freeform: Shape 1923">
              <a:extLst>
                <a:ext uri="{FF2B5EF4-FFF2-40B4-BE49-F238E27FC236}">
                  <a16:creationId xmlns:a16="http://schemas.microsoft.com/office/drawing/2014/main" id="{D882BACD-1B30-55F5-D0FB-CAD2A8EA6B59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1789603" y="5244531"/>
              <a:ext cx="167297" cy="158937"/>
            </a:xfrm>
            <a:custGeom>
              <a:avLst/>
              <a:gdLst>
                <a:gd name="connsiteX0" fmla="*/ 151674 w 167297"/>
                <a:gd name="connsiteY0" fmla="*/ 116161 h 158937"/>
                <a:gd name="connsiteX1" fmla="*/ 143909 w 167297"/>
                <a:gd name="connsiteY1" fmla="*/ 125655 h 158937"/>
                <a:gd name="connsiteX2" fmla="*/ 127673 w 167297"/>
                <a:gd name="connsiteY2" fmla="*/ 139720 h 158937"/>
                <a:gd name="connsiteX3" fmla="*/ 116732 w 167297"/>
                <a:gd name="connsiteY3" fmla="*/ 125303 h 158937"/>
                <a:gd name="connsiteX4" fmla="*/ 115320 w 167297"/>
                <a:gd name="connsiteY4" fmla="*/ 119325 h 158937"/>
                <a:gd name="connsiteX5" fmla="*/ 102614 w 167297"/>
                <a:gd name="connsiteY5" fmla="*/ 62361 h 158937"/>
                <a:gd name="connsiteX6" fmla="*/ 137203 w 167297"/>
                <a:gd name="connsiteY6" fmla="*/ 19814 h 158937"/>
                <a:gd name="connsiteX7" fmla="*/ 145674 w 167297"/>
                <a:gd name="connsiteY7" fmla="*/ 22627 h 158937"/>
                <a:gd name="connsiteX8" fmla="*/ 155203 w 167297"/>
                <a:gd name="connsiteY8" fmla="*/ 25791 h 158937"/>
                <a:gd name="connsiteX9" fmla="*/ 167556 w 167297"/>
                <a:gd name="connsiteY9" fmla="*/ 13133 h 158937"/>
                <a:gd name="connsiteX10" fmla="*/ 153085 w 167297"/>
                <a:gd name="connsiteY10" fmla="*/ 122 h 158937"/>
                <a:gd name="connsiteX11" fmla="*/ 99790 w 167297"/>
                <a:gd name="connsiteY11" fmla="*/ 50406 h 158937"/>
                <a:gd name="connsiteX12" fmla="*/ 95908 w 167297"/>
                <a:gd name="connsiteY12" fmla="*/ 31066 h 158937"/>
                <a:gd name="connsiteX13" fmla="*/ 77555 w 167297"/>
                <a:gd name="connsiteY13" fmla="*/ 122 h 158937"/>
                <a:gd name="connsiteX14" fmla="*/ 36260 w 167297"/>
                <a:gd name="connsiteY14" fmla="*/ 10320 h 158937"/>
                <a:gd name="connsiteX15" fmla="*/ 32377 w 167297"/>
                <a:gd name="connsiteY15" fmla="*/ 11726 h 158937"/>
                <a:gd name="connsiteX16" fmla="*/ 33789 w 167297"/>
                <a:gd name="connsiteY16" fmla="*/ 17001 h 158937"/>
                <a:gd name="connsiteX17" fmla="*/ 53554 w 167297"/>
                <a:gd name="connsiteY17" fmla="*/ 13133 h 158937"/>
                <a:gd name="connsiteX18" fmla="*/ 69437 w 167297"/>
                <a:gd name="connsiteY18" fmla="*/ 37395 h 158937"/>
                <a:gd name="connsiteX19" fmla="*/ 79672 w 167297"/>
                <a:gd name="connsiteY19" fmla="*/ 80646 h 158937"/>
                <a:gd name="connsiteX20" fmla="*/ 50731 w 167297"/>
                <a:gd name="connsiteY20" fmla="*/ 121787 h 158937"/>
                <a:gd name="connsiteX21" fmla="*/ 32730 w 167297"/>
                <a:gd name="connsiteY21" fmla="*/ 138665 h 158937"/>
                <a:gd name="connsiteX22" fmla="*/ 23554 w 167297"/>
                <a:gd name="connsiteY22" fmla="*/ 135500 h 158937"/>
                <a:gd name="connsiteX23" fmla="*/ 12259 w 167297"/>
                <a:gd name="connsiteY23" fmla="*/ 131984 h 158937"/>
                <a:gd name="connsiteX24" fmla="*/ 259 w 167297"/>
                <a:gd name="connsiteY24" fmla="*/ 144291 h 158937"/>
                <a:gd name="connsiteX25" fmla="*/ 17906 w 167297"/>
                <a:gd name="connsiteY25" fmla="*/ 159060 h 158937"/>
                <a:gd name="connsiteX26" fmla="*/ 50731 w 167297"/>
                <a:gd name="connsiteY26" fmla="*/ 134445 h 158937"/>
                <a:gd name="connsiteX27" fmla="*/ 82496 w 167297"/>
                <a:gd name="connsiteY27" fmla="*/ 93305 h 158937"/>
                <a:gd name="connsiteX28" fmla="*/ 93084 w 167297"/>
                <a:gd name="connsiteY28" fmla="*/ 135500 h 158937"/>
                <a:gd name="connsiteX29" fmla="*/ 113555 w 167297"/>
                <a:gd name="connsiteY29" fmla="*/ 159060 h 158937"/>
                <a:gd name="connsiteX30" fmla="*/ 156615 w 167297"/>
                <a:gd name="connsiteY30" fmla="*/ 118974 h 158937"/>
                <a:gd name="connsiteX31" fmla="*/ 151674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4" y="116161"/>
                  </a:moveTo>
                  <a:cubicBezTo>
                    <a:pt x="148850" y="119325"/>
                    <a:pt x="147085" y="121435"/>
                    <a:pt x="143909" y="125655"/>
                  </a:cubicBezTo>
                  <a:cubicBezTo>
                    <a:pt x="135791" y="136203"/>
                    <a:pt x="131556" y="139720"/>
                    <a:pt x="127673" y="139720"/>
                  </a:cubicBezTo>
                  <a:cubicBezTo>
                    <a:pt x="122379" y="139720"/>
                    <a:pt x="119202" y="135149"/>
                    <a:pt x="116732" y="125303"/>
                  </a:cubicBezTo>
                  <a:cubicBezTo>
                    <a:pt x="116026" y="122490"/>
                    <a:pt x="115673" y="120380"/>
                    <a:pt x="115320" y="119325"/>
                  </a:cubicBezTo>
                  <a:cubicBezTo>
                    <a:pt x="106496" y="83810"/>
                    <a:pt x="102614" y="67635"/>
                    <a:pt x="102614" y="62361"/>
                  </a:cubicBezTo>
                  <a:cubicBezTo>
                    <a:pt x="118144" y="35285"/>
                    <a:pt x="130850" y="19814"/>
                    <a:pt x="137203" y="19814"/>
                  </a:cubicBezTo>
                  <a:cubicBezTo>
                    <a:pt x="139320" y="19814"/>
                    <a:pt x="142144" y="20869"/>
                    <a:pt x="145674" y="22627"/>
                  </a:cubicBezTo>
                  <a:cubicBezTo>
                    <a:pt x="149909" y="25088"/>
                    <a:pt x="152380" y="25791"/>
                    <a:pt x="155203" y="25791"/>
                  </a:cubicBezTo>
                  <a:cubicBezTo>
                    <a:pt x="162615" y="25791"/>
                    <a:pt x="167556" y="20517"/>
                    <a:pt x="167556" y="13133"/>
                  </a:cubicBezTo>
                  <a:cubicBezTo>
                    <a:pt x="167556" y="5748"/>
                    <a:pt x="161556" y="122"/>
                    <a:pt x="153085" y="122"/>
                  </a:cubicBezTo>
                  <a:cubicBezTo>
                    <a:pt x="137556" y="122"/>
                    <a:pt x="124144" y="12781"/>
                    <a:pt x="99790" y="50406"/>
                  </a:cubicBezTo>
                  <a:lnTo>
                    <a:pt x="95908" y="31066"/>
                  </a:lnTo>
                  <a:cubicBezTo>
                    <a:pt x="90967" y="7155"/>
                    <a:pt x="87084" y="122"/>
                    <a:pt x="77555" y="122"/>
                  </a:cubicBezTo>
                  <a:cubicBezTo>
                    <a:pt x="69790" y="122"/>
                    <a:pt x="57789" y="3287"/>
                    <a:pt x="36260" y="10320"/>
                  </a:cubicBezTo>
                  <a:lnTo>
                    <a:pt x="32377" y="11726"/>
                  </a:lnTo>
                  <a:lnTo>
                    <a:pt x="33789" y="17001"/>
                  </a:lnTo>
                  <a:cubicBezTo>
                    <a:pt x="47201" y="13836"/>
                    <a:pt x="50378" y="13133"/>
                    <a:pt x="53554" y="13133"/>
                  </a:cubicBezTo>
                  <a:cubicBezTo>
                    <a:pt x="62378" y="13133"/>
                    <a:pt x="64495" y="16297"/>
                    <a:pt x="69437" y="37395"/>
                  </a:cubicBezTo>
                  <a:lnTo>
                    <a:pt x="79672" y="80646"/>
                  </a:lnTo>
                  <a:lnTo>
                    <a:pt x="50731" y="121787"/>
                  </a:lnTo>
                  <a:cubicBezTo>
                    <a:pt x="43672" y="132336"/>
                    <a:pt x="36613" y="138665"/>
                    <a:pt x="32730" y="138665"/>
                  </a:cubicBezTo>
                  <a:cubicBezTo>
                    <a:pt x="30612" y="138665"/>
                    <a:pt x="27083" y="137610"/>
                    <a:pt x="23554" y="135500"/>
                  </a:cubicBezTo>
                  <a:cubicBezTo>
                    <a:pt x="18965" y="133039"/>
                    <a:pt x="15083" y="131984"/>
                    <a:pt x="12259" y="131984"/>
                  </a:cubicBezTo>
                  <a:cubicBezTo>
                    <a:pt x="5553" y="131984"/>
                    <a:pt x="259" y="137258"/>
                    <a:pt x="259" y="144291"/>
                  </a:cubicBezTo>
                  <a:cubicBezTo>
                    <a:pt x="259" y="153433"/>
                    <a:pt x="7318" y="159060"/>
                    <a:pt x="17906" y="159060"/>
                  </a:cubicBezTo>
                  <a:cubicBezTo>
                    <a:pt x="28848" y="159060"/>
                    <a:pt x="33083" y="155895"/>
                    <a:pt x="50731" y="134445"/>
                  </a:cubicBezTo>
                  <a:cubicBezTo>
                    <a:pt x="60260" y="123193"/>
                    <a:pt x="67672" y="113699"/>
                    <a:pt x="82496" y="93305"/>
                  </a:cubicBezTo>
                  <a:lnTo>
                    <a:pt x="93084" y="135500"/>
                  </a:lnTo>
                  <a:cubicBezTo>
                    <a:pt x="97673" y="153433"/>
                    <a:pt x="102261" y="159060"/>
                    <a:pt x="113555" y="159060"/>
                  </a:cubicBezTo>
                  <a:cubicBezTo>
                    <a:pt x="126967" y="159060"/>
                    <a:pt x="136144" y="150620"/>
                    <a:pt x="156615" y="118974"/>
                  </a:cubicBezTo>
                  <a:lnTo>
                    <a:pt x="151674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5" name="Freeform: Shape 1924">
              <a:extLst>
                <a:ext uri="{FF2B5EF4-FFF2-40B4-BE49-F238E27FC236}">
                  <a16:creationId xmlns:a16="http://schemas.microsoft.com/office/drawing/2014/main" id="{1EE4A549-B79E-BDE8-1B9E-7C425E221236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1967658" y="5277017"/>
              <a:ext cx="101599" cy="179542"/>
            </a:xfrm>
            <a:custGeom>
              <a:avLst/>
              <a:gdLst>
                <a:gd name="connsiteX0" fmla="*/ 28993 w 101599"/>
                <a:gd name="connsiteY0" fmla="*/ 90156 h 179542"/>
                <a:gd name="connsiteX1" fmla="*/ 56678 w 101599"/>
                <a:gd name="connsiteY1" fmla="*/ 93018 h 179542"/>
                <a:gd name="connsiteX2" fmla="*/ 83057 w 101599"/>
                <a:gd name="connsiteY2" fmla="*/ 131529 h 179542"/>
                <a:gd name="connsiteX3" fmla="*/ 48842 w 101599"/>
                <a:gd name="connsiteY3" fmla="*/ 170300 h 179542"/>
                <a:gd name="connsiteX4" fmla="*/ 26903 w 101599"/>
                <a:gd name="connsiteY4" fmla="*/ 162233 h 179542"/>
                <a:gd name="connsiteX5" fmla="*/ 10188 w 101599"/>
                <a:gd name="connsiteY5" fmla="*/ 155728 h 179542"/>
                <a:gd name="connsiteX6" fmla="*/ 263 w 101599"/>
                <a:gd name="connsiteY6" fmla="*/ 164835 h 179542"/>
                <a:gd name="connsiteX7" fmla="*/ 29776 w 101599"/>
                <a:gd name="connsiteY7" fmla="*/ 179667 h 179542"/>
                <a:gd name="connsiteX8" fmla="*/ 82796 w 101599"/>
                <a:gd name="connsiteY8" fmla="*/ 162233 h 179542"/>
                <a:gd name="connsiteX9" fmla="*/ 101862 w 101599"/>
                <a:gd name="connsiteY9" fmla="*/ 119039 h 179542"/>
                <a:gd name="connsiteX10" fmla="*/ 90109 w 101599"/>
                <a:gd name="connsiteY10" fmla="*/ 85472 h 179542"/>
                <a:gd name="connsiteX11" fmla="*/ 68431 w 101599"/>
                <a:gd name="connsiteY11" fmla="*/ 71681 h 179542"/>
                <a:gd name="connsiteX12" fmla="*/ 92982 w 101599"/>
                <a:gd name="connsiteY12" fmla="*/ 35773 h 179542"/>
                <a:gd name="connsiteX13" fmla="*/ 52238 w 101599"/>
                <a:gd name="connsiteY13" fmla="*/ 125 h 179542"/>
                <a:gd name="connsiteX14" fmla="*/ 18284 w 101599"/>
                <a:gd name="connsiteY14" fmla="*/ 12875 h 179542"/>
                <a:gd name="connsiteX15" fmla="*/ 785 w 101599"/>
                <a:gd name="connsiteY15" fmla="*/ 42278 h 179542"/>
                <a:gd name="connsiteX16" fmla="*/ 4703 w 101599"/>
                <a:gd name="connsiteY16" fmla="*/ 43319 h 179542"/>
                <a:gd name="connsiteX17" fmla="*/ 43619 w 101599"/>
                <a:gd name="connsiteY17" fmla="*/ 15737 h 179542"/>
                <a:gd name="connsiteX18" fmla="*/ 72349 w 101599"/>
                <a:gd name="connsiteY18" fmla="*/ 43579 h 179542"/>
                <a:gd name="connsiteX19" fmla="*/ 61902 w 101599"/>
                <a:gd name="connsiteY19" fmla="*/ 68819 h 179542"/>
                <a:gd name="connsiteX20" fmla="*/ 28993 w 101599"/>
                <a:gd name="connsiteY20" fmla="*/ 86773 h 179542"/>
                <a:gd name="connsiteX21" fmla="*/ 28993 w 101599"/>
                <a:gd name="connsiteY21" fmla="*/ 90156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93" y="90156"/>
                  </a:moveTo>
                  <a:cubicBezTo>
                    <a:pt x="44402" y="90156"/>
                    <a:pt x="50410" y="90677"/>
                    <a:pt x="56678" y="93018"/>
                  </a:cubicBezTo>
                  <a:cubicBezTo>
                    <a:pt x="72871" y="98743"/>
                    <a:pt x="83057" y="113575"/>
                    <a:pt x="83057" y="131529"/>
                  </a:cubicBezTo>
                  <a:cubicBezTo>
                    <a:pt x="83057" y="153386"/>
                    <a:pt x="68170" y="170300"/>
                    <a:pt x="48842" y="170300"/>
                  </a:cubicBezTo>
                  <a:cubicBezTo>
                    <a:pt x="41791" y="170300"/>
                    <a:pt x="36567" y="168478"/>
                    <a:pt x="26903" y="162233"/>
                  </a:cubicBezTo>
                  <a:cubicBezTo>
                    <a:pt x="19068" y="157550"/>
                    <a:pt x="14628" y="155728"/>
                    <a:pt x="10188" y="155728"/>
                  </a:cubicBezTo>
                  <a:cubicBezTo>
                    <a:pt x="4180" y="155728"/>
                    <a:pt x="263" y="159371"/>
                    <a:pt x="263" y="164835"/>
                  </a:cubicBezTo>
                  <a:cubicBezTo>
                    <a:pt x="263" y="173943"/>
                    <a:pt x="11494" y="179667"/>
                    <a:pt x="29776" y="179667"/>
                  </a:cubicBezTo>
                  <a:cubicBezTo>
                    <a:pt x="49887" y="179667"/>
                    <a:pt x="70521" y="172902"/>
                    <a:pt x="82796" y="162233"/>
                  </a:cubicBezTo>
                  <a:cubicBezTo>
                    <a:pt x="95072" y="151565"/>
                    <a:pt x="101862" y="136473"/>
                    <a:pt x="101862" y="119039"/>
                  </a:cubicBezTo>
                  <a:cubicBezTo>
                    <a:pt x="101862" y="105769"/>
                    <a:pt x="97683" y="93539"/>
                    <a:pt x="90109" y="85472"/>
                  </a:cubicBezTo>
                  <a:cubicBezTo>
                    <a:pt x="84885" y="79748"/>
                    <a:pt x="79923" y="76625"/>
                    <a:pt x="68431" y="71681"/>
                  </a:cubicBezTo>
                  <a:cubicBezTo>
                    <a:pt x="86453" y="59452"/>
                    <a:pt x="92982" y="49824"/>
                    <a:pt x="92982" y="35773"/>
                  </a:cubicBezTo>
                  <a:cubicBezTo>
                    <a:pt x="92982" y="14696"/>
                    <a:pt x="76266" y="125"/>
                    <a:pt x="52238" y="125"/>
                  </a:cubicBezTo>
                  <a:cubicBezTo>
                    <a:pt x="39179" y="125"/>
                    <a:pt x="27687" y="4548"/>
                    <a:pt x="18284" y="12875"/>
                  </a:cubicBezTo>
                  <a:cubicBezTo>
                    <a:pt x="10449" y="19900"/>
                    <a:pt x="6531" y="26666"/>
                    <a:pt x="785" y="42278"/>
                  </a:cubicBezTo>
                  <a:lnTo>
                    <a:pt x="4703" y="43319"/>
                  </a:lnTo>
                  <a:cubicBezTo>
                    <a:pt x="15411" y="24324"/>
                    <a:pt x="27164" y="15737"/>
                    <a:pt x="43619" y="15737"/>
                  </a:cubicBezTo>
                  <a:cubicBezTo>
                    <a:pt x="60596" y="15737"/>
                    <a:pt x="72349" y="27186"/>
                    <a:pt x="72349" y="43579"/>
                  </a:cubicBezTo>
                  <a:cubicBezTo>
                    <a:pt x="72349" y="52947"/>
                    <a:pt x="68431" y="62314"/>
                    <a:pt x="61902" y="68819"/>
                  </a:cubicBezTo>
                  <a:cubicBezTo>
                    <a:pt x="54066" y="76625"/>
                    <a:pt x="46753" y="80529"/>
                    <a:pt x="28993" y="86773"/>
                  </a:cubicBezTo>
                  <a:lnTo>
                    <a:pt x="28993" y="9015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6" name="Freeform: Shape 1925">
              <a:extLst>
                <a:ext uri="{FF2B5EF4-FFF2-40B4-BE49-F238E27FC236}">
                  <a16:creationId xmlns:a16="http://schemas.microsoft.com/office/drawing/2014/main" id="{E777AD71-5850-D7B0-10F3-4EB1FF7D9928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2125339" y="5135877"/>
              <a:ext cx="81883" cy="351630"/>
            </a:xfrm>
            <a:custGeom>
              <a:avLst/>
              <a:gdLst>
                <a:gd name="connsiteX0" fmla="*/ 82152 w 81883"/>
                <a:gd name="connsiteY0" fmla="*/ 175937 h 351630"/>
                <a:gd name="connsiteX1" fmla="*/ 58857 w 81883"/>
                <a:gd name="connsiteY1" fmla="*/ 66228 h 351630"/>
                <a:gd name="connsiteX2" fmla="*/ 3797 w 81883"/>
                <a:gd name="connsiteY2" fmla="*/ 122 h 351630"/>
                <a:gd name="connsiteX3" fmla="*/ 268 w 81883"/>
                <a:gd name="connsiteY3" fmla="*/ 3638 h 351630"/>
                <a:gd name="connsiteX4" fmla="*/ 6974 w 81883"/>
                <a:gd name="connsiteY4" fmla="*/ 11725 h 351630"/>
                <a:gd name="connsiteX5" fmla="*/ 61681 w 81883"/>
                <a:gd name="connsiteY5" fmla="*/ 175937 h 351630"/>
                <a:gd name="connsiteX6" fmla="*/ 4856 w 81883"/>
                <a:gd name="connsiteY6" fmla="*/ 342258 h 351630"/>
                <a:gd name="connsiteX7" fmla="*/ 268 w 81883"/>
                <a:gd name="connsiteY7" fmla="*/ 348236 h 351630"/>
                <a:gd name="connsiteX8" fmla="*/ 3797 w 81883"/>
                <a:gd name="connsiteY8" fmla="*/ 351752 h 351630"/>
                <a:gd name="connsiteX9" fmla="*/ 59916 w 81883"/>
                <a:gd name="connsiteY9" fmla="*/ 283184 h 351630"/>
                <a:gd name="connsiteX10" fmla="*/ 82152 w 81883"/>
                <a:gd name="connsiteY10" fmla="*/ 175937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175937"/>
                  </a:moveTo>
                  <a:cubicBezTo>
                    <a:pt x="82152" y="148510"/>
                    <a:pt x="78270" y="105963"/>
                    <a:pt x="58857" y="66228"/>
                  </a:cubicBezTo>
                  <a:cubicBezTo>
                    <a:pt x="37680" y="22978"/>
                    <a:pt x="7327" y="122"/>
                    <a:pt x="3797" y="122"/>
                  </a:cubicBezTo>
                  <a:cubicBezTo>
                    <a:pt x="1680" y="122"/>
                    <a:pt x="268" y="1528"/>
                    <a:pt x="268" y="3638"/>
                  </a:cubicBezTo>
                  <a:cubicBezTo>
                    <a:pt x="268" y="4693"/>
                    <a:pt x="268" y="5396"/>
                    <a:pt x="6974" y="11725"/>
                  </a:cubicBezTo>
                  <a:cubicBezTo>
                    <a:pt x="41563" y="46537"/>
                    <a:pt x="61681" y="102446"/>
                    <a:pt x="61681" y="175937"/>
                  </a:cubicBezTo>
                  <a:cubicBezTo>
                    <a:pt x="61681" y="236066"/>
                    <a:pt x="48622" y="297953"/>
                    <a:pt x="4856" y="342258"/>
                  </a:cubicBezTo>
                  <a:cubicBezTo>
                    <a:pt x="268" y="346478"/>
                    <a:pt x="268" y="347181"/>
                    <a:pt x="268" y="348236"/>
                  </a:cubicBezTo>
                  <a:cubicBezTo>
                    <a:pt x="268" y="350346"/>
                    <a:pt x="1680" y="351752"/>
                    <a:pt x="3797" y="351752"/>
                  </a:cubicBezTo>
                  <a:cubicBezTo>
                    <a:pt x="7327" y="351752"/>
                    <a:pt x="39092" y="327842"/>
                    <a:pt x="59916" y="283184"/>
                  </a:cubicBezTo>
                  <a:cubicBezTo>
                    <a:pt x="77917" y="244505"/>
                    <a:pt x="82152" y="205474"/>
                    <a:pt x="82152" y="1759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7" name="Freeform: Shape 1926">
              <a:extLst>
                <a:ext uri="{FF2B5EF4-FFF2-40B4-BE49-F238E27FC236}">
                  <a16:creationId xmlns:a16="http://schemas.microsoft.com/office/drawing/2014/main" id="{83C51D8F-4FBC-A18D-C83C-7E2A64027925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2277616" y="5135877"/>
              <a:ext cx="81883" cy="351630"/>
            </a:xfrm>
            <a:custGeom>
              <a:avLst/>
              <a:gdLst>
                <a:gd name="connsiteX0" fmla="*/ 82156 w 81883"/>
                <a:gd name="connsiteY0" fmla="*/ 348236 h 351630"/>
                <a:gd name="connsiteX1" fmla="*/ 76156 w 81883"/>
                <a:gd name="connsiteY1" fmla="*/ 340500 h 351630"/>
                <a:gd name="connsiteX2" fmla="*/ 20743 w 81883"/>
                <a:gd name="connsiteY2" fmla="*/ 175937 h 351630"/>
                <a:gd name="connsiteX3" fmla="*/ 77568 w 81883"/>
                <a:gd name="connsiteY3" fmla="*/ 9616 h 351630"/>
                <a:gd name="connsiteX4" fmla="*/ 82156 w 81883"/>
                <a:gd name="connsiteY4" fmla="*/ 3638 h 351630"/>
                <a:gd name="connsiteX5" fmla="*/ 78626 w 81883"/>
                <a:gd name="connsiteY5" fmla="*/ 122 h 351630"/>
                <a:gd name="connsiteX6" fmla="*/ 22508 w 81883"/>
                <a:gd name="connsiteY6" fmla="*/ 68690 h 351630"/>
                <a:gd name="connsiteX7" fmla="*/ 272 w 81883"/>
                <a:gd name="connsiteY7" fmla="*/ 175937 h 351630"/>
                <a:gd name="connsiteX8" fmla="*/ 23567 w 81883"/>
                <a:gd name="connsiteY8" fmla="*/ 285646 h 351630"/>
                <a:gd name="connsiteX9" fmla="*/ 78626 w 81883"/>
                <a:gd name="connsiteY9" fmla="*/ 351752 h 351630"/>
                <a:gd name="connsiteX10" fmla="*/ 82156 w 81883"/>
                <a:gd name="connsiteY10" fmla="*/ 34823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6" y="348236"/>
                  </a:moveTo>
                  <a:cubicBezTo>
                    <a:pt x="82156" y="347181"/>
                    <a:pt x="82156" y="346478"/>
                    <a:pt x="76156" y="340500"/>
                  </a:cubicBezTo>
                  <a:cubicBezTo>
                    <a:pt x="32037" y="296195"/>
                    <a:pt x="20743" y="229737"/>
                    <a:pt x="20743" y="175937"/>
                  </a:cubicBezTo>
                  <a:cubicBezTo>
                    <a:pt x="20743" y="114753"/>
                    <a:pt x="34155" y="53570"/>
                    <a:pt x="77568" y="9616"/>
                  </a:cubicBezTo>
                  <a:cubicBezTo>
                    <a:pt x="82156" y="5396"/>
                    <a:pt x="82156" y="4693"/>
                    <a:pt x="82156" y="3638"/>
                  </a:cubicBezTo>
                  <a:cubicBezTo>
                    <a:pt x="82156" y="1177"/>
                    <a:pt x="80744" y="122"/>
                    <a:pt x="78626" y="122"/>
                  </a:cubicBezTo>
                  <a:cubicBezTo>
                    <a:pt x="75097" y="122"/>
                    <a:pt x="43332" y="24033"/>
                    <a:pt x="22508" y="68690"/>
                  </a:cubicBezTo>
                  <a:cubicBezTo>
                    <a:pt x="4507" y="107369"/>
                    <a:pt x="272" y="146400"/>
                    <a:pt x="272" y="175937"/>
                  </a:cubicBezTo>
                  <a:cubicBezTo>
                    <a:pt x="272" y="203364"/>
                    <a:pt x="4154" y="245912"/>
                    <a:pt x="23567" y="285646"/>
                  </a:cubicBezTo>
                  <a:cubicBezTo>
                    <a:pt x="44743" y="328896"/>
                    <a:pt x="75097" y="351752"/>
                    <a:pt x="78626" y="351752"/>
                  </a:cubicBezTo>
                  <a:cubicBezTo>
                    <a:pt x="80744" y="351752"/>
                    <a:pt x="82156" y="350698"/>
                    <a:pt x="82156" y="34823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8" name="Freeform: Shape 1927">
              <a:extLst>
                <a:ext uri="{FF2B5EF4-FFF2-40B4-BE49-F238E27FC236}">
                  <a16:creationId xmlns:a16="http://schemas.microsoft.com/office/drawing/2014/main" id="{DB2A4245-B93E-A99B-4311-4F394CDF76F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2370598" y="5244531"/>
              <a:ext cx="167297" cy="158937"/>
            </a:xfrm>
            <a:custGeom>
              <a:avLst/>
              <a:gdLst>
                <a:gd name="connsiteX0" fmla="*/ 151690 w 167297"/>
                <a:gd name="connsiteY0" fmla="*/ 116161 h 158937"/>
                <a:gd name="connsiteX1" fmla="*/ 143925 w 167297"/>
                <a:gd name="connsiteY1" fmla="*/ 125655 h 158937"/>
                <a:gd name="connsiteX2" fmla="*/ 127690 w 167297"/>
                <a:gd name="connsiteY2" fmla="*/ 139720 h 158937"/>
                <a:gd name="connsiteX3" fmla="*/ 116748 w 167297"/>
                <a:gd name="connsiteY3" fmla="*/ 125303 h 158937"/>
                <a:gd name="connsiteX4" fmla="*/ 115336 w 167297"/>
                <a:gd name="connsiteY4" fmla="*/ 119325 h 158937"/>
                <a:gd name="connsiteX5" fmla="*/ 102630 w 167297"/>
                <a:gd name="connsiteY5" fmla="*/ 62361 h 158937"/>
                <a:gd name="connsiteX6" fmla="*/ 137219 w 167297"/>
                <a:gd name="connsiteY6" fmla="*/ 19814 h 158937"/>
                <a:gd name="connsiteX7" fmla="*/ 145690 w 167297"/>
                <a:gd name="connsiteY7" fmla="*/ 22627 h 158937"/>
                <a:gd name="connsiteX8" fmla="*/ 155219 w 167297"/>
                <a:gd name="connsiteY8" fmla="*/ 25791 h 158937"/>
                <a:gd name="connsiteX9" fmla="*/ 167573 w 167297"/>
                <a:gd name="connsiteY9" fmla="*/ 13133 h 158937"/>
                <a:gd name="connsiteX10" fmla="*/ 153102 w 167297"/>
                <a:gd name="connsiteY10" fmla="*/ 122 h 158937"/>
                <a:gd name="connsiteX11" fmla="*/ 99807 w 167297"/>
                <a:gd name="connsiteY11" fmla="*/ 50406 h 158937"/>
                <a:gd name="connsiteX12" fmla="*/ 95924 w 167297"/>
                <a:gd name="connsiteY12" fmla="*/ 31066 h 158937"/>
                <a:gd name="connsiteX13" fmla="*/ 77571 w 167297"/>
                <a:gd name="connsiteY13" fmla="*/ 122 h 158937"/>
                <a:gd name="connsiteX14" fmla="*/ 36276 w 167297"/>
                <a:gd name="connsiteY14" fmla="*/ 10320 h 158937"/>
                <a:gd name="connsiteX15" fmla="*/ 32394 w 167297"/>
                <a:gd name="connsiteY15" fmla="*/ 11726 h 158937"/>
                <a:gd name="connsiteX16" fmla="*/ 33805 w 167297"/>
                <a:gd name="connsiteY16" fmla="*/ 17001 h 158937"/>
                <a:gd name="connsiteX17" fmla="*/ 53570 w 167297"/>
                <a:gd name="connsiteY17" fmla="*/ 13133 h 158937"/>
                <a:gd name="connsiteX18" fmla="*/ 69453 w 167297"/>
                <a:gd name="connsiteY18" fmla="*/ 37395 h 158937"/>
                <a:gd name="connsiteX19" fmla="*/ 79689 w 167297"/>
                <a:gd name="connsiteY19" fmla="*/ 80646 h 158937"/>
                <a:gd name="connsiteX20" fmla="*/ 50747 w 167297"/>
                <a:gd name="connsiteY20" fmla="*/ 121787 h 158937"/>
                <a:gd name="connsiteX21" fmla="*/ 32746 w 167297"/>
                <a:gd name="connsiteY21" fmla="*/ 138665 h 158937"/>
                <a:gd name="connsiteX22" fmla="*/ 23570 w 167297"/>
                <a:gd name="connsiteY22" fmla="*/ 135500 h 158937"/>
                <a:gd name="connsiteX23" fmla="*/ 12276 w 167297"/>
                <a:gd name="connsiteY23" fmla="*/ 131984 h 158937"/>
                <a:gd name="connsiteX24" fmla="*/ 275 w 167297"/>
                <a:gd name="connsiteY24" fmla="*/ 144291 h 158937"/>
                <a:gd name="connsiteX25" fmla="*/ 17923 w 167297"/>
                <a:gd name="connsiteY25" fmla="*/ 159060 h 158937"/>
                <a:gd name="connsiteX26" fmla="*/ 50747 w 167297"/>
                <a:gd name="connsiteY26" fmla="*/ 134445 h 158937"/>
                <a:gd name="connsiteX27" fmla="*/ 82512 w 167297"/>
                <a:gd name="connsiteY27" fmla="*/ 93305 h 158937"/>
                <a:gd name="connsiteX28" fmla="*/ 93101 w 167297"/>
                <a:gd name="connsiteY28" fmla="*/ 135500 h 158937"/>
                <a:gd name="connsiteX29" fmla="*/ 113572 w 167297"/>
                <a:gd name="connsiteY29" fmla="*/ 159060 h 158937"/>
                <a:gd name="connsiteX30" fmla="*/ 156631 w 167297"/>
                <a:gd name="connsiteY30" fmla="*/ 118974 h 158937"/>
                <a:gd name="connsiteX31" fmla="*/ 151690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90" y="116161"/>
                  </a:moveTo>
                  <a:cubicBezTo>
                    <a:pt x="148866" y="119325"/>
                    <a:pt x="147102" y="121435"/>
                    <a:pt x="143925" y="125655"/>
                  </a:cubicBezTo>
                  <a:cubicBezTo>
                    <a:pt x="135807" y="136203"/>
                    <a:pt x="131572" y="139720"/>
                    <a:pt x="127690" y="139720"/>
                  </a:cubicBezTo>
                  <a:cubicBezTo>
                    <a:pt x="122395" y="139720"/>
                    <a:pt x="119219" y="135149"/>
                    <a:pt x="116748" y="125303"/>
                  </a:cubicBezTo>
                  <a:cubicBezTo>
                    <a:pt x="116042" y="122490"/>
                    <a:pt x="115689" y="120380"/>
                    <a:pt x="115336" y="119325"/>
                  </a:cubicBezTo>
                  <a:cubicBezTo>
                    <a:pt x="106513" y="83810"/>
                    <a:pt x="102630" y="67635"/>
                    <a:pt x="102630" y="62361"/>
                  </a:cubicBezTo>
                  <a:cubicBezTo>
                    <a:pt x="118160" y="35285"/>
                    <a:pt x="130866" y="19814"/>
                    <a:pt x="137219" y="19814"/>
                  </a:cubicBezTo>
                  <a:cubicBezTo>
                    <a:pt x="139337" y="19814"/>
                    <a:pt x="142160" y="20869"/>
                    <a:pt x="145690" y="22627"/>
                  </a:cubicBezTo>
                  <a:cubicBezTo>
                    <a:pt x="149925" y="25088"/>
                    <a:pt x="152396" y="25791"/>
                    <a:pt x="155219" y="25791"/>
                  </a:cubicBezTo>
                  <a:cubicBezTo>
                    <a:pt x="162631" y="25791"/>
                    <a:pt x="167573" y="20517"/>
                    <a:pt x="167573" y="13133"/>
                  </a:cubicBezTo>
                  <a:cubicBezTo>
                    <a:pt x="167573" y="5748"/>
                    <a:pt x="161573" y="122"/>
                    <a:pt x="153102" y="122"/>
                  </a:cubicBezTo>
                  <a:cubicBezTo>
                    <a:pt x="137572" y="122"/>
                    <a:pt x="124160" y="12781"/>
                    <a:pt x="99807" y="50406"/>
                  </a:cubicBezTo>
                  <a:lnTo>
                    <a:pt x="95924" y="31066"/>
                  </a:lnTo>
                  <a:cubicBezTo>
                    <a:pt x="90983" y="7155"/>
                    <a:pt x="87101" y="122"/>
                    <a:pt x="77571" y="122"/>
                  </a:cubicBezTo>
                  <a:cubicBezTo>
                    <a:pt x="69806" y="122"/>
                    <a:pt x="57806" y="3287"/>
                    <a:pt x="36276" y="10320"/>
                  </a:cubicBezTo>
                  <a:lnTo>
                    <a:pt x="32394" y="11726"/>
                  </a:lnTo>
                  <a:lnTo>
                    <a:pt x="33805" y="17001"/>
                  </a:lnTo>
                  <a:cubicBezTo>
                    <a:pt x="47217" y="13836"/>
                    <a:pt x="50394" y="13133"/>
                    <a:pt x="53570" y="13133"/>
                  </a:cubicBezTo>
                  <a:cubicBezTo>
                    <a:pt x="62394" y="13133"/>
                    <a:pt x="64512" y="16297"/>
                    <a:pt x="69453" y="37395"/>
                  </a:cubicBezTo>
                  <a:lnTo>
                    <a:pt x="79689" y="80646"/>
                  </a:lnTo>
                  <a:lnTo>
                    <a:pt x="50747" y="121787"/>
                  </a:lnTo>
                  <a:cubicBezTo>
                    <a:pt x="43688" y="132336"/>
                    <a:pt x="36629" y="138665"/>
                    <a:pt x="32746" y="138665"/>
                  </a:cubicBezTo>
                  <a:cubicBezTo>
                    <a:pt x="30629" y="138665"/>
                    <a:pt x="27099" y="137610"/>
                    <a:pt x="23570" y="135500"/>
                  </a:cubicBezTo>
                  <a:cubicBezTo>
                    <a:pt x="18982" y="133039"/>
                    <a:pt x="15099" y="131984"/>
                    <a:pt x="12276" y="131984"/>
                  </a:cubicBezTo>
                  <a:cubicBezTo>
                    <a:pt x="5570" y="131984"/>
                    <a:pt x="275" y="137258"/>
                    <a:pt x="275" y="144291"/>
                  </a:cubicBezTo>
                  <a:cubicBezTo>
                    <a:pt x="275" y="153433"/>
                    <a:pt x="7334" y="159060"/>
                    <a:pt x="17923" y="159060"/>
                  </a:cubicBezTo>
                  <a:cubicBezTo>
                    <a:pt x="28864" y="159060"/>
                    <a:pt x="33099" y="155895"/>
                    <a:pt x="50747" y="134445"/>
                  </a:cubicBezTo>
                  <a:cubicBezTo>
                    <a:pt x="60276" y="123193"/>
                    <a:pt x="67688" y="113699"/>
                    <a:pt x="82512" y="93305"/>
                  </a:cubicBezTo>
                  <a:lnTo>
                    <a:pt x="93101" y="135500"/>
                  </a:lnTo>
                  <a:cubicBezTo>
                    <a:pt x="97689" y="153433"/>
                    <a:pt x="102277" y="159060"/>
                    <a:pt x="113572" y="159060"/>
                  </a:cubicBezTo>
                  <a:cubicBezTo>
                    <a:pt x="126984" y="159060"/>
                    <a:pt x="136160" y="150620"/>
                    <a:pt x="156631" y="118974"/>
                  </a:cubicBezTo>
                  <a:lnTo>
                    <a:pt x="151690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9" name="Freeform: Shape 1928">
              <a:extLst>
                <a:ext uri="{FF2B5EF4-FFF2-40B4-BE49-F238E27FC236}">
                  <a16:creationId xmlns:a16="http://schemas.microsoft.com/office/drawing/2014/main" id="{436D4084-0883-DD54-D380-39456B931E83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2566413" y="5277017"/>
              <a:ext cx="73914" cy="175899"/>
            </a:xfrm>
            <a:custGeom>
              <a:avLst/>
              <a:gdLst>
                <a:gd name="connsiteX0" fmla="*/ 47292 w 73914"/>
                <a:gd name="connsiteY0" fmla="*/ 125 h 175899"/>
                <a:gd name="connsiteX1" fmla="*/ 279 w 73914"/>
                <a:gd name="connsiteY1" fmla="*/ 23803 h 175899"/>
                <a:gd name="connsiteX2" fmla="*/ 279 w 73914"/>
                <a:gd name="connsiteY2" fmla="*/ 27446 h 175899"/>
                <a:gd name="connsiteX3" fmla="*/ 7331 w 73914"/>
                <a:gd name="connsiteY3" fmla="*/ 24584 h 175899"/>
                <a:gd name="connsiteX4" fmla="*/ 19084 w 73914"/>
                <a:gd name="connsiteY4" fmla="*/ 21722 h 175899"/>
                <a:gd name="connsiteX5" fmla="*/ 26920 w 73914"/>
                <a:gd name="connsiteY5" fmla="*/ 33952 h 175899"/>
                <a:gd name="connsiteX6" fmla="*/ 26920 w 73914"/>
                <a:gd name="connsiteY6" fmla="*/ 151825 h 175899"/>
                <a:gd name="connsiteX7" fmla="*/ 20651 w 73914"/>
                <a:gd name="connsiteY7" fmla="*/ 168739 h 175899"/>
                <a:gd name="connsiteX8" fmla="*/ 2107 w 73914"/>
                <a:gd name="connsiteY8" fmla="*/ 172121 h 175899"/>
                <a:gd name="connsiteX9" fmla="*/ 2107 w 73914"/>
                <a:gd name="connsiteY9" fmla="*/ 176024 h 175899"/>
                <a:gd name="connsiteX10" fmla="*/ 74193 w 73914"/>
                <a:gd name="connsiteY10" fmla="*/ 176024 h 175899"/>
                <a:gd name="connsiteX11" fmla="*/ 74193 w 73914"/>
                <a:gd name="connsiteY11" fmla="*/ 172121 h 175899"/>
                <a:gd name="connsiteX12" fmla="*/ 49381 w 73914"/>
                <a:gd name="connsiteY12" fmla="*/ 156769 h 175899"/>
                <a:gd name="connsiteX13" fmla="*/ 49381 w 73914"/>
                <a:gd name="connsiteY13" fmla="*/ 645 h 175899"/>
                <a:gd name="connsiteX14" fmla="*/ 47292 w 73914"/>
                <a:gd name="connsiteY14" fmla="*/ 125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92" y="125"/>
                  </a:moveTo>
                  <a:lnTo>
                    <a:pt x="279" y="23803"/>
                  </a:lnTo>
                  <a:lnTo>
                    <a:pt x="279" y="27446"/>
                  </a:lnTo>
                  <a:cubicBezTo>
                    <a:pt x="3413" y="26145"/>
                    <a:pt x="6286" y="25105"/>
                    <a:pt x="7331" y="24584"/>
                  </a:cubicBezTo>
                  <a:cubicBezTo>
                    <a:pt x="12032" y="22763"/>
                    <a:pt x="16472" y="21722"/>
                    <a:pt x="19084" y="21722"/>
                  </a:cubicBezTo>
                  <a:cubicBezTo>
                    <a:pt x="24569" y="21722"/>
                    <a:pt x="26920" y="25625"/>
                    <a:pt x="26920" y="33952"/>
                  </a:cubicBezTo>
                  <a:lnTo>
                    <a:pt x="26920" y="151825"/>
                  </a:lnTo>
                  <a:cubicBezTo>
                    <a:pt x="26920" y="160412"/>
                    <a:pt x="24830" y="166397"/>
                    <a:pt x="20651" y="168739"/>
                  </a:cubicBezTo>
                  <a:cubicBezTo>
                    <a:pt x="16733" y="171080"/>
                    <a:pt x="13077" y="171861"/>
                    <a:pt x="2107" y="172121"/>
                  </a:cubicBezTo>
                  <a:lnTo>
                    <a:pt x="2107" y="176024"/>
                  </a:lnTo>
                  <a:lnTo>
                    <a:pt x="74193" y="176024"/>
                  </a:lnTo>
                  <a:lnTo>
                    <a:pt x="74193" y="172121"/>
                  </a:lnTo>
                  <a:cubicBezTo>
                    <a:pt x="53560" y="171861"/>
                    <a:pt x="49381" y="169259"/>
                    <a:pt x="49381" y="156769"/>
                  </a:cubicBezTo>
                  <a:lnTo>
                    <a:pt x="49381" y="645"/>
                  </a:lnTo>
                  <a:lnTo>
                    <a:pt x="47292" y="12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0" name="Freeform: Shape 1929">
              <a:extLst>
                <a:ext uri="{FF2B5EF4-FFF2-40B4-BE49-F238E27FC236}">
                  <a16:creationId xmlns:a16="http://schemas.microsoft.com/office/drawing/2014/main" id="{357B2B14-67B9-1203-75B9-E66FE5997B8E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2764714" y="5304660"/>
              <a:ext cx="215651" cy="14065"/>
            </a:xfrm>
            <a:custGeom>
              <a:avLst/>
              <a:gdLst>
                <a:gd name="connsiteX0" fmla="*/ 203583 w 215651"/>
                <a:gd name="connsiteY0" fmla="*/ 14188 h 14065"/>
                <a:gd name="connsiteX1" fmla="*/ 215937 w 215651"/>
                <a:gd name="connsiteY1" fmla="*/ 7155 h 14065"/>
                <a:gd name="connsiteX2" fmla="*/ 203583 w 215651"/>
                <a:gd name="connsiteY2" fmla="*/ 122 h 14065"/>
                <a:gd name="connsiteX3" fmla="*/ 12638 w 215651"/>
                <a:gd name="connsiteY3" fmla="*/ 122 h 14065"/>
                <a:gd name="connsiteX4" fmla="*/ 285 w 215651"/>
                <a:gd name="connsiteY4" fmla="*/ 7155 h 14065"/>
                <a:gd name="connsiteX5" fmla="*/ 12638 w 215651"/>
                <a:gd name="connsiteY5" fmla="*/ 14188 h 14065"/>
                <a:gd name="connsiteX6" fmla="*/ 203583 w 215651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83" y="14188"/>
                  </a:moveTo>
                  <a:cubicBezTo>
                    <a:pt x="209584" y="14188"/>
                    <a:pt x="215937" y="14188"/>
                    <a:pt x="215937" y="7155"/>
                  </a:cubicBezTo>
                  <a:cubicBezTo>
                    <a:pt x="215937" y="122"/>
                    <a:pt x="209584" y="122"/>
                    <a:pt x="203583" y="122"/>
                  </a:cubicBezTo>
                  <a:lnTo>
                    <a:pt x="12638" y="122"/>
                  </a:lnTo>
                  <a:cubicBezTo>
                    <a:pt x="6638" y="122"/>
                    <a:pt x="285" y="122"/>
                    <a:pt x="285" y="7155"/>
                  </a:cubicBezTo>
                  <a:cubicBezTo>
                    <a:pt x="285" y="14188"/>
                    <a:pt x="6638" y="14188"/>
                    <a:pt x="12638" y="14188"/>
                  </a:cubicBezTo>
                  <a:lnTo>
                    <a:pt x="203583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1" name="Freeform: Shape 1930">
              <a:extLst>
                <a:ext uri="{FF2B5EF4-FFF2-40B4-BE49-F238E27FC236}">
                  <a16:creationId xmlns:a16="http://schemas.microsoft.com/office/drawing/2014/main" id="{985976E3-8477-6F19-145F-1913CDE3C4FA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3050358" y="5244531"/>
              <a:ext cx="167297" cy="158937"/>
            </a:xfrm>
            <a:custGeom>
              <a:avLst/>
              <a:gdLst>
                <a:gd name="connsiteX0" fmla="*/ 151709 w 167297"/>
                <a:gd name="connsiteY0" fmla="*/ 116161 h 158937"/>
                <a:gd name="connsiteX1" fmla="*/ 143944 w 167297"/>
                <a:gd name="connsiteY1" fmla="*/ 125655 h 158937"/>
                <a:gd name="connsiteX2" fmla="*/ 127709 w 167297"/>
                <a:gd name="connsiteY2" fmla="*/ 139720 h 158937"/>
                <a:gd name="connsiteX3" fmla="*/ 116767 w 167297"/>
                <a:gd name="connsiteY3" fmla="*/ 125303 h 158937"/>
                <a:gd name="connsiteX4" fmla="*/ 115355 w 167297"/>
                <a:gd name="connsiteY4" fmla="*/ 119325 h 158937"/>
                <a:gd name="connsiteX5" fmla="*/ 102649 w 167297"/>
                <a:gd name="connsiteY5" fmla="*/ 62361 h 158937"/>
                <a:gd name="connsiteX6" fmla="*/ 137238 w 167297"/>
                <a:gd name="connsiteY6" fmla="*/ 19814 h 158937"/>
                <a:gd name="connsiteX7" fmla="*/ 145709 w 167297"/>
                <a:gd name="connsiteY7" fmla="*/ 22627 h 158937"/>
                <a:gd name="connsiteX8" fmla="*/ 155239 w 167297"/>
                <a:gd name="connsiteY8" fmla="*/ 25791 h 158937"/>
                <a:gd name="connsiteX9" fmla="*/ 167592 w 167297"/>
                <a:gd name="connsiteY9" fmla="*/ 13133 h 158937"/>
                <a:gd name="connsiteX10" fmla="*/ 153121 w 167297"/>
                <a:gd name="connsiteY10" fmla="*/ 122 h 158937"/>
                <a:gd name="connsiteX11" fmla="*/ 99826 w 167297"/>
                <a:gd name="connsiteY11" fmla="*/ 50406 h 158937"/>
                <a:gd name="connsiteX12" fmla="*/ 95943 w 167297"/>
                <a:gd name="connsiteY12" fmla="*/ 31066 h 158937"/>
                <a:gd name="connsiteX13" fmla="*/ 77590 w 167297"/>
                <a:gd name="connsiteY13" fmla="*/ 122 h 158937"/>
                <a:gd name="connsiteX14" fmla="*/ 36295 w 167297"/>
                <a:gd name="connsiteY14" fmla="*/ 10320 h 158937"/>
                <a:gd name="connsiteX15" fmla="*/ 32413 w 167297"/>
                <a:gd name="connsiteY15" fmla="*/ 11726 h 158937"/>
                <a:gd name="connsiteX16" fmla="*/ 33824 w 167297"/>
                <a:gd name="connsiteY16" fmla="*/ 17001 h 158937"/>
                <a:gd name="connsiteX17" fmla="*/ 53590 w 167297"/>
                <a:gd name="connsiteY17" fmla="*/ 13133 h 158937"/>
                <a:gd name="connsiteX18" fmla="*/ 69472 w 167297"/>
                <a:gd name="connsiteY18" fmla="*/ 37395 h 158937"/>
                <a:gd name="connsiteX19" fmla="*/ 79708 w 167297"/>
                <a:gd name="connsiteY19" fmla="*/ 80646 h 158937"/>
                <a:gd name="connsiteX20" fmla="*/ 50766 w 167297"/>
                <a:gd name="connsiteY20" fmla="*/ 121787 h 158937"/>
                <a:gd name="connsiteX21" fmla="*/ 32766 w 167297"/>
                <a:gd name="connsiteY21" fmla="*/ 138665 h 158937"/>
                <a:gd name="connsiteX22" fmla="*/ 23589 w 167297"/>
                <a:gd name="connsiteY22" fmla="*/ 135500 h 158937"/>
                <a:gd name="connsiteX23" fmla="*/ 12295 w 167297"/>
                <a:gd name="connsiteY23" fmla="*/ 131984 h 158937"/>
                <a:gd name="connsiteX24" fmla="*/ 294 w 167297"/>
                <a:gd name="connsiteY24" fmla="*/ 144291 h 158937"/>
                <a:gd name="connsiteX25" fmla="*/ 17942 w 167297"/>
                <a:gd name="connsiteY25" fmla="*/ 159060 h 158937"/>
                <a:gd name="connsiteX26" fmla="*/ 50766 w 167297"/>
                <a:gd name="connsiteY26" fmla="*/ 134445 h 158937"/>
                <a:gd name="connsiteX27" fmla="*/ 82531 w 167297"/>
                <a:gd name="connsiteY27" fmla="*/ 93305 h 158937"/>
                <a:gd name="connsiteX28" fmla="*/ 93120 w 167297"/>
                <a:gd name="connsiteY28" fmla="*/ 135500 h 158937"/>
                <a:gd name="connsiteX29" fmla="*/ 113591 w 167297"/>
                <a:gd name="connsiteY29" fmla="*/ 159060 h 158937"/>
                <a:gd name="connsiteX30" fmla="*/ 156650 w 167297"/>
                <a:gd name="connsiteY30" fmla="*/ 118974 h 158937"/>
                <a:gd name="connsiteX31" fmla="*/ 151709 w 167297"/>
                <a:gd name="connsiteY31" fmla="*/ 11616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9" y="116161"/>
                  </a:moveTo>
                  <a:cubicBezTo>
                    <a:pt x="148886" y="119325"/>
                    <a:pt x="147121" y="121435"/>
                    <a:pt x="143944" y="125655"/>
                  </a:cubicBezTo>
                  <a:cubicBezTo>
                    <a:pt x="135826" y="136203"/>
                    <a:pt x="131591" y="139720"/>
                    <a:pt x="127709" y="139720"/>
                  </a:cubicBezTo>
                  <a:cubicBezTo>
                    <a:pt x="122414" y="139720"/>
                    <a:pt x="119238" y="135149"/>
                    <a:pt x="116767" y="125303"/>
                  </a:cubicBezTo>
                  <a:cubicBezTo>
                    <a:pt x="116061" y="122490"/>
                    <a:pt x="115708" y="120380"/>
                    <a:pt x="115355" y="119325"/>
                  </a:cubicBezTo>
                  <a:cubicBezTo>
                    <a:pt x="106532" y="83810"/>
                    <a:pt x="102649" y="67635"/>
                    <a:pt x="102649" y="62361"/>
                  </a:cubicBezTo>
                  <a:cubicBezTo>
                    <a:pt x="118179" y="35285"/>
                    <a:pt x="130885" y="19814"/>
                    <a:pt x="137238" y="19814"/>
                  </a:cubicBezTo>
                  <a:cubicBezTo>
                    <a:pt x="139356" y="19814"/>
                    <a:pt x="142180" y="20869"/>
                    <a:pt x="145709" y="22627"/>
                  </a:cubicBezTo>
                  <a:cubicBezTo>
                    <a:pt x="149944" y="25088"/>
                    <a:pt x="152415" y="25791"/>
                    <a:pt x="155239" y="25791"/>
                  </a:cubicBezTo>
                  <a:cubicBezTo>
                    <a:pt x="162651" y="25791"/>
                    <a:pt x="167592" y="20517"/>
                    <a:pt x="167592" y="13133"/>
                  </a:cubicBezTo>
                  <a:cubicBezTo>
                    <a:pt x="167592" y="5748"/>
                    <a:pt x="161592" y="122"/>
                    <a:pt x="153121" y="122"/>
                  </a:cubicBezTo>
                  <a:cubicBezTo>
                    <a:pt x="137591" y="122"/>
                    <a:pt x="124179" y="12781"/>
                    <a:pt x="99826" y="50406"/>
                  </a:cubicBezTo>
                  <a:lnTo>
                    <a:pt x="95943" y="31066"/>
                  </a:lnTo>
                  <a:cubicBezTo>
                    <a:pt x="91002" y="7155"/>
                    <a:pt x="87120" y="122"/>
                    <a:pt x="77590" y="122"/>
                  </a:cubicBezTo>
                  <a:cubicBezTo>
                    <a:pt x="69825" y="122"/>
                    <a:pt x="57825" y="3287"/>
                    <a:pt x="36295" y="10320"/>
                  </a:cubicBezTo>
                  <a:lnTo>
                    <a:pt x="32413" y="11726"/>
                  </a:lnTo>
                  <a:lnTo>
                    <a:pt x="33824" y="17001"/>
                  </a:lnTo>
                  <a:cubicBezTo>
                    <a:pt x="47236" y="13836"/>
                    <a:pt x="50413" y="13133"/>
                    <a:pt x="53590" y="13133"/>
                  </a:cubicBezTo>
                  <a:cubicBezTo>
                    <a:pt x="62413" y="13133"/>
                    <a:pt x="64531" y="16297"/>
                    <a:pt x="69472" y="37395"/>
                  </a:cubicBezTo>
                  <a:lnTo>
                    <a:pt x="79708" y="80646"/>
                  </a:lnTo>
                  <a:lnTo>
                    <a:pt x="50766" y="121787"/>
                  </a:lnTo>
                  <a:cubicBezTo>
                    <a:pt x="43707" y="132336"/>
                    <a:pt x="36648" y="138665"/>
                    <a:pt x="32766" y="138665"/>
                  </a:cubicBezTo>
                  <a:cubicBezTo>
                    <a:pt x="30648" y="138665"/>
                    <a:pt x="27118" y="137610"/>
                    <a:pt x="23589" y="135500"/>
                  </a:cubicBezTo>
                  <a:cubicBezTo>
                    <a:pt x="19001" y="133039"/>
                    <a:pt x="15118" y="131984"/>
                    <a:pt x="12295" y="131984"/>
                  </a:cubicBezTo>
                  <a:cubicBezTo>
                    <a:pt x="5589" y="131984"/>
                    <a:pt x="294" y="137258"/>
                    <a:pt x="294" y="144291"/>
                  </a:cubicBezTo>
                  <a:cubicBezTo>
                    <a:pt x="294" y="153433"/>
                    <a:pt x="7353" y="159060"/>
                    <a:pt x="17942" y="159060"/>
                  </a:cubicBezTo>
                  <a:cubicBezTo>
                    <a:pt x="28883" y="159060"/>
                    <a:pt x="33119" y="155895"/>
                    <a:pt x="50766" y="134445"/>
                  </a:cubicBezTo>
                  <a:cubicBezTo>
                    <a:pt x="60296" y="123193"/>
                    <a:pt x="67707" y="113699"/>
                    <a:pt x="82531" y="93305"/>
                  </a:cubicBezTo>
                  <a:lnTo>
                    <a:pt x="93120" y="135500"/>
                  </a:lnTo>
                  <a:cubicBezTo>
                    <a:pt x="97708" y="153433"/>
                    <a:pt x="102296" y="159060"/>
                    <a:pt x="113591" y="159060"/>
                  </a:cubicBezTo>
                  <a:cubicBezTo>
                    <a:pt x="127003" y="159060"/>
                    <a:pt x="136179" y="150620"/>
                    <a:pt x="156650" y="118974"/>
                  </a:cubicBezTo>
                  <a:lnTo>
                    <a:pt x="151709" y="11616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2" name="Freeform: Shape 1931">
              <a:extLst>
                <a:ext uri="{FF2B5EF4-FFF2-40B4-BE49-F238E27FC236}">
                  <a16:creationId xmlns:a16="http://schemas.microsoft.com/office/drawing/2014/main" id="{A5C2073B-79E5-BD1E-A596-FB010CB16600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3220317" y="5277017"/>
              <a:ext cx="120143" cy="175899"/>
            </a:xfrm>
            <a:custGeom>
              <a:avLst/>
              <a:gdLst>
                <a:gd name="connsiteX0" fmla="*/ 120442 w 120143"/>
                <a:gd name="connsiteY0" fmla="*/ 115917 h 175899"/>
                <a:gd name="connsiteX1" fmla="*/ 93801 w 120143"/>
                <a:gd name="connsiteY1" fmla="*/ 115917 h 175899"/>
                <a:gd name="connsiteX2" fmla="*/ 93801 w 120143"/>
                <a:gd name="connsiteY2" fmla="*/ 125 h 175899"/>
                <a:gd name="connsiteX3" fmla="*/ 82309 w 120143"/>
                <a:gd name="connsiteY3" fmla="*/ 125 h 175899"/>
                <a:gd name="connsiteX4" fmla="*/ 298 w 120143"/>
                <a:gd name="connsiteY4" fmla="*/ 115917 h 175899"/>
                <a:gd name="connsiteX5" fmla="*/ 298 w 120143"/>
                <a:gd name="connsiteY5" fmla="*/ 132570 h 175899"/>
                <a:gd name="connsiteX6" fmla="*/ 73690 w 120143"/>
                <a:gd name="connsiteY6" fmla="*/ 132570 h 175899"/>
                <a:gd name="connsiteX7" fmla="*/ 73690 w 120143"/>
                <a:gd name="connsiteY7" fmla="*/ 176024 h 175899"/>
                <a:gd name="connsiteX8" fmla="*/ 93801 w 120143"/>
                <a:gd name="connsiteY8" fmla="*/ 176024 h 175899"/>
                <a:gd name="connsiteX9" fmla="*/ 93801 w 120143"/>
                <a:gd name="connsiteY9" fmla="*/ 132570 h 175899"/>
                <a:gd name="connsiteX10" fmla="*/ 120442 w 120143"/>
                <a:gd name="connsiteY10" fmla="*/ 132570 h 175899"/>
                <a:gd name="connsiteX11" fmla="*/ 120442 w 120143"/>
                <a:gd name="connsiteY11" fmla="*/ 115917 h 175899"/>
                <a:gd name="connsiteX12" fmla="*/ 73429 w 120143"/>
                <a:gd name="connsiteY12" fmla="*/ 115917 h 175899"/>
                <a:gd name="connsiteX13" fmla="*/ 10745 w 120143"/>
                <a:gd name="connsiteY13" fmla="*/ 115917 h 175899"/>
                <a:gd name="connsiteX14" fmla="*/ 73429 w 120143"/>
                <a:gd name="connsiteY14" fmla="*/ 26666 h 175899"/>
                <a:gd name="connsiteX15" fmla="*/ 73429 w 120143"/>
                <a:gd name="connsiteY15" fmla="*/ 115917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42" y="115917"/>
                  </a:moveTo>
                  <a:lnTo>
                    <a:pt x="93801" y="115917"/>
                  </a:lnTo>
                  <a:lnTo>
                    <a:pt x="93801" y="125"/>
                  </a:lnTo>
                  <a:lnTo>
                    <a:pt x="82309" y="125"/>
                  </a:lnTo>
                  <a:lnTo>
                    <a:pt x="298" y="115917"/>
                  </a:lnTo>
                  <a:lnTo>
                    <a:pt x="298" y="132570"/>
                  </a:lnTo>
                  <a:lnTo>
                    <a:pt x="73690" y="132570"/>
                  </a:lnTo>
                  <a:lnTo>
                    <a:pt x="73690" y="176024"/>
                  </a:lnTo>
                  <a:lnTo>
                    <a:pt x="93801" y="176024"/>
                  </a:lnTo>
                  <a:lnTo>
                    <a:pt x="93801" y="132570"/>
                  </a:lnTo>
                  <a:lnTo>
                    <a:pt x="120442" y="132570"/>
                  </a:lnTo>
                  <a:lnTo>
                    <a:pt x="120442" y="115917"/>
                  </a:lnTo>
                  <a:close/>
                  <a:moveTo>
                    <a:pt x="73429" y="115917"/>
                  </a:moveTo>
                  <a:lnTo>
                    <a:pt x="10745" y="115917"/>
                  </a:lnTo>
                  <a:lnTo>
                    <a:pt x="73429" y="26666"/>
                  </a:lnTo>
                  <a:lnTo>
                    <a:pt x="73429" y="11591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3" name="Freeform: Shape 1932">
              <a:extLst>
                <a:ext uri="{FF2B5EF4-FFF2-40B4-BE49-F238E27FC236}">
                  <a16:creationId xmlns:a16="http://schemas.microsoft.com/office/drawing/2014/main" id="{67D13C35-B544-0388-0FFA-06F1E35CD7FF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3386094" y="5135877"/>
              <a:ext cx="81883" cy="351630"/>
            </a:xfrm>
            <a:custGeom>
              <a:avLst/>
              <a:gdLst>
                <a:gd name="connsiteX0" fmla="*/ 82187 w 81883"/>
                <a:gd name="connsiteY0" fmla="*/ 175937 h 351630"/>
                <a:gd name="connsiteX1" fmla="*/ 58893 w 81883"/>
                <a:gd name="connsiteY1" fmla="*/ 66228 h 351630"/>
                <a:gd name="connsiteX2" fmla="*/ 3833 w 81883"/>
                <a:gd name="connsiteY2" fmla="*/ 122 h 351630"/>
                <a:gd name="connsiteX3" fmla="*/ 303 w 81883"/>
                <a:gd name="connsiteY3" fmla="*/ 3638 h 351630"/>
                <a:gd name="connsiteX4" fmla="*/ 7009 w 81883"/>
                <a:gd name="connsiteY4" fmla="*/ 11725 h 351630"/>
                <a:gd name="connsiteX5" fmla="*/ 61716 w 81883"/>
                <a:gd name="connsiteY5" fmla="*/ 175937 h 351630"/>
                <a:gd name="connsiteX6" fmla="*/ 4892 w 81883"/>
                <a:gd name="connsiteY6" fmla="*/ 342258 h 351630"/>
                <a:gd name="connsiteX7" fmla="*/ 303 w 81883"/>
                <a:gd name="connsiteY7" fmla="*/ 348236 h 351630"/>
                <a:gd name="connsiteX8" fmla="*/ 3833 w 81883"/>
                <a:gd name="connsiteY8" fmla="*/ 351752 h 351630"/>
                <a:gd name="connsiteX9" fmla="*/ 59952 w 81883"/>
                <a:gd name="connsiteY9" fmla="*/ 283184 h 351630"/>
                <a:gd name="connsiteX10" fmla="*/ 82187 w 81883"/>
                <a:gd name="connsiteY10" fmla="*/ 175937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87" y="175937"/>
                  </a:moveTo>
                  <a:cubicBezTo>
                    <a:pt x="82187" y="148510"/>
                    <a:pt x="78305" y="105963"/>
                    <a:pt x="58893" y="66228"/>
                  </a:cubicBezTo>
                  <a:cubicBezTo>
                    <a:pt x="37716" y="22978"/>
                    <a:pt x="7362" y="122"/>
                    <a:pt x="3833" y="122"/>
                  </a:cubicBezTo>
                  <a:cubicBezTo>
                    <a:pt x="1715" y="122"/>
                    <a:pt x="303" y="1528"/>
                    <a:pt x="303" y="3638"/>
                  </a:cubicBezTo>
                  <a:cubicBezTo>
                    <a:pt x="303" y="4693"/>
                    <a:pt x="303" y="5396"/>
                    <a:pt x="7009" y="11725"/>
                  </a:cubicBezTo>
                  <a:cubicBezTo>
                    <a:pt x="41598" y="46537"/>
                    <a:pt x="61716" y="102446"/>
                    <a:pt x="61716" y="175937"/>
                  </a:cubicBezTo>
                  <a:cubicBezTo>
                    <a:pt x="61716" y="236066"/>
                    <a:pt x="48657" y="297953"/>
                    <a:pt x="4892" y="342258"/>
                  </a:cubicBezTo>
                  <a:cubicBezTo>
                    <a:pt x="303" y="346478"/>
                    <a:pt x="303" y="347181"/>
                    <a:pt x="303" y="348236"/>
                  </a:cubicBezTo>
                  <a:cubicBezTo>
                    <a:pt x="303" y="350346"/>
                    <a:pt x="1715" y="351752"/>
                    <a:pt x="3833" y="351752"/>
                  </a:cubicBezTo>
                  <a:cubicBezTo>
                    <a:pt x="7362" y="351752"/>
                    <a:pt x="39128" y="327842"/>
                    <a:pt x="59952" y="283184"/>
                  </a:cubicBezTo>
                  <a:cubicBezTo>
                    <a:pt x="77952" y="244505"/>
                    <a:pt x="82187" y="205474"/>
                    <a:pt x="82187" y="1759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4" name="Freeform: Shape 1933">
              <a:extLst>
                <a:ext uri="{FF2B5EF4-FFF2-40B4-BE49-F238E27FC236}">
                  <a16:creationId xmlns:a16="http://schemas.microsoft.com/office/drawing/2014/main" id="{585313A4-20A6-26EF-D36B-A62A78CB7BA7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3547194" y="4919072"/>
              <a:ext cx="201533" cy="311193"/>
            </a:xfrm>
            <a:custGeom>
              <a:avLst/>
              <a:gdLst>
                <a:gd name="connsiteX0" fmla="*/ 64546 w 201533"/>
                <a:gd name="connsiteY0" fmla="*/ 99275 h 311193"/>
                <a:gd name="connsiteX1" fmla="*/ 96311 w 201533"/>
                <a:gd name="connsiteY1" fmla="*/ 99275 h 311193"/>
                <a:gd name="connsiteX2" fmla="*/ 65252 w 201533"/>
                <a:gd name="connsiteY2" fmla="*/ 246960 h 311193"/>
                <a:gd name="connsiteX3" fmla="*/ 31016 w 201533"/>
                <a:gd name="connsiteY3" fmla="*/ 303925 h 311193"/>
                <a:gd name="connsiteX4" fmla="*/ 23957 w 201533"/>
                <a:gd name="connsiteY4" fmla="*/ 298299 h 311193"/>
                <a:gd name="connsiteX5" fmla="*/ 25369 w 201533"/>
                <a:gd name="connsiteY5" fmla="*/ 294431 h 311193"/>
                <a:gd name="connsiteX6" fmla="*/ 27134 w 201533"/>
                <a:gd name="connsiteY6" fmla="*/ 288805 h 311193"/>
                <a:gd name="connsiteX7" fmla="*/ 13369 w 201533"/>
                <a:gd name="connsiteY7" fmla="*/ 275443 h 311193"/>
                <a:gd name="connsiteX8" fmla="*/ 310 w 201533"/>
                <a:gd name="connsiteY8" fmla="*/ 289859 h 311193"/>
                <a:gd name="connsiteX9" fmla="*/ 28192 w 201533"/>
                <a:gd name="connsiteY9" fmla="*/ 311309 h 311193"/>
                <a:gd name="connsiteX10" fmla="*/ 98782 w 201533"/>
                <a:gd name="connsiteY10" fmla="*/ 211797 h 311193"/>
                <a:gd name="connsiteX11" fmla="*/ 124194 w 201533"/>
                <a:gd name="connsiteY11" fmla="*/ 99275 h 311193"/>
                <a:gd name="connsiteX12" fmla="*/ 162666 w 201533"/>
                <a:gd name="connsiteY12" fmla="*/ 99275 h 311193"/>
                <a:gd name="connsiteX13" fmla="*/ 164783 w 201533"/>
                <a:gd name="connsiteY13" fmla="*/ 88023 h 311193"/>
                <a:gd name="connsiteX14" fmla="*/ 126665 w 201533"/>
                <a:gd name="connsiteY14" fmla="*/ 88023 h 311193"/>
                <a:gd name="connsiteX15" fmla="*/ 169725 w 201533"/>
                <a:gd name="connsiteY15" fmla="*/ 7851 h 311193"/>
                <a:gd name="connsiteX16" fmla="*/ 177490 w 201533"/>
                <a:gd name="connsiteY16" fmla="*/ 12071 h 311193"/>
                <a:gd name="connsiteX17" fmla="*/ 176078 w 201533"/>
                <a:gd name="connsiteY17" fmla="*/ 15587 h 311193"/>
                <a:gd name="connsiteX18" fmla="*/ 173960 w 201533"/>
                <a:gd name="connsiteY18" fmla="*/ 22972 h 311193"/>
                <a:gd name="connsiteX19" fmla="*/ 187019 w 201533"/>
                <a:gd name="connsiteY19" fmla="*/ 37037 h 311193"/>
                <a:gd name="connsiteX20" fmla="*/ 201843 w 201533"/>
                <a:gd name="connsiteY20" fmla="*/ 22972 h 311193"/>
                <a:gd name="connsiteX21" fmla="*/ 171489 w 201533"/>
                <a:gd name="connsiteY21" fmla="*/ 115 h 311193"/>
                <a:gd name="connsiteX22" fmla="*/ 127724 w 201533"/>
                <a:gd name="connsiteY22" fmla="*/ 24378 h 311193"/>
                <a:gd name="connsiteX23" fmla="*/ 99488 w 201533"/>
                <a:gd name="connsiteY23" fmla="*/ 88023 h 311193"/>
                <a:gd name="connsiteX24" fmla="*/ 67017 w 201533"/>
                <a:gd name="connsiteY24" fmla="*/ 88023 h 311193"/>
                <a:gd name="connsiteX25" fmla="*/ 64546 w 201533"/>
                <a:gd name="connsiteY25" fmla="*/ 99275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11193">
                  <a:moveTo>
                    <a:pt x="64546" y="99275"/>
                  </a:moveTo>
                  <a:lnTo>
                    <a:pt x="96311" y="99275"/>
                  </a:lnTo>
                  <a:lnTo>
                    <a:pt x="65252" y="246960"/>
                  </a:lnTo>
                  <a:cubicBezTo>
                    <a:pt x="57487" y="284585"/>
                    <a:pt x="45840" y="303925"/>
                    <a:pt x="31016" y="303925"/>
                  </a:cubicBezTo>
                  <a:cubicBezTo>
                    <a:pt x="26781" y="303925"/>
                    <a:pt x="23957" y="301463"/>
                    <a:pt x="23957" y="298299"/>
                  </a:cubicBezTo>
                  <a:cubicBezTo>
                    <a:pt x="23957" y="297244"/>
                    <a:pt x="24310" y="296189"/>
                    <a:pt x="25369" y="294431"/>
                  </a:cubicBezTo>
                  <a:cubicBezTo>
                    <a:pt x="26781" y="292321"/>
                    <a:pt x="27134" y="290914"/>
                    <a:pt x="27134" y="288805"/>
                  </a:cubicBezTo>
                  <a:cubicBezTo>
                    <a:pt x="27134" y="281420"/>
                    <a:pt x="20781" y="275443"/>
                    <a:pt x="13369" y="275443"/>
                  </a:cubicBezTo>
                  <a:cubicBezTo>
                    <a:pt x="5957" y="275443"/>
                    <a:pt x="310" y="281772"/>
                    <a:pt x="310" y="289859"/>
                  </a:cubicBezTo>
                  <a:cubicBezTo>
                    <a:pt x="310" y="301815"/>
                    <a:pt x="12663" y="311309"/>
                    <a:pt x="28192" y="311309"/>
                  </a:cubicBezTo>
                  <a:cubicBezTo>
                    <a:pt x="59605" y="311309"/>
                    <a:pt x="84311" y="276497"/>
                    <a:pt x="98782" y="211797"/>
                  </a:cubicBezTo>
                  <a:lnTo>
                    <a:pt x="124194" y="99275"/>
                  </a:lnTo>
                  <a:lnTo>
                    <a:pt x="162666" y="99275"/>
                  </a:lnTo>
                  <a:lnTo>
                    <a:pt x="164783" y="88023"/>
                  </a:lnTo>
                  <a:lnTo>
                    <a:pt x="126665" y="88023"/>
                  </a:lnTo>
                  <a:cubicBezTo>
                    <a:pt x="136901" y="32817"/>
                    <a:pt x="149960" y="7851"/>
                    <a:pt x="169725" y="7851"/>
                  </a:cubicBezTo>
                  <a:cubicBezTo>
                    <a:pt x="174313" y="7851"/>
                    <a:pt x="177490" y="9610"/>
                    <a:pt x="177490" y="12071"/>
                  </a:cubicBezTo>
                  <a:cubicBezTo>
                    <a:pt x="177490" y="13126"/>
                    <a:pt x="177137" y="13829"/>
                    <a:pt x="176078" y="15587"/>
                  </a:cubicBezTo>
                  <a:cubicBezTo>
                    <a:pt x="174666" y="18752"/>
                    <a:pt x="173960" y="20510"/>
                    <a:pt x="173960" y="22972"/>
                  </a:cubicBezTo>
                  <a:cubicBezTo>
                    <a:pt x="173960" y="31411"/>
                    <a:pt x="179254" y="37037"/>
                    <a:pt x="187019" y="37037"/>
                  </a:cubicBezTo>
                  <a:cubicBezTo>
                    <a:pt x="195137" y="37037"/>
                    <a:pt x="201843" y="30707"/>
                    <a:pt x="201843" y="22972"/>
                  </a:cubicBezTo>
                  <a:cubicBezTo>
                    <a:pt x="201843" y="9961"/>
                    <a:pt x="188784" y="115"/>
                    <a:pt x="171489" y="115"/>
                  </a:cubicBezTo>
                  <a:cubicBezTo>
                    <a:pt x="154195" y="115"/>
                    <a:pt x="140430" y="7851"/>
                    <a:pt x="127724" y="24378"/>
                  </a:cubicBezTo>
                  <a:cubicBezTo>
                    <a:pt x="117135" y="38092"/>
                    <a:pt x="110076" y="54267"/>
                    <a:pt x="99488" y="88023"/>
                  </a:cubicBezTo>
                  <a:lnTo>
                    <a:pt x="67017" y="88023"/>
                  </a:lnTo>
                  <a:lnTo>
                    <a:pt x="64546" y="9927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5" name="Freeform: Shape 1934">
              <a:extLst>
                <a:ext uri="{FF2B5EF4-FFF2-40B4-BE49-F238E27FC236}">
                  <a16:creationId xmlns:a16="http://schemas.microsoft.com/office/drawing/2014/main" id="{74BCA338-AD41-67A7-1862-950E7CDDB131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3784226" y="4893754"/>
              <a:ext cx="81883" cy="351630"/>
            </a:xfrm>
            <a:custGeom>
              <a:avLst/>
              <a:gdLst>
                <a:gd name="connsiteX0" fmla="*/ 82198 w 81883"/>
                <a:gd name="connsiteY0" fmla="*/ 348229 h 351630"/>
                <a:gd name="connsiteX1" fmla="*/ 76198 w 81883"/>
                <a:gd name="connsiteY1" fmla="*/ 340493 h 351630"/>
                <a:gd name="connsiteX2" fmla="*/ 20785 w 81883"/>
                <a:gd name="connsiteY2" fmla="*/ 175930 h 351630"/>
                <a:gd name="connsiteX3" fmla="*/ 77610 w 81883"/>
                <a:gd name="connsiteY3" fmla="*/ 9609 h 351630"/>
                <a:gd name="connsiteX4" fmla="*/ 82198 w 81883"/>
                <a:gd name="connsiteY4" fmla="*/ 3631 h 351630"/>
                <a:gd name="connsiteX5" fmla="*/ 78669 w 81883"/>
                <a:gd name="connsiteY5" fmla="*/ 115 h 351630"/>
                <a:gd name="connsiteX6" fmla="*/ 22550 w 81883"/>
                <a:gd name="connsiteY6" fmla="*/ 68683 h 351630"/>
                <a:gd name="connsiteX7" fmla="*/ 314 w 81883"/>
                <a:gd name="connsiteY7" fmla="*/ 175930 h 351630"/>
                <a:gd name="connsiteX8" fmla="*/ 23609 w 81883"/>
                <a:gd name="connsiteY8" fmla="*/ 285639 h 351630"/>
                <a:gd name="connsiteX9" fmla="*/ 78669 w 81883"/>
                <a:gd name="connsiteY9" fmla="*/ 351746 h 351630"/>
                <a:gd name="connsiteX10" fmla="*/ 82198 w 81883"/>
                <a:gd name="connsiteY10" fmla="*/ 34822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98" y="348229"/>
                  </a:moveTo>
                  <a:cubicBezTo>
                    <a:pt x="82198" y="347174"/>
                    <a:pt x="82198" y="346471"/>
                    <a:pt x="76198" y="340493"/>
                  </a:cubicBezTo>
                  <a:cubicBezTo>
                    <a:pt x="32080" y="296188"/>
                    <a:pt x="20785" y="229730"/>
                    <a:pt x="20785" y="175930"/>
                  </a:cubicBezTo>
                  <a:cubicBezTo>
                    <a:pt x="20785" y="114746"/>
                    <a:pt x="34197" y="53563"/>
                    <a:pt x="77610" y="9609"/>
                  </a:cubicBezTo>
                  <a:cubicBezTo>
                    <a:pt x="82198" y="5389"/>
                    <a:pt x="82198" y="4686"/>
                    <a:pt x="82198" y="3631"/>
                  </a:cubicBezTo>
                  <a:cubicBezTo>
                    <a:pt x="82198" y="1170"/>
                    <a:pt x="80786" y="115"/>
                    <a:pt x="78669" y="115"/>
                  </a:cubicBezTo>
                  <a:cubicBezTo>
                    <a:pt x="75139" y="115"/>
                    <a:pt x="43374" y="24026"/>
                    <a:pt x="22550" y="68683"/>
                  </a:cubicBezTo>
                  <a:cubicBezTo>
                    <a:pt x="4550" y="107362"/>
                    <a:pt x="314" y="146393"/>
                    <a:pt x="314" y="175930"/>
                  </a:cubicBezTo>
                  <a:cubicBezTo>
                    <a:pt x="314" y="203357"/>
                    <a:pt x="4197" y="245905"/>
                    <a:pt x="23609" y="285639"/>
                  </a:cubicBezTo>
                  <a:cubicBezTo>
                    <a:pt x="44786" y="328890"/>
                    <a:pt x="75139" y="351746"/>
                    <a:pt x="78669" y="351746"/>
                  </a:cubicBezTo>
                  <a:cubicBezTo>
                    <a:pt x="80786" y="351746"/>
                    <a:pt x="82198" y="350691"/>
                    <a:pt x="82198" y="34822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6" name="Freeform: Shape 1935">
              <a:extLst>
                <a:ext uri="{FF2B5EF4-FFF2-40B4-BE49-F238E27FC236}">
                  <a16:creationId xmlns:a16="http://schemas.microsoft.com/office/drawing/2014/main" id="{9D86BD68-4749-8573-2617-7F6A8F9A2343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3877207" y="5002408"/>
              <a:ext cx="167297" cy="158937"/>
            </a:xfrm>
            <a:custGeom>
              <a:avLst/>
              <a:gdLst>
                <a:gd name="connsiteX0" fmla="*/ 151732 w 167297"/>
                <a:gd name="connsiteY0" fmla="*/ 116154 h 158937"/>
                <a:gd name="connsiteX1" fmla="*/ 143968 w 167297"/>
                <a:gd name="connsiteY1" fmla="*/ 125648 h 158937"/>
                <a:gd name="connsiteX2" fmla="*/ 127732 w 167297"/>
                <a:gd name="connsiteY2" fmla="*/ 139713 h 158937"/>
                <a:gd name="connsiteX3" fmla="*/ 116791 w 167297"/>
                <a:gd name="connsiteY3" fmla="*/ 125296 h 158937"/>
                <a:gd name="connsiteX4" fmla="*/ 115379 w 167297"/>
                <a:gd name="connsiteY4" fmla="*/ 119318 h 158937"/>
                <a:gd name="connsiteX5" fmla="*/ 102673 w 167297"/>
                <a:gd name="connsiteY5" fmla="*/ 62354 h 158937"/>
                <a:gd name="connsiteX6" fmla="*/ 137262 w 167297"/>
                <a:gd name="connsiteY6" fmla="*/ 19807 h 158937"/>
                <a:gd name="connsiteX7" fmla="*/ 145732 w 167297"/>
                <a:gd name="connsiteY7" fmla="*/ 22620 h 158937"/>
                <a:gd name="connsiteX8" fmla="*/ 155262 w 167297"/>
                <a:gd name="connsiteY8" fmla="*/ 25785 h 158937"/>
                <a:gd name="connsiteX9" fmla="*/ 167615 w 167297"/>
                <a:gd name="connsiteY9" fmla="*/ 13126 h 158937"/>
                <a:gd name="connsiteX10" fmla="*/ 153144 w 167297"/>
                <a:gd name="connsiteY10" fmla="*/ 115 h 158937"/>
                <a:gd name="connsiteX11" fmla="*/ 99849 w 167297"/>
                <a:gd name="connsiteY11" fmla="*/ 50399 h 158937"/>
                <a:gd name="connsiteX12" fmla="*/ 95967 w 167297"/>
                <a:gd name="connsiteY12" fmla="*/ 31059 h 158937"/>
                <a:gd name="connsiteX13" fmla="*/ 77613 w 167297"/>
                <a:gd name="connsiteY13" fmla="*/ 115 h 158937"/>
                <a:gd name="connsiteX14" fmla="*/ 36318 w 167297"/>
                <a:gd name="connsiteY14" fmla="*/ 10313 h 158937"/>
                <a:gd name="connsiteX15" fmla="*/ 32436 w 167297"/>
                <a:gd name="connsiteY15" fmla="*/ 11719 h 158937"/>
                <a:gd name="connsiteX16" fmla="*/ 33848 w 167297"/>
                <a:gd name="connsiteY16" fmla="*/ 16994 h 158937"/>
                <a:gd name="connsiteX17" fmla="*/ 53613 w 167297"/>
                <a:gd name="connsiteY17" fmla="*/ 13126 h 158937"/>
                <a:gd name="connsiteX18" fmla="*/ 69495 w 167297"/>
                <a:gd name="connsiteY18" fmla="*/ 37388 h 158937"/>
                <a:gd name="connsiteX19" fmla="*/ 79731 w 167297"/>
                <a:gd name="connsiteY19" fmla="*/ 80639 h 158937"/>
                <a:gd name="connsiteX20" fmla="*/ 50789 w 167297"/>
                <a:gd name="connsiteY20" fmla="*/ 121780 h 158937"/>
                <a:gd name="connsiteX21" fmla="*/ 32789 w 167297"/>
                <a:gd name="connsiteY21" fmla="*/ 138658 h 158937"/>
                <a:gd name="connsiteX22" fmla="*/ 23612 w 167297"/>
                <a:gd name="connsiteY22" fmla="*/ 135493 h 158937"/>
                <a:gd name="connsiteX23" fmla="*/ 12318 w 167297"/>
                <a:gd name="connsiteY23" fmla="*/ 131977 h 158937"/>
                <a:gd name="connsiteX24" fmla="*/ 318 w 167297"/>
                <a:gd name="connsiteY24" fmla="*/ 144284 h 158937"/>
                <a:gd name="connsiteX25" fmla="*/ 17965 w 167297"/>
                <a:gd name="connsiteY25" fmla="*/ 159053 h 158937"/>
                <a:gd name="connsiteX26" fmla="*/ 50789 w 167297"/>
                <a:gd name="connsiteY26" fmla="*/ 134438 h 158937"/>
                <a:gd name="connsiteX27" fmla="*/ 82555 w 167297"/>
                <a:gd name="connsiteY27" fmla="*/ 93298 h 158937"/>
                <a:gd name="connsiteX28" fmla="*/ 93143 w 167297"/>
                <a:gd name="connsiteY28" fmla="*/ 135493 h 158937"/>
                <a:gd name="connsiteX29" fmla="*/ 113614 w 167297"/>
                <a:gd name="connsiteY29" fmla="*/ 159053 h 158937"/>
                <a:gd name="connsiteX30" fmla="*/ 156674 w 167297"/>
                <a:gd name="connsiteY30" fmla="*/ 118967 h 158937"/>
                <a:gd name="connsiteX31" fmla="*/ 151732 w 167297"/>
                <a:gd name="connsiteY31" fmla="*/ 11615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32" y="116154"/>
                  </a:moveTo>
                  <a:cubicBezTo>
                    <a:pt x="148909" y="119318"/>
                    <a:pt x="147144" y="121428"/>
                    <a:pt x="143968" y="125648"/>
                  </a:cubicBezTo>
                  <a:cubicBezTo>
                    <a:pt x="135850" y="136197"/>
                    <a:pt x="131614" y="139713"/>
                    <a:pt x="127732" y="139713"/>
                  </a:cubicBezTo>
                  <a:cubicBezTo>
                    <a:pt x="122438" y="139713"/>
                    <a:pt x="119261" y="135142"/>
                    <a:pt x="116791" y="125296"/>
                  </a:cubicBezTo>
                  <a:cubicBezTo>
                    <a:pt x="116085" y="122483"/>
                    <a:pt x="115732" y="120373"/>
                    <a:pt x="115379" y="119318"/>
                  </a:cubicBezTo>
                  <a:cubicBezTo>
                    <a:pt x="106555" y="83804"/>
                    <a:pt x="102673" y="67629"/>
                    <a:pt x="102673" y="62354"/>
                  </a:cubicBezTo>
                  <a:cubicBezTo>
                    <a:pt x="118202" y="35279"/>
                    <a:pt x="130908" y="19807"/>
                    <a:pt x="137262" y="19807"/>
                  </a:cubicBezTo>
                  <a:cubicBezTo>
                    <a:pt x="139379" y="19807"/>
                    <a:pt x="142203" y="20862"/>
                    <a:pt x="145732" y="22620"/>
                  </a:cubicBezTo>
                  <a:cubicBezTo>
                    <a:pt x="149968" y="25081"/>
                    <a:pt x="152438" y="25785"/>
                    <a:pt x="155262" y="25785"/>
                  </a:cubicBezTo>
                  <a:cubicBezTo>
                    <a:pt x="162674" y="25785"/>
                    <a:pt x="167615" y="20510"/>
                    <a:pt x="167615" y="13126"/>
                  </a:cubicBezTo>
                  <a:cubicBezTo>
                    <a:pt x="167615" y="5742"/>
                    <a:pt x="161615" y="115"/>
                    <a:pt x="153144" y="115"/>
                  </a:cubicBezTo>
                  <a:cubicBezTo>
                    <a:pt x="137614" y="115"/>
                    <a:pt x="124202" y="12774"/>
                    <a:pt x="99849" y="50399"/>
                  </a:cubicBezTo>
                  <a:lnTo>
                    <a:pt x="95967" y="31059"/>
                  </a:lnTo>
                  <a:cubicBezTo>
                    <a:pt x="91025" y="7148"/>
                    <a:pt x="87143" y="115"/>
                    <a:pt x="77613" y="115"/>
                  </a:cubicBezTo>
                  <a:cubicBezTo>
                    <a:pt x="69848" y="115"/>
                    <a:pt x="57848" y="3280"/>
                    <a:pt x="36318" y="10313"/>
                  </a:cubicBezTo>
                  <a:lnTo>
                    <a:pt x="32436" y="11719"/>
                  </a:lnTo>
                  <a:lnTo>
                    <a:pt x="33848" y="16994"/>
                  </a:lnTo>
                  <a:cubicBezTo>
                    <a:pt x="47260" y="13829"/>
                    <a:pt x="50436" y="13126"/>
                    <a:pt x="53613" y="13126"/>
                  </a:cubicBezTo>
                  <a:cubicBezTo>
                    <a:pt x="62437" y="13126"/>
                    <a:pt x="64554" y="16290"/>
                    <a:pt x="69495" y="37388"/>
                  </a:cubicBezTo>
                  <a:lnTo>
                    <a:pt x="79731" y="80639"/>
                  </a:lnTo>
                  <a:lnTo>
                    <a:pt x="50789" y="121780"/>
                  </a:lnTo>
                  <a:cubicBezTo>
                    <a:pt x="43730" y="132329"/>
                    <a:pt x="36671" y="138658"/>
                    <a:pt x="32789" y="138658"/>
                  </a:cubicBezTo>
                  <a:cubicBezTo>
                    <a:pt x="30671" y="138658"/>
                    <a:pt x="27142" y="137603"/>
                    <a:pt x="23612" y="135493"/>
                  </a:cubicBezTo>
                  <a:cubicBezTo>
                    <a:pt x="19024" y="133032"/>
                    <a:pt x="15141" y="131977"/>
                    <a:pt x="12318" y="131977"/>
                  </a:cubicBezTo>
                  <a:cubicBezTo>
                    <a:pt x="5612" y="131977"/>
                    <a:pt x="318" y="137252"/>
                    <a:pt x="318" y="144284"/>
                  </a:cubicBezTo>
                  <a:cubicBezTo>
                    <a:pt x="318" y="153427"/>
                    <a:pt x="7377" y="159053"/>
                    <a:pt x="17965" y="159053"/>
                  </a:cubicBezTo>
                  <a:cubicBezTo>
                    <a:pt x="28906" y="159053"/>
                    <a:pt x="33142" y="155888"/>
                    <a:pt x="50789" y="134438"/>
                  </a:cubicBezTo>
                  <a:cubicBezTo>
                    <a:pt x="60319" y="123186"/>
                    <a:pt x="67731" y="113692"/>
                    <a:pt x="82555" y="93298"/>
                  </a:cubicBezTo>
                  <a:lnTo>
                    <a:pt x="93143" y="135493"/>
                  </a:lnTo>
                  <a:cubicBezTo>
                    <a:pt x="97731" y="153427"/>
                    <a:pt x="102320" y="159053"/>
                    <a:pt x="113614" y="159053"/>
                  </a:cubicBezTo>
                  <a:cubicBezTo>
                    <a:pt x="127026" y="159053"/>
                    <a:pt x="136203" y="150614"/>
                    <a:pt x="156674" y="118967"/>
                  </a:cubicBezTo>
                  <a:lnTo>
                    <a:pt x="151732" y="11615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7" name="Freeform: Shape 1936">
              <a:extLst>
                <a:ext uri="{FF2B5EF4-FFF2-40B4-BE49-F238E27FC236}">
                  <a16:creationId xmlns:a16="http://schemas.microsoft.com/office/drawing/2014/main" id="{2512613C-8363-5D73-E787-CD67AF1086C3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4073023" y="5034894"/>
              <a:ext cx="73914" cy="175899"/>
            </a:xfrm>
            <a:custGeom>
              <a:avLst/>
              <a:gdLst>
                <a:gd name="connsiteX0" fmla="*/ 47334 w 73914"/>
                <a:gd name="connsiteY0" fmla="*/ 118 h 175899"/>
                <a:gd name="connsiteX1" fmla="*/ 321 w 73914"/>
                <a:gd name="connsiteY1" fmla="*/ 23797 h 175899"/>
                <a:gd name="connsiteX2" fmla="*/ 321 w 73914"/>
                <a:gd name="connsiteY2" fmla="*/ 27440 h 175899"/>
                <a:gd name="connsiteX3" fmla="*/ 7373 w 73914"/>
                <a:gd name="connsiteY3" fmla="*/ 24577 h 175899"/>
                <a:gd name="connsiteX4" fmla="*/ 19126 w 73914"/>
                <a:gd name="connsiteY4" fmla="*/ 21715 h 175899"/>
                <a:gd name="connsiteX5" fmla="*/ 26962 w 73914"/>
                <a:gd name="connsiteY5" fmla="*/ 33945 h 175899"/>
                <a:gd name="connsiteX6" fmla="*/ 26962 w 73914"/>
                <a:gd name="connsiteY6" fmla="*/ 151818 h 175899"/>
                <a:gd name="connsiteX7" fmla="*/ 20694 w 73914"/>
                <a:gd name="connsiteY7" fmla="*/ 168732 h 175899"/>
                <a:gd name="connsiteX8" fmla="*/ 2150 w 73914"/>
                <a:gd name="connsiteY8" fmla="*/ 172114 h 175899"/>
                <a:gd name="connsiteX9" fmla="*/ 2150 w 73914"/>
                <a:gd name="connsiteY9" fmla="*/ 176017 h 175899"/>
                <a:gd name="connsiteX10" fmla="*/ 74236 w 73914"/>
                <a:gd name="connsiteY10" fmla="*/ 176017 h 175899"/>
                <a:gd name="connsiteX11" fmla="*/ 74236 w 73914"/>
                <a:gd name="connsiteY11" fmla="*/ 172114 h 175899"/>
                <a:gd name="connsiteX12" fmla="*/ 49424 w 73914"/>
                <a:gd name="connsiteY12" fmla="*/ 156762 h 175899"/>
                <a:gd name="connsiteX13" fmla="*/ 49424 w 73914"/>
                <a:gd name="connsiteY13" fmla="*/ 638 h 175899"/>
                <a:gd name="connsiteX14" fmla="*/ 47334 w 73914"/>
                <a:gd name="connsiteY14" fmla="*/ 118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334" y="118"/>
                  </a:moveTo>
                  <a:lnTo>
                    <a:pt x="321" y="23797"/>
                  </a:lnTo>
                  <a:lnTo>
                    <a:pt x="321" y="27440"/>
                  </a:lnTo>
                  <a:cubicBezTo>
                    <a:pt x="3456" y="26139"/>
                    <a:pt x="6329" y="25098"/>
                    <a:pt x="7373" y="24577"/>
                  </a:cubicBezTo>
                  <a:cubicBezTo>
                    <a:pt x="12075" y="22756"/>
                    <a:pt x="16515" y="21715"/>
                    <a:pt x="19126" y="21715"/>
                  </a:cubicBezTo>
                  <a:cubicBezTo>
                    <a:pt x="24611" y="21715"/>
                    <a:pt x="26962" y="25618"/>
                    <a:pt x="26962" y="33945"/>
                  </a:cubicBezTo>
                  <a:lnTo>
                    <a:pt x="26962" y="151818"/>
                  </a:lnTo>
                  <a:cubicBezTo>
                    <a:pt x="26962" y="160405"/>
                    <a:pt x="24872" y="166390"/>
                    <a:pt x="20694" y="168732"/>
                  </a:cubicBezTo>
                  <a:cubicBezTo>
                    <a:pt x="16776" y="171074"/>
                    <a:pt x="13119" y="171854"/>
                    <a:pt x="2150" y="172114"/>
                  </a:cubicBezTo>
                  <a:lnTo>
                    <a:pt x="2150" y="176017"/>
                  </a:lnTo>
                  <a:lnTo>
                    <a:pt x="74236" y="176017"/>
                  </a:lnTo>
                  <a:lnTo>
                    <a:pt x="74236" y="172114"/>
                  </a:lnTo>
                  <a:cubicBezTo>
                    <a:pt x="53602" y="171854"/>
                    <a:pt x="49424" y="169252"/>
                    <a:pt x="49424" y="156762"/>
                  </a:cubicBezTo>
                  <a:lnTo>
                    <a:pt x="49424" y="638"/>
                  </a:lnTo>
                  <a:lnTo>
                    <a:pt x="47334" y="11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8" name="Freeform: Shape 1937">
              <a:extLst>
                <a:ext uri="{FF2B5EF4-FFF2-40B4-BE49-F238E27FC236}">
                  <a16:creationId xmlns:a16="http://schemas.microsoft.com/office/drawing/2014/main" id="{2B4FCCF3-8909-3C23-F65A-9EEC2C1CA19B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4212944" y="4893754"/>
              <a:ext cx="81883" cy="351630"/>
            </a:xfrm>
            <a:custGeom>
              <a:avLst/>
              <a:gdLst>
                <a:gd name="connsiteX0" fmla="*/ 82211 w 81883"/>
                <a:gd name="connsiteY0" fmla="*/ 175930 h 351630"/>
                <a:gd name="connsiteX1" fmla="*/ 58916 w 81883"/>
                <a:gd name="connsiteY1" fmla="*/ 66221 h 351630"/>
                <a:gd name="connsiteX2" fmla="*/ 3856 w 81883"/>
                <a:gd name="connsiteY2" fmla="*/ 115 h 351630"/>
                <a:gd name="connsiteX3" fmla="*/ 327 w 81883"/>
                <a:gd name="connsiteY3" fmla="*/ 3631 h 351630"/>
                <a:gd name="connsiteX4" fmla="*/ 7033 w 81883"/>
                <a:gd name="connsiteY4" fmla="*/ 11719 h 351630"/>
                <a:gd name="connsiteX5" fmla="*/ 61740 w 81883"/>
                <a:gd name="connsiteY5" fmla="*/ 175930 h 351630"/>
                <a:gd name="connsiteX6" fmla="*/ 4915 w 81883"/>
                <a:gd name="connsiteY6" fmla="*/ 342252 h 351630"/>
                <a:gd name="connsiteX7" fmla="*/ 327 w 81883"/>
                <a:gd name="connsiteY7" fmla="*/ 348229 h 351630"/>
                <a:gd name="connsiteX8" fmla="*/ 3856 w 81883"/>
                <a:gd name="connsiteY8" fmla="*/ 351746 h 351630"/>
                <a:gd name="connsiteX9" fmla="*/ 59975 w 81883"/>
                <a:gd name="connsiteY9" fmla="*/ 283178 h 351630"/>
                <a:gd name="connsiteX10" fmla="*/ 82211 w 81883"/>
                <a:gd name="connsiteY10" fmla="*/ 17593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211" y="175930"/>
                  </a:moveTo>
                  <a:cubicBezTo>
                    <a:pt x="82211" y="148503"/>
                    <a:pt x="78328" y="105956"/>
                    <a:pt x="58916" y="66221"/>
                  </a:cubicBezTo>
                  <a:cubicBezTo>
                    <a:pt x="37739" y="22971"/>
                    <a:pt x="7386" y="115"/>
                    <a:pt x="3856" y="115"/>
                  </a:cubicBezTo>
                  <a:cubicBezTo>
                    <a:pt x="1738" y="115"/>
                    <a:pt x="327" y="1521"/>
                    <a:pt x="327" y="3631"/>
                  </a:cubicBezTo>
                  <a:cubicBezTo>
                    <a:pt x="327" y="4686"/>
                    <a:pt x="327" y="5389"/>
                    <a:pt x="7033" y="11719"/>
                  </a:cubicBezTo>
                  <a:cubicBezTo>
                    <a:pt x="41622" y="46530"/>
                    <a:pt x="61740" y="102439"/>
                    <a:pt x="61740" y="175930"/>
                  </a:cubicBezTo>
                  <a:cubicBezTo>
                    <a:pt x="61740" y="236059"/>
                    <a:pt x="48681" y="297946"/>
                    <a:pt x="4915" y="342252"/>
                  </a:cubicBezTo>
                  <a:cubicBezTo>
                    <a:pt x="327" y="346471"/>
                    <a:pt x="327" y="347174"/>
                    <a:pt x="327" y="348229"/>
                  </a:cubicBezTo>
                  <a:cubicBezTo>
                    <a:pt x="327" y="350339"/>
                    <a:pt x="1738" y="351746"/>
                    <a:pt x="3856" y="351746"/>
                  </a:cubicBezTo>
                  <a:cubicBezTo>
                    <a:pt x="7386" y="351746"/>
                    <a:pt x="39151" y="327835"/>
                    <a:pt x="59975" y="283178"/>
                  </a:cubicBezTo>
                  <a:cubicBezTo>
                    <a:pt x="77975" y="244498"/>
                    <a:pt x="82211" y="205467"/>
                    <a:pt x="82211" y="17593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9" name="Freeform: Shape 1938">
              <a:extLst>
                <a:ext uri="{FF2B5EF4-FFF2-40B4-BE49-F238E27FC236}">
                  <a16:creationId xmlns:a16="http://schemas.microsoft.com/office/drawing/2014/main" id="{F9DC9627-A704-8A9B-6938-BAEFA20CE963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8113191" y="5927672"/>
              <a:ext cx="234710" cy="234186"/>
            </a:xfrm>
            <a:custGeom>
              <a:avLst/>
              <a:gdLst>
                <a:gd name="connsiteX0" fmla="*/ 124746 w 234710"/>
                <a:gd name="connsiteY0" fmla="*/ 124268 h 234186"/>
                <a:gd name="connsiteX1" fmla="*/ 223219 w 234710"/>
                <a:gd name="connsiteY1" fmla="*/ 124268 h 234186"/>
                <a:gd name="connsiteX2" fmla="*/ 234866 w 234710"/>
                <a:gd name="connsiteY2" fmla="*/ 117235 h 234186"/>
                <a:gd name="connsiteX3" fmla="*/ 223219 w 234710"/>
                <a:gd name="connsiteY3" fmla="*/ 110203 h 234186"/>
                <a:gd name="connsiteX4" fmla="*/ 124746 w 234710"/>
                <a:gd name="connsiteY4" fmla="*/ 110203 h 234186"/>
                <a:gd name="connsiteX5" fmla="*/ 124746 w 234710"/>
                <a:gd name="connsiteY5" fmla="*/ 11746 h 234186"/>
                <a:gd name="connsiteX6" fmla="*/ 117687 w 234710"/>
                <a:gd name="connsiteY6" fmla="*/ 142 h 234186"/>
                <a:gd name="connsiteX7" fmla="*/ 110628 w 234710"/>
                <a:gd name="connsiteY7" fmla="*/ 11746 h 234186"/>
                <a:gd name="connsiteX8" fmla="*/ 110628 w 234710"/>
                <a:gd name="connsiteY8" fmla="*/ 110203 h 234186"/>
                <a:gd name="connsiteX9" fmla="*/ 11803 w 234710"/>
                <a:gd name="connsiteY9" fmla="*/ 110203 h 234186"/>
                <a:gd name="connsiteX10" fmla="*/ 156 w 234710"/>
                <a:gd name="connsiteY10" fmla="*/ 117235 h 234186"/>
                <a:gd name="connsiteX11" fmla="*/ 11803 w 234710"/>
                <a:gd name="connsiteY11" fmla="*/ 124268 h 234186"/>
                <a:gd name="connsiteX12" fmla="*/ 110628 w 234710"/>
                <a:gd name="connsiteY12" fmla="*/ 124268 h 234186"/>
                <a:gd name="connsiteX13" fmla="*/ 110628 w 234710"/>
                <a:gd name="connsiteY13" fmla="*/ 222725 h 234186"/>
                <a:gd name="connsiteX14" fmla="*/ 117687 w 234710"/>
                <a:gd name="connsiteY14" fmla="*/ 234329 h 234186"/>
                <a:gd name="connsiteX15" fmla="*/ 124746 w 234710"/>
                <a:gd name="connsiteY15" fmla="*/ 222725 h 234186"/>
                <a:gd name="connsiteX16" fmla="*/ 124746 w 234710"/>
                <a:gd name="connsiteY16" fmla="*/ 124268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34186">
                  <a:moveTo>
                    <a:pt x="124746" y="124268"/>
                  </a:moveTo>
                  <a:lnTo>
                    <a:pt x="223219" y="124268"/>
                  </a:lnTo>
                  <a:cubicBezTo>
                    <a:pt x="228160" y="124268"/>
                    <a:pt x="234866" y="124268"/>
                    <a:pt x="234866" y="117235"/>
                  </a:cubicBezTo>
                  <a:cubicBezTo>
                    <a:pt x="234866" y="110203"/>
                    <a:pt x="228160" y="110203"/>
                    <a:pt x="223219" y="110203"/>
                  </a:cubicBezTo>
                  <a:lnTo>
                    <a:pt x="124746" y="110203"/>
                  </a:lnTo>
                  <a:lnTo>
                    <a:pt x="124746" y="11746"/>
                  </a:lnTo>
                  <a:cubicBezTo>
                    <a:pt x="124746" y="6823"/>
                    <a:pt x="124746" y="142"/>
                    <a:pt x="117687" y="142"/>
                  </a:cubicBezTo>
                  <a:cubicBezTo>
                    <a:pt x="110628" y="142"/>
                    <a:pt x="110628" y="6823"/>
                    <a:pt x="110628" y="11746"/>
                  </a:cubicBezTo>
                  <a:lnTo>
                    <a:pt x="110628" y="110203"/>
                  </a:lnTo>
                  <a:lnTo>
                    <a:pt x="11803" y="110203"/>
                  </a:lnTo>
                  <a:cubicBezTo>
                    <a:pt x="6862" y="110203"/>
                    <a:pt x="156" y="110203"/>
                    <a:pt x="156" y="117235"/>
                  </a:cubicBezTo>
                  <a:cubicBezTo>
                    <a:pt x="156" y="124268"/>
                    <a:pt x="6862" y="124268"/>
                    <a:pt x="11803" y="124268"/>
                  </a:cubicBezTo>
                  <a:lnTo>
                    <a:pt x="110628" y="124268"/>
                  </a:lnTo>
                  <a:lnTo>
                    <a:pt x="110628" y="222725"/>
                  </a:lnTo>
                  <a:cubicBezTo>
                    <a:pt x="110628" y="227647"/>
                    <a:pt x="110628" y="234329"/>
                    <a:pt x="117687" y="234329"/>
                  </a:cubicBezTo>
                  <a:cubicBezTo>
                    <a:pt x="124746" y="234329"/>
                    <a:pt x="124746" y="227647"/>
                    <a:pt x="124746" y="222725"/>
                  </a:cubicBezTo>
                  <a:lnTo>
                    <a:pt x="124746" y="12426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0" name="Freeform: Shape 1939">
              <a:extLst>
                <a:ext uri="{FF2B5EF4-FFF2-40B4-BE49-F238E27FC236}">
                  <a16:creationId xmlns:a16="http://schemas.microsoft.com/office/drawing/2014/main" id="{E75ED448-3D62-4C1F-3D47-FD4862E2F992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8790819" y="5630007"/>
              <a:ext cx="81883" cy="351630"/>
            </a:xfrm>
            <a:custGeom>
              <a:avLst/>
              <a:gdLst>
                <a:gd name="connsiteX0" fmla="*/ 82058 w 81883"/>
                <a:gd name="connsiteY0" fmla="*/ 348250 h 351630"/>
                <a:gd name="connsiteX1" fmla="*/ 76058 w 81883"/>
                <a:gd name="connsiteY1" fmla="*/ 340514 h 351630"/>
                <a:gd name="connsiteX2" fmla="*/ 20645 w 81883"/>
                <a:gd name="connsiteY2" fmla="*/ 175951 h 351630"/>
                <a:gd name="connsiteX3" fmla="*/ 77470 w 81883"/>
                <a:gd name="connsiteY3" fmla="*/ 9630 h 351630"/>
                <a:gd name="connsiteX4" fmla="*/ 82058 w 81883"/>
                <a:gd name="connsiteY4" fmla="*/ 3652 h 351630"/>
                <a:gd name="connsiteX5" fmla="*/ 78528 w 81883"/>
                <a:gd name="connsiteY5" fmla="*/ 136 h 351630"/>
                <a:gd name="connsiteX6" fmla="*/ 22410 w 81883"/>
                <a:gd name="connsiteY6" fmla="*/ 68704 h 351630"/>
                <a:gd name="connsiteX7" fmla="*/ 174 w 81883"/>
                <a:gd name="connsiteY7" fmla="*/ 175951 h 351630"/>
                <a:gd name="connsiteX8" fmla="*/ 23468 w 81883"/>
                <a:gd name="connsiteY8" fmla="*/ 285660 h 351630"/>
                <a:gd name="connsiteX9" fmla="*/ 78528 w 81883"/>
                <a:gd name="connsiteY9" fmla="*/ 351766 h 351630"/>
                <a:gd name="connsiteX10" fmla="*/ 82058 w 81883"/>
                <a:gd name="connsiteY10" fmla="*/ 34825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8" y="348250"/>
                  </a:moveTo>
                  <a:cubicBezTo>
                    <a:pt x="82058" y="347195"/>
                    <a:pt x="82058" y="346492"/>
                    <a:pt x="76058" y="340514"/>
                  </a:cubicBezTo>
                  <a:cubicBezTo>
                    <a:pt x="31939" y="296209"/>
                    <a:pt x="20645" y="229751"/>
                    <a:pt x="20645" y="175951"/>
                  </a:cubicBezTo>
                  <a:cubicBezTo>
                    <a:pt x="20645" y="114767"/>
                    <a:pt x="34057" y="53583"/>
                    <a:pt x="77470" y="9630"/>
                  </a:cubicBezTo>
                  <a:cubicBezTo>
                    <a:pt x="82058" y="5410"/>
                    <a:pt x="82058" y="4707"/>
                    <a:pt x="82058" y="3652"/>
                  </a:cubicBezTo>
                  <a:cubicBezTo>
                    <a:pt x="82058" y="1190"/>
                    <a:pt x="80646" y="136"/>
                    <a:pt x="78528" y="136"/>
                  </a:cubicBezTo>
                  <a:cubicBezTo>
                    <a:pt x="74999" y="136"/>
                    <a:pt x="43234" y="24046"/>
                    <a:pt x="22410" y="68704"/>
                  </a:cubicBezTo>
                  <a:cubicBezTo>
                    <a:pt x="4409" y="107383"/>
                    <a:pt x="174" y="146414"/>
                    <a:pt x="174" y="175951"/>
                  </a:cubicBezTo>
                  <a:cubicBezTo>
                    <a:pt x="174" y="203378"/>
                    <a:pt x="4056" y="245926"/>
                    <a:pt x="23468" y="285660"/>
                  </a:cubicBezTo>
                  <a:cubicBezTo>
                    <a:pt x="44645" y="328910"/>
                    <a:pt x="74999" y="351766"/>
                    <a:pt x="78528" y="351766"/>
                  </a:cubicBezTo>
                  <a:cubicBezTo>
                    <a:pt x="80646" y="351766"/>
                    <a:pt x="82058" y="350712"/>
                    <a:pt x="82058" y="34825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1" name="Freeform: Shape 1940">
              <a:extLst>
                <a:ext uri="{FF2B5EF4-FFF2-40B4-BE49-F238E27FC236}">
                  <a16:creationId xmlns:a16="http://schemas.microsoft.com/office/drawing/2014/main" id="{F83A4721-3819-DEC7-F26D-FFE94C092E16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8883801" y="5738660"/>
              <a:ext cx="167297" cy="158937"/>
            </a:xfrm>
            <a:custGeom>
              <a:avLst/>
              <a:gdLst>
                <a:gd name="connsiteX0" fmla="*/ 151592 w 167297"/>
                <a:gd name="connsiteY0" fmla="*/ 116174 h 158937"/>
                <a:gd name="connsiteX1" fmla="*/ 143827 w 167297"/>
                <a:gd name="connsiteY1" fmla="*/ 125669 h 158937"/>
                <a:gd name="connsiteX2" fmla="*/ 127591 w 167297"/>
                <a:gd name="connsiteY2" fmla="*/ 139734 h 158937"/>
                <a:gd name="connsiteX3" fmla="*/ 116650 w 167297"/>
                <a:gd name="connsiteY3" fmla="*/ 125317 h 158937"/>
                <a:gd name="connsiteX4" fmla="*/ 115238 w 167297"/>
                <a:gd name="connsiteY4" fmla="*/ 119339 h 158937"/>
                <a:gd name="connsiteX5" fmla="*/ 102532 w 167297"/>
                <a:gd name="connsiteY5" fmla="*/ 62375 h 158937"/>
                <a:gd name="connsiteX6" fmla="*/ 137121 w 167297"/>
                <a:gd name="connsiteY6" fmla="*/ 19828 h 158937"/>
                <a:gd name="connsiteX7" fmla="*/ 145592 w 167297"/>
                <a:gd name="connsiteY7" fmla="*/ 22641 h 158937"/>
                <a:gd name="connsiteX8" fmla="*/ 155121 w 167297"/>
                <a:gd name="connsiteY8" fmla="*/ 25805 h 158937"/>
                <a:gd name="connsiteX9" fmla="*/ 167475 w 167297"/>
                <a:gd name="connsiteY9" fmla="*/ 13147 h 158937"/>
                <a:gd name="connsiteX10" fmla="*/ 153004 w 167297"/>
                <a:gd name="connsiteY10" fmla="*/ 136 h 158937"/>
                <a:gd name="connsiteX11" fmla="*/ 99709 w 167297"/>
                <a:gd name="connsiteY11" fmla="*/ 50419 h 158937"/>
                <a:gd name="connsiteX12" fmla="*/ 95826 w 167297"/>
                <a:gd name="connsiteY12" fmla="*/ 31080 h 158937"/>
                <a:gd name="connsiteX13" fmla="*/ 77473 w 167297"/>
                <a:gd name="connsiteY13" fmla="*/ 136 h 158937"/>
                <a:gd name="connsiteX14" fmla="*/ 36178 w 167297"/>
                <a:gd name="connsiteY14" fmla="*/ 10334 h 158937"/>
                <a:gd name="connsiteX15" fmla="*/ 32296 w 167297"/>
                <a:gd name="connsiteY15" fmla="*/ 11740 h 158937"/>
                <a:gd name="connsiteX16" fmla="*/ 33707 w 167297"/>
                <a:gd name="connsiteY16" fmla="*/ 17015 h 158937"/>
                <a:gd name="connsiteX17" fmla="*/ 53472 w 167297"/>
                <a:gd name="connsiteY17" fmla="*/ 13147 h 158937"/>
                <a:gd name="connsiteX18" fmla="*/ 69355 w 167297"/>
                <a:gd name="connsiteY18" fmla="*/ 37409 h 158937"/>
                <a:gd name="connsiteX19" fmla="*/ 79591 w 167297"/>
                <a:gd name="connsiteY19" fmla="*/ 80660 h 158937"/>
                <a:gd name="connsiteX20" fmla="*/ 50649 w 167297"/>
                <a:gd name="connsiteY20" fmla="*/ 121801 h 158937"/>
                <a:gd name="connsiteX21" fmla="*/ 32648 w 167297"/>
                <a:gd name="connsiteY21" fmla="*/ 138679 h 158937"/>
                <a:gd name="connsiteX22" fmla="*/ 23472 w 167297"/>
                <a:gd name="connsiteY22" fmla="*/ 135514 h 158937"/>
                <a:gd name="connsiteX23" fmla="*/ 12177 w 167297"/>
                <a:gd name="connsiteY23" fmla="*/ 131998 h 158937"/>
                <a:gd name="connsiteX24" fmla="*/ 177 w 167297"/>
                <a:gd name="connsiteY24" fmla="*/ 144305 h 158937"/>
                <a:gd name="connsiteX25" fmla="*/ 17825 w 167297"/>
                <a:gd name="connsiteY25" fmla="*/ 159073 h 158937"/>
                <a:gd name="connsiteX26" fmla="*/ 50649 w 167297"/>
                <a:gd name="connsiteY26" fmla="*/ 134459 h 158937"/>
                <a:gd name="connsiteX27" fmla="*/ 82414 w 167297"/>
                <a:gd name="connsiteY27" fmla="*/ 93318 h 158937"/>
                <a:gd name="connsiteX28" fmla="*/ 93003 w 167297"/>
                <a:gd name="connsiteY28" fmla="*/ 135514 h 158937"/>
                <a:gd name="connsiteX29" fmla="*/ 113474 w 167297"/>
                <a:gd name="connsiteY29" fmla="*/ 159073 h 158937"/>
                <a:gd name="connsiteX30" fmla="*/ 156533 w 167297"/>
                <a:gd name="connsiteY30" fmla="*/ 118988 h 158937"/>
                <a:gd name="connsiteX31" fmla="*/ 151592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92" y="116174"/>
                  </a:moveTo>
                  <a:cubicBezTo>
                    <a:pt x="148768" y="119339"/>
                    <a:pt x="147004" y="121449"/>
                    <a:pt x="143827" y="125669"/>
                  </a:cubicBezTo>
                  <a:cubicBezTo>
                    <a:pt x="135709" y="136217"/>
                    <a:pt x="131474" y="139734"/>
                    <a:pt x="127591" y="139734"/>
                  </a:cubicBezTo>
                  <a:cubicBezTo>
                    <a:pt x="122297" y="139734"/>
                    <a:pt x="119121" y="135163"/>
                    <a:pt x="116650" y="125317"/>
                  </a:cubicBezTo>
                  <a:cubicBezTo>
                    <a:pt x="115944" y="122504"/>
                    <a:pt x="115591" y="120394"/>
                    <a:pt x="115238" y="119339"/>
                  </a:cubicBezTo>
                  <a:cubicBezTo>
                    <a:pt x="106415" y="83824"/>
                    <a:pt x="102532" y="67649"/>
                    <a:pt x="102532" y="62375"/>
                  </a:cubicBezTo>
                  <a:cubicBezTo>
                    <a:pt x="118062" y="35299"/>
                    <a:pt x="130768" y="19828"/>
                    <a:pt x="137121" y="19828"/>
                  </a:cubicBezTo>
                  <a:cubicBezTo>
                    <a:pt x="139239" y="19828"/>
                    <a:pt x="142062" y="20882"/>
                    <a:pt x="145592" y="22641"/>
                  </a:cubicBezTo>
                  <a:cubicBezTo>
                    <a:pt x="149827" y="25102"/>
                    <a:pt x="152298" y="25805"/>
                    <a:pt x="155121" y="25805"/>
                  </a:cubicBezTo>
                  <a:cubicBezTo>
                    <a:pt x="162533" y="25805"/>
                    <a:pt x="167475" y="20531"/>
                    <a:pt x="167475" y="13147"/>
                  </a:cubicBezTo>
                  <a:cubicBezTo>
                    <a:pt x="167475" y="5762"/>
                    <a:pt x="161475" y="136"/>
                    <a:pt x="153004" y="136"/>
                  </a:cubicBezTo>
                  <a:cubicBezTo>
                    <a:pt x="137474" y="136"/>
                    <a:pt x="124062" y="12795"/>
                    <a:pt x="99709" y="50419"/>
                  </a:cubicBezTo>
                  <a:lnTo>
                    <a:pt x="95826" y="31080"/>
                  </a:lnTo>
                  <a:cubicBezTo>
                    <a:pt x="90885" y="7169"/>
                    <a:pt x="87002" y="136"/>
                    <a:pt x="77473" y="136"/>
                  </a:cubicBezTo>
                  <a:cubicBezTo>
                    <a:pt x="69708" y="136"/>
                    <a:pt x="57708" y="3301"/>
                    <a:pt x="36178" y="10334"/>
                  </a:cubicBezTo>
                  <a:lnTo>
                    <a:pt x="32296" y="11740"/>
                  </a:lnTo>
                  <a:lnTo>
                    <a:pt x="33707" y="17015"/>
                  </a:lnTo>
                  <a:cubicBezTo>
                    <a:pt x="47119" y="13850"/>
                    <a:pt x="50296" y="13147"/>
                    <a:pt x="53472" y="13147"/>
                  </a:cubicBezTo>
                  <a:cubicBezTo>
                    <a:pt x="62296" y="13147"/>
                    <a:pt x="64414" y="16311"/>
                    <a:pt x="69355" y="37409"/>
                  </a:cubicBezTo>
                  <a:lnTo>
                    <a:pt x="79591" y="80660"/>
                  </a:lnTo>
                  <a:lnTo>
                    <a:pt x="50649" y="121801"/>
                  </a:lnTo>
                  <a:cubicBezTo>
                    <a:pt x="43590" y="132350"/>
                    <a:pt x="36531" y="138679"/>
                    <a:pt x="32648" y="138679"/>
                  </a:cubicBezTo>
                  <a:cubicBezTo>
                    <a:pt x="30531" y="138679"/>
                    <a:pt x="27001" y="137624"/>
                    <a:pt x="23472" y="135514"/>
                  </a:cubicBezTo>
                  <a:cubicBezTo>
                    <a:pt x="18883" y="133053"/>
                    <a:pt x="15001" y="131998"/>
                    <a:pt x="12177" y="131998"/>
                  </a:cubicBezTo>
                  <a:cubicBezTo>
                    <a:pt x="5471" y="131998"/>
                    <a:pt x="177" y="137272"/>
                    <a:pt x="177" y="144305"/>
                  </a:cubicBezTo>
                  <a:cubicBezTo>
                    <a:pt x="177" y="153447"/>
                    <a:pt x="7236" y="159073"/>
                    <a:pt x="17825" y="159073"/>
                  </a:cubicBezTo>
                  <a:cubicBezTo>
                    <a:pt x="28766" y="159073"/>
                    <a:pt x="33001" y="155909"/>
                    <a:pt x="50649" y="134459"/>
                  </a:cubicBezTo>
                  <a:cubicBezTo>
                    <a:pt x="60178" y="123207"/>
                    <a:pt x="67590" y="113713"/>
                    <a:pt x="82414" y="93318"/>
                  </a:cubicBezTo>
                  <a:lnTo>
                    <a:pt x="93003" y="135514"/>
                  </a:lnTo>
                  <a:cubicBezTo>
                    <a:pt x="97591" y="153447"/>
                    <a:pt x="102179" y="159073"/>
                    <a:pt x="113474" y="159073"/>
                  </a:cubicBezTo>
                  <a:cubicBezTo>
                    <a:pt x="126886" y="159073"/>
                    <a:pt x="136062" y="150634"/>
                    <a:pt x="156533" y="118988"/>
                  </a:cubicBezTo>
                  <a:lnTo>
                    <a:pt x="151592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2" name="Freeform: Shape 1941">
              <a:extLst>
                <a:ext uri="{FF2B5EF4-FFF2-40B4-BE49-F238E27FC236}">
                  <a16:creationId xmlns:a16="http://schemas.microsoft.com/office/drawing/2014/main" id="{01DDFB15-9E7A-DF19-6CAC-9591FE61415F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9130182" y="5798789"/>
              <a:ext cx="215651" cy="14065"/>
            </a:xfrm>
            <a:custGeom>
              <a:avLst/>
              <a:gdLst>
                <a:gd name="connsiteX0" fmla="*/ 203481 w 215651"/>
                <a:gd name="connsiteY0" fmla="*/ 14201 h 14065"/>
                <a:gd name="connsiteX1" fmla="*/ 215834 w 215651"/>
                <a:gd name="connsiteY1" fmla="*/ 7169 h 14065"/>
                <a:gd name="connsiteX2" fmla="*/ 203481 w 215651"/>
                <a:gd name="connsiteY2" fmla="*/ 136 h 14065"/>
                <a:gd name="connsiteX3" fmla="*/ 12536 w 215651"/>
                <a:gd name="connsiteY3" fmla="*/ 136 h 14065"/>
                <a:gd name="connsiteX4" fmla="*/ 183 w 215651"/>
                <a:gd name="connsiteY4" fmla="*/ 7169 h 14065"/>
                <a:gd name="connsiteX5" fmla="*/ 12536 w 215651"/>
                <a:gd name="connsiteY5" fmla="*/ 14201 h 14065"/>
                <a:gd name="connsiteX6" fmla="*/ 203481 w 215651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81" y="14201"/>
                  </a:moveTo>
                  <a:cubicBezTo>
                    <a:pt x="209481" y="14201"/>
                    <a:pt x="215834" y="14201"/>
                    <a:pt x="215834" y="7169"/>
                  </a:cubicBezTo>
                  <a:cubicBezTo>
                    <a:pt x="215834" y="136"/>
                    <a:pt x="209481" y="136"/>
                    <a:pt x="203481" y="136"/>
                  </a:cubicBezTo>
                  <a:lnTo>
                    <a:pt x="12536" y="136"/>
                  </a:lnTo>
                  <a:cubicBezTo>
                    <a:pt x="6536" y="136"/>
                    <a:pt x="183" y="136"/>
                    <a:pt x="183" y="7169"/>
                  </a:cubicBezTo>
                  <a:cubicBezTo>
                    <a:pt x="183" y="14201"/>
                    <a:pt x="6536" y="14201"/>
                    <a:pt x="12536" y="14201"/>
                  </a:cubicBezTo>
                  <a:lnTo>
                    <a:pt x="203481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3" name="Freeform: Shape 1942">
              <a:extLst>
                <a:ext uri="{FF2B5EF4-FFF2-40B4-BE49-F238E27FC236}">
                  <a16:creationId xmlns:a16="http://schemas.microsoft.com/office/drawing/2014/main" id="{00B6CB1E-602D-58FE-831F-D9A26A8284F3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9415827" y="5738660"/>
              <a:ext cx="167297" cy="158937"/>
            </a:xfrm>
            <a:custGeom>
              <a:avLst/>
              <a:gdLst>
                <a:gd name="connsiteX0" fmla="*/ 151607 w 167297"/>
                <a:gd name="connsiteY0" fmla="*/ 116174 h 158937"/>
                <a:gd name="connsiteX1" fmla="*/ 143842 w 167297"/>
                <a:gd name="connsiteY1" fmla="*/ 125669 h 158937"/>
                <a:gd name="connsiteX2" fmla="*/ 127606 w 167297"/>
                <a:gd name="connsiteY2" fmla="*/ 139734 h 158937"/>
                <a:gd name="connsiteX3" fmla="*/ 116665 w 167297"/>
                <a:gd name="connsiteY3" fmla="*/ 125317 h 158937"/>
                <a:gd name="connsiteX4" fmla="*/ 115253 w 167297"/>
                <a:gd name="connsiteY4" fmla="*/ 119339 h 158937"/>
                <a:gd name="connsiteX5" fmla="*/ 102547 w 167297"/>
                <a:gd name="connsiteY5" fmla="*/ 62375 h 158937"/>
                <a:gd name="connsiteX6" fmla="*/ 137136 w 167297"/>
                <a:gd name="connsiteY6" fmla="*/ 19828 h 158937"/>
                <a:gd name="connsiteX7" fmla="*/ 145607 w 167297"/>
                <a:gd name="connsiteY7" fmla="*/ 22641 h 158937"/>
                <a:gd name="connsiteX8" fmla="*/ 155136 w 167297"/>
                <a:gd name="connsiteY8" fmla="*/ 25805 h 158937"/>
                <a:gd name="connsiteX9" fmla="*/ 167490 w 167297"/>
                <a:gd name="connsiteY9" fmla="*/ 13147 h 158937"/>
                <a:gd name="connsiteX10" fmla="*/ 153019 w 167297"/>
                <a:gd name="connsiteY10" fmla="*/ 136 h 158937"/>
                <a:gd name="connsiteX11" fmla="*/ 99724 w 167297"/>
                <a:gd name="connsiteY11" fmla="*/ 50419 h 158937"/>
                <a:gd name="connsiteX12" fmla="*/ 95841 w 167297"/>
                <a:gd name="connsiteY12" fmla="*/ 31080 h 158937"/>
                <a:gd name="connsiteX13" fmla="*/ 77488 w 167297"/>
                <a:gd name="connsiteY13" fmla="*/ 136 h 158937"/>
                <a:gd name="connsiteX14" fmla="*/ 36193 w 167297"/>
                <a:gd name="connsiteY14" fmla="*/ 10334 h 158937"/>
                <a:gd name="connsiteX15" fmla="*/ 32310 w 167297"/>
                <a:gd name="connsiteY15" fmla="*/ 11740 h 158937"/>
                <a:gd name="connsiteX16" fmla="*/ 33722 w 167297"/>
                <a:gd name="connsiteY16" fmla="*/ 17015 h 158937"/>
                <a:gd name="connsiteX17" fmla="*/ 53487 w 167297"/>
                <a:gd name="connsiteY17" fmla="*/ 13147 h 158937"/>
                <a:gd name="connsiteX18" fmla="*/ 69370 w 167297"/>
                <a:gd name="connsiteY18" fmla="*/ 37409 h 158937"/>
                <a:gd name="connsiteX19" fmla="*/ 79606 w 167297"/>
                <a:gd name="connsiteY19" fmla="*/ 80660 h 158937"/>
                <a:gd name="connsiteX20" fmla="*/ 50664 w 167297"/>
                <a:gd name="connsiteY20" fmla="*/ 121801 h 158937"/>
                <a:gd name="connsiteX21" fmla="*/ 32663 w 167297"/>
                <a:gd name="connsiteY21" fmla="*/ 138679 h 158937"/>
                <a:gd name="connsiteX22" fmla="*/ 23487 w 167297"/>
                <a:gd name="connsiteY22" fmla="*/ 135514 h 158937"/>
                <a:gd name="connsiteX23" fmla="*/ 12192 w 167297"/>
                <a:gd name="connsiteY23" fmla="*/ 131998 h 158937"/>
                <a:gd name="connsiteX24" fmla="*/ 192 w 167297"/>
                <a:gd name="connsiteY24" fmla="*/ 144305 h 158937"/>
                <a:gd name="connsiteX25" fmla="*/ 17840 w 167297"/>
                <a:gd name="connsiteY25" fmla="*/ 159073 h 158937"/>
                <a:gd name="connsiteX26" fmla="*/ 50664 w 167297"/>
                <a:gd name="connsiteY26" fmla="*/ 134459 h 158937"/>
                <a:gd name="connsiteX27" fmla="*/ 82429 w 167297"/>
                <a:gd name="connsiteY27" fmla="*/ 93318 h 158937"/>
                <a:gd name="connsiteX28" fmla="*/ 93018 w 167297"/>
                <a:gd name="connsiteY28" fmla="*/ 135514 h 158937"/>
                <a:gd name="connsiteX29" fmla="*/ 113489 w 167297"/>
                <a:gd name="connsiteY29" fmla="*/ 159073 h 158937"/>
                <a:gd name="connsiteX30" fmla="*/ 156548 w 167297"/>
                <a:gd name="connsiteY30" fmla="*/ 118988 h 158937"/>
                <a:gd name="connsiteX31" fmla="*/ 151607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7" y="116174"/>
                  </a:moveTo>
                  <a:cubicBezTo>
                    <a:pt x="148783" y="119339"/>
                    <a:pt x="147019" y="121449"/>
                    <a:pt x="143842" y="125669"/>
                  </a:cubicBezTo>
                  <a:cubicBezTo>
                    <a:pt x="135724" y="136217"/>
                    <a:pt x="131489" y="139734"/>
                    <a:pt x="127606" y="139734"/>
                  </a:cubicBezTo>
                  <a:cubicBezTo>
                    <a:pt x="122312" y="139734"/>
                    <a:pt x="119136" y="135163"/>
                    <a:pt x="116665" y="125317"/>
                  </a:cubicBezTo>
                  <a:cubicBezTo>
                    <a:pt x="115959" y="122504"/>
                    <a:pt x="115606" y="120394"/>
                    <a:pt x="115253" y="119339"/>
                  </a:cubicBezTo>
                  <a:cubicBezTo>
                    <a:pt x="106430" y="83824"/>
                    <a:pt x="102547" y="67649"/>
                    <a:pt x="102547" y="62375"/>
                  </a:cubicBezTo>
                  <a:cubicBezTo>
                    <a:pt x="118077" y="35299"/>
                    <a:pt x="130783" y="19828"/>
                    <a:pt x="137136" y="19828"/>
                  </a:cubicBezTo>
                  <a:cubicBezTo>
                    <a:pt x="139254" y="19828"/>
                    <a:pt x="142077" y="20882"/>
                    <a:pt x="145607" y="22641"/>
                  </a:cubicBezTo>
                  <a:cubicBezTo>
                    <a:pt x="149842" y="25102"/>
                    <a:pt x="152313" y="25805"/>
                    <a:pt x="155136" y="25805"/>
                  </a:cubicBezTo>
                  <a:cubicBezTo>
                    <a:pt x="162548" y="25805"/>
                    <a:pt x="167490" y="20531"/>
                    <a:pt x="167490" y="13147"/>
                  </a:cubicBezTo>
                  <a:cubicBezTo>
                    <a:pt x="167490" y="5762"/>
                    <a:pt x="161489" y="136"/>
                    <a:pt x="153019" y="136"/>
                  </a:cubicBezTo>
                  <a:cubicBezTo>
                    <a:pt x="137489" y="136"/>
                    <a:pt x="124077" y="12795"/>
                    <a:pt x="99724" y="50419"/>
                  </a:cubicBezTo>
                  <a:lnTo>
                    <a:pt x="95841" y="31080"/>
                  </a:lnTo>
                  <a:cubicBezTo>
                    <a:pt x="90900" y="7169"/>
                    <a:pt x="87017" y="136"/>
                    <a:pt x="77488" y="136"/>
                  </a:cubicBezTo>
                  <a:cubicBezTo>
                    <a:pt x="69723" y="136"/>
                    <a:pt x="57723" y="3301"/>
                    <a:pt x="36193" y="10334"/>
                  </a:cubicBezTo>
                  <a:lnTo>
                    <a:pt x="32310" y="11740"/>
                  </a:lnTo>
                  <a:lnTo>
                    <a:pt x="33722" y="17015"/>
                  </a:lnTo>
                  <a:cubicBezTo>
                    <a:pt x="47134" y="13850"/>
                    <a:pt x="50311" y="13147"/>
                    <a:pt x="53487" y="13147"/>
                  </a:cubicBezTo>
                  <a:cubicBezTo>
                    <a:pt x="62311" y="13147"/>
                    <a:pt x="64429" y="16311"/>
                    <a:pt x="69370" y="37409"/>
                  </a:cubicBezTo>
                  <a:lnTo>
                    <a:pt x="79606" y="80660"/>
                  </a:lnTo>
                  <a:lnTo>
                    <a:pt x="50664" y="121801"/>
                  </a:lnTo>
                  <a:cubicBezTo>
                    <a:pt x="43605" y="132350"/>
                    <a:pt x="36546" y="138679"/>
                    <a:pt x="32663" y="138679"/>
                  </a:cubicBezTo>
                  <a:cubicBezTo>
                    <a:pt x="30546" y="138679"/>
                    <a:pt x="27016" y="137624"/>
                    <a:pt x="23487" y="135514"/>
                  </a:cubicBezTo>
                  <a:cubicBezTo>
                    <a:pt x="18898" y="133053"/>
                    <a:pt x="15016" y="131998"/>
                    <a:pt x="12192" y="131998"/>
                  </a:cubicBezTo>
                  <a:cubicBezTo>
                    <a:pt x="5486" y="131998"/>
                    <a:pt x="192" y="137272"/>
                    <a:pt x="192" y="144305"/>
                  </a:cubicBezTo>
                  <a:cubicBezTo>
                    <a:pt x="192" y="153447"/>
                    <a:pt x="7251" y="159073"/>
                    <a:pt x="17840" y="159073"/>
                  </a:cubicBezTo>
                  <a:cubicBezTo>
                    <a:pt x="28781" y="159073"/>
                    <a:pt x="33016" y="155909"/>
                    <a:pt x="50664" y="134459"/>
                  </a:cubicBezTo>
                  <a:cubicBezTo>
                    <a:pt x="60193" y="123207"/>
                    <a:pt x="67605" y="113713"/>
                    <a:pt x="82429" y="93318"/>
                  </a:cubicBezTo>
                  <a:lnTo>
                    <a:pt x="93018" y="135514"/>
                  </a:lnTo>
                  <a:cubicBezTo>
                    <a:pt x="97606" y="153447"/>
                    <a:pt x="102194" y="159073"/>
                    <a:pt x="113489" y="159073"/>
                  </a:cubicBezTo>
                  <a:cubicBezTo>
                    <a:pt x="126901" y="159073"/>
                    <a:pt x="136077" y="150634"/>
                    <a:pt x="156548" y="118988"/>
                  </a:cubicBezTo>
                  <a:lnTo>
                    <a:pt x="151607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4" name="Freeform: Shape 1943">
              <a:extLst>
                <a:ext uri="{FF2B5EF4-FFF2-40B4-BE49-F238E27FC236}">
                  <a16:creationId xmlns:a16="http://schemas.microsoft.com/office/drawing/2014/main" id="{2A13A7B7-B7EB-FAEE-E00D-618B19ABFFE2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9588919" y="5771147"/>
              <a:ext cx="118053" cy="179542"/>
            </a:xfrm>
            <a:custGeom>
              <a:avLst/>
              <a:gdLst>
                <a:gd name="connsiteX0" fmla="*/ 60268 w 118053"/>
                <a:gd name="connsiteY0" fmla="*/ 139 h 179542"/>
                <a:gd name="connsiteX1" fmla="*/ 25269 w 118053"/>
                <a:gd name="connsiteY1" fmla="*/ 13669 h 179542"/>
                <a:gd name="connsiteX2" fmla="*/ 196 w 118053"/>
                <a:gd name="connsiteY2" fmla="*/ 88609 h 179542"/>
                <a:gd name="connsiteX3" fmla="*/ 21090 w 118053"/>
                <a:gd name="connsiteY3" fmla="*/ 161987 h 179542"/>
                <a:gd name="connsiteX4" fmla="*/ 59223 w 118053"/>
                <a:gd name="connsiteY4" fmla="*/ 179681 h 179542"/>
                <a:gd name="connsiteX5" fmla="*/ 93177 w 118053"/>
                <a:gd name="connsiteY5" fmla="*/ 166150 h 179542"/>
                <a:gd name="connsiteX6" fmla="*/ 118250 w 118053"/>
                <a:gd name="connsiteY6" fmla="*/ 90170 h 179542"/>
                <a:gd name="connsiteX7" fmla="*/ 60268 w 118053"/>
                <a:gd name="connsiteY7" fmla="*/ 139 h 179542"/>
                <a:gd name="connsiteX8" fmla="*/ 59484 w 118053"/>
                <a:gd name="connsiteY8" fmla="*/ 6904 h 179542"/>
                <a:gd name="connsiteX9" fmla="*/ 93177 w 118053"/>
                <a:gd name="connsiteY9" fmla="*/ 90690 h 179542"/>
                <a:gd name="connsiteX10" fmla="*/ 59223 w 118053"/>
                <a:gd name="connsiteY10" fmla="*/ 172916 h 179542"/>
                <a:gd name="connsiteX11" fmla="*/ 25269 w 118053"/>
                <a:gd name="connsiteY11" fmla="*/ 90951 h 179542"/>
                <a:gd name="connsiteX12" fmla="*/ 59484 w 118053"/>
                <a:gd name="connsiteY12" fmla="*/ 6904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8" y="139"/>
                  </a:moveTo>
                  <a:cubicBezTo>
                    <a:pt x="45903" y="139"/>
                    <a:pt x="34933" y="4562"/>
                    <a:pt x="25269" y="13669"/>
                  </a:cubicBezTo>
                  <a:cubicBezTo>
                    <a:pt x="10121" y="28241"/>
                    <a:pt x="196" y="58165"/>
                    <a:pt x="196" y="88609"/>
                  </a:cubicBezTo>
                  <a:cubicBezTo>
                    <a:pt x="196" y="116971"/>
                    <a:pt x="8815" y="147416"/>
                    <a:pt x="21090" y="161987"/>
                  </a:cubicBezTo>
                  <a:cubicBezTo>
                    <a:pt x="30754" y="173436"/>
                    <a:pt x="44074" y="179681"/>
                    <a:pt x="59223" y="179681"/>
                  </a:cubicBezTo>
                  <a:cubicBezTo>
                    <a:pt x="72543" y="179681"/>
                    <a:pt x="83774" y="175258"/>
                    <a:pt x="93177" y="166150"/>
                  </a:cubicBezTo>
                  <a:cubicBezTo>
                    <a:pt x="108325" y="151839"/>
                    <a:pt x="118250" y="121655"/>
                    <a:pt x="118250" y="90170"/>
                  </a:cubicBezTo>
                  <a:cubicBezTo>
                    <a:pt x="118250" y="36828"/>
                    <a:pt x="94482" y="139"/>
                    <a:pt x="60268" y="139"/>
                  </a:cubicBezTo>
                  <a:close/>
                  <a:moveTo>
                    <a:pt x="59484" y="6904"/>
                  </a:moveTo>
                  <a:cubicBezTo>
                    <a:pt x="81423" y="6904"/>
                    <a:pt x="93177" y="36307"/>
                    <a:pt x="93177" y="90690"/>
                  </a:cubicBezTo>
                  <a:cubicBezTo>
                    <a:pt x="93177" y="145074"/>
                    <a:pt x="81685" y="172916"/>
                    <a:pt x="59223" y="172916"/>
                  </a:cubicBezTo>
                  <a:cubicBezTo>
                    <a:pt x="36761" y="172916"/>
                    <a:pt x="25269" y="145074"/>
                    <a:pt x="25269" y="90951"/>
                  </a:cubicBezTo>
                  <a:cubicBezTo>
                    <a:pt x="25269" y="35787"/>
                    <a:pt x="37023" y="6904"/>
                    <a:pt x="59484" y="690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5" name="Freeform: Shape 1944">
              <a:extLst>
                <a:ext uri="{FF2B5EF4-FFF2-40B4-BE49-F238E27FC236}">
                  <a16:creationId xmlns:a16="http://schemas.microsoft.com/office/drawing/2014/main" id="{634EEBB3-3332-A0F5-33B5-B35FD4BFDD99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9751563" y="5630007"/>
              <a:ext cx="81883" cy="351630"/>
            </a:xfrm>
            <a:custGeom>
              <a:avLst/>
              <a:gdLst>
                <a:gd name="connsiteX0" fmla="*/ 82085 w 81883"/>
                <a:gd name="connsiteY0" fmla="*/ 175951 h 351630"/>
                <a:gd name="connsiteX1" fmla="*/ 58791 w 81883"/>
                <a:gd name="connsiteY1" fmla="*/ 66242 h 351630"/>
                <a:gd name="connsiteX2" fmla="*/ 3731 w 81883"/>
                <a:gd name="connsiteY2" fmla="*/ 136 h 351630"/>
                <a:gd name="connsiteX3" fmla="*/ 201 w 81883"/>
                <a:gd name="connsiteY3" fmla="*/ 3652 h 351630"/>
                <a:gd name="connsiteX4" fmla="*/ 6907 w 81883"/>
                <a:gd name="connsiteY4" fmla="*/ 11739 h 351630"/>
                <a:gd name="connsiteX5" fmla="*/ 61614 w 81883"/>
                <a:gd name="connsiteY5" fmla="*/ 175951 h 351630"/>
                <a:gd name="connsiteX6" fmla="*/ 4790 w 81883"/>
                <a:gd name="connsiteY6" fmla="*/ 342272 h 351630"/>
                <a:gd name="connsiteX7" fmla="*/ 201 w 81883"/>
                <a:gd name="connsiteY7" fmla="*/ 348250 h 351630"/>
                <a:gd name="connsiteX8" fmla="*/ 3731 w 81883"/>
                <a:gd name="connsiteY8" fmla="*/ 351766 h 351630"/>
                <a:gd name="connsiteX9" fmla="*/ 59849 w 81883"/>
                <a:gd name="connsiteY9" fmla="*/ 283198 h 351630"/>
                <a:gd name="connsiteX10" fmla="*/ 82085 w 81883"/>
                <a:gd name="connsiteY10" fmla="*/ 17595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175951"/>
                  </a:moveTo>
                  <a:cubicBezTo>
                    <a:pt x="82085" y="148524"/>
                    <a:pt x="78203" y="105976"/>
                    <a:pt x="58791" y="66242"/>
                  </a:cubicBezTo>
                  <a:cubicBezTo>
                    <a:pt x="37614" y="22992"/>
                    <a:pt x="7260" y="136"/>
                    <a:pt x="3731" y="136"/>
                  </a:cubicBezTo>
                  <a:cubicBezTo>
                    <a:pt x="1613" y="136"/>
                    <a:pt x="201" y="1542"/>
                    <a:pt x="201" y="3652"/>
                  </a:cubicBezTo>
                  <a:cubicBezTo>
                    <a:pt x="201" y="4707"/>
                    <a:pt x="201" y="5410"/>
                    <a:pt x="6907" y="11739"/>
                  </a:cubicBezTo>
                  <a:cubicBezTo>
                    <a:pt x="41496" y="46551"/>
                    <a:pt x="61614" y="102460"/>
                    <a:pt x="61614" y="175951"/>
                  </a:cubicBezTo>
                  <a:cubicBezTo>
                    <a:pt x="61614" y="236080"/>
                    <a:pt x="48555" y="297967"/>
                    <a:pt x="4790" y="342272"/>
                  </a:cubicBezTo>
                  <a:cubicBezTo>
                    <a:pt x="201" y="346492"/>
                    <a:pt x="201" y="347195"/>
                    <a:pt x="201" y="348250"/>
                  </a:cubicBezTo>
                  <a:cubicBezTo>
                    <a:pt x="201" y="350360"/>
                    <a:pt x="1613" y="351766"/>
                    <a:pt x="3731" y="351766"/>
                  </a:cubicBezTo>
                  <a:cubicBezTo>
                    <a:pt x="7260" y="351766"/>
                    <a:pt x="39026" y="327856"/>
                    <a:pt x="59849" y="283198"/>
                  </a:cubicBezTo>
                  <a:cubicBezTo>
                    <a:pt x="77850" y="244519"/>
                    <a:pt x="82085" y="205488"/>
                    <a:pt x="82085" y="1759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6" name="Freeform: Shape 1945">
              <a:extLst>
                <a:ext uri="{FF2B5EF4-FFF2-40B4-BE49-F238E27FC236}">
                  <a16:creationId xmlns:a16="http://schemas.microsoft.com/office/drawing/2014/main" id="{59CB2FD1-AABF-9800-FC99-8B247C381992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9903840" y="5630007"/>
              <a:ext cx="81883" cy="351630"/>
            </a:xfrm>
            <a:custGeom>
              <a:avLst/>
              <a:gdLst>
                <a:gd name="connsiteX0" fmla="*/ 82089 w 81883"/>
                <a:gd name="connsiteY0" fmla="*/ 348250 h 351630"/>
                <a:gd name="connsiteX1" fmla="*/ 76089 w 81883"/>
                <a:gd name="connsiteY1" fmla="*/ 340514 h 351630"/>
                <a:gd name="connsiteX2" fmla="*/ 20676 w 81883"/>
                <a:gd name="connsiteY2" fmla="*/ 175951 h 351630"/>
                <a:gd name="connsiteX3" fmla="*/ 77501 w 81883"/>
                <a:gd name="connsiteY3" fmla="*/ 9630 h 351630"/>
                <a:gd name="connsiteX4" fmla="*/ 82089 w 81883"/>
                <a:gd name="connsiteY4" fmla="*/ 3652 h 351630"/>
                <a:gd name="connsiteX5" fmla="*/ 78560 w 81883"/>
                <a:gd name="connsiteY5" fmla="*/ 136 h 351630"/>
                <a:gd name="connsiteX6" fmla="*/ 22441 w 81883"/>
                <a:gd name="connsiteY6" fmla="*/ 68704 h 351630"/>
                <a:gd name="connsiteX7" fmla="*/ 205 w 81883"/>
                <a:gd name="connsiteY7" fmla="*/ 175951 h 351630"/>
                <a:gd name="connsiteX8" fmla="*/ 23500 w 81883"/>
                <a:gd name="connsiteY8" fmla="*/ 285660 h 351630"/>
                <a:gd name="connsiteX9" fmla="*/ 78560 w 81883"/>
                <a:gd name="connsiteY9" fmla="*/ 351766 h 351630"/>
                <a:gd name="connsiteX10" fmla="*/ 82089 w 81883"/>
                <a:gd name="connsiteY10" fmla="*/ 34825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9" y="348250"/>
                  </a:moveTo>
                  <a:cubicBezTo>
                    <a:pt x="82089" y="347195"/>
                    <a:pt x="82089" y="346492"/>
                    <a:pt x="76089" y="340514"/>
                  </a:cubicBezTo>
                  <a:cubicBezTo>
                    <a:pt x="31971" y="296209"/>
                    <a:pt x="20676" y="229751"/>
                    <a:pt x="20676" y="175951"/>
                  </a:cubicBezTo>
                  <a:cubicBezTo>
                    <a:pt x="20676" y="114767"/>
                    <a:pt x="34088" y="53583"/>
                    <a:pt x="77501" y="9630"/>
                  </a:cubicBezTo>
                  <a:cubicBezTo>
                    <a:pt x="82089" y="5410"/>
                    <a:pt x="82089" y="4707"/>
                    <a:pt x="82089" y="3652"/>
                  </a:cubicBezTo>
                  <a:cubicBezTo>
                    <a:pt x="82089" y="1190"/>
                    <a:pt x="80677" y="136"/>
                    <a:pt x="78560" y="136"/>
                  </a:cubicBezTo>
                  <a:cubicBezTo>
                    <a:pt x="75030" y="136"/>
                    <a:pt x="43265" y="24046"/>
                    <a:pt x="22441" y="68704"/>
                  </a:cubicBezTo>
                  <a:cubicBezTo>
                    <a:pt x="4441" y="107383"/>
                    <a:pt x="205" y="146414"/>
                    <a:pt x="205" y="175951"/>
                  </a:cubicBezTo>
                  <a:cubicBezTo>
                    <a:pt x="205" y="203378"/>
                    <a:pt x="4088" y="245926"/>
                    <a:pt x="23500" y="285660"/>
                  </a:cubicBezTo>
                  <a:cubicBezTo>
                    <a:pt x="44677" y="328910"/>
                    <a:pt x="75030" y="351766"/>
                    <a:pt x="78560" y="351766"/>
                  </a:cubicBezTo>
                  <a:cubicBezTo>
                    <a:pt x="80677" y="351766"/>
                    <a:pt x="82089" y="350712"/>
                    <a:pt x="82089" y="34825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7" name="Freeform: Shape 1946">
              <a:extLst>
                <a:ext uri="{FF2B5EF4-FFF2-40B4-BE49-F238E27FC236}">
                  <a16:creationId xmlns:a16="http://schemas.microsoft.com/office/drawing/2014/main" id="{25EC4AD6-6F03-8C9C-C8B8-FA25DAA558B1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9996822" y="5738660"/>
              <a:ext cx="167297" cy="158937"/>
            </a:xfrm>
            <a:custGeom>
              <a:avLst/>
              <a:gdLst>
                <a:gd name="connsiteX0" fmla="*/ 151623 w 167297"/>
                <a:gd name="connsiteY0" fmla="*/ 116174 h 158937"/>
                <a:gd name="connsiteX1" fmla="*/ 143858 w 167297"/>
                <a:gd name="connsiteY1" fmla="*/ 125669 h 158937"/>
                <a:gd name="connsiteX2" fmla="*/ 127623 w 167297"/>
                <a:gd name="connsiteY2" fmla="*/ 139734 h 158937"/>
                <a:gd name="connsiteX3" fmla="*/ 116681 w 167297"/>
                <a:gd name="connsiteY3" fmla="*/ 125317 h 158937"/>
                <a:gd name="connsiteX4" fmla="*/ 115270 w 167297"/>
                <a:gd name="connsiteY4" fmla="*/ 119339 h 158937"/>
                <a:gd name="connsiteX5" fmla="*/ 102563 w 167297"/>
                <a:gd name="connsiteY5" fmla="*/ 62375 h 158937"/>
                <a:gd name="connsiteX6" fmla="*/ 137152 w 167297"/>
                <a:gd name="connsiteY6" fmla="*/ 19828 h 158937"/>
                <a:gd name="connsiteX7" fmla="*/ 145623 w 167297"/>
                <a:gd name="connsiteY7" fmla="*/ 22641 h 158937"/>
                <a:gd name="connsiteX8" fmla="*/ 155153 w 167297"/>
                <a:gd name="connsiteY8" fmla="*/ 25805 h 158937"/>
                <a:gd name="connsiteX9" fmla="*/ 167506 w 167297"/>
                <a:gd name="connsiteY9" fmla="*/ 13147 h 158937"/>
                <a:gd name="connsiteX10" fmla="*/ 153035 w 167297"/>
                <a:gd name="connsiteY10" fmla="*/ 136 h 158937"/>
                <a:gd name="connsiteX11" fmla="*/ 99740 w 167297"/>
                <a:gd name="connsiteY11" fmla="*/ 50419 h 158937"/>
                <a:gd name="connsiteX12" fmla="*/ 95857 w 167297"/>
                <a:gd name="connsiteY12" fmla="*/ 31080 h 158937"/>
                <a:gd name="connsiteX13" fmla="*/ 77504 w 167297"/>
                <a:gd name="connsiteY13" fmla="*/ 136 h 158937"/>
                <a:gd name="connsiteX14" fmla="*/ 36209 w 167297"/>
                <a:gd name="connsiteY14" fmla="*/ 10334 h 158937"/>
                <a:gd name="connsiteX15" fmla="*/ 32327 w 167297"/>
                <a:gd name="connsiteY15" fmla="*/ 11740 h 158937"/>
                <a:gd name="connsiteX16" fmla="*/ 33739 w 167297"/>
                <a:gd name="connsiteY16" fmla="*/ 17015 h 158937"/>
                <a:gd name="connsiteX17" fmla="*/ 53504 w 167297"/>
                <a:gd name="connsiteY17" fmla="*/ 13147 h 158937"/>
                <a:gd name="connsiteX18" fmla="*/ 69386 w 167297"/>
                <a:gd name="connsiteY18" fmla="*/ 37409 h 158937"/>
                <a:gd name="connsiteX19" fmla="*/ 79622 w 167297"/>
                <a:gd name="connsiteY19" fmla="*/ 80660 h 158937"/>
                <a:gd name="connsiteX20" fmla="*/ 50680 w 167297"/>
                <a:gd name="connsiteY20" fmla="*/ 121801 h 158937"/>
                <a:gd name="connsiteX21" fmla="*/ 32680 w 167297"/>
                <a:gd name="connsiteY21" fmla="*/ 138679 h 158937"/>
                <a:gd name="connsiteX22" fmla="*/ 23503 w 167297"/>
                <a:gd name="connsiteY22" fmla="*/ 135514 h 158937"/>
                <a:gd name="connsiteX23" fmla="*/ 12209 w 167297"/>
                <a:gd name="connsiteY23" fmla="*/ 131998 h 158937"/>
                <a:gd name="connsiteX24" fmla="*/ 209 w 167297"/>
                <a:gd name="connsiteY24" fmla="*/ 144305 h 158937"/>
                <a:gd name="connsiteX25" fmla="*/ 17856 w 167297"/>
                <a:gd name="connsiteY25" fmla="*/ 159073 h 158937"/>
                <a:gd name="connsiteX26" fmla="*/ 50680 w 167297"/>
                <a:gd name="connsiteY26" fmla="*/ 134459 h 158937"/>
                <a:gd name="connsiteX27" fmla="*/ 82445 w 167297"/>
                <a:gd name="connsiteY27" fmla="*/ 93318 h 158937"/>
                <a:gd name="connsiteX28" fmla="*/ 93034 w 167297"/>
                <a:gd name="connsiteY28" fmla="*/ 135514 h 158937"/>
                <a:gd name="connsiteX29" fmla="*/ 113505 w 167297"/>
                <a:gd name="connsiteY29" fmla="*/ 159073 h 158937"/>
                <a:gd name="connsiteX30" fmla="*/ 156565 w 167297"/>
                <a:gd name="connsiteY30" fmla="*/ 118988 h 158937"/>
                <a:gd name="connsiteX31" fmla="*/ 151623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23" y="116174"/>
                  </a:moveTo>
                  <a:cubicBezTo>
                    <a:pt x="148800" y="119339"/>
                    <a:pt x="147035" y="121449"/>
                    <a:pt x="143858" y="125669"/>
                  </a:cubicBezTo>
                  <a:cubicBezTo>
                    <a:pt x="135741" y="136217"/>
                    <a:pt x="131505" y="139734"/>
                    <a:pt x="127623" y="139734"/>
                  </a:cubicBezTo>
                  <a:cubicBezTo>
                    <a:pt x="122329" y="139734"/>
                    <a:pt x="119152" y="135163"/>
                    <a:pt x="116681" y="125317"/>
                  </a:cubicBezTo>
                  <a:cubicBezTo>
                    <a:pt x="115975" y="122504"/>
                    <a:pt x="115623" y="120394"/>
                    <a:pt x="115270" y="119339"/>
                  </a:cubicBezTo>
                  <a:cubicBezTo>
                    <a:pt x="106446" y="83824"/>
                    <a:pt x="102563" y="67649"/>
                    <a:pt x="102563" y="62375"/>
                  </a:cubicBezTo>
                  <a:cubicBezTo>
                    <a:pt x="118093" y="35299"/>
                    <a:pt x="130799" y="19828"/>
                    <a:pt x="137152" y="19828"/>
                  </a:cubicBezTo>
                  <a:cubicBezTo>
                    <a:pt x="139270" y="19828"/>
                    <a:pt x="142094" y="20882"/>
                    <a:pt x="145623" y="22641"/>
                  </a:cubicBezTo>
                  <a:cubicBezTo>
                    <a:pt x="149859" y="25102"/>
                    <a:pt x="152329" y="25805"/>
                    <a:pt x="155153" y="25805"/>
                  </a:cubicBezTo>
                  <a:cubicBezTo>
                    <a:pt x="162565" y="25805"/>
                    <a:pt x="167506" y="20531"/>
                    <a:pt x="167506" y="13147"/>
                  </a:cubicBezTo>
                  <a:cubicBezTo>
                    <a:pt x="167506" y="5762"/>
                    <a:pt x="161506" y="136"/>
                    <a:pt x="153035" y="136"/>
                  </a:cubicBezTo>
                  <a:cubicBezTo>
                    <a:pt x="137505" y="136"/>
                    <a:pt x="124093" y="12795"/>
                    <a:pt x="99740" y="50419"/>
                  </a:cubicBezTo>
                  <a:lnTo>
                    <a:pt x="95857" y="31080"/>
                  </a:lnTo>
                  <a:cubicBezTo>
                    <a:pt x="90916" y="7169"/>
                    <a:pt x="87034" y="136"/>
                    <a:pt x="77504" y="136"/>
                  </a:cubicBezTo>
                  <a:cubicBezTo>
                    <a:pt x="69739" y="136"/>
                    <a:pt x="57739" y="3301"/>
                    <a:pt x="36209" y="10334"/>
                  </a:cubicBezTo>
                  <a:lnTo>
                    <a:pt x="32327" y="11740"/>
                  </a:lnTo>
                  <a:lnTo>
                    <a:pt x="33739" y="17015"/>
                  </a:lnTo>
                  <a:cubicBezTo>
                    <a:pt x="47151" y="13850"/>
                    <a:pt x="50327" y="13147"/>
                    <a:pt x="53504" y="13147"/>
                  </a:cubicBezTo>
                  <a:cubicBezTo>
                    <a:pt x="62327" y="13147"/>
                    <a:pt x="64445" y="16311"/>
                    <a:pt x="69386" y="37409"/>
                  </a:cubicBezTo>
                  <a:lnTo>
                    <a:pt x="79622" y="80660"/>
                  </a:lnTo>
                  <a:lnTo>
                    <a:pt x="50680" y="121801"/>
                  </a:lnTo>
                  <a:cubicBezTo>
                    <a:pt x="43621" y="132350"/>
                    <a:pt x="36562" y="138679"/>
                    <a:pt x="32680" y="138679"/>
                  </a:cubicBezTo>
                  <a:cubicBezTo>
                    <a:pt x="30562" y="138679"/>
                    <a:pt x="27033" y="137624"/>
                    <a:pt x="23503" y="135514"/>
                  </a:cubicBezTo>
                  <a:cubicBezTo>
                    <a:pt x="18915" y="133053"/>
                    <a:pt x="15032" y="131998"/>
                    <a:pt x="12209" y="131998"/>
                  </a:cubicBezTo>
                  <a:cubicBezTo>
                    <a:pt x="5503" y="131998"/>
                    <a:pt x="209" y="137272"/>
                    <a:pt x="209" y="144305"/>
                  </a:cubicBezTo>
                  <a:cubicBezTo>
                    <a:pt x="209" y="153447"/>
                    <a:pt x="7267" y="159073"/>
                    <a:pt x="17856" y="159073"/>
                  </a:cubicBezTo>
                  <a:cubicBezTo>
                    <a:pt x="28797" y="159073"/>
                    <a:pt x="33033" y="155909"/>
                    <a:pt x="50680" y="134459"/>
                  </a:cubicBezTo>
                  <a:cubicBezTo>
                    <a:pt x="60210" y="123207"/>
                    <a:pt x="67622" y="113713"/>
                    <a:pt x="82445" y="93318"/>
                  </a:cubicBezTo>
                  <a:lnTo>
                    <a:pt x="93034" y="135514"/>
                  </a:lnTo>
                  <a:cubicBezTo>
                    <a:pt x="97622" y="153447"/>
                    <a:pt x="102211" y="159073"/>
                    <a:pt x="113505" y="159073"/>
                  </a:cubicBezTo>
                  <a:cubicBezTo>
                    <a:pt x="126917" y="159073"/>
                    <a:pt x="136094" y="150634"/>
                    <a:pt x="156565" y="118988"/>
                  </a:cubicBezTo>
                  <a:lnTo>
                    <a:pt x="151623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8" name="Freeform: Shape 1947">
              <a:extLst>
                <a:ext uri="{FF2B5EF4-FFF2-40B4-BE49-F238E27FC236}">
                  <a16:creationId xmlns:a16="http://schemas.microsoft.com/office/drawing/2014/main" id="{620EA86F-E32D-66ED-2CA1-26AA545EA406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0243203" y="5798789"/>
              <a:ext cx="215651" cy="14065"/>
            </a:xfrm>
            <a:custGeom>
              <a:avLst/>
              <a:gdLst>
                <a:gd name="connsiteX0" fmla="*/ 203512 w 215651"/>
                <a:gd name="connsiteY0" fmla="*/ 14201 h 14065"/>
                <a:gd name="connsiteX1" fmla="*/ 215866 w 215651"/>
                <a:gd name="connsiteY1" fmla="*/ 7169 h 14065"/>
                <a:gd name="connsiteX2" fmla="*/ 203512 w 215651"/>
                <a:gd name="connsiteY2" fmla="*/ 136 h 14065"/>
                <a:gd name="connsiteX3" fmla="*/ 12568 w 215651"/>
                <a:gd name="connsiteY3" fmla="*/ 136 h 14065"/>
                <a:gd name="connsiteX4" fmla="*/ 214 w 215651"/>
                <a:gd name="connsiteY4" fmla="*/ 7169 h 14065"/>
                <a:gd name="connsiteX5" fmla="*/ 12568 w 215651"/>
                <a:gd name="connsiteY5" fmla="*/ 14201 h 14065"/>
                <a:gd name="connsiteX6" fmla="*/ 203512 w 215651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201"/>
                  </a:moveTo>
                  <a:cubicBezTo>
                    <a:pt x="209513" y="14201"/>
                    <a:pt x="215866" y="14201"/>
                    <a:pt x="215866" y="7169"/>
                  </a:cubicBezTo>
                  <a:cubicBezTo>
                    <a:pt x="215866" y="136"/>
                    <a:pt x="209513" y="136"/>
                    <a:pt x="203512" y="136"/>
                  </a:cubicBezTo>
                  <a:lnTo>
                    <a:pt x="12568" y="136"/>
                  </a:lnTo>
                  <a:cubicBezTo>
                    <a:pt x="6567" y="136"/>
                    <a:pt x="214" y="136"/>
                    <a:pt x="214" y="7169"/>
                  </a:cubicBezTo>
                  <a:cubicBezTo>
                    <a:pt x="214" y="14201"/>
                    <a:pt x="6567" y="14201"/>
                    <a:pt x="12568" y="14201"/>
                  </a:cubicBezTo>
                  <a:lnTo>
                    <a:pt x="203512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9" name="Freeform: Shape 1948">
              <a:extLst>
                <a:ext uri="{FF2B5EF4-FFF2-40B4-BE49-F238E27FC236}">
                  <a16:creationId xmlns:a16="http://schemas.microsoft.com/office/drawing/2014/main" id="{01933051-3718-52DC-373F-BDA508B3DA81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0528847" y="5738660"/>
              <a:ext cx="167297" cy="158937"/>
            </a:xfrm>
            <a:custGeom>
              <a:avLst/>
              <a:gdLst>
                <a:gd name="connsiteX0" fmla="*/ 151638 w 167297"/>
                <a:gd name="connsiteY0" fmla="*/ 116174 h 158937"/>
                <a:gd name="connsiteX1" fmla="*/ 143873 w 167297"/>
                <a:gd name="connsiteY1" fmla="*/ 125669 h 158937"/>
                <a:gd name="connsiteX2" fmla="*/ 127638 w 167297"/>
                <a:gd name="connsiteY2" fmla="*/ 139734 h 158937"/>
                <a:gd name="connsiteX3" fmla="*/ 116696 w 167297"/>
                <a:gd name="connsiteY3" fmla="*/ 125317 h 158937"/>
                <a:gd name="connsiteX4" fmla="*/ 115285 w 167297"/>
                <a:gd name="connsiteY4" fmla="*/ 119339 h 158937"/>
                <a:gd name="connsiteX5" fmla="*/ 102578 w 167297"/>
                <a:gd name="connsiteY5" fmla="*/ 62375 h 158937"/>
                <a:gd name="connsiteX6" fmla="*/ 137167 w 167297"/>
                <a:gd name="connsiteY6" fmla="*/ 19828 h 158937"/>
                <a:gd name="connsiteX7" fmla="*/ 145638 w 167297"/>
                <a:gd name="connsiteY7" fmla="*/ 22641 h 158937"/>
                <a:gd name="connsiteX8" fmla="*/ 155168 w 167297"/>
                <a:gd name="connsiteY8" fmla="*/ 25805 h 158937"/>
                <a:gd name="connsiteX9" fmla="*/ 167521 w 167297"/>
                <a:gd name="connsiteY9" fmla="*/ 13147 h 158937"/>
                <a:gd name="connsiteX10" fmla="*/ 153050 w 167297"/>
                <a:gd name="connsiteY10" fmla="*/ 136 h 158937"/>
                <a:gd name="connsiteX11" fmla="*/ 99755 w 167297"/>
                <a:gd name="connsiteY11" fmla="*/ 50419 h 158937"/>
                <a:gd name="connsiteX12" fmla="*/ 95872 w 167297"/>
                <a:gd name="connsiteY12" fmla="*/ 31080 h 158937"/>
                <a:gd name="connsiteX13" fmla="*/ 77519 w 167297"/>
                <a:gd name="connsiteY13" fmla="*/ 136 h 158937"/>
                <a:gd name="connsiteX14" fmla="*/ 36224 w 167297"/>
                <a:gd name="connsiteY14" fmla="*/ 10334 h 158937"/>
                <a:gd name="connsiteX15" fmla="*/ 32342 w 167297"/>
                <a:gd name="connsiteY15" fmla="*/ 11740 h 158937"/>
                <a:gd name="connsiteX16" fmla="*/ 33754 w 167297"/>
                <a:gd name="connsiteY16" fmla="*/ 17015 h 158937"/>
                <a:gd name="connsiteX17" fmla="*/ 53519 w 167297"/>
                <a:gd name="connsiteY17" fmla="*/ 13147 h 158937"/>
                <a:gd name="connsiteX18" fmla="*/ 69401 w 167297"/>
                <a:gd name="connsiteY18" fmla="*/ 37409 h 158937"/>
                <a:gd name="connsiteX19" fmla="*/ 79637 w 167297"/>
                <a:gd name="connsiteY19" fmla="*/ 80660 h 158937"/>
                <a:gd name="connsiteX20" fmla="*/ 50695 w 167297"/>
                <a:gd name="connsiteY20" fmla="*/ 121801 h 158937"/>
                <a:gd name="connsiteX21" fmla="*/ 32695 w 167297"/>
                <a:gd name="connsiteY21" fmla="*/ 138679 h 158937"/>
                <a:gd name="connsiteX22" fmla="*/ 23518 w 167297"/>
                <a:gd name="connsiteY22" fmla="*/ 135514 h 158937"/>
                <a:gd name="connsiteX23" fmla="*/ 12224 w 167297"/>
                <a:gd name="connsiteY23" fmla="*/ 131998 h 158937"/>
                <a:gd name="connsiteX24" fmla="*/ 223 w 167297"/>
                <a:gd name="connsiteY24" fmla="*/ 144305 h 158937"/>
                <a:gd name="connsiteX25" fmla="*/ 17871 w 167297"/>
                <a:gd name="connsiteY25" fmla="*/ 159073 h 158937"/>
                <a:gd name="connsiteX26" fmla="*/ 50695 w 167297"/>
                <a:gd name="connsiteY26" fmla="*/ 134459 h 158937"/>
                <a:gd name="connsiteX27" fmla="*/ 82460 w 167297"/>
                <a:gd name="connsiteY27" fmla="*/ 93318 h 158937"/>
                <a:gd name="connsiteX28" fmla="*/ 93049 w 167297"/>
                <a:gd name="connsiteY28" fmla="*/ 135514 h 158937"/>
                <a:gd name="connsiteX29" fmla="*/ 113520 w 167297"/>
                <a:gd name="connsiteY29" fmla="*/ 159073 h 158937"/>
                <a:gd name="connsiteX30" fmla="*/ 156580 w 167297"/>
                <a:gd name="connsiteY30" fmla="*/ 118988 h 158937"/>
                <a:gd name="connsiteX31" fmla="*/ 151638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174"/>
                  </a:moveTo>
                  <a:cubicBezTo>
                    <a:pt x="148815" y="119339"/>
                    <a:pt x="147050" y="121449"/>
                    <a:pt x="143873" y="125669"/>
                  </a:cubicBezTo>
                  <a:cubicBezTo>
                    <a:pt x="135756" y="136217"/>
                    <a:pt x="131520" y="139734"/>
                    <a:pt x="127638" y="139734"/>
                  </a:cubicBezTo>
                  <a:cubicBezTo>
                    <a:pt x="122344" y="139734"/>
                    <a:pt x="119167" y="135163"/>
                    <a:pt x="116696" y="125317"/>
                  </a:cubicBezTo>
                  <a:cubicBezTo>
                    <a:pt x="115990" y="122504"/>
                    <a:pt x="115638" y="120394"/>
                    <a:pt x="115285" y="119339"/>
                  </a:cubicBezTo>
                  <a:cubicBezTo>
                    <a:pt x="106461" y="83824"/>
                    <a:pt x="102578" y="67649"/>
                    <a:pt x="102578" y="62375"/>
                  </a:cubicBezTo>
                  <a:cubicBezTo>
                    <a:pt x="118108" y="35299"/>
                    <a:pt x="130814" y="19828"/>
                    <a:pt x="137167" y="19828"/>
                  </a:cubicBezTo>
                  <a:cubicBezTo>
                    <a:pt x="139285" y="19828"/>
                    <a:pt x="142109" y="20882"/>
                    <a:pt x="145638" y="22641"/>
                  </a:cubicBezTo>
                  <a:cubicBezTo>
                    <a:pt x="149873" y="25102"/>
                    <a:pt x="152344" y="25805"/>
                    <a:pt x="155168" y="25805"/>
                  </a:cubicBezTo>
                  <a:cubicBezTo>
                    <a:pt x="162580" y="25805"/>
                    <a:pt x="167521" y="20531"/>
                    <a:pt x="167521" y="13147"/>
                  </a:cubicBezTo>
                  <a:cubicBezTo>
                    <a:pt x="167521" y="5762"/>
                    <a:pt x="161521" y="136"/>
                    <a:pt x="153050" y="136"/>
                  </a:cubicBezTo>
                  <a:cubicBezTo>
                    <a:pt x="137520" y="136"/>
                    <a:pt x="124108" y="12795"/>
                    <a:pt x="99755" y="50419"/>
                  </a:cubicBezTo>
                  <a:lnTo>
                    <a:pt x="95872" y="31080"/>
                  </a:lnTo>
                  <a:cubicBezTo>
                    <a:pt x="90931" y="7169"/>
                    <a:pt x="87049" y="136"/>
                    <a:pt x="77519" y="136"/>
                  </a:cubicBezTo>
                  <a:cubicBezTo>
                    <a:pt x="69754" y="136"/>
                    <a:pt x="57754" y="3301"/>
                    <a:pt x="36224" y="10334"/>
                  </a:cubicBezTo>
                  <a:lnTo>
                    <a:pt x="32342" y="11740"/>
                  </a:lnTo>
                  <a:lnTo>
                    <a:pt x="33754" y="17015"/>
                  </a:lnTo>
                  <a:cubicBezTo>
                    <a:pt x="47166" y="13850"/>
                    <a:pt x="50342" y="13147"/>
                    <a:pt x="53519" y="13147"/>
                  </a:cubicBezTo>
                  <a:cubicBezTo>
                    <a:pt x="62342" y="13147"/>
                    <a:pt x="64460" y="16311"/>
                    <a:pt x="69401" y="37409"/>
                  </a:cubicBezTo>
                  <a:lnTo>
                    <a:pt x="79637" y="80660"/>
                  </a:lnTo>
                  <a:lnTo>
                    <a:pt x="50695" y="121801"/>
                  </a:lnTo>
                  <a:cubicBezTo>
                    <a:pt x="43636" y="132350"/>
                    <a:pt x="36577" y="138679"/>
                    <a:pt x="32695" y="138679"/>
                  </a:cubicBezTo>
                  <a:cubicBezTo>
                    <a:pt x="30577" y="138679"/>
                    <a:pt x="27048" y="137624"/>
                    <a:pt x="23518" y="135514"/>
                  </a:cubicBezTo>
                  <a:cubicBezTo>
                    <a:pt x="18930" y="133053"/>
                    <a:pt x="15047" y="131998"/>
                    <a:pt x="12224" y="131998"/>
                  </a:cubicBezTo>
                  <a:cubicBezTo>
                    <a:pt x="5518" y="131998"/>
                    <a:pt x="223" y="137272"/>
                    <a:pt x="223" y="144305"/>
                  </a:cubicBezTo>
                  <a:cubicBezTo>
                    <a:pt x="223" y="153447"/>
                    <a:pt x="7282" y="159073"/>
                    <a:pt x="17871" y="159073"/>
                  </a:cubicBezTo>
                  <a:cubicBezTo>
                    <a:pt x="28812" y="159073"/>
                    <a:pt x="33048" y="155909"/>
                    <a:pt x="50695" y="134459"/>
                  </a:cubicBezTo>
                  <a:cubicBezTo>
                    <a:pt x="60225" y="123207"/>
                    <a:pt x="67637" y="113713"/>
                    <a:pt x="82460" y="93318"/>
                  </a:cubicBezTo>
                  <a:lnTo>
                    <a:pt x="93049" y="135514"/>
                  </a:lnTo>
                  <a:cubicBezTo>
                    <a:pt x="97637" y="153447"/>
                    <a:pt x="102225" y="159073"/>
                    <a:pt x="113520" y="159073"/>
                  </a:cubicBezTo>
                  <a:cubicBezTo>
                    <a:pt x="126932" y="159073"/>
                    <a:pt x="136108" y="150634"/>
                    <a:pt x="156580" y="118988"/>
                  </a:cubicBezTo>
                  <a:lnTo>
                    <a:pt x="151638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0" name="Freeform: Shape 1949">
              <a:extLst>
                <a:ext uri="{FF2B5EF4-FFF2-40B4-BE49-F238E27FC236}">
                  <a16:creationId xmlns:a16="http://schemas.microsoft.com/office/drawing/2014/main" id="{D139F63D-DEAA-0587-1E22-6FD588E2792C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0724662" y="5771147"/>
              <a:ext cx="73914" cy="175899"/>
            </a:xfrm>
            <a:custGeom>
              <a:avLst/>
              <a:gdLst>
                <a:gd name="connsiteX0" fmla="*/ 47240 w 73914"/>
                <a:gd name="connsiteY0" fmla="*/ 139 h 175899"/>
                <a:gd name="connsiteX1" fmla="*/ 227 w 73914"/>
                <a:gd name="connsiteY1" fmla="*/ 23817 h 175899"/>
                <a:gd name="connsiteX2" fmla="*/ 227 w 73914"/>
                <a:gd name="connsiteY2" fmla="*/ 27460 h 175899"/>
                <a:gd name="connsiteX3" fmla="*/ 7279 w 73914"/>
                <a:gd name="connsiteY3" fmla="*/ 24598 h 175899"/>
                <a:gd name="connsiteX4" fmla="*/ 19032 w 73914"/>
                <a:gd name="connsiteY4" fmla="*/ 21736 h 175899"/>
                <a:gd name="connsiteX5" fmla="*/ 26868 w 73914"/>
                <a:gd name="connsiteY5" fmla="*/ 33965 h 175899"/>
                <a:gd name="connsiteX6" fmla="*/ 26868 w 73914"/>
                <a:gd name="connsiteY6" fmla="*/ 151839 h 175899"/>
                <a:gd name="connsiteX7" fmla="*/ 20599 w 73914"/>
                <a:gd name="connsiteY7" fmla="*/ 168752 h 175899"/>
                <a:gd name="connsiteX8" fmla="*/ 2056 w 73914"/>
                <a:gd name="connsiteY8" fmla="*/ 172135 h 175899"/>
                <a:gd name="connsiteX9" fmla="*/ 2056 w 73914"/>
                <a:gd name="connsiteY9" fmla="*/ 176038 h 175899"/>
                <a:gd name="connsiteX10" fmla="*/ 74142 w 73914"/>
                <a:gd name="connsiteY10" fmla="*/ 176038 h 175899"/>
                <a:gd name="connsiteX11" fmla="*/ 74142 w 73914"/>
                <a:gd name="connsiteY11" fmla="*/ 172135 h 175899"/>
                <a:gd name="connsiteX12" fmla="*/ 49329 w 73914"/>
                <a:gd name="connsiteY12" fmla="*/ 156783 h 175899"/>
                <a:gd name="connsiteX13" fmla="*/ 49329 w 73914"/>
                <a:gd name="connsiteY13" fmla="*/ 659 h 175899"/>
                <a:gd name="connsiteX14" fmla="*/ 47240 w 73914"/>
                <a:gd name="connsiteY14" fmla="*/ 13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40" y="139"/>
                  </a:moveTo>
                  <a:lnTo>
                    <a:pt x="227" y="23817"/>
                  </a:lnTo>
                  <a:lnTo>
                    <a:pt x="227" y="27460"/>
                  </a:lnTo>
                  <a:cubicBezTo>
                    <a:pt x="3361" y="26159"/>
                    <a:pt x="6234" y="25118"/>
                    <a:pt x="7279" y="24598"/>
                  </a:cubicBezTo>
                  <a:cubicBezTo>
                    <a:pt x="11980" y="22777"/>
                    <a:pt x="16421" y="21736"/>
                    <a:pt x="19032" y="21736"/>
                  </a:cubicBezTo>
                  <a:cubicBezTo>
                    <a:pt x="24517" y="21736"/>
                    <a:pt x="26868" y="25639"/>
                    <a:pt x="26868" y="33965"/>
                  </a:cubicBezTo>
                  <a:lnTo>
                    <a:pt x="26868" y="151839"/>
                  </a:lnTo>
                  <a:cubicBezTo>
                    <a:pt x="26868" y="160426"/>
                    <a:pt x="24778" y="166411"/>
                    <a:pt x="20599" y="168752"/>
                  </a:cubicBezTo>
                  <a:cubicBezTo>
                    <a:pt x="16682" y="171094"/>
                    <a:pt x="13025" y="171875"/>
                    <a:pt x="2056" y="172135"/>
                  </a:cubicBezTo>
                  <a:lnTo>
                    <a:pt x="2056" y="176038"/>
                  </a:lnTo>
                  <a:lnTo>
                    <a:pt x="74142" y="176038"/>
                  </a:lnTo>
                  <a:lnTo>
                    <a:pt x="74142" y="172135"/>
                  </a:lnTo>
                  <a:cubicBezTo>
                    <a:pt x="53508" y="171875"/>
                    <a:pt x="49329" y="169273"/>
                    <a:pt x="49329" y="156783"/>
                  </a:cubicBezTo>
                  <a:lnTo>
                    <a:pt x="49329" y="659"/>
                  </a:lnTo>
                  <a:lnTo>
                    <a:pt x="47240" y="13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1" name="Freeform: Shape 1950">
              <a:extLst>
                <a:ext uri="{FF2B5EF4-FFF2-40B4-BE49-F238E27FC236}">
                  <a16:creationId xmlns:a16="http://schemas.microsoft.com/office/drawing/2014/main" id="{33CF868A-A70B-5BB4-F24A-1870BA4F5C22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0864583" y="5630007"/>
              <a:ext cx="81883" cy="351630"/>
            </a:xfrm>
            <a:custGeom>
              <a:avLst/>
              <a:gdLst>
                <a:gd name="connsiteX0" fmla="*/ 82116 w 81883"/>
                <a:gd name="connsiteY0" fmla="*/ 175951 h 351630"/>
                <a:gd name="connsiteX1" fmla="*/ 58822 w 81883"/>
                <a:gd name="connsiteY1" fmla="*/ 66242 h 351630"/>
                <a:gd name="connsiteX2" fmla="*/ 3762 w 81883"/>
                <a:gd name="connsiteY2" fmla="*/ 136 h 351630"/>
                <a:gd name="connsiteX3" fmla="*/ 233 w 81883"/>
                <a:gd name="connsiteY3" fmla="*/ 3652 h 351630"/>
                <a:gd name="connsiteX4" fmla="*/ 6939 w 81883"/>
                <a:gd name="connsiteY4" fmla="*/ 11739 h 351630"/>
                <a:gd name="connsiteX5" fmla="*/ 61646 w 81883"/>
                <a:gd name="connsiteY5" fmla="*/ 175951 h 351630"/>
                <a:gd name="connsiteX6" fmla="*/ 4821 w 81883"/>
                <a:gd name="connsiteY6" fmla="*/ 342272 h 351630"/>
                <a:gd name="connsiteX7" fmla="*/ 233 w 81883"/>
                <a:gd name="connsiteY7" fmla="*/ 348250 h 351630"/>
                <a:gd name="connsiteX8" fmla="*/ 3762 w 81883"/>
                <a:gd name="connsiteY8" fmla="*/ 351766 h 351630"/>
                <a:gd name="connsiteX9" fmla="*/ 59881 w 81883"/>
                <a:gd name="connsiteY9" fmla="*/ 283198 h 351630"/>
                <a:gd name="connsiteX10" fmla="*/ 82116 w 81883"/>
                <a:gd name="connsiteY10" fmla="*/ 17595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5951"/>
                  </a:moveTo>
                  <a:cubicBezTo>
                    <a:pt x="82116" y="148524"/>
                    <a:pt x="78234" y="105976"/>
                    <a:pt x="58822" y="66242"/>
                  </a:cubicBezTo>
                  <a:cubicBezTo>
                    <a:pt x="37645" y="22992"/>
                    <a:pt x="7292" y="136"/>
                    <a:pt x="3762" y="136"/>
                  </a:cubicBezTo>
                  <a:cubicBezTo>
                    <a:pt x="1644" y="136"/>
                    <a:pt x="233" y="1542"/>
                    <a:pt x="233" y="3652"/>
                  </a:cubicBezTo>
                  <a:cubicBezTo>
                    <a:pt x="233" y="4707"/>
                    <a:pt x="233" y="5410"/>
                    <a:pt x="6939" y="11739"/>
                  </a:cubicBezTo>
                  <a:cubicBezTo>
                    <a:pt x="41527" y="46551"/>
                    <a:pt x="61646" y="102460"/>
                    <a:pt x="61646" y="175951"/>
                  </a:cubicBezTo>
                  <a:cubicBezTo>
                    <a:pt x="61646" y="236080"/>
                    <a:pt x="48586" y="297967"/>
                    <a:pt x="4821" y="342272"/>
                  </a:cubicBezTo>
                  <a:cubicBezTo>
                    <a:pt x="233" y="346492"/>
                    <a:pt x="233" y="347195"/>
                    <a:pt x="233" y="348250"/>
                  </a:cubicBezTo>
                  <a:cubicBezTo>
                    <a:pt x="233" y="350360"/>
                    <a:pt x="1644" y="351766"/>
                    <a:pt x="3762" y="351766"/>
                  </a:cubicBezTo>
                  <a:cubicBezTo>
                    <a:pt x="7292" y="351766"/>
                    <a:pt x="39057" y="327856"/>
                    <a:pt x="59881" y="283198"/>
                  </a:cubicBezTo>
                  <a:cubicBezTo>
                    <a:pt x="77881" y="244519"/>
                    <a:pt x="82116" y="205488"/>
                    <a:pt x="82116" y="1759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2" name="Freeform: Shape 1951">
              <a:extLst>
                <a:ext uri="{FF2B5EF4-FFF2-40B4-BE49-F238E27FC236}">
                  <a16:creationId xmlns:a16="http://schemas.microsoft.com/office/drawing/2014/main" id="{2DD27107-D28E-9256-E123-CFC8B6B29919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1016860" y="5630007"/>
              <a:ext cx="81883" cy="351630"/>
            </a:xfrm>
            <a:custGeom>
              <a:avLst/>
              <a:gdLst>
                <a:gd name="connsiteX0" fmla="*/ 82120 w 81883"/>
                <a:gd name="connsiteY0" fmla="*/ 348250 h 351630"/>
                <a:gd name="connsiteX1" fmla="*/ 76120 w 81883"/>
                <a:gd name="connsiteY1" fmla="*/ 340514 h 351630"/>
                <a:gd name="connsiteX2" fmla="*/ 20707 w 81883"/>
                <a:gd name="connsiteY2" fmla="*/ 175951 h 351630"/>
                <a:gd name="connsiteX3" fmla="*/ 77532 w 81883"/>
                <a:gd name="connsiteY3" fmla="*/ 9630 h 351630"/>
                <a:gd name="connsiteX4" fmla="*/ 82120 w 81883"/>
                <a:gd name="connsiteY4" fmla="*/ 3652 h 351630"/>
                <a:gd name="connsiteX5" fmla="*/ 78591 w 81883"/>
                <a:gd name="connsiteY5" fmla="*/ 136 h 351630"/>
                <a:gd name="connsiteX6" fmla="*/ 22472 w 81883"/>
                <a:gd name="connsiteY6" fmla="*/ 68704 h 351630"/>
                <a:gd name="connsiteX7" fmla="*/ 237 w 81883"/>
                <a:gd name="connsiteY7" fmla="*/ 175951 h 351630"/>
                <a:gd name="connsiteX8" fmla="*/ 23531 w 81883"/>
                <a:gd name="connsiteY8" fmla="*/ 285660 h 351630"/>
                <a:gd name="connsiteX9" fmla="*/ 78591 w 81883"/>
                <a:gd name="connsiteY9" fmla="*/ 351766 h 351630"/>
                <a:gd name="connsiteX10" fmla="*/ 82120 w 81883"/>
                <a:gd name="connsiteY10" fmla="*/ 34825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250"/>
                  </a:moveTo>
                  <a:cubicBezTo>
                    <a:pt x="82120" y="347195"/>
                    <a:pt x="82120" y="346492"/>
                    <a:pt x="76120" y="340514"/>
                  </a:cubicBezTo>
                  <a:cubicBezTo>
                    <a:pt x="32002" y="296209"/>
                    <a:pt x="20707" y="229751"/>
                    <a:pt x="20707" y="175951"/>
                  </a:cubicBezTo>
                  <a:cubicBezTo>
                    <a:pt x="20707" y="114767"/>
                    <a:pt x="34120" y="53583"/>
                    <a:pt x="77532" y="9630"/>
                  </a:cubicBezTo>
                  <a:cubicBezTo>
                    <a:pt x="82120" y="5410"/>
                    <a:pt x="82120" y="4707"/>
                    <a:pt x="82120" y="3652"/>
                  </a:cubicBezTo>
                  <a:cubicBezTo>
                    <a:pt x="82120" y="1190"/>
                    <a:pt x="80709" y="136"/>
                    <a:pt x="78591" y="136"/>
                  </a:cubicBezTo>
                  <a:cubicBezTo>
                    <a:pt x="75061" y="136"/>
                    <a:pt x="43296" y="24046"/>
                    <a:pt x="22472" y="68704"/>
                  </a:cubicBezTo>
                  <a:cubicBezTo>
                    <a:pt x="4472" y="107383"/>
                    <a:pt x="237" y="146414"/>
                    <a:pt x="237" y="175951"/>
                  </a:cubicBezTo>
                  <a:cubicBezTo>
                    <a:pt x="237" y="203378"/>
                    <a:pt x="4119" y="245926"/>
                    <a:pt x="23531" y="285660"/>
                  </a:cubicBezTo>
                  <a:cubicBezTo>
                    <a:pt x="44708" y="328910"/>
                    <a:pt x="75061" y="351766"/>
                    <a:pt x="78591" y="351766"/>
                  </a:cubicBezTo>
                  <a:cubicBezTo>
                    <a:pt x="80709" y="351766"/>
                    <a:pt x="82120" y="350712"/>
                    <a:pt x="82120" y="34825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3" name="Freeform: Shape 1952">
              <a:extLst>
                <a:ext uri="{FF2B5EF4-FFF2-40B4-BE49-F238E27FC236}">
                  <a16:creationId xmlns:a16="http://schemas.microsoft.com/office/drawing/2014/main" id="{226105B8-4680-7C29-5281-A188D15A0C9F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1109842" y="5738660"/>
              <a:ext cx="167297" cy="158937"/>
            </a:xfrm>
            <a:custGeom>
              <a:avLst/>
              <a:gdLst>
                <a:gd name="connsiteX0" fmla="*/ 151655 w 167297"/>
                <a:gd name="connsiteY0" fmla="*/ 116174 h 158937"/>
                <a:gd name="connsiteX1" fmla="*/ 143890 w 167297"/>
                <a:gd name="connsiteY1" fmla="*/ 125669 h 158937"/>
                <a:gd name="connsiteX2" fmla="*/ 127654 w 167297"/>
                <a:gd name="connsiteY2" fmla="*/ 139734 h 158937"/>
                <a:gd name="connsiteX3" fmla="*/ 116713 w 167297"/>
                <a:gd name="connsiteY3" fmla="*/ 125317 h 158937"/>
                <a:gd name="connsiteX4" fmla="*/ 115301 w 167297"/>
                <a:gd name="connsiteY4" fmla="*/ 119339 h 158937"/>
                <a:gd name="connsiteX5" fmla="*/ 102595 w 167297"/>
                <a:gd name="connsiteY5" fmla="*/ 62375 h 158937"/>
                <a:gd name="connsiteX6" fmla="*/ 137184 w 167297"/>
                <a:gd name="connsiteY6" fmla="*/ 19828 h 158937"/>
                <a:gd name="connsiteX7" fmla="*/ 145654 w 167297"/>
                <a:gd name="connsiteY7" fmla="*/ 22641 h 158937"/>
                <a:gd name="connsiteX8" fmla="*/ 155184 w 167297"/>
                <a:gd name="connsiteY8" fmla="*/ 25805 h 158937"/>
                <a:gd name="connsiteX9" fmla="*/ 167537 w 167297"/>
                <a:gd name="connsiteY9" fmla="*/ 13147 h 158937"/>
                <a:gd name="connsiteX10" fmla="*/ 153066 w 167297"/>
                <a:gd name="connsiteY10" fmla="*/ 136 h 158937"/>
                <a:gd name="connsiteX11" fmla="*/ 99771 w 167297"/>
                <a:gd name="connsiteY11" fmla="*/ 50419 h 158937"/>
                <a:gd name="connsiteX12" fmla="*/ 95889 w 167297"/>
                <a:gd name="connsiteY12" fmla="*/ 31080 h 158937"/>
                <a:gd name="connsiteX13" fmla="*/ 77535 w 167297"/>
                <a:gd name="connsiteY13" fmla="*/ 136 h 158937"/>
                <a:gd name="connsiteX14" fmla="*/ 36241 w 167297"/>
                <a:gd name="connsiteY14" fmla="*/ 10334 h 158937"/>
                <a:gd name="connsiteX15" fmla="*/ 32358 w 167297"/>
                <a:gd name="connsiteY15" fmla="*/ 11740 h 158937"/>
                <a:gd name="connsiteX16" fmla="*/ 33770 w 167297"/>
                <a:gd name="connsiteY16" fmla="*/ 17015 h 158937"/>
                <a:gd name="connsiteX17" fmla="*/ 53535 w 167297"/>
                <a:gd name="connsiteY17" fmla="*/ 13147 h 158937"/>
                <a:gd name="connsiteX18" fmla="*/ 69418 w 167297"/>
                <a:gd name="connsiteY18" fmla="*/ 37409 h 158937"/>
                <a:gd name="connsiteX19" fmla="*/ 79653 w 167297"/>
                <a:gd name="connsiteY19" fmla="*/ 80660 h 158937"/>
                <a:gd name="connsiteX20" fmla="*/ 50711 w 167297"/>
                <a:gd name="connsiteY20" fmla="*/ 121801 h 158937"/>
                <a:gd name="connsiteX21" fmla="*/ 32711 w 167297"/>
                <a:gd name="connsiteY21" fmla="*/ 138679 h 158937"/>
                <a:gd name="connsiteX22" fmla="*/ 23534 w 167297"/>
                <a:gd name="connsiteY22" fmla="*/ 135514 h 158937"/>
                <a:gd name="connsiteX23" fmla="*/ 12240 w 167297"/>
                <a:gd name="connsiteY23" fmla="*/ 131998 h 158937"/>
                <a:gd name="connsiteX24" fmla="*/ 240 w 167297"/>
                <a:gd name="connsiteY24" fmla="*/ 144305 h 158937"/>
                <a:gd name="connsiteX25" fmla="*/ 17887 w 167297"/>
                <a:gd name="connsiteY25" fmla="*/ 159073 h 158937"/>
                <a:gd name="connsiteX26" fmla="*/ 50711 w 167297"/>
                <a:gd name="connsiteY26" fmla="*/ 134459 h 158937"/>
                <a:gd name="connsiteX27" fmla="*/ 82477 w 167297"/>
                <a:gd name="connsiteY27" fmla="*/ 93318 h 158937"/>
                <a:gd name="connsiteX28" fmla="*/ 93065 w 167297"/>
                <a:gd name="connsiteY28" fmla="*/ 135514 h 158937"/>
                <a:gd name="connsiteX29" fmla="*/ 113536 w 167297"/>
                <a:gd name="connsiteY29" fmla="*/ 159073 h 158937"/>
                <a:gd name="connsiteX30" fmla="*/ 156596 w 167297"/>
                <a:gd name="connsiteY30" fmla="*/ 118988 h 158937"/>
                <a:gd name="connsiteX31" fmla="*/ 151655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174"/>
                  </a:moveTo>
                  <a:cubicBezTo>
                    <a:pt x="148831" y="119339"/>
                    <a:pt x="147066" y="121449"/>
                    <a:pt x="143890" y="125669"/>
                  </a:cubicBezTo>
                  <a:cubicBezTo>
                    <a:pt x="135772" y="136217"/>
                    <a:pt x="131537" y="139734"/>
                    <a:pt x="127654" y="139734"/>
                  </a:cubicBezTo>
                  <a:cubicBezTo>
                    <a:pt x="122360" y="139734"/>
                    <a:pt x="119183" y="135163"/>
                    <a:pt x="116713" y="125317"/>
                  </a:cubicBezTo>
                  <a:cubicBezTo>
                    <a:pt x="116007" y="122504"/>
                    <a:pt x="115654" y="120394"/>
                    <a:pt x="115301" y="119339"/>
                  </a:cubicBezTo>
                  <a:cubicBezTo>
                    <a:pt x="106477" y="83824"/>
                    <a:pt x="102595" y="67649"/>
                    <a:pt x="102595" y="62375"/>
                  </a:cubicBezTo>
                  <a:cubicBezTo>
                    <a:pt x="118124" y="35299"/>
                    <a:pt x="130831" y="19828"/>
                    <a:pt x="137184" y="19828"/>
                  </a:cubicBezTo>
                  <a:cubicBezTo>
                    <a:pt x="139301" y="19828"/>
                    <a:pt x="142125" y="20882"/>
                    <a:pt x="145654" y="22641"/>
                  </a:cubicBezTo>
                  <a:cubicBezTo>
                    <a:pt x="149890" y="25102"/>
                    <a:pt x="152360" y="25805"/>
                    <a:pt x="155184" y="25805"/>
                  </a:cubicBezTo>
                  <a:cubicBezTo>
                    <a:pt x="162596" y="25805"/>
                    <a:pt x="167537" y="20531"/>
                    <a:pt x="167537" y="13147"/>
                  </a:cubicBezTo>
                  <a:cubicBezTo>
                    <a:pt x="167537" y="5762"/>
                    <a:pt x="161537" y="136"/>
                    <a:pt x="153066" y="136"/>
                  </a:cubicBezTo>
                  <a:cubicBezTo>
                    <a:pt x="137537" y="136"/>
                    <a:pt x="124125" y="12795"/>
                    <a:pt x="99771" y="50419"/>
                  </a:cubicBezTo>
                  <a:lnTo>
                    <a:pt x="95889" y="31080"/>
                  </a:lnTo>
                  <a:cubicBezTo>
                    <a:pt x="90947" y="7169"/>
                    <a:pt x="87065" y="136"/>
                    <a:pt x="77535" y="136"/>
                  </a:cubicBezTo>
                  <a:cubicBezTo>
                    <a:pt x="69771" y="136"/>
                    <a:pt x="57770" y="3301"/>
                    <a:pt x="36241" y="10334"/>
                  </a:cubicBezTo>
                  <a:lnTo>
                    <a:pt x="32358" y="11740"/>
                  </a:lnTo>
                  <a:lnTo>
                    <a:pt x="33770" y="17015"/>
                  </a:lnTo>
                  <a:cubicBezTo>
                    <a:pt x="47182" y="13850"/>
                    <a:pt x="50358" y="13147"/>
                    <a:pt x="53535" y="13147"/>
                  </a:cubicBezTo>
                  <a:cubicBezTo>
                    <a:pt x="62359" y="13147"/>
                    <a:pt x="64476" y="16311"/>
                    <a:pt x="69418" y="37409"/>
                  </a:cubicBezTo>
                  <a:lnTo>
                    <a:pt x="79653" y="80660"/>
                  </a:lnTo>
                  <a:lnTo>
                    <a:pt x="50711" y="121801"/>
                  </a:lnTo>
                  <a:cubicBezTo>
                    <a:pt x="43652" y="132350"/>
                    <a:pt x="36593" y="138679"/>
                    <a:pt x="32711" y="138679"/>
                  </a:cubicBezTo>
                  <a:cubicBezTo>
                    <a:pt x="30593" y="138679"/>
                    <a:pt x="27064" y="137624"/>
                    <a:pt x="23534" y="135514"/>
                  </a:cubicBezTo>
                  <a:cubicBezTo>
                    <a:pt x="18946" y="133053"/>
                    <a:pt x="15064" y="131998"/>
                    <a:pt x="12240" y="131998"/>
                  </a:cubicBezTo>
                  <a:cubicBezTo>
                    <a:pt x="5534" y="131998"/>
                    <a:pt x="240" y="137272"/>
                    <a:pt x="240" y="144305"/>
                  </a:cubicBezTo>
                  <a:cubicBezTo>
                    <a:pt x="240" y="153447"/>
                    <a:pt x="7299" y="159073"/>
                    <a:pt x="17887" y="159073"/>
                  </a:cubicBezTo>
                  <a:cubicBezTo>
                    <a:pt x="28829" y="159073"/>
                    <a:pt x="33064" y="155909"/>
                    <a:pt x="50711" y="134459"/>
                  </a:cubicBezTo>
                  <a:cubicBezTo>
                    <a:pt x="60241" y="123207"/>
                    <a:pt x="67653" y="113713"/>
                    <a:pt x="82477" y="93318"/>
                  </a:cubicBezTo>
                  <a:lnTo>
                    <a:pt x="93065" y="135514"/>
                  </a:lnTo>
                  <a:cubicBezTo>
                    <a:pt x="97654" y="153447"/>
                    <a:pt x="102242" y="159073"/>
                    <a:pt x="113536" y="159073"/>
                  </a:cubicBezTo>
                  <a:cubicBezTo>
                    <a:pt x="126948" y="159073"/>
                    <a:pt x="136125" y="150634"/>
                    <a:pt x="156596" y="118988"/>
                  </a:cubicBezTo>
                  <a:lnTo>
                    <a:pt x="151655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4" name="Freeform: Shape 1953">
              <a:extLst>
                <a:ext uri="{FF2B5EF4-FFF2-40B4-BE49-F238E27FC236}">
                  <a16:creationId xmlns:a16="http://schemas.microsoft.com/office/drawing/2014/main" id="{B48BC207-B93A-F559-C543-C52431C9AC07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1356223" y="5798789"/>
              <a:ext cx="215651" cy="14065"/>
            </a:xfrm>
            <a:custGeom>
              <a:avLst/>
              <a:gdLst>
                <a:gd name="connsiteX0" fmla="*/ 203544 w 215651"/>
                <a:gd name="connsiteY0" fmla="*/ 14201 h 14065"/>
                <a:gd name="connsiteX1" fmla="*/ 215897 w 215651"/>
                <a:gd name="connsiteY1" fmla="*/ 7169 h 14065"/>
                <a:gd name="connsiteX2" fmla="*/ 203544 w 215651"/>
                <a:gd name="connsiteY2" fmla="*/ 136 h 14065"/>
                <a:gd name="connsiteX3" fmla="*/ 12599 w 215651"/>
                <a:gd name="connsiteY3" fmla="*/ 136 h 14065"/>
                <a:gd name="connsiteX4" fmla="*/ 246 w 215651"/>
                <a:gd name="connsiteY4" fmla="*/ 7169 h 14065"/>
                <a:gd name="connsiteX5" fmla="*/ 12599 w 215651"/>
                <a:gd name="connsiteY5" fmla="*/ 14201 h 14065"/>
                <a:gd name="connsiteX6" fmla="*/ 203544 w 215651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4" y="14201"/>
                  </a:moveTo>
                  <a:cubicBezTo>
                    <a:pt x="209544" y="14201"/>
                    <a:pt x="215897" y="14201"/>
                    <a:pt x="215897" y="7169"/>
                  </a:cubicBezTo>
                  <a:cubicBezTo>
                    <a:pt x="215897" y="136"/>
                    <a:pt x="209544" y="136"/>
                    <a:pt x="203544" y="136"/>
                  </a:cubicBezTo>
                  <a:lnTo>
                    <a:pt x="12599" y="136"/>
                  </a:lnTo>
                  <a:cubicBezTo>
                    <a:pt x="6599" y="136"/>
                    <a:pt x="246" y="136"/>
                    <a:pt x="246" y="7169"/>
                  </a:cubicBezTo>
                  <a:cubicBezTo>
                    <a:pt x="246" y="14201"/>
                    <a:pt x="6599" y="14201"/>
                    <a:pt x="12599" y="14201"/>
                  </a:cubicBezTo>
                  <a:lnTo>
                    <a:pt x="203544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5" name="Freeform: Shape 1954">
              <a:extLst>
                <a:ext uri="{FF2B5EF4-FFF2-40B4-BE49-F238E27FC236}">
                  <a16:creationId xmlns:a16="http://schemas.microsoft.com/office/drawing/2014/main" id="{777BFA85-D45A-4E1E-0198-ED1304D44434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1641868" y="5738660"/>
              <a:ext cx="167297" cy="158937"/>
            </a:xfrm>
            <a:custGeom>
              <a:avLst/>
              <a:gdLst>
                <a:gd name="connsiteX0" fmla="*/ 151670 w 167297"/>
                <a:gd name="connsiteY0" fmla="*/ 116174 h 158937"/>
                <a:gd name="connsiteX1" fmla="*/ 143905 w 167297"/>
                <a:gd name="connsiteY1" fmla="*/ 125669 h 158937"/>
                <a:gd name="connsiteX2" fmla="*/ 127669 w 167297"/>
                <a:gd name="connsiteY2" fmla="*/ 139734 h 158937"/>
                <a:gd name="connsiteX3" fmla="*/ 116728 w 167297"/>
                <a:gd name="connsiteY3" fmla="*/ 125317 h 158937"/>
                <a:gd name="connsiteX4" fmla="*/ 115316 w 167297"/>
                <a:gd name="connsiteY4" fmla="*/ 119339 h 158937"/>
                <a:gd name="connsiteX5" fmla="*/ 102610 w 167297"/>
                <a:gd name="connsiteY5" fmla="*/ 62375 h 158937"/>
                <a:gd name="connsiteX6" fmla="*/ 137199 w 167297"/>
                <a:gd name="connsiteY6" fmla="*/ 19828 h 158937"/>
                <a:gd name="connsiteX7" fmla="*/ 145669 w 167297"/>
                <a:gd name="connsiteY7" fmla="*/ 22641 h 158937"/>
                <a:gd name="connsiteX8" fmla="*/ 155199 w 167297"/>
                <a:gd name="connsiteY8" fmla="*/ 25805 h 158937"/>
                <a:gd name="connsiteX9" fmla="*/ 167552 w 167297"/>
                <a:gd name="connsiteY9" fmla="*/ 13147 h 158937"/>
                <a:gd name="connsiteX10" fmla="*/ 153081 w 167297"/>
                <a:gd name="connsiteY10" fmla="*/ 136 h 158937"/>
                <a:gd name="connsiteX11" fmla="*/ 99786 w 167297"/>
                <a:gd name="connsiteY11" fmla="*/ 50419 h 158937"/>
                <a:gd name="connsiteX12" fmla="*/ 95904 w 167297"/>
                <a:gd name="connsiteY12" fmla="*/ 31080 h 158937"/>
                <a:gd name="connsiteX13" fmla="*/ 77550 w 167297"/>
                <a:gd name="connsiteY13" fmla="*/ 136 h 158937"/>
                <a:gd name="connsiteX14" fmla="*/ 36255 w 167297"/>
                <a:gd name="connsiteY14" fmla="*/ 10334 h 158937"/>
                <a:gd name="connsiteX15" fmla="*/ 32373 w 167297"/>
                <a:gd name="connsiteY15" fmla="*/ 11740 h 158937"/>
                <a:gd name="connsiteX16" fmla="*/ 33785 w 167297"/>
                <a:gd name="connsiteY16" fmla="*/ 17015 h 158937"/>
                <a:gd name="connsiteX17" fmla="*/ 53550 w 167297"/>
                <a:gd name="connsiteY17" fmla="*/ 13147 h 158937"/>
                <a:gd name="connsiteX18" fmla="*/ 69433 w 167297"/>
                <a:gd name="connsiteY18" fmla="*/ 37409 h 158937"/>
                <a:gd name="connsiteX19" fmla="*/ 79668 w 167297"/>
                <a:gd name="connsiteY19" fmla="*/ 80660 h 158937"/>
                <a:gd name="connsiteX20" fmla="*/ 50726 w 167297"/>
                <a:gd name="connsiteY20" fmla="*/ 121801 h 158937"/>
                <a:gd name="connsiteX21" fmla="*/ 32726 w 167297"/>
                <a:gd name="connsiteY21" fmla="*/ 138679 h 158937"/>
                <a:gd name="connsiteX22" fmla="*/ 23549 w 167297"/>
                <a:gd name="connsiteY22" fmla="*/ 135514 h 158937"/>
                <a:gd name="connsiteX23" fmla="*/ 12255 w 167297"/>
                <a:gd name="connsiteY23" fmla="*/ 131998 h 158937"/>
                <a:gd name="connsiteX24" fmla="*/ 255 w 167297"/>
                <a:gd name="connsiteY24" fmla="*/ 144305 h 158937"/>
                <a:gd name="connsiteX25" fmla="*/ 17902 w 167297"/>
                <a:gd name="connsiteY25" fmla="*/ 159073 h 158937"/>
                <a:gd name="connsiteX26" fmla="*/ 50726 w 167297"/>
                <a:gd name="connsiteY26" fmla="*/ 134459 h 158937"/>
                <a:gd name="connsiteX27" fmla="*/ 82492 w 167297"/>
                <a:gd name="connsiteY27" fmla="*/ 93318 h 158937"/>
                <a:gd name="connsiteX28" fmla="*/ 93080 w 167297"/>
                <a:gd name="connsiteY28" fmla="*/ 135514 h 158937"/>
                <a:gd name="connsiteX29" fmla="*/ 113551 w 167297"/>
                <a:gd name="connsiteY29" fmla="*/ 159073 h 158937"/>
                <a:gd name="connsiteX30" fmla="*/ 156611 w 167297"/>
                <a:gd name="connsiteY30" fmla="*/ 118988 h 158937"/>
                <a:gd name="connsiteX31" fmla="*/ 151670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0" y="116174"/>
                  </a:moveTo>
                  <a:cubicBezTo>
                    <a:pt x="148846" y="119339"/>
                    <a:pt x="147081" y="121449"/>
                    <a:pt x="143905" y="125669"/>
                  </a:cubicBezTo>
                  <a:cubicBezTo>
                    <a:pt x="135787" y="136217"/>
                    <a:pt x="131551" y="139734"/>
                    <a:pt x="127669" y="139734"/>
                  </a:cubicBezTo>
                  <a:cubicBezTo>
                    <a:pt x="122375" y="139734"/>
                    <a:pt x="119198" y="135163"/>
                    <a:pt x="116728" y="125317"/>
                  </a:cubicBezTo>
                  <a:cubicBezTo>
                    <a:pt x="116022" y="122504"/>
                    <a:pt x="115669" y="120394"/>
                    <a:pt x="115316" y="119339"/>
                  </a:cubicBezTo>
                  <a:cubicBezTo>
                    <a:pt x="106492" y="83824"/>
                    <a:pt x="102610" y="67649"/>
                    <a:pt x="102610" y="62375"/>
                  </a:cubicBezTo>
                  <a:cubicBezTo>
                    <a:pt x="118139" y="35299"/>
                    <a:pt x="130846" y="19828"/>
                    <a:pt x="137199" y="19828"/>
                  </a:cubicBezTo>
                  <a:cubicBezTo>
                    <a:pt x="139316" y="19828"/>
                    <a:pt x="142140" y="20882"/>
                    <a:pt x="145669" y="22641"/>
                  </a:cubicBezTo>
                  <a:cubicBezTo>
                    <a:pt x="149905" y="25102"/>
                    <a:pt x="152375" y="25805"/>
                    <a:pt x="155199" y="25805"/>
                  </a:cubicBezTo>
                  <a:cubicBezTo>
                    <a:pt x="162611" y="25805"/>
                    <a:pt x="167552" y="20531"/>
                    <a:pt x="167552" y="13147"/>
                  </a:cubicBezTo>
                  <a:cubicBezTo>
                    <a:pt x="167552" y="5762"/>
                    <a:pt x="161552" y="136"/>
                    <a:pt x="153081" y="136"/>
                  </a:cubicBezTo>
                  <a:cubicBezTo>
                    <a:pt x="137552" y="136"/>
                    <a:pt x="124140" y="12795"/>
                    <a:pt x="99786" y="50419"/>
                  </a:cubicBezTo>
                  <a:lnTo>
                    <a:pt x="95904" y="31080"/>
                  </a:lnTo>
                  <a:cubicBezTo>
                    <a:pt x="90962" y="7169"/>
                    <a:pt x="87080" y="136"/>
                    <a:pt x="77550" y="136"/>
                  </a:cubicBezTo>
                  <a:cubicBezTo>
                    <a:pt x="69786" y="136"/>
                    <a:pt x="57785" y="3301"/>
                    <a:pt x="36255" y="10334"/>
                  </a:cubicBezTo>
                  <a:lnTo>
                    <a:pt x="32373" y="11740"/>
                  </a:lnTo>
                  <a:lnTo>
                    <a:pt x="33785" y="17015"/>
                  </a:lnTo>
                  <a:cubicBezTo>
                    <a:pt x="47197" y="13850"/>
                    <a:pt x="50373" y="13147"/>
                    <a:pt x="53550" y="13147"/>
                  </a:cubicBezTo>
                  <a:cubicBezTo>
                    <a:pt x="62374" y="13147"/>
                    <a:pt x="64491" y="16311"/>
                    <a:pt x="69433" y="37409"/>
                  </a:cubicBezTo>
                  <a:lnTo>
                    <a:pt x="79668" y="80660"/>
                  </a:lnTo>
                  <a:lnTo>
                    <a:pt x="50726" y="121801"/>
                  </a:lnTo>
                  <a:cubicBezTo>
                    <a:pt x="43667" y="132350"/>
                    <a:pt x="36608" y="138679"/>
                    <a:pt x="32726" y="138679"/>
                  </a:cubicBezTo>
                  <a:cubicBezTo>
                    <a:pt x="30608" y="138679"/>
                    <a:pt x="27079" y="137624"/>
                    <a:pt x="23549" y="135514"/>
                  </a:cubicBezTo>
                  <a:cubicBezTo>
                    <a:pt x="18961" y="133053"/>
                    <a:pt x="15079" y="131998"/>
                    <a:pt x="12255" y="131998"/>
                  </a:cubicBezTo>
                  <a:cubicBezTo>
                    <a:pt x="5549" y="131998"/>
                    <a:pt x="255" y="137272"/>
                    <a:pt x="255" y="144305"/>
                  </a:cubicBezTo>
                  <a:cubicBezTo>
                    <a:pt x="255" y="153447"/>
                    <a:pt x="7314" y="159073"/>
                    <a:pt x="17902" y="159073"/>
                  </a:cubicBezTo>
                  <a:cubicBezTo>
                    <a:pt x="28844" y="159073"/>
                    <a:pt x="33079" y="155909"/>
                    <a:pt x="50726" y="134459"/>
                  </a:cubicBezTo>
                  <a:cubicBezTo>
                    <a:pt x="60256" y="123207"/>
                    <a:pt x="67668" y="113713"/>
                    <a:pt x="82492" y="93318"/>
                  </a:cubicBezTo>
                  <a:lnTo>
                    <a:pt x="93080" y="135514"/>
                  </a:lnTo>
                  <a:cubicBezTo>
                    <a:pt x="97668" y="153447"/>
                    <a:pt x="102257" y="159073"/>
                    <a:pt x="113551" y="159073"/>
                  </a:cubicBezTo>
                  <a:cubicBezTo>
                    <a:pt x="126963" y="159073"/>
                    <a:pt x="136140" y="150634"/>
                    <a:pt x="156611" y="118988"/>
                  </a:cubicBezTo>
                  <a:lnTo>
                    <a:pt x="151670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6" name="Freeform: Shape 1955">
              <a:extLst>
                <a:ext uri="{FF2B5EF4-FFF2-40B4-BE49-F238E27FC236}">
                  <a16:creationId xmlns:a16="http://schemas.microsoft.com/office/drawing/2014/main" id="{3324DD81-A048-1A00-35EE-D451CDBDA139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1819923" y="5771147"/>
              <a:ext cx="101599" cy="179542"/>
            </a:xfrm>
            <a:custGeom>
              <a:avLst/>
              <a:gdLst>
                <a:gd name="connsiteX0" fmla="*/ 28989 w 101599"/>
                <a:gd name="connsiteY0" fmla="*/ 90170 h 179542"/>
                <a:gd name="connsiteX1" fmla="*/ 56674 w 101599"/>
                <a:gd name="connsiteY1" fmla="*/ 93032 h 179542"/>
                <a:gd name="connsiteX2" fmla="*/ 83053 w 101599"/>
                <a:gd name="connsiteY2" fmla="*/ 131543 h 179542"/>
                <a:gd name="connsiteX3" fmla="*/ 48838 w 101599"/>
                <a:gd name="connsiteY3" fmla="*/ 170314 h 179542"/>
                <a:gd name="connsiteX4" fmla="*/ 26899 w 101599"/>
                <a:gd name="connsiteY4" fmla="*/ 162247 h 179542"/>
                <a:gd name="connsiteX5" fmla="*/ 10183 w 101599"/>
                <a:gd name="connsiteY5" fmla="*/ 155742 h 179542"/>
                <a:gd name="connsiteX6" fmla="*/ 259 w 101599"/>
                <a:gd name="connsiteY6" fmla="*/ 164849 h 179542"/>
                <a:gd name="connsiteX7" fmla="*/ 29772 w 101599"/>
                <a:gd name="connsiteY7" fmla="*/ 179681 h 179542"/>
                <a:gd name="connsiteX8" fmla="*/ 82792 w 101599"/>
                <a:gd name="connsiteY8" fmla="*/ 162247 h 179542"/>
                <a:gd name="connsiteX9" fmla="*/ 101858 w 101599"/>
                <a:gd name="connsiteY9" fmla="*/ 119053 h 179542"/>
                <a:gd name="connsiteX10" fmla="*/ 90105 w 101599"/>
                <a:gd name="connsiteY10" fmla="*/ 85486 h 179542"/>
                <a:gd name="connsiteX11" fmla="*/ 68427 w 101599"/>
                <a:gd name="connsiteY11" fmla="*/ 71695 h 179542"/>
                <a:gd name="connsiteX12" fmla="*/ 92978 w 101599"/>
                <a:gd name="connsiteY12" fmla="*/ 35787 h 179542"/>
                <a:gd name="connsiteX13" fmla="*/ 52234 w 101599"/>
                <a:gd name="connsiteY13" fmla="*/ 139 h 179542"/>
                <a:gd name="connsiteX14" fmla="*/ 18280 w 101599"/>
                <a:gd name="connsiteY14" fmla="*/ 12889 h 179542"/>
                <a:gd name="connsiteX15" fmla="*/ 781 w 101599"/>
                <a:gd name="connsiteY15" fmla="*/ 42292 h 179542"/>
                <a:gd name="connsiteX16" fmla="*/ 4699 w 101599"/>
                <a:gd name="connsiteY16" fmla="*/ 43333 h 179542"/>
                <a:gd name="connsiteX17" fmla="*/ 43615 w 101599"/>
                <a:gd name="connsiteY17" fmla="*/ 15751 h 179542"/>
                <a:gd name="connsiteX18" fmla="*/ 72345 w 101599"/>
                <a:gd name="connsiteY18" fmla="*/ 43593 h 179542"/>
                <a:gd name="connsiteX19" fmla="*/ 61897 w 101599"/>
                <a:gd name="connsiteY19" fmla="*/ 68833 h 179542"/>
                <a:gd name="connsiteX20" fmla="*/ 28989 w 101599"/>
                <a:gd name="connsiteY20" fmla="*/ 86787 h 179542"/>
                <a:gd name="connsiteX21" fmla="*/ 28989 w 101599"/>
                <a:gd name="connsiteY21" fmla="*/ 90170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89" y="90170"/>
                  </a:moveTo>
                  <a:cubicBezTo>
                    <a:pt x="44398" y="90170"/>
                    <a:pt x="50405" y="90690"/>
                    <a:pt x="56674" y="93032"/>
                  </a:cubicBezTo>
                  <a:cubicBezTo>
                    <a:pt x="72867" y="98757"/>
                    <a:pt x="83053" y="113589"/>
                    <a:pt x="83053" y="131543"/>
                  </a:cubicBezTo>
                  <a:cubicBezTo>
                    <a:pt x="83053" y="153400"/>
                    <a:pt x="68166" y="170314"/>
                    <a:pt x="48838" y="170314"/>
                  </a:cubicBezTo>
                  <a:cubicBezTo>
                    <a:pt x="41786" y="170314"/>
                    <a:pt x="36563" y="168492"/>
                    <a:pt x="26899" y="162247"/>
                  </a:cubicBezTo>
                  <a:cubicBezTo>
                    <a:pt x="19064" y="157564"/>
                    <a:pt x="14624" y="155742"/>
                    <a:pt x="10183" y="155742"/>
                  </a:cubicBezTo>
                  <a:cubicBezTo>
                    <a:pt x="4176" y="155742"/>
                    <a:pt x="259" y="159385"/>
                    <a:pt x="259" y="164849"/>
                  </a:cubicBezTo>
                  <a:cubicBezTo>
                    <a:pt x="259" y="173957"/>
                    <a:pt x="11489" y="179681"/>
                    <a:pt x="29772" y="179681"/>
                  </a:cubicBezTo>
                  <a:cubicBezTo>
                    <a:pt x="49883" y="179681"/>
                    <a:pt x="70516" y="172916"/>
                    <a:pt x="82792" y="162247"/>
                  </a:cubicBezTo>
                  <a:cubicBezTo>
                    <a:pt x="95067" y="151579"/>
                    <a:pt x="101858" y="136487"/>
                    <a:pt x="101858" y="119053"/>
                  </a:cubicBezTo>
                  <a:cubicBezTo>
                    <a:pt x="101858" y="105782"/>
                    <a:pt x="97679" y="93553"/>
                    <a:pt x="90105" y="85486"/>
                  </a:cubicBezTo>
                  <a:cubicBezTo>
                    <a:pt x="84881" y="79762"/>
                    <a:pt x="79919" y="76639"/>
                    <a:pt x="68427" y="71695"/>
                  </a:cubicBezTo>
                  <a:cubicBezTo>
                    <a:pt x="86448" y="59466"/>
                    <a:pt x="92978" y="49838"/>
                    <a:pt x="92978" y="35787"/>
                  </a:cubicBezTo>
                  <a:cubicBezTo>
                    <a:pt x="92978" y="14710"/>
                    <a:pt x="76262" y="139"/>
                    <a:pt x="52234" y="139"/>
                  </a:cubicBezTo>
                  <a:cubicBezTo>
                    <a:pt x="39175" y="139"/>
                    <a:pt x="27683" y="4562"/>
                    <a:pt x="18280" y="12889"/>
                  </a:cubicBezTo>
                  <a:cubicBezTo>
                    <a:pt x="10445" y="19914"/>
                    <a:pt x="6527" y="26680"/>
                    <a:pt x="781" y="42292"/>
                  </a:cubicBezTo>
                  <a:lnTo>
                    <a:pt x="4699" y="43333"/>
                  </a:lnTo>
                  <a:cubicBezTo>
                    <a:pt x="15407" y="24338"/>
                    <a:pt x="27160" y="15751"/>
                    <a:pt x="43615" y="15751"/>
                  </a:cubicBezTo>
                  <a:cubicBezTo>
                    <a:pt x="60591" y="15751"/>
                    <a:pt x="72345" y="27200"/>
                    <a:pt x="72345" y="43593"/>
                  </a:cubicBezTo>
                  <a:cubicBezTo>
                    <a:pt x="72345" y="52961"/>
                    <a:pt x="68427" y="62328"/>
                    <a:pt x="61897" y="68833"/>
                  </a:cubicBezTo>
                  <a:cubicBezTo>
                    <a:pt x="54062" y="76639"/>
                    <a:pt x="46749" y="80542"/>
                    <a:pt x="28989" y="86787"/>
                  </a:cubicBezTo>
                  <a:lnTo>
                    <a:pt x="28989" y="901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7" name="Freeform: Shape 1956">
              <a:extLst>
                <a:ext uri="{FF2B5EF4-FFF2-40B4-BE49-F238E27FC236}">
                  <a16:creationId xmlns:a16="http://schemas.microsoft.com/office/drawing/2014/main" id="{2DE43D5F-4698-0E82-7FFC-628B4C72AB57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1977604" y="5630007"/>
              <a:ext cx="81883" cy="351630"/>
            </a:xfrm>
            <a:custGeom>
              <a:avLst/>
              <a:gdLst>
                <a:gd name="connsiteX0" fmla="*/ 82148 w 81883"/>
                <a:gd name="connsiteY0" fmla="*/ 175951 h 351630"/>
                <a:gd name="connsiteX1" fmla="*/ 58853 w 81883"/>
                <a:gd name="connsiteY1" fmla="*/ 66242 h 351630"/>
                <a:gd name="connsiteX2" fmla="*/ 3793 w 81883"/>
                <a:gd name="connsiteY2" fmla="*/ 136 h 351630"/>
                <a:gd name="connsiteX3" fmla="*/ 264 w 81883"/>
                <a:gd name="connsiteY3" fmla="*/ 3652 h 351630"/>
                <a:gd name="connsiteX4" fmla="*/ 6970 w 81883"/>
                <a:gd name="connsiteY4" fmla="*/ 11739 h 351630"/>
                <a:gd name="connsiteX5" fmla="*/ 61677 w 81883"/>
                <a:gd name="connsiteY5" fmla="*/ 175951 h 351630"/>
                <a:gd name="connsiteX6" fmla="*/ 4852 w 81883"/>
                <a:gd name="connsiteY6" fmla="*/ 342272 h 351630"/>
                <a:gd name="connsiteX7" fmla="*/ 264 w 81883"/>
                <a:gd name="connsiteY7" fmla="*/ 348250 h 351630"/>
                <a:gd name="connsiteX8" fmla="*/ 3793 w 81883"/>
                <a:gd name="connsiteY8" fmla="*/ 351766 h 351630"/>
                <a:gd name="connsiteX9" fmla="*/ 59912 w 81883"/>
                <a:gd name="connsiteY9" fmla="*/ 283198 h 351630"/>
                <a:gd name="connsiteX10" fmla="*/ 82148 w 81883"/>
                <a:gd name="connsiteY10" fmla="*/ 17595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48" y="175951"/>
                  </a:moveTo>
                  <a:cubicBezTo>
                    <a:pt x="82148" y="148524"/>
                    <a:pt x="78265" y="105976"/>
                    <a:pt x="58853" y="66242"/>
                  </a:cubicBezTo>
                  <a:cubicBezTo>
                    <a:pt x="37676" y="22992"/>
                    <a:pt x="7323" y="136"/>
                    <a:pt x="3793" y="136"/>
                  </a:cubicBezTo>
                  <a:cubicBezTo>
                    <a:pt x="1676" y="136"/>
                    <a:pt x="264" y="1542"/>
                    <a:pt x="264" y="3652"/>
                  </a:cubicBezTo>
                  <a:cubicBezTo>
                    <a:pt x="264" y="4707"/>
                    <a:pt x="264" y="5410"/>
                    <a:pt x="6970" y="11739"/>
                  </a:cubicBezTo>
                  <a:cubicBezTo>
                    <a:pt x="41559" y="46551"/>
                    <a:pt x="61677" y="102460"/>
                    <a:pt x="61677" y="175951"/>
                  </a:cubicBezTo>
                  <a:cubicBezTo>
                    <a:pt x="61677" y="236080"/>
                    <a:pt x="48618" y="297967"/>
                    <a:pt x="4852" y="342272"/>
                  </a:cubicBezTo>
                  <a:cubicBezTo>
                    <a:pt x="264" y="346492"/>
                    <a:pt x="264" y="347195"/>
                    <a:pt x="264" y="348250"/>
                  </a:cubicBezTo>
                  <a:cubicBezTo>
                    <a:pt x="264" y="350360"/>
                    <a:pt x="1676" y="351766"/>
                    <a:pt x="3793" y="351766"/>
                  </a:cubicBezTo>
                  <a:cubicBezTo>
                    <a:pt x="7323" y="351766"/>
                    <a:pt x="39088" y="327856"/>
                    <a:pt x="59912" y="283198"/>
                  </a:cubicBezTo>
                  <a:cubicBezTo>
                    <a:pt x="77912" y="244519"/>
                    <a:pt x="82148" y="205488"/>
                    <a:pt x="82148" y="1759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8" name="Freeform: Shape 1957">
              <a:extLst>
                <a:ext uri="{FF2B5EF4-FFF2-40B4-BE49-F238E27FC236}">
                  <a16:creationId xmlns:a16="http://schemas.microsoft.com/office/drawing/2014/main" id="{1BC2956A-99D5-E2CB-C4F1-38BD70905787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2129881" y="5630007"/>
              <a:ext cx="81883" cy="351630"/>
            </a:xfrm>
            <a:custGeom>
              <a:avLst/>
              <a:gdLst>
                <a:gd name="connsiteX0" fmla="*/ 82152 w 81883"/>
                <a:gd name="connsiteY0" fmla="*/ 348250 h 351630"/>
                <a:gd name="connsiteX1" fmla="*/ 76152 w 81883"/>
                <a:gd name="connsiteY1" fmla="*/ 340514 h 351630"/>
                <a:gd name="connsiteX2" fmla="*/ 20739 w 81883"/>
                <a:gd name="connsiteY2" fmla="*/ 175951 h 351630"/>
                <a:gd name="connsiteX3" fmla="*/ 77563 w 81883"/>
                <a:gd name="connsiteY3" fmla="*/ 9630 h 351630"/>
                <a:gd name="connsiteX4" fmla="*/ 82152 w 81883"/>
                <a:gd name="connsiteY4" fmla="*/ 3652 h 351630"/>
                <a:gd name="connsiteX5" fmla="*/ 78622 w 81883"/>
                <a:gd name="connsiteY5" fmla="*/ 136 h 351630"/>
                <a:gd name="connsiteX6" fmla="*/ 22504 w 81883"/>
                <a:gd name="connsiteY6" fmla="*/ 68704 h 351630"/>
                <a:gd name="connsiteX7" fmla="*/ 268 w 81883"/>
                <a:gd name="connsiteY7" fmla="*/ 175951 h 351630"/>
                <a:gd name="connsiteX8" fmla="*/ 23562 w 81883"/>
                <a:gd name="connsiteY8" fmla="*/ 285660 h 351630"/>
                <a:gd name="connsiteX9" fmla="*/ 78622 w 81883"/>
                <a:gd name="connsiteY9" fmla="*/ 351766 h 351630"/>
                <a:gd name="connsiteX10" fmla="*/ 82152 w 81883"/>
                <a:gd name="connsiteY10" fmla="*/ 34825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348250"/>
                  </a:moveTo>
                  <a:cubicBezTo>
                    <a:pt x="82152" y="347195"/>
                    <a:pt x="82152" y="346492"/>
                    <a:pt x="76152" y="340514"/>
                  </a:cubicBezTo>
                  <a:cubicBezTo>
                    <a:pt x="32033" y="296209"/>
                    <a:pt x="20739" y="229751"/>
                    <a:pt x="20739" y="175951"/>
                  </a:cubicBezTo>
                  <a:cubicBezTo>
                    <a:pt x="20739" y="114767"/>
                    <a:pt x="34151" y="53583"/>
                    <a:pt x="77563" y="9630"/>
                  </a:cubicBezTo>
                  <a:cubicBezTo>
                    <a:pt x="82152" y="5410"/>
                    <a:pt x="82152" y="4707"/>
                    <a:pt x="82152" y="3652"/>
                  </a:cubicBezTo>
                  <a:cubicBezTo>
                    <a:pt x="82152" y="1190"/>
                    <a:pt x="80740" y="136"/>
                    <a:pt x="78622" y="136"/>
                  </a:cubicBezTo>
                  <a:cubicBezTo>
                    <a:pt x="75093" y="136"/>
                    <a:pt x="43327" y="24046"/>
                    <a:pt x="22504" y="68704"/>
                  </a:cubicBezTo>
                  <a:cubicBezTo>
                    <a:pt x="4503" y="107383"/>
                    <a:pt x="268" y="146414"/>
                    <a:pt x="268" y="175951"/>
                  </a:cubicBezTo>
                  <a:cubicBezTo>
                    <a:pt x="268" y="203378"/>
                    <a:pt x="4150" y="245926"/>
                    <a:pt x="23562" y="285660"/>
                  </a:cubicBezTo>
                  <a:cubicBezTo>
                    <a:pt x="44739" y="328910"/>
                    <a:pt x="75093" y="351766"/>
                    <a:pt x="78622" y="351766"/>
                  </a:cubicBezTo>
                  <a:cubicBezTo>
                    <a:pt x="80740" y="351766"/>
                    <a:pt x="82152" y="350712"/>
                    <a:pt x="82152" y="34825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9" name="Freeform: Shape 1958">
              <a:extLst>
                <a:ext uri="{FF2B5EF4-FFF2-40B4-BE49-F238E27FC236}">
                  <a16:creationId xmlns:a16="http://schemas.microsoft.com/office/drawing/2014/main" id="{D3C8B871-D5BD-8C1B-96F8-4F810B17FA88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2222863" y="5738660"/>
              <a:ext cx="167297" cy="158937"/>
            </a:xfrm>
            <a:custGeom>
              <a:avLst/>
              <a:gdLst>
                <a:gd name="connsiteX0" fmla="*/ 151686 w 167297"/>
                <a:gd name="connsiteY0" fmla="*/ 116174 h 158937"/>
                <a:gd name="connsiteX1" fmla="*/ 143921 w 167297"/>
                <a:gd name="connsiteY1" fmla="*/ 125669 h 158937"/>
                <a:gd name="connsiteX2" fmla="*/ 127685 w 167297"/>
                <a:gd name="connsiteY2" fmla="*/ 139734 h 158937"/>
                <a:gd name="connsiteX3" fmla="*/ 116744 w 167297"/>
                <a:gd name="connsiteY3" fmla="*/ 125317 h 158937"/>
                <a:gd name="connsiteX4" fmla="*/ 115332 w 167297"/>
                <a:gd name="connsiteY4" fmla="*/ 119339 h 158937"/>
                <a:gd name="connsiteX5" fmla="*/ 102626 w 167297"/>
                <a:gd name="connsiteY5" fmla="*/ 62375 h 158937"/>
                <a:gd name="connsiteX6" fmla="*/ 137215 w 167297"/>
                <a:gd name="connsiteY6" fmla="*/ 19828 h 158937"/>
                <a:gd name="connsiteX7" fmla="*/ 145686 w 167297"/>
                <a:gd name="connsiteY7" fmla="*/ 22641 h 158937"/>
                <a:gd name="connsiteX8" fmla="*/ 155215 w 167297"/>
                <a:gd name="connsiteY8" fmla="*/ 25805 h 158937"/>
                <a:gd name="connsiteX9" fmla="*/ 167569 w 167297"/>
                <a:gd name="connsiteY9" fmla="*/ 13147 h 158937"/>
                <a:gd name="connsiteX10" fmla="*/ 153098 w 167297"/>
                <a:gd name="connsiteY10" fmla="*/ 136 h 158937"/>
                <a:gd name="connsiteX11" fmla="*/ 99802 w 167297"/>
                <a:gd name="connsiteY11" fmla="*/ 50419 h 158937"/>
                <a:gd name="connsiteX12" fmla="*/ 95920 w 167297"/>
                <a:gd name="connsiteY12" fmla="*/ 31080 h 158937"/>
                <a:gd name="connsiteX13" fmla="*/ 77567 w 167297"/>
                <a:gd name="connsiteY13" fmla="*/ 136 h 158937"/>
                <a:gd name="connsiteX14" fmla="*/ 36272 w 167297"/>
                <a:gd name="connsiteY14" fmla="*/ 10334 h 158937"/>
                <a:gd name="connsiteX15" fmla="*/ 32389 w 167297"/>
                <a:gd name="connsiteY15" fmla="*/ 11740 h 158937"/>
                <a:gd name="connsiteX16" fmla="*/ 33801 w 167297"/>
                <a:gd name="connsiteY16" fmla="*/ 17015 h 158937"/>
                <a:gd name="connsiteX17" fmla="*/ 53566 w 167297"/>
                <a:gd name="connsiteY17" fmla="*/ 13147 h 158937"/>
                <a:gd name="connsiteX18" fmla="*/ 69449 w 167297"/>
                <a:gd name="connsiteY18" fmla="*/ 37409 h 158937"/>
                <a:gd name="connsiteX19" fmla="*/ 79684 w 167297"/>
                <a:gd name="connsiteY19" fmla="*/ 80660 h 158937"/>
                <a:gd name="connsiteX20" fmla="*/ 50743 w 167297"/>
                <a:gd name="connsiteY20" fmla="*/ 121801 h 158937"/>
                <a:gd name="connsiteX21" fmla="*/ 32742 w 167297"/>
                <a:gd name="connsiteY21" fmla="*/ 138679 h 158937"/>
                <a:gd name="connsiteX22" fmla="*/ 23566 w 167297"/>
                <a:gd name="connsiteY22" fmla="*/ 135514 h 158937"/>
                <a:gd name="connsiteX23" fmla="*/ 12271 w 167297"/>
                <a:gd name="connsiteY23" fmla="*/ 131998 h 158937"/>
                <a:gd name="connsiteX24" fmla="*/ 271 w 167297"/>
                <a:gd name="connsiteY24" fmla="*/ 144305 h 158937"/>
                <a:gd name="connsiteX25" fmla="*/ 17919 w 167297"/>
                <a:gd name="connsiteY25" fmla="*/ 159073 h 158937"/>
                <a:gd name="connsiteX26" fmla="*/ 50743 w 167297"/>
                <a:gd name="connsiteY26" fmla="*/ 134459 h 158937"/>
                <a:gd name="connsiteX27" fmla="*/ 82508 w 167297"/>
                <a:gd name="connsiteY27" fmla="*/ 93318 h 158937"/>
                <a:gd name="connsiteX28" fmla="*/ 93096 w 167297"/>
                <a:gd name="connsiteY28" fmla="*/ 135514 h 158937"/>
                <a:gd name="connsiteX29" fmla="*/ 113567 w 167297"/>
                <a:gd name="connsiteY29" fmla="*/ 159073 h 158937"/>
                <a:gd name="connsiteX30" fmla="*/ 156627 w 167297"/>
                <a:gd name="connsiteY30" fmla="*/ 118988 h 158937"/>
                <a:gd name="connsiteX31" fmla="*/ 151686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86" y="116174"/>
                  </a:moveTo>
                  <a:cubicBezTo>
                    <a:pt x="148862" y="119339"/>
                    <a:pt x="147098" y="121449"/>
                    <a:pt x="143921" y="125669"/>
                  </a:cubicBezTo>
                  <a:cubicBezTo>
                    <a:pt x="135803" y="136217"/>
                    <a:pt x="131568" y="139734"/>
                    <a:pt x="127685" y="139734"/>
                  </a:cubicBezTo>
                  <a:cubicBezTo>
                    <a:pt x="122391" y="139734"/>
                    <a:pt x="119215" y="135163"/>
                    <a:pt x="116744" y="125317"/>
                  </a:cubicBezTo>
                  <a:cubicBezTo>
                    <a:pt x="116038" y="122504"/>
                    <a:pt x="115685" y="120394"/>
                    <a:pt x="115332" y="119339"/>
                  </a:cubicBezTo>
                  <a:cubicBezTo>
                    <a:pt x="106508" y="83824"/>
                    <a:pt x="102626" y="67649"/>
                    <a:pt x="102626" y="62375"/>
                  </a:cubicBezTo>
                  <a:cubicBezTo>
                    <a:pt x="118156" y="35299"/>
                    <a:pt x="130862" y="19828"/>
                    <a:pt x="137215" y="19828"/>
                  </a:cubicBezTo>
                  <a:cubicBezTo>
                    <a:pt x="139333" y="19828"/>
                    <a:pt x="142156" y="20882"/>
                    <a:pt x="145686" y="22641"/>
                  </a:cubicBezTo>
                  <a:cubicBezTo>
                    <a:pt x="149921" y="25102"/>
                    <a:pt x="152392" y="25805"/>
                    <a:pt x="155215" y="25805"/>
                  </a:cubicBezTo>
                  <a:cubicBezTo>
                    <a:pt x="162627" y="25805"/>
                    <a:pt x="167569" y="20531"/>
                    <a:pt x="167569" y="13147"/>
                  </a:cubicBezTo>
                  <a:cubicBezTo>
                    <a:pt x="167569" y="5762"/>
                    <a:pt x="161568" y="136"/>
                    <a:pt x="153098" y="136"/>
                  </a:cubicBezTo>
                  <a:cubicBezTo>
                    <a:pt x="137568" y="136"/>
                    <a:pt x="124156" y="12795"/>
                    <a:pt x="99802" y="50419"/>
                  </a:cubicBezTo>
                  <a:lnTo>
                    <a:pt x="95920" y="31080"/>
                  </a:lnTo>
                  <a:cubicBezTo>
                    <a:pt x="90979" y="7169"/>
                    <a:pt x="87096" y="136"/>
                    <a:pt x="77567" y="136"/>
                  </a:cubicBezTo>
                  <a:cubicBezTo>
                    <a:pt x="69802" y="136"/>
                    <a:pt x="57802" y="3301"/>
                    <a:pt x="36272" y="10334"/>
                  </a:cubicBezTo>
                  <a:lnTo>
                    <a:pt x="32389" y="11740"/>
                  </a:lnTo>
                  <a:lnTo>
                    <a:pt x="33801" y="17015"/>
                  </a:lnTo>
                  <a:cubicBezTo>
                    <a:pt x="47213" y="13850"/>
                    <a:pt x="50390" y="13147"/>
                    <a:pt x="53566" y="13147"/>
                  </a:cubicBezTo>
                  <a:cubicBezTo>
                    <a:pt x="62390" y="13147"/>
                    <a:pt x="64508" y="16311"/>
                    <a:pt x="69449" y="37409"/>
                  </a:cubicBezTo>
                  <a:lnTo>
                    <a:pt x="79684" y="80660"/>
                  </a:lnTo>
                  <a:lnTo>
                    <a:pt x="50743" y="121801"/>
                  </a:lnTo>
                  <a:cubicBezTo>
                    <a:pt x="43684" y="132350"/>
                    <a:pt x="36625" y="138679"/>
                    <a:pt x="32742" y="138679"/>
                  </a:cubicBezTo>
                  <a:cubicBezTo>
                    <a:pt x="30625" y="138679"/>
                    <a:pt x="27095" y="137624"/>
                    <a:pt x="23566" y="135514"/>
                  </a:cubicBezTo>
                  <a:cubicBezTo>
                    <a:pt x="18977" y="133053"/>
                    <a:pt x="15095" y="131998"/>
                    <a:pt x="12271" y="131998"/>
                  </a:cubicBezTo>
                  <a:cubicBezTo>
                    <a:pt x="5565" y="131998"/>
                    <a:pt x="271" y="137272"/>
                    <a:pt x="271" y="144305"/>
                  </a:cubicBezTo>
                  <a:cubicBezTo>
                    <a:pt x="271" y="153447"/>
                    <a:pt x="7330" y="159073"/>
                    <a:pt x="17919" y="159073"/>
                  </a:cubicBezTo>
                  <a:cubicBezTo>
                    <a:pt x="28860" y="159073"/>
                    <a:pt x="33095" y="155909"/>
                    <a:pt x="50743" y="134459"/>
                  </a:cubicBezTo>
                  <a:cubicBezTo>
                    <a:pt x="60272" y="123207"/>
                    <a:pt x="67684" y="113713"/>
                    <a:pt x="82508" y="93318"/>
                  </a:cubicBezTo>
                  <a:lnTo>
                    <a:pt x="93096" y="135514"/>
                  </a:lnTo>
                  <a:cubicBezTo>
                    <a:pt x="97685" y="153447"/>
                    <a:pt x="102273" y="159073"/>
                    <a:pt x="113567" y="159073"/>
                  </a:cubicBezTo>
                  <a:cubicBezTo>
                    <a:pt x="126979" y="159073"/>
                    <a:pt x="136156" y="150634"/>
                    <a:pt x="156627" y="118988"/>
                  </a:cubicBezTo>
                  <a:lnTo>
                    <a:pt x="151686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0" name="Freeform: Shape 1959">
              <a:extLst>
                <a:ext uri="{FF2B5EF4-FFF2-40B4-BE49-F238E27FC236}">
                  <a16:creationId xmlns:a16="http://schemas.microsoft.com/office/drawing/2014/main" id="{F354FEE3-8849-DB6B-61B9-88AAF5536BC4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2469244" y="5798789"/>
              <a:ext cx="215651" cy="14065"/>
            </a:xfrm>
            <a:custGeom>
              <a:avLst/>
              <a:gdLst>
                <a:gd name="connsiteX0" fmla="*/ 203575 w 215651"/>
                <a:gd name="connsiteY0" fmla="*/ 14201 h 14065"/>
                <a:gd name="connsiteX1" fmla="*/ 215928 w 215651"/>
                <a:gd name="connsiteY1" fmla="*/ 7169 h 14065"/>
                <a:gd name="connsiteX2" fmla="*/ 203575 w 215651"/>
                <a:gd name="connsiteY2" fmla="*/ 136 h 14065"/>
                <a:gd name="connsiteX3" fmla="*/ 12630 w 215651"/>
                <a:gd name="connsiteY3" fmla="*/ 136 h 14065"/>
                <a:gd name="connsiteX4" fmla="*/ 277 w 215651"/>
                <a:gd name="connsiteY4" fmla="*/ 7169 h 14065"/>
                <a:gd name="connsiteX5" fmla="*/ 12630 w 215651"/>
                <a:gd name="connsiteY5" fmla="*/ 14201 h 14065"/>
                <a:gd name="connsiteX6" fmla="*/ 203575 w 215651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75" y="14201"/>
                  </a:moveTo>
                  <a:cubicBezTo>
                    <a:pt x="209575" y="14201"/>
                    <a:pt x="215928" y="14201"/>
                    <a:pt x="215928" y="7169"/>
                  </a:cubicBezTo>
                  <a:cubicBezTo>
                    <a:pt x="215928" y="136"/>
                    <a:pt x="209575" y="136"/>
                    <a:pt x="203575" y="136"/>
                  </a:cubicBezTo>
                  <a:lnTo>
                    <a:pt x="12630" y="136"/>
                  </a:lnTo>
                  <a:cubicBezTo>
                    <a:pt x="6630" y="136"/>
                    <a:pt x="277" y="136"/>
                    <a:pt x="277" y="7169"/>
                  </a:cubicBezTo>
                  <a:cubicBezTo>
                    <a:pt x="277" y="14201"/>
                    <a:pt x="6630" y="14201"/>
                    <a:pt x="12630" y="14201"/>
                  </a:cubicBezTo>
                  <a:lnTo>
                    <a:pt x="203575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1" name="Freeform: Shape 1960">
              <a:extLst>
                <a:ext uri="{FF2B5EF4-FFF2-40B4-BE49-F238E27FC236}">
                  <a16:creationId xmlns:a16="http://schemas.microsoft.com/office/drawing/2014/main" id="{AB8EA946-34C9-C676-E7FA-CA0DFA191B54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2754888" y="5738660"/>
              <a:ext cx="167297" cy="158937"/>
            </a:xfrm>
            <a:custGeom>
              <a:avLst/>
              <a:gdLst>
                <a:gd name="connsiteX0" fmla="*/ 151701 w 167297"/>
                <a:gd name="connsiteY0" fmla="*/ 116174 h 158937"/>
                <a:gd name="connsiteX1" fmla="*/ 143936 w 167297"/>
                <a:gd name="connsiteY1" fmla="*/ 125669 h 158937"/>
                <a:gd name="connsiteX2" fmla="*/ 127700 w 167297"/>
                <a:gd name="connsiteY2" fmla="*/ 139734 h 158937"/>
                <a:gd name="connsiteX3" fmla="*/ 116759 w 167297"/>
                <a:gd name="connsiteY3" fmla="*/ 125317 h 158937"/>
                <a:gd name="connsiteX4" fmla="*/ 115347 w 167297"/>
                <a:gd name="connsiteY4" fmla="*/ 119339 h 158937"/>
                <a:gd name="connsiteX5" fmla="*/ 102641 w 167297"/>
                <a:gd name="connsiteY5" fmla="*/ 62375 h 158937"/>
                <a:gd name="connsiteX6" fmla="*/ 137230 w 167297"/>
                <a:gd name="connsiteY6" fmla="*/ 19828 h 158937"/>
                <a:gd name="connsiteX7" fmla="*/ 145701 w 167297"/>
                <a:gd name="connsiteY7" fmla="*/ 22641 h 158937"/>
                <a:gd name="connsiteX8" fmla="*/ 155230 w 167297"/>
                <a:gd name="connsiteY8" fmla="*/ 25805 h 158937"/>
                <a:gd name="connsiteX9" fmla="*/ 167584 w 167297"/>
                <a:gd name="connsiteY9" fmla="*/ 13147 h 158937"/>
                <a:gd name="connsiteX10" fmla="*/ 153113 w 167297"/>
                <a:gd name="connsiteY10" fmla="*/ 136 h 158937"/>
                <a:gd name="connsiteX11" fmla="*/ 99817 w 167297"/>
                <a:gd name="connsiteY11" fmla="*/ 50419 h 158937"/>
                <a:gd name="connsiteX12" fmla="*/ 95935 w 167297"/>
                <a:gd name="connsiteY12" fmla="*/ 31080 h 158937"/>
                <a:gd name="connsiteX13" fmla="*/ 77582 w 167297"/>
                <a:gd name="connsiteY13" fmla="*/ 136 h 158937"/>
                <a:gd name="connsiteX14" fmla="*/ 36287 w 167297"/>
                <a:gd name="connsiteY14" fmla="*/ 10334 h 158937"/>
                <a:gd name="connsiteX15" fmla="*/ 32404 w 167297"/>
                <a:gd name="connsiteY15" fmla="*/ 11740 h 158937"/>
                <a:gd name="connsiteX16" fmla="*/ 33816 w 167297"/>
                <a:gd name="connsiteY16" fmla="*/ 17015 h 158937"/>
                <a:gd name="connsiteX17" fmla="*/ 53581 w 167297"/>
                <a:gd name="connsiteY17" fmla="*/ 13147 h 158937"/>
                <a:gd name="connsiteX18" fmla="*/ 69464 w 167297"/>
                <a:gd name="connsiteY18" fmla="*/ 37409 h 158937"/>
                <a:gd name="connsiteX19" fmla="*/ 79699 w 167297"/>
                <a:gd name="connsiteY19" fmla="*/ 80660 h 158937"/>
                <a:gd name="connsiteX20" fmla="*/ 50758 w 167297"/>
                <a:gd name="connsiteY20" fmla="*/ 121801 h 158937"/>
                <a:gd name="connsiteX21" fmla="*/ 32757 w 167297"/>
                <a:gd name="connsiteY21" fmla="*/ 138679 h 158937"/>
                <a:gd name="connsiteX22" fmla="*/ 23581 w 167297"/>
                <a:gd name="connsiteY22" fmla="*/ 135514 h 158937"/>
                <a:gd name="connsiteX23" fmla="*/ 12286 w 167297"/>
                <a:gd name="connsiteY23" fmla="*/ 131998 h 158937"/>
                <a:gd name="connsiteX24" fmla="*/ 286 w 167297"/>
                <a:gd name="connsiteY24" fmla="*/ 144305 h 158937"/>
                <a:gd name="connsiteX25" fmla="*/ 17934 w 167297"/>
                <a:gd name="connsiteY25" fmla="*/ 159073 h 158937"/>
                <a:gd name="connsiteX26" fmla="*/ 50758 w 167297"/>
                <a:gd name="connsiteY26" fmla="*/ 134459 h 158937"/>
                <a:gd name="connsiteX27" fmla="*/ 82523 w 167297"/>
                <a:gd name="connsiteY27" fmla="*/ 93318 h 158937"/>
                <a:gd name="connsiteX28" fmla="*/ 93111 w 167297"/>
                <a:gd name="connsiteY28" fmla="*/ 135514 h 158937"/>
                <a:gd name="connsiteX29" fmla="*/ 113582 w 167297"/>
                <a:gd name="connsiteY29" fmla="*/ 159073 h 158937"/>
                <a:gd name="connsiteX30" fmla="*/ 156642 w 167297"/>
                <a:gd name="connsiteY30" fmla="*/ 118988 h 158937"/>
                <a:gd name="connsiteX31" fmla="*/ 151701 w 167297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1" y="116174"/>
                  </a:moveTo>
                  <a:cubicBezTo>
                    <a:pt x="148877" y="119339"/>
                    <a:pt x="147112" y="121449"/>
                    <a:pt x="143936" y="125669"/>
                  </a:cubicBezTo>
                  <a:cubicBezTo>
                    <a:pt x="135818" y="136217"/>
                    <a:pt x="131583" y="139734"/>
                    <a:pt x="127700" y="139734"/>
                  </a:cubicBezTo>
                  <a:cubicBezTo>
                    <a:pt x="122406" y="139734"/>
                    <a:pt x="119230" y="135163"/>
                    <a:pt x="116759" y="125317"/>
                  </a:cubicBezTo>
                  <a:cubicBezTo>
                    <a:pt x="116053" y="122504"/>
                    <a:pt x="115700" y="120394"/>
                    <a:pt x="115347" y="119339"/>
                  </a:cubicBezTo>
                  <a:cubicBezTo>
                    <a:pt x="106523" y="83824"/>
                    <a:pt x="102641" y="67649"/>
                    <a:pt x="102641" y="62375"/>
                  </a:cubicBezTo>
                  <a:cubicBezTo>
                    <a:pt x="118171" y="35299"/>
                    <a:pt x="130877" y="19828"/>
                    <a:pt x="137230" y="19828"/>
                  </a:cubicBezTo>
                  <a:cubicBezTo>
                    <a:pt x="139348" y="19828"/>
                    <a:pt x="142171" y="20882"/>
                    <a:pt x="145701" y="22641"/>
                  </a:cubicBezTo>
                  <a:cubicBezTo>
                    <a:pt x="149936" y="25102"/>
                    <a:pt x="152407" y="25805"/>
                    <a:pt x="155230" y="25805"/>
                  </a:cubicBezTo>
                  <a:cubicBezTo>
                    <a:pt x="162642" y="25805"/>
                    <a:pt x="167584" y="20531"/>
                    <a:pt x="167584" y="13147"/>
                  </a:cubicBezTo>
                  <a:cubicBezTo>
                    <a:pt x="167584" y="5762"/>
                    <a:pt x="161583" y="136"/>
                    <a:pt x="153113" y="136"/>
                  </a:cubicBezTo>
                  <a:cubicBezTo>
                    <a:pt x="137583" y="136"/>
                    <a:pt x="124171" y="12795"/>
                    <a:pt x="99817" y="50419"/>
                  </a:cubicBezTo>
                  <a:lnTo>
                    <a:pt x="95935" y="31080"/>
                  </a:lnTo>
                  <a:cubicBezTo>
                    <a:pt x="90994" y="7169"/>
                    <a:pt x="87111" y="136"/>
                    <a:pt x="77582" y="136"/>
                  </a:cubicBezTo>
                  <a:cubicBezTo>
                    <a:pt x="69817" y="136"/>
                    <a:pt x="57817" y="3301"/>
                    <a:pt x="36287" y="10334"/>
                  </a:cubicBezTo>
                  <a:lnTo>
                    <a:pt x="32404" y="11740"/>
                  </a:lnTo>
                  <a:lnTo>
                    <a:pt x="33816" y="17015"/>
                  </a:lnTo>
                  <a:cubicBezTo>
                    <a:pt x="47228" y="13850"/>
                    <a:pt x="50405" y="13147"/>
                    <a:pt x="53581" y="13147"/>
                  </a:cubicBezTo>
                  <a:cubicBezTo>
                    <a:pt x="62405" y="13147"/>
                    <a:pt x="64523" y="16311"/>
                    <a:pt x="69464" y="37409"/>
                  </a:cubicBezTo>
                  <a:lnTo>
                    <a:pt x="79699" y="80660"/>
                  </a:lnTo>
                  <a:lnTo>
                    <a:pt x="50758" y="121801"/>
                  </a:lnTo>
                  <a:cubicBezTo>
                    <a:pt x="43699" y="132350"/>
                    <a:pt x="36640" y="138679"/>
                    <a:pt x="32757" y="138679"/>
                  </a:cubicBezTo>
                  <a:cubicBezTo>
                    <a:pt x="30640" y="138679"/>
                    <a:pt x="27110" y="137624"/>
                    <a:pt x="23581" y="135514"/>
                  </a:cubicBezTo>
                  <a:cubicBezTo>
                    <a:pt x="18992" y="133053"/>
                    <a:pt x="15110" y="131998"/>
                    <a:pt x="12286" y="131998"/>
                  </a:cubicBezTo>
                  <a:cubicBezTo>
                    <a:pt x="5580" y="131998"/>
                    <a:pt x="286" y="137272"/>
                    <a:pt x="286" y="144305"/>
                  </a:cubicBezTo>
                  <a:cubicBezTo>
                    <a:pt x="286" y="153447"/>
                    <a:pt x="7345" y="159073"/>
                    <a:pt x="17934" y="159073"/>
                  </a:cubicBezTo>
                  <a:cubicBezTo>
                    <a:pt x="28875" y="159073"/>
                    <a:pt x="33110" y="155909"/>
                    <a:pt x="50758" y="134459"/>
                  </a:cubicBezTo>
                  <a:cubicBezTo>
                    <a:pt x="60287" y="123207"/>
                    <a:pt x="67699" y="113713"/>
                    <a:pt x="82523" y="93318"/>
                  </a:cubicBezTo>
                  <a:lnTo>
                    <a:pt x="93111" y="135514"/>
                  </a:lnTo>
                  <a:cubicBezTo>
                    <a:pt x="97700" y="153447"/>
                    <a:pt x="102288" y="159073"/>
                    <a:pt x="113582" y="159073"/>
                  </a:cubicBezTo>
                  <a:cubicBezTo>
                    <a:pt x="126994" y="159073"/>
                    <a:pt x="136171" y="150634"/>
                    <a:pt x="156642" y="118988"/>
                  </a:cubicBezTo>
                  <a:lnTo>
                    <a:pt x="151701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2" name="Freeform: Shape 1961">
              <a:extLst>
                <a:ext uri="{FF2B5EF4-FFF2-40B4-BE49-F238E27FC236}">
                  <a16:creationId xmlns:a16="http://schemas.microsoft.com/office/drawing/2014/main" id="{8C440E9F-50ED-FA06-4FFC-84F4F68C4638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2924847" y="5771147"/>
              <a:ext cx="120143" cy="175899"/>
            </a:xfrm>
            <a:custGeom>
              <a:avLst/>
              <a:gdLst>
                <a:gd name="connsiteX0" fmla="*/ 120433 w 120143"/>
                <a:gd name="connsiteY0" fmla="*/ 115931 h 175899"/>
                <a:gd name="connsiteX1" fmla="*/ 93793 w 120143"/>
                <a:gd name="connsiteY1" fmla="*/ 115931 h 175899"/>
                <a:gd name="connsiteX2" fmla="*/ 93793 w 120143"/>
                <a:gd name="connsiteY2" fmla="*/ 139 h 175899"/>
                <a:gd name="connsiteX3" fmla="*/ 82301 w 120143"/>
                <a:gd name="connsiteY3" fmla="*/ 139 h 175899"/>
                <a:gd name="connsiteX4" fmla="*/ 290 w 120143"/>
                <a:gd name="connsiteY4" fmla="*/ 115931 h 175899"/>
                <a:gd name="connsiteX5" fmla="*/ 290 w 120143"/>
                <a:gd name="connsiteY5" fmla="*/ 132584 h 175899"/>
                <a:gd name="connsiteX6" fmla="*/ 73682 w 120143"/>
                <a:gd name="connsiteY6" fmla="*/ 132584 h 175899"/>
                <a:gd name="connsiteX7" fmla="*/ 73682 w 120143"/>
                <a:gd name="connsiteY7" fmla="*/ 176038 h 175899"/>
                <a:gd name="connsiteX8" fmla="*/ 93793 w 120143"/>
                <a:gd name="connsiteY8" fmla="*/ 176038 h 175899"/>
                <a:gd name="connsiteX9" fmla="*/ 93793 w 120143"/>
                <a:gd name="connsiteY9" fmla="*/ 132584 h 175899"/>
                <a:gd name="connsiteX10" fmla="*/ 120433 w 120143"/>
                <a:gd name="connsiteY10" fmla="*/ 132584 h 175899"/>
                <a:gd name="connsiteX11" fmla="*/ 120433 w 120143"/>
                <a:gd name="connsiteY11" fmla="*/ 115931 h 175899"/>
                <a:gd name="connsiteX12" fmla="*/ 73421 w 120143"/>
                <a:gd name="connsiteY12" fmla="*/ 115931 h 175899"/>
                <a:gd name="connsiteX13" fmla="*/ 10737 w 120143"/>
                <a:gd name="connsiteY13" fmla="*/ 115931 h 175899"/>
                <a:gd name="connsiteX14" fmla="*/ 73421 w 120143"/>
                <a:gd name="connsiteY14" fmla="*/ 26680 h 175899"/>
                <a:gd name="connsiteX15" fmla="*/ 73421 w 120143"/>
                <a:gd name="connsiteY15" fmla="*/ 115931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33" y="115931"/>
                  </a:moveTo>
                  <a:lnTo>
                    <a:pt x="93793" y="115931"/>
                  </a:lnTo>
                  <a:lnTo>
                    <a:pt x="93793" y="139"/>
                  </a:lnTo>
                  <a:lnTo>
                    <a:pt x="82301" y="139"/>
                  </a:lnTo>
                  <a:lnTo>
                    <a:pt x="290" y="115931"/>
                  </a:lnTo>
                  <a:lnTo>
                    <a:pt x="290" y="132584"/>
                  </a:lnTo>
                  <a:lnTo>
                    <a:pt x="73682" y="132584"/>
                  </a:lnTo>
                  <a:lnTo>
                    <a:pt x="73682" y="176038"/>
                  </a:lnTo>
                  <a:lnTo>
                    <a:pt x="93793" y="176038"/>
                  </a:lnTo>
                  <a:lnTo>
                    <a:pt x="93793" y="132584"/>
                  </a:lnTo>
                  <a:lnTo>
                    <a:pt x="120433" y="132584"/>
                  </a:lnTo>
                  <a:lnTo>
                    <a:pt x="120433" y="115931"/>
                  </a:lnTo>
                  <a:close/>
                  <a:moveTo>
                    <a:pt x="73421" y="115931"/>
                  </a:moveTo>
                  <a:lnTo>
                    <a:pt x="10737" y="115931"/>
                  </a:lnTo>
                  <a:lnTo>
                    <a:pt x="73421" y="26680"/>
                  </a:lnTo>
                  <a:lnTo>
                    <a:pt x="73421" y="11593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3" name="Freeform: Shape 1962">
              <a:extLst>
                <a:ext uri="{FF2B5EF4-FFF2-40B4-BE49-F238E27FC236}">
                  <a16:creationId xmlns:a16="http://schemas.microsoft.com/office/drawing/2014/main" id="{D62CF150-D7E7-502E-28A8-4498ECA0BA1A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3090624" y="5630007"/>
              <a:ext cx="81883" cy="351630"/>
            </a:xfrm>
            <a:custGeom>
              <a:avLst/>
              <a:gdLst>
                <a:gd name="connsiteX0" fmla="*/ 82179 w 81883"/>
                <a:gd name="connsiteY0" fmla="*/ 175951 h 351630"/>
                <a:gd name="connsiteX1" fmla="*/ 58884 w 81883"/>
                <a:gd name="connsiteY1" fmla="*/ 66242 h 351630"/>
                <a:gd name="connsiteX2" fmla="*/ 3825 w 81883"/>
                <a:gd name="connsiteY2" fmla="*/ 136 h 351630"/>
                <a:gd name="connsiteX3" fmla="*/ 295 w 81883"/>
                <a:gd name="connsiteY3" fmla="*/ 3652 h 351630"/>
                <a:gd name="connsiteX4" fmla="*/ 7001 w 81883"/>
                <a:gd name="connsiteY4" fmla="*/ 11739 h 351630"/>
                <a:gd name="connsiteX5" fmla="*/ 61708 w 81883"/>
                <a:gd name="connsiteY5" fmla="*/ 175951 h 351630"/>
                <a:gd name="connsiteX6" fmla="*/ 4883 w 81883"/>
                <a:gd name="connsiteY6" fmla="*/ 342272 h 351630"/>
                <a:gd name="connsiteX7" fmla="*/ 295 w 81883"/>
                <a:gd name="connsiteY7" fmla="*/ 348250 h 351630"/>
                <a:gd name="connsiteX8" fmla="*/ 3825 w 81883"/>
                <a:gd name="connsiteY8" fmla="*/ 351766 h 351630"/>
                <a:gd name="connsiteX9" fmla="*/ 59943 w 81883"/>
                <a:gd name="connsiteY9" fmla="*/ 283198 h 351630"/>
                <a:gd name="connsiteX10" fmla="*/ 82179 w 81883"/>
                <a:gd name="connsiteY10" fmla="*/ 17595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79" y="175951"/>
                  </a:moveTo>
                  <a:cubicBezTo>
                    <a:pt x="82179" y="148524"/>
                    <a:pt x="78297" y="105976"/>
                    <a:pt x="58884" y="66242"/>
                  </a:cubicBezTo>
                  <a:cubicBezTo>
                    <a:pt x="37708" y="22992"/>
                    <a:pt x="7354" y="136"/>
                    <a:pt x="3825" y="136"/>
                  </a:cubicBezTo>
                  <a:cubicBezTo>
                    <a:pt x="1707" y="136"/>
                    <a:pt x="295" y="1542"/>
                    <a:pt x="295" y="3652"/>
                  </a:cubicBezTo>
                  <a:cubicBezTo>
                    <a:pt x="295" y="4707"/>
                    <a:pt x="295" y="5410"/>
                    <a:pt x="7001" y="11739"/>
                  </a:cubicBezTo>
                  <a:cubicBezTo>
                    <a:pt x="41590" y="46551"/>
                    <a:pt x="61708" y="102460"/>
                    <a:pt x="61708" y="175951"/>
                  </a:cubicBezTo>
                  <a:cubicBezTo>
                    <a:pt x="61708" y="236080"/>
                    <a:pt x="48649" y="297967"/>
                    <a:pt x="4883" y="342272"/>
                  </a:cubicBezTo>
                  <a:cubicBezTo>
                    <a:pt x="295" y="346492"/>
                    <a:pt x="295" y="347195"/>
                    <a:pt x="295" y="348250"/>
                  </a:cubicBezTo>
                  <a:cubicBezTo>
                    <a:pt x="295" y="350360"/>
                    <a:pt x="1707" y="351766"/>
                    <a:pt x="3825" y="351766"/>
                  </a:cubicBezTo>
                  <a:cubicBezTo>
                    <a:pt x="7354" y="351766"/>
                    <a:pt x="39119" y="327856"/>
                    <a:pt x="59943" y="283198"/>
                  </a:cubicBezTo>
                  <a:cubicBezTo>
                    <a:pt x="77944" y="244519"/>
                    <a:pt x="82179" y="205488"/>
                    <a:pt x="82179" y="1759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4" name="Freeform: Shape 1963">
              <a:extLst>
                <a:ext uri="{FF2B5EF4-FFF2-40B4-BE49-F238E27FC236}">
                  <a16:creationId xmlns:a16="http://schemas.microsoft.com/office/drawing/2014/main" id="{C6A03EE4-C73F-6A95-25F3-8912D313278C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8460407" y="6037378"/>
              <a:ext cx="5043016" cy="14114"/>
            </a:xfrm>
            <a:custGeom>
              <a:avLst/>
              <a:gdLst>
                <a:gd name="connsiteX0" fmla="*/ 0 w 5043016"/>
                <a:gd name="connsiteY0" fmla="*/ 0 h 14114"/>
                <a:gd name="connsiteX1" fmla="*/ 5043017 w 5043016"/>
                <a:gd name="connsiteY1" fmla="*/ 0 h 14114"/>
                <a:gd name="connsiteX2" fmla="*/ 5043017 w 5043016"/>
                <a:gd name="connsiteY2" fmla="*/ 14114 h 14114"/>
                <a:gd name="connsiteX3" fmla="*/ 0 w 5043016"/>
                <a:gd name="connsiteY3" fmla="*/ 14114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016" h="14114">
                  <a:moveTo>
                    <a:pt x="0" y="0"/>
                  </a:moveTo>
                  <a:lnTo>
                    <a:pt x="5043017" y="0"/>
                  </a:lnTo>
                  <a:lnTo>
                    <a:pt x="5043017" y="14114"/>
                  </a:lnTo>
                  <a:lnTo>
                    <a:pt x="0" y="141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6" name="Freeform: Shape 1965">
              <a:extLst>
                <a:ext uri="{FF2B5EF4-FFF2-40B4-BE49-F238E27FC236}">
                  <a16:creationId xmlns:a16="http://schemas.microsoft.com/office/drawing/2014/main" id="{C197C66D-B42E-F746-1CA2-4393B8BC9350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8495349" y="6111073"/>
              <a:ext cx="81883" cy="351630"/>
            </a:xfrm>
            <a:custGeom>
              <a:avLst/>
              <a:gdLst>
                <a:gd name="connsiteX0" fmla="*/ 82050 w 81883"/>
                <a:gd name="connsiteY0" fmla="*/ 348264 h 351630"/>
                <a:gd name="connsiteX1" fmla="*/ 76049 w 81883"/>
                <a:gd name="connsiteY1" fmla="*/ 340528 h 351630"/>
                <a:gd name="connsiteX2" fmla="*/ 20637 w 81883"/>
                <a:gd name="connsiteY2" fmla="*/ 175965 h 351630"/>
                <a:gd name="connsiteX3" fmla="*/ 77461 w 81883"/>
                <a:gd name="connsiteY3" fmla="*/ 9643 h 351630"/>
                <a:gd name="connsiteX4" fmla="*/ 82050 w 81883"/>
                <a:gd name="connsiteY4" fmla="*/ 3665 h 351630"/>
                <a:gd name="connsiteX5" fmla="*/ 78520 w 81883"/>
                <a:gd name="connsiteY5" fmla="*/ 149 h 351630"/>
                <a:gd name="connsiteX6" fmla="*/ 22401 w 81883"/>
                <a:gd name="connsiteY6" fmla="*/ 68717 h 351630"/>
                <a:gd name="connsiteX7" fmla="*/ 166 w 81883"/>
                <a:gd name="connsiteY7" fmla="*/ 175965 h 351630"/>
                <a:gd name="connsiteX8" fmla="*/ 23460 w 81883"/>
                <a:gd name="connsiteY8" fmla="*/ 285673 h 351630"/>
                <a:gd name="connsiteX9" fmla="*/ 78520 w 81883"/>
                <a:gd name="connsiteY9" fmla="*/ 351780 h 351630"/>
                <a:gd name="connsiteX10" fmla="*/ 82050 w 81883"/>
                <a:gd name="connsiteY10" fmla="*/ 348264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0" y="348264"/>
                  </a:moveTo>
                  <a:cubicBezTo>
                    <a:pt x="82050" y="347209"/>
                    <a:pt x="82050" y="346506"/>
                    <a:pt x="76049" y="340528"/>
                  </a:cubicBezTo>
                  <a:cubicBezTo>
                    <a:pt x="31931" y="296222"/>
                    <a:pt x="20637" y="229764"/>
                    <a:pt x="20637" y="175965"/>
                  </a:cubicBezTo>
                  <a:cubicBezTo>
                    <a:pt x="20637" y="114781"/>
                    <a:pt x="34049" y="53597"/>
                    <a:pt x="77461" y="9643"/>
                  </a:cubicBezTo>
                  <a:cubicBezTo>
                    <a:pt x="82050" y="5424"/>
                    <a:pt x="82050" y="4720"/>
                    <a:pt x="82050" y="3665"/>
                  </a:cubicBezTo>
                  <a:cubicBezTo>
                    <a:pt x="82050" y="1204"/>
                    <a:pt x="80638" y="149"/>
                    <a:pt x="78520" y="149"/>
                  </a:cubicBezTo>
                  <a:cubicBezTo>
                    <a:pt x="74991" y="149"/>
                    <a:pt x="43225" y="24060"/>
                    <a:pt x="22401" y="68717"/>
                  </a:cubicBezTo>
                  <a:cubicBezTo>
                    <a:pt x="4401" y="107397"/>
                    <a:pt x="166" y="146428"/>
                    <a:pt x="166" y="175965"/>
                  </a:cubicBezTo>
                  <a:cubicBezTo>
                    <a:pt x="166" y="203392"/>
                    <a:pt x="4048" y="245939"/>
                    <a:pt x="23460" y="285673"/>
                  </a:cubicBezTo>
                  <a:cubicBezTo>
                    <a:pt x="44637" y="328924"/>
                    <a:pt x="74991" y="351780"/>
                    <a:pt x="78520" y="351780"/>
                  </a:cubicBezTo>
                  <a:cubicBezTo>
                    <a:pt x="80638" y="351780"/>
                    <a:pt x="82050" y="350725"/>
                    <a:pt x="82050" y="34826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7" name="Freeform: Shape 1966">
              <a:extLst>
                <a:ext uri="{FF2B5EF4-FFF2-40B4-BE49-F238E27FC236}">
                  <a16:creationId xmlns:a16="http://schemas.microsoft.com/office/drawing/2014/main" id="{2878888D-292B-B9D5-3E1D-BE130E328972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8588331" y="6219726"/>
              <a:ext cx="167297" cy="158937"/>
            </a:xfrm>
            <a:custGeom>
              <a:avLst/>
              <a:gdLst>
                <a:gd name="connsiteX0" fmla="*/ 151584 w 167297"/>
                <a:gd name="connsiteY0" fmla="*/ 116188 h 158937"/>
                <a:gd name="connsiteX1" fmla="*/ 143819 w 167297"/>
                <a:gd name="connsiteY1" fmla="*/ 125682 h 158937"/>
                <a:gd name="connsiteX2" fmla="*/ 127583 w 167297"/>
                <a:gd name="connsiteY2" fmla="*/ 139747 h 158937"/>
                <a:gd name="connsiteX3" fmla="*/ 116642 w 167297"/>
                <a:gd name="connsiteY3" fmla="*/ 125330 h 158937"/>
                <a:gd name="connsiteX4" fmla="*/ 115230 w 167297"/>
                <a:gd name="connsiteY4" fmla="*/ 119353 h 158937"/>
                <a:gd name="connsiteX5" fmla="*/ 102524 w 167297"/>
                <a:gd name="connsiteY5" fmla="*/ 62388 h 158937"/>
                <a:gd name="connsiteX6" fmla="*/ 137113 w 167297"/>
                <a:gd name="connsiteY6" fmla="*/ 19841 h 158937"/>
                <a:gd name="connsiteX7" fmla="*/ 145584 w 167297"/>
                <a:gd name="connsiteY7" fmla="*/ 22654 h 158937"/>
                <a:gd name="connsiteX8" fmla="*/ 155113 w 167297"/>
                <a:gd name="connsiteY8" fmla="*/ 25819 h 158937"/>
                <a:gd name="connsiteX9" fmla="*/ 167466 w 167297"/>
                <a:gd name="connsiteY9" fmla="*/ 13160 h 158937"/>
                <a:gd name="connsiteX10" fmla="*/ 152995 w 167297"/>
                <a:gd name="connsiteY10" fmla="*/ 150 h 158937"/>
                <a:gd name="connsiteX11" fmla="*/ 99700 w 167297"/>
                <a:gd name="connsiteY11" fmla="*/ 50433 h 158937"/>
                <a:gd name="connsiteX12" fmla="*/ 95818 w 167297"/>
                <a:gd name="connsiteY12" fmla="*/ 31093 h 158937"/>
                <a:gd name="connsiteX13" fmla="*/ 77465 w 167297"/>
                <a:gd name="connsiteY13" fmla="*/ 150 h 158937"/>
                <a:gd name="connsiteX14" fmla="*/ 36170 w 167297"/>
                <a:gd name="connsiteY14" fmla="*/ 10347 h 158937"/>
                <a:gd name="connsiteX15" fmla="*/ 32287 w 167297"/>
                <a:gd name="connsiteY15" fmla="*/ 11754 h 158937"/>
                <a:gd name="connsiteX16" fmla="*/ 33699 w 167297"/>
                <a:gd name="connsiteY16" fmla="*/ 17028 h 158937"/>
                <a:gd name="connsiteX17" fmla="*/ 53464 w 167297"/>
                <a:gd name="connsiteY17" fmla="*/ 13160 h 158937"/>
                <a:gd name="connsiteX18" fmla="*/ 69347 w 167297"/>
                <a:gd name="connsiteY18" fmla="*/ 37423 h 158937"/>
                <a:gd name="connsiteX19" fmla="*/ 79582 w 167297"/>
                <a:gd name="connsiteY19" fmla="*/ 80673 h 158937"/>
                <a:gd name="connsiteX20" fmla="*/ 50641 w 167297"/>
                <a:gd name="connsiteY20" fmla="*/ 121814 h 158937"/>
                <a:gd name="connsiteX21" fmla="*/ 32640 w 167297"/>
                <a:gd name="connsiteY21" fmla="*/ 138692 h 158937"/>
                <a:gd name="connsiteX22" fmla="*/ 23463 w 167297"/>
                <a:gd name="connsiteY22" fmla="*/ 135528 h 158937"/>
                <a:gd name="connsiteX23" fmla="*/ 12169 w 167297"/>
                <a:gd name="connsiteY23" fmla="*/ 132011 h 158937"/>
                <a:gd name="connsiteX24" fmla="*/ 169 w 167297"/>
                <a:gd name="connsiteY24" fmla="*/ 144319 h 158937"/>
                <a:gd name="connsiteX25" fmla="*/ 17816 w 167297"/>
                <a:gd name="connsiteY25" fmla="*/ 159087 h 158937"/>
                <a:gd name="connsiteX26" fmla="*/ 50641 w 167297"/>
                <a:gd name="connsiteY26" fmla="*/ 134473 h 158937"/>
                <a:gd name="connsiteX27" fmla="*/ 82406 w 167297"/>
                <a:gd name="connsiteY27" fmla="*/ 93332 h 158937"/>
                <a:gd name="connsiteX28" fmla="*/ 92994 w 167297"/>
                <a:gd name="connsiteY28" fmla="*/ 135528 h 158937"/>
                <a:gd name="connsiteX29" fmla="*/ 113465 w 167297"/>
                <a:gd name="connsiteY29" fmla="*/ 159087 h 158937"/>
                <a:gd name="connsiteX30" fmla="*/ 156525 w 167297"/>
                <a:gd name="connsiteY30" fmla="*/ 119001 h 158937"/>
                <a:gd name="connsiteX31" fmla="*/ 151584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84" y="116188"/>
                  </a:moveTo>
                  <a:cubicBezTo>
                    <a:pt x="148760" y="119353"/>
                    <a:pt x="146995" y="121463"/>
                    <a:pt x="143819" y="125682"/>
                  </a:cubicBezTo>
                  <a:cubicBezTo>
                    <a:pt x="135701" y="136231"/>
                    <a:pt x="131466" y="139747"/>
                    <a:pt x="127583" y="139747"/>
                  </a:cubicBezTo>
                  <a:cubicBezTo>
                    <a:pt x="122289" y="139747"/>
                    <a:pt x="119112" y="135176"/>
                    <a:pt x="116642" y="125330"/>
                  </a:cubicBezTo>
                  <a:cubicBezTo>
                    <a:pt x="115936" y="122517"/>
                    <a:pt x="115583" y="120408"/>
                    <a:pt x="115230" y="119353"/>
                  </a:cubicBezTo>
                  <a:cubicBezTo>
                    <a:pt x="106406" y="83838"/>
                    <a:pt x="102524" y="67663"/>
                    <a:pt x="102524" y="62388"/>
                  </a:cubicBezTo>
                  <a:cubicBezTo>
                    <a:pt x="118054" y="35313"/>
                    <a:pt x="130760" y="19841"/>
                    <a:pt x="137113" y="19841"/>
                  </a:cubicBezTo>
                  <a:cubicBezTo>
                    <a:pt x="139230" y="19841"/>
                    <a:pt x="142054" y="20896"/>
                    <a:pt x="145584" y="22654"/>
                  </a:cubicBezTo>
                  <a:cubicBezTo>
                    <a:pt x="149819" y="25116"/>
                    <a:pt x="152290" y="25819"/>
                    <a:pt x="155113" y="25819"/>
                  </a:cubicBezTo>
                  <a:cubicBezTo>
                    <a:pt x="162525" y="25819"/>
                    <a:pt x="167466" y="20544"/>
                    <a:pt x="167466" y="13160"/>
                  </a:cubicBezTo>
                  <a:cubicBezTo>
                    <a:pt x="167466" y="5776"/>
                    <a:pt x="161466" y="150"/>
                    <a:pt x="152995" y="150"/>
                  </a:cubicBezTo>
                  <a:cubicBezTo>
                    <a:pt x="137466" y="150"/>
                    <a:pt x="124054" y="12809"/>
                    <a:pt x="99700" y="50433"/>
                  </a:cubicBezTo>
                  <a:lnTo>
                    <a:pt x="95818" y="31093"/>
                  </a:lnTo>
                  <a:cubicBezTo>
                    <a:pt x="90877" y="7182"/>
                    <a:pt x="86994" y="150"/>
                    <a:pt x="77465" y="150"/>
                  </a:cubicBezTo>
                  <a:cubicBezTo>
                    <a:pt x="69700" y="150"/>
                    <a:pt x="57699" y="3315"/>
                    <a:pt x="36170" y="10347"/>
                  </a:cubicBezTo>
                  <a:lnTo>
                    <a:pt x="32287" y="11754"/>
                  </a:lnTo>
                  <a:lnTo>
                    <a:pt x="33699" y="17028"/>
                  </a:lnTo>
                  <a:cubicBezTo>
                    <a:pt x="47111" y="13863"/>
                    <a:pt x="50288" y="13160"/>
                    <a:pt x="53464" y="13160"/>
                  </a:cubicBezTo>
                  <a:cubicBezTo>
                    <a:pt x="62288" y="13160"/>
                    <a:pt x="64405" y="16325"/>
                    <a:pt x="69347" y="37423"/>
                  </a:cubicBezTo>
                  <a:lnTo>
                    <a:pt x="79582" y="80673"/>
                  </a:lnTo>
                  <a:lnTo>
                    <a:pt x="50641" y="121814"/>
                  </a:lnTo>
                  <a:cubicBezTo>
                    <a:pt x="43582" y="132363"/>
                    <a:pt x="36523" y="138692"/>
                    <a:pt x="32640" y="138692"/>
                  </a:cubicBezTo>
                  <a:cubicBezTo>
                    <a:pt x="30522" y="138692"/>
                    <a:pt x="26993" y="137638"/>
                    <a:pt x="23463" y="135528"/>
                  </a:cubicBezTo>
                  <a:cubicBezTo>
                    <a:pt x="18875" y="133066"/>
                    <a:pt x="14993" y="132011"/>
                    <a:pt x="12169" y="132011"/>
                  </a:cubicBezTo>
                  <a:cubicBezTo>
                    <a:pt x="5463" y="132011"/>
                    <a:pt x="169" y="137286"/>
                    <a:pt x="169" y="144319"/>
                  </a:cubicBezTo>
                  <a:cubicBezTo>
                    <a:pt x="169" y="153461"/>
                    <a:pt x="7228" y="159087"/>
                    <a:pt x="17816" y="159087"/>
                  </a:cubicBezTo>
                  <a:cubicBezTo>
                    <a:pt x="28758" y="159087"/>
                    <a:pt x="32993" y="155922"/>
                    <a:pt x="50641" y="134473"/>
                  </a:cubicBezTo>
                  <a:cubicBezTo>
                    <a:pt x="60170" y="123221"/>
                    <a:pt x="67582" y="113727"/>
                    <a:pt x="82406" y="93332"/>
                  </a:cubicBezTo>
                  <a:lnTo>
                    <a:pt x="92994" y="135528"/>
                  </a:lnTo>
                  <a:cubicBezTo>
                    <a:pt x="97583" y="153461"/>
                    <a:pt x="102171" y="159087"/>
                    <a:pt x="113465" y="159087"/>
                  </a:cubicBezTo>
                  <a:cubicBezTo>
                    <a:pt x="126877" y="159087"/>
                    <a:pt x="136054" y="150648"/>
                    <a:pt x="156525" y="119001"/>
                  </a:cubicBezTo>
                  <a:lnTo>
                    <a:pt x="151584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8" name="Freeform: Shape 1967">
              <a:extLst>
                <a:ext uri="{FF2B5EF4-FFF2-40B4-BE49-F238E27FC236}">
                  <a16:creationId xmlns:a16="http://schemas.microsoft.com/office/drawing/2014/main" id="{C80905BD-BAD7-ED62-F01F-C25558D9C8E2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8762991" y="6252213"/>
              <a:ext cx="116225" cy="175899"/>
            </a:xfrm>
            <a:custGeom>
              <a:avLst/>
              <a:gdLst>
                <a:gd name="connsiteX0" fmla="*/ 116398 w 116225"/>
                <a:gd name="connsiteY0" fmla="*/ 140404 h 175899"/>
                <a:gd name="connsiteX1" fmla="*/ 113003 w 116225"/>
                <a:gd name="connsiteY1" fmla="*/ 139103 h 175899"/>
                <a:gd name="connsiteX2" fmla="*/ 88191 w 116225"/>
                <a:gd name="connsiteY2" fmla="*/ 156276 h 175899"/>
                <a:gd name="connsiteX3" fmla="*/ 25768 w 116225"/>
                <a:gd name="connsiteY3" fmla="*/ 156276 h 175899"/>
                <a:gd name="connsiteX4" fmla="*/ 69647 w 116225"/>
                <a:gd name="connsiteY4" fmla="*/ 110480 h 175899"/>
                <a:gd name="connsiteX5" fmla="*/ 103078 w 116225"/>
                <a:gd name="connsiteY5" fmla="*/ 46209 h 175899"/>
                <a:gd name="connsiteX6" fmla="*/ 54760 w 116225"/>
                <a:gd name="connsiteY6" fmla="*/ 152 h 175899"/>
                <a:gd name="connsiteX7" fmla="*/ 17149 w 116225"/>
                <a:gd name="connsiteY7" fmla="*/ 16285 h 175899"/>
                <a:gd name="connsiteX8" fmla="*/ 434 w 116225"/>
                <a:gd name="connsiteY8" fmla="*/ 51933 h 175899"/>
                <a:gd name="connsiteX9" fmla="*/ 5919 w 116225"/>
                <a:gd name="connsiteY9" fmla="*/ 53234 h 175899"/>
                <a:gd name="connsiteX10" fmla="*/ 43790 w 116225"/>
                <a:gd name="connsiteY10" fmla="*/ 19407 h 175899"/>
                <a:gd name="connsiteX11" fmla="*/ 80617 w 116225"/>
                <a:gd name="connsiteY11" fmla="*/ 56097 h 175899"/>
                <a:gd name="connsiteX12" fmla="*/ 46663 w 116225"/>
                <a:gd name="connsiteY12" fmla="*/ 123750 h 175899"/>
                <a:gd name="connsiteX13" fmla="*/ 173 w 116225"/>
                <a:gd name="connsiteY13" fmla="*/ 172929 h 175899"/>
                <a:gd name="connsiteX14" fmla="*/ 173 w 116225"/>
                <a:gd name="connsiteY14" fmla="*/ 176052 h 175899"/>
                <a:gd name="connsiteX15" fmla="*/ 102033 w 116225"/>
                <a:gd name="connsiteY15" fmla="*/ 176052 h 175899"/>
                <a:gd name="connsiteX16" fmla="*/ 116398 w 116225"/>
                <a:gd name="connsiteY16" fmla="*/ 14040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398" y="140404"/>
                  </a:moveTo>
                  <a:lnTo>
                    <a:pt x="113003" y="139103"/>
                  </a:lnTo>
                  <a:cubicBezTo>
                    <a:pt x="103339" y="153934"/>
                    <a:pt x="99944" y="156276"/>
                    <a:pt x="88191" y="156276"/>
                  </a:cubicBezTo>
                  <a:lnTo>
                    <a:pt x="25768" y="156276"/>
                  </a:lnTo>
                  <a:lnTo>
                    <a:pt x="69647" y="110480"/>
                  </a:lnTo>
                  <a:cubicBezTo>
                    <a:pt x="92892" y="86281"/>
                    <a:pt x="103078" y="66505"/>
                    <a:pt x="103078" y="46209"/>
                  </a:cubicBezTo>
                  <a:cubicBezTo>
                    <a:pt x="103078" y="20188"/>
                    <a:pt x="81922" y="152"/>
                    <a:pt x="54760" y="152"/>
                  </a:cubicBezTo>
                  <a:cubicBezTo>
                    <a:pt x="40395" y="152"/>
                    <a:pt x="26813" y="5877"/>
                    <a:pt x="17149" y="16285"/>
                  </a:cubicBezTo>
                  <a:cubicBezTo>
                    <a:pt x="8792" y="25132"/>
                    <a:pt x="4874" y="33459"/>
                    <a:pt x="434" y="51933"/>
                  </a:cubicBezTo>
                  <a:lnTo>
                    <a:pt x="5919" y="53234"/>
                  </a:lnTo>
                  <a:cubicBezTo>
                    <a:pt x="16366" y="27734"/>
                    <a:pt x="25768" y="19407"/>
                    <a:pt x="43790" y="19407"/>
                  </a:cubicBezTo>
                  <a:cubicBezTo>
                    <a:pt x="65729" y="19407"/>
                    <a:pt x="80617" y="34239"/>
                    <a:pt x="80617" y="56097"/>
                  </a:cubicBezTo>
                  <a:cubicBezTo>
                    <a:pt x="80617" y="76393"/>
                    <a:pt x="68602" y="100592"/>
                    <a:pt x="46663" y="123750"/>
                  </a:cubicBezTo>
                  <a:lnTo>
                    <a:pt x="173" y="172929"/>
                  </a:lnTo>
                  <a:lnTo>
                    <a:pt x="173" y="176052"/>
                  </a:lnTo>
                  <a:lnTo>
                    <a:pt x="102033" y="176052"/>
                  </a:lnTo>
                  <a:lnTo>
                    <a:pt x="116398" y="14040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9" name="Freeform: Shape 1968">
              <a:extLst>
                <a:ext uri="{FF2B5EF4-FFF2-40B4-BE49-F238E27FC236}">
                  <a16:creationId xmlns:a16="http://schemas.microsoft.com/office/drawing/2014/main" id="{6908502A-4F79-7A0F-4025-C61FF93CB9AC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8982447" y="6279855"/>
              <a:ext cx="215651" cy="14065"/>
            </a:xfrm>
            <a:custGeom>
              <a:avLst/>
              <a:gdLst>
                <a:gd name="connsiteX0" fmla="*/ 203477 w 215651"/>
                <a:gd name="connsiteY0" fmla="*/ 14215 h 14065"/>
                <a:gd name="connsiteX1" fmla="*/ 215830 w 215651"/>
                <a:gd name="connsiteY1" fmla="*/ 7182 h 14065"/>
                <a:gd name="connsiteX2" fmla="*/ 203477 w 215651"/>
                <a:gd name="connsiteY2" fmla="*/ 150 h 14065"/>
                <a:gd name="connsiteX3" fmla="*/ 12532 w 215651"/>
                <a:gd name="connsiteY3" fmla="*/ 150 h 14065"/>
                <a:gd name="connsiteX4" fmla="*/ 179 w 215651"/>
                <a:gd name="connsiteY4" fmla="*/ 7182 h 14065"/>
                <a:gd name="connsiteX5" fmla="*/ 12532 w 215651"/>
                <a:gd name="connsiteY5" fmla="*/ 14215 h 14065"/>
                <a:gd name="connsiteX6" fmla="*/ 203477 w 215651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77" y="14215"/>
                  </a:moveTo>
                  <a:cubicBezTo>
                    <a:pt x="209477" y="14215"/>
                    <a:pt x="215830" y="14215"/>
                    <a:pt x="215830" y="7182"/>
                  </a:cubicBezTo>
                  <a:cubicBezTo>
                    <a:pt x="215830" y="150"/>
                    <a:pt x="209477" y="150"/>
                    <a:pt x="203477" y="150"/>
                  </a:cubicBezTo>
                  <a:lnTo>
                    <a:pt x="12532" y="150"/>
                  </a:lnTo>
                  <a:cubicBezTo>
                    <a:pt x="6532" y="150"/>
                    <a:pt x="179" y="150"/>
                    <a:pt x="179" y="7182"/>
                  </a:cubicBezTo>
                  <a:cubicBezTo>
                    <a:pt x="179" y="14215"/>
                    <a:pt x="6532" y="14215"/>
                    <a:pt x="12532" y="14215"/>
                  </a:cubicBezTo>
                  <a:lnTo>
                    <a:pt x="203477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0" name="Freeform: Shape 1969">
              <a:extLst>
                <a:ext uri="{FF2B5EF4-FFF2-40B4-BE49-F238E27FC236}">
                  <a16:creationId xmlns:a16="http://schemas.microsoft.com/office/drawing/2014/main" id="{5CBFC3BF-46E8-414E-871A-E81EA557C111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9268092" y="6219726"/>
              <a:ext cx="167297" cy="158937"/>
            </a:xfrm>
            <a:custGeom>
              <a:avLst/>
              <a:gdLst>
                <a:gd name="connsiteX0" fmla="*/ 151603 w 167297"/>
                <a:gd name="connsiteY0" fmla="*/ 116188 h 158937"/>
                <a:gd name="connsiteX1" fmla="*/ 143838 w 167297"/>
                <a:gd name="connsiteY1" fmla="*/ 125682 h 158937"/>
                <a:gd name="connsiteX2" fmla="*/ 127602 w 167297"/>
                <a:gd name="connsiteY2" fmla="*/ 139747 h 158937"/>
                <a:gd name="connsiteX3" fmla="*/ 116661 w 167297"/>
                <a:gd name="connsiteY3" fmla="*/ 125330 h 158937"/>
                <a:gd name="connsiteX4" fmla="*/ 115249 w 167297"/>
                <a:gd name="connsiteY4" fmla="*/ 119353 h 158937"/>
                <a:gd name="connsiteX5" fmla="*/ 102543 w 167297"/>
                <a:gd name="connsiteY5" fmla="*/ 62388 h 158937"/>
                <a:gd name="connsiteX6" fmla="*/ 137132 w 167297"/>
                <a:gd name="connsiteY6" fmla="*/ 19841 h 158937"/>
                <a:gd name="connsiteX7" fmla="*/ 145603 w 167297"/>
                <a:gd name="connsiteY7" fmla="*/ 22654 h 158937"/>
                <a:gd name="connsiteX8" fmla="*/ 155132 w 167297"/>
                <a:gd name="connsiteY8" fmla="*/ 25819 h 158937"/>
                <a:gd name="connsiteX9" fmla="*/ 167485 w 167297"/>
                <a:gd name="connsiteY9" fmla="*/ 13160 h 158937"/>
                <a:gd name="connsiteX10" fmla="*/ 153015 w 167297"/>
                <a:gd name="connsiteY10" fmla="*/ 150 h 158937"/>
                <a:gd name="connsiteX11" fmla="*/ 99719 w 167297"/>
                <a:gd name="connsiteY11" fmla="*/ 50433 h 158937"/>
                <a:gd name="connsiteX12" fmla="*/ 95837 w 167297"/>
                <a:gd name="connsiteY12" fmla="*/ 31093 h 158937"/>
                <a:gd name="connsiteX13" fmla="*/ 77484 w 167297"/>
                <a:gd name="connsiteY13" fmla="*/ 150 h 158937"/>
                <a:gd name="connsiteX14" fmla="*/ 36189 w 167297"/>
                <a:gd name="connsiteY14" fmla="*/ 10347 h 158937"/>
                <a:gd name="connsiteX15" fmla="*/ 32306 w 167297"/>
                <a:gd name="connsiteY15" fmla="*/ 11754 h 158937"/>
                <a:gd name="connsiteX16" fmla="*/ 33718 w 167297"/>
                <a:gd name="connsiteY16" fmla="*/ 17028 h 158937"/>
                <a:gd name="connsiteX17" fmla="*/ 53483 w 167297"/>
                <a:gd name="connsiteY17" fmla="*/ 13160 h 158937"/>
                <a:gd name="connsiteX18" fmla="*/ 69366 w 167297"/>
                <a:gd name="connsiteY18" fmla="*/ 37423 h 158937"/>
                <a:gd name="connsiteX19" fmla="*/ 79601 w 167297"/>
                <a:gd name="connsiteY19" fmla="*/ 80673 h 158937"/>
                <a:gd name="connsiteX20" fmla="*/ 50660 w 167297"/>
                <a:gd name="connsiteY20" fmla="*/ 121814 h 158937"/>
                <a:gd name="connsiteX21" fmla="*/ 32659 w 167297"/>
                <a:gd name="connsiteY21" fmla="*/ 138692 h 158937"/>
                <a:gd name="connsiteX22" fmla="*/ 23483 w 167297"/>
                <a:gd name="connsiteY22" fmla="*/ 135528 h 158937"/>
                <a:gd name="connsiteX23" fmla="*/ 12188 w 167297"/>
                <a:gd name="connsiteY23" fmla="*/ 132011 h 158937"/>
                <a:gd name="connsiteX24" fmla="*/ 188 w 167297"/>
                <a:gd name="connsiteY24" fmla="*/ 144319 h 158937"/>
                <a:gd name="connsiteX25" fmla="*/ 17835 w 167297"/>
                <a:gd name="connsiteY25" fmla="*/ 159087 h 158937"/>
                <a:gd name="connsiteX26" fmla="*/ 50660 w 167297"/>
                <a:gd name="connsiteY26" fmla="*/ 134473 h 158937"/>
                <a:gd name="connsiteX27" fmla="*/ 82425 w 167297"/>
                <a:gd name="connsiteY27" fmla="*/ 93332 h 158937"/>
                <a:gd name="connsiteX28" fmla="*/ 93013 w 167297"/>
                <a:gd name="connsiteY28" fmla="*/ 135528 h 158937"/>
                <a:gd name="connsiteX29" fmla="*/ 113484 w 167297"/>
                <a:gd name="connsiteY29" fmla="*/ 159087 h 158937"/>
                <a:gd name="connsiteX30" fmla="*/ 156544 w 167297"/>
                <a:gd name="connsiteY30" fmla="*/ 119001 h 158937"/>
                <a:gd name="connsiteX31" fmla="*/ 151603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3" y="116188"/>
                  </a:moveTo>
                  <a:cubicBezTo>
                    <a:pt x="148779" y="119353"/>
                    <a:pt x="147014" y="121463"/>
                    <a:pt x="143838" y="125682"/>
                  </a:cubicBezTo>
                  <a:cubicBezTo>
                    <a:pt x="135720" y="136231"/>
                    <a:pt x="131485" y="139747"/>
                    <a:pt x="127602" y="139747"/>
                  </a:cubicBezTo>
                  <a:cubicBezTo>
                    <a:pt x="122308" y="139747"/>
                    <a:pt x="119132" y="135176"/>
                    <a:pt x="116661" y="125330"/>
                  </a:cubicBezTo>
                  <a:cubicBezTo>
                    <a:pt x="115955" y="122517"/>
                    <a:pt x="115602" y="120408"/>
                    <a:pt x="115249" y="119353"/>
                  </a:cubicBezTo>
                  <a:cubicBezTo>
                    <a:pt x="106425" y="83838"/>
                    <a:pt x="102543" y="67663"/>
                    <a:pt x="102543" y="62388"/>
                  </a:cubicBezTo>
                  <a:cubicBezTo>
                    <a:pt x="118073" y="35313"/>
                    <a:pt x="130779" y="19841"/>
                    <a:pt x="137132" y="19841"/>
                  </a:cubicBezTo>
                  <a:cubicBezTo>
                    <a:pt x="139250" y="19841"/>
                    <a:pt x="142073" y="20896"/>
                    <a:pt x="145603" y="22654"/>
                  </a:cubicBezTo>
                  <a:cubicBezTo>
                    <a:pt x="149838" y="25116"/>
                    <a:pt x="152309" y="25819"/>
                    <a:pt x="155132" y="25819"/>
                  </a:cubicBezTo>
                  <a:cubicBezTo>
                    <a:pt x="162544" y="25819"/>
                    <a:pt x="167485" y="20544"/>
                    <a:pt x="167485" y="13160"/>
                  </a:cubicBezTo>
                  <a:cubicBezTo>
                    <a:pt x="167485" y="5776"/>
                    <a:pt x="161485" y="150"/>
                    <a:pt x="153015" y="150"/>
                  </a:cubicBezTo>
                  <a:cubicBezTo>
                    <a:pt x="137485" y="150"/>
                    <a:pt x="124073" y="12809"/>
                    <a:pt x="99719" y="50433"/>
                  </a:cubicBezTo>
                  <a:lnTo>
                    <a:pt x="95837" y="31093"/>
                  </a:lnTo>
                  <a:cubicBezTo>
                    <a:pt x="90896" y="7182"/>
                    <a:pt x="87013" y="150"/>
                    <a:pt x="77484" y="150"/>
                  </a:cubicBezTo>
                  <a:cubicBezTo>
                    <a:pt x="69719" y="150"/>
                    <a:pt x="57719" y="3315"/>
                    <a:pt x="36189" y="10347"/>
                  </a:cubicBezTo>
                  <a:lnTo>
                    <a:pt x="32306" y="11754"/>
                  </a:lnTo>
                  <a:lnTo>
                    <a:pt x="33718" y="17028"/>
                  </a:lnTo>
                  <a:cubicBezTo>
                    <a:pt x="47130" y="13863"/>
                    <a:pt x="50307" y="13160"/>
                    <a:pt x="53483" y="13160"/>
                  </a:cubicBezTo>
                  <a:cubicBezTo>
                    <a:pt x="62307" y="13160"/>
                    <a:pt x="64425" y="16325"/>
                    <a:pt x="69366" y="37423"/>
                  </a:cubicBezTo>
                  <a:lnTo>
                    <a:pt x="79601" y="80673"/>
                  </a:lnTo>
                  <a:lnTo>
                    <a:pt x="50660" y="121814"/>
                  </a:lnTo>
                  <a:cubicBezTo>
                    <a:pt x="43601" y="132363"/>
                    <a:pt x="36542" y="138692"/>
                    <a:pt x="32659" y="138692"/>
                  </a:cubicBezTo>
                  <a:cubicBezTo>
                    <a:pt x="30542" y="138692"/>
                    <a:pt x="27012" y="137638"/>
                    <a:pt x="23483" y="135528"/>
                  </a:cubicBezTo>
                  <a:cubicBezTo>
                    <a:pt x="18894" y="133066"/>
                    <a:pt x="15012" y="132011"/>
                    <a:pt x="12188" y="132011"/>
                  </a:cubicBezTo>
                  <a:cubicBezTo>
                    <a:pt x="5482" y="132011"/>
                    <a:pt x="188" y="137286"/>
                    <a:pt x="188" y="144319"/>
                  </a:cubicBezTo>
                  <a:cubicBezTo>
                    <a:pt x="188" y="153461"/>
                    <a:pt x="7247" y="159087"/>
                    <a:pt x="17835" y="159087"/>
                  </a:cubicBezTo>
                  <a:cubicBezTo>
                    <a:pt x="28777" y="159087"/>
                    <a:pt x="33012" y="155922"/>
                    <a:pt x="50660" y="134473"/>
                  </a:cubicBezTo>
                  <a:cubicBezTo>
                    <a:pt x="60189" y="123221"/>
                    <a:pt x="67601" y="113727"/>
                    <a:pt x="82425" y="93332"/>
                  </a:cubicBezTo>
                  <a:lnTo>
                    <a:pt x="93013" y="135528"/>
                  </a:lnTo>
                  <a:cubicBezTo>
                    <a:pt x="97602" y="153461"/>
                    <a:pt x="102190" y="159087"/>
                    <a:pt x="113484" y="159087"/>
                  </a:cubicBezTo>
                  <a:cubicBezTo>
                    <a:pt x="126896" y="159087"/>
                    <a:pt x="136073" y="150648"/>
                    <a:pt x="156544" y="119001"/>
                  </a:cubicBezTo>
                  <a:lnTo>
                    <a:pt x="151603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1" name="Freeform: Shape 1970">
              <a:extLst>
                <a:ext uri="{FF2B5EF4-FFF2-40B4-BE49-F238E27FC236}">
                  <a16:creationId xmlns:a16="http://schemas.microsoft.com/office/drawing/2014/main" id="{FF82E08F-46C2-D74D-14E0-DD19852B3222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9441184" y="6252213"/>
              <a:ext cx="118053" cy="179542"/>
            </a:xfrm>
            <a:custGeom>
              <a:avLst/>
              <a:gdLst>
                <a:gd name="connsiteX0" fmla="*/ 60264 w 118053"/>
                <a:gd name="connsiteY0" fmla="*/ 152 h 179542"/>
                <a:gd name="connsiteX1" fmla="*/ 25265 w 118053"/>
                <a:gd name="connsiteY1" fmla="*/ 13683 h 179542"/>
                <a:gd name="connsiteX2" fmla="*/ 192 w 118053"/>
                <a:gd name="connsiteY2" fmla="*/ 88622 h 179542"/>
                <a:gd name="connsiteX3" fmla="*/ 21086 w 118053"/>
                <a:gd name="connsiteY3" fmla="*/ 162001 h 179542"/>
                <a:gd name="connsiteX4" fmla="*/ 59219 w 118053"/>
                <a:gd name="connsiteY4" fmla="*/ 179695 h 179542"/>
                <a:gd name="connsiteX5" fmla="*/ 93172 w 118053"/>
                <a:gd name="connsiteY5" fmla="*/ 166164 h 179542"/>
                <a:gd name="connsiteX6" fmla="*/ 118246 w 118053"/>
                <a:gd name="connsiteY6" fmla="*/ 90184 h 179542"/>
                <a:gd name="connsiteX7" fmla="*/ 60264 w 118053"/>
                <a:gd name="connsiteY7" fmla="*/ 152 h 179542"/>
                <a:gd name="connsiteX8" fmla="*/ 59480 w 118053"/>
                <a:gd name="connsiteY8" fmla="*/ 6918 h 179542"/>
                <a:gd name="connsiteX9" fmla="*/ 93172 w 118053"/>
                <a:gd name="connsiteY9" fmla="*/ 90704 h 179542"/>
                <a:gd name="connsiteX10" fmla="*/ 59219 w 118053"/>
                <a:gd name="connsiteY10" fmla="*/ 172929 h 179542"/>
                <a:gd name="connsiteX11" fmla="*/ 25265 w 118053"/>
                <a:gd name="connsiteY11" fmla="*/ 90964 h 179542"/>
                <a:gd name="connsiteX12" fmla="*/ 59480 w 118053"/>
                <a:gd name="connsiteY12" fmla="*/ 6918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4" y="152"/>
                  </a:moveTo>
                  <a:cubicBezTo>
                    <a:pt x="45899" y="152"/>
                    <a:pt x="34929" y="4576"/>
                    <a:pt x="25265" y="13683"/>
                  </a:cubicBezTo>
                  <a:cubicBezTo>
                    <a:pt x="10117" y="28255"/>
                    <a:pt x="192" y="58178"/>
                    <a:pt x="192" y="88622"/>
                  </a:cubicBezTo>
                  <a:cubicBezTo>
                    <a:pt x="192" y="116985"/>
                    <a:pt x="8811" y="147429"/>
                    <a:pt x="21086" y="162001"/>
                  </a:cubicBezTo>
                  <a:cubicBezTo>
                    <a:pt x="30750" y="173450"/>
                    <a:pt x="44070" y="179695"/>
                    <a:pt x="59219" y="179695"/>
                  </a:cubicBezTo>
                  <a:cubicBezTo>
                    <a:pt x="72539" y="179695"/>
                    <a:pt x="83770" y="175271"/>
                    <a:pt x="93172" y="166164"/>
                  </a:cubicBezTo>
                  <a:cubicBezTo>
                    <a:pt x="108321" y="151853"/>
                    <a:pt x="118246" y="121669"/>
                    <a:pt x="118246" y="90184"/>
                  </a:cubicBezTo>
                  <a:cubicBezTo>
                    <a:pt x="118246" y="36841"/>
                    <a:pt x="94478" y="152"/>
                    <a:pt x="60264" y="152"/>
                  </a:cubicBezTo>
                  <a:close/>
                  <a:moveTo>
                    <a:pt x="59480" y="6918"/>
                  </a:moveTo>
                  <a:cubicBezTo>
                    <a:pt x="81419" y="6918"/>
                    <a:pt x="93172" y="36321"/>
                    <a:pt x="93172" y="90704"/>
                  </a:cubicBezTo>
                  <a:cubicBezTo>
                    <a:pt x="93172" y="145087"/>
                    <a:pt x="81680" y="172929"/>
                    <a:pt x="59219" y="172929"/>
                  </a:cubicBezTo>
                  <a:cubicBezTo>
                    <a:pt x="36757" y="172929"/>
                    <a:pt x="25265" y="145087"/>
                    <a:pt x="25265" y="90964"/>
                  </a:cubicBezTo>
                  <a:cubicBezTo>
                    <a:pt x="25265" y="35801"/>
                    <a:pt x="37018" y="6918"/>
                    <a:pt x="59480" y="691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2" name="Freeform: Shape 1971">
              <a:extLst>
                <a:ext uri="{FF2B5EF4-FFF2-40B4-BE49-F238E27FC236}">
                  <a16:creationId xmlns:a16="http://schemas.microsoft.com/office/drawing/2014/main" id="{D343022D-BBBB-3DDD-99A2-CB4C73736865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9603828" y="6111073"/>
              <a:ext cx="81883" cy="351630"/>
            </a:xfrm>
            <a:custGeom>
              <a:avLst/>
              <a:gdLst>
                <a:gd name="connsiteX0" fmla="*/ 82081 w 81883"/>
                <a:gd name="connsiteY0" fmla="*/ 175965 h 351630"/>
                <a:gd name="connsiteX1" fmla="*/ 58786 w 81883"/>
                <a:gd name="connsiteY1" fmla="*/ 66256 h 351630"/>
                <a:gd name="connsiteX2" fmla="*/ 3727 w 81883"/>
                <a:gd name="connsiteY2" fmla="*/ 149 h 351630"/>
                <a:gd name="connsiteX3" fmla="*/ 197 w 81883"/>
                <a:gd name="connsiteY3" fmla="*/ 3665 h 351630"/>
                <a:gd name="connsiteX4" fmla="*/ 6903 w 81883"/>
                <a:gd name="connsiteY4" fmla="*/ 11753 h 351630"/>
                <a:gd name="connsiteX5" fmla="*/ 61610 w 81883"/>
                <a:gd name="connsiteY5" fmla="*/ 175965 h 351630"/>
                <a:gd name="connsiteX6" fmla="*/ 4785 w 81883"/>
                <a:gd name="connsiteY6" fmla="*/ 342286 h 351630"/>
                <a:gd name="connsiteX7" fmla="*/ 197 w 81883"/>
                <a:gd name="connsiteY7" fmla="*/ 348264 h 351630"/>
                <a:gd name="connsiteX8" fmla="*/ 3727 w 81883"/>
                <a:gd name="connsiteY8" fmla="*/ 351780 h 351630"/>
                <a:gd name="connsiteX9" fmla="*/ 59845 w 81883"/>
                <a:gd name="connsiteY9" fmla="*/ 283212 h 351630"/>
                <a:gd name="connsiteX10" fmla="*/ 82081 w 81883"/>
                <a:gd name="connsiteY10" fmla="*/ 17596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1" y="175965"/>
                  </a:moveTo>
                  <a:cubicBezTo>
                    <a:pt x="82081" y="148537"/>
                    <a:pt x="78199" y="105990"/>
                    <a:pt x="58786" y="66256"/>
                  </a:cubicBezTo>
                  <a:cubicBezTo>
                    <a:pt x="37610" y="23005"/>
                    <a:pt x="7256" y="149"/>
                    <a:pt x="3727" y="149"/>
                  </a:cubicBezTo>
                  <a:cubicBezTo>
                    <a:pt x="1609" y="149"/>
                    <a:pt x="197" y="1556"/>
                    <a:pt x="197" y="3665"/>
                  </a:cubicBezTo>
                  <a:cubicBezTo>
                    <a:pt x="197" y="4720"/>
                    <a:pt x="197" y="5424"/>
                    <a:pt x="6903" y="11753"/>
                  </a:cubicBezTo>
                  <a:cubicBezTo>
                    <a:pt x="41492" y="46564"/>
                    <a:pt x="61610" y="102474"/>
                    <a:pt x="61610" y="175965"/>
                  </a:cubicBezTo>
                  <a:cubicBezTo>
                    <a:pt x="61610" y="236093"/>
                    <a:pt x="48551" y="297980"/>
                    <a:pt x="4785" y="342286"/>
                  </a:cubicBezTo>
                  <a:cubicBezTo>
                    <a:pt x="197" y="346506"/>
                    <a:pt x="197" y="347209"/>
                    <a:pt x="197" y="348264"/>
                  </a:cubicBezTo>
                  <a:cubicBezTo>
                    <a:pt x="197" y="350373"/>
                    <a:pt x="1609" y="351780"/>
                    <a:pt x="3727" y="351780"/>
                  </a:cubicBezTo>
                  <a:cubicBezTo>
                    <a:pt x="7256" y="351780"/>
                    <a:pt x="39021" y="327869"/>
                    <a:pt x="59845" y="283212"/>
                  </a:cubicBezTo>
                  <a:cubicBezTo>
                    <a:pt x="77846" y="244533"/>
                    <a:pt x="82081" y="205502"/>
                    <a:pt x="82081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3" name="Freeform: Shape 1972">
              <a:extLst>
                <a:ext uri="{FF2B5EF4-FFF2-40B4-BE49-F238E27FC236}">
                  <a16:creationId xmlns:a16="http://schemas.microsoft.com/office/drawing/2014/main" id="{90795F87-B84C-F237-893D-0CCD73C6CBDF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9756105" y="6111073"/>
              <a:ext cx="81883" cy="351630"/>
            </a:xfrm>
            <a:custGeom>
              <a:avLst/>
              <a:gdLst>
                <a:gd name="connsiteX0" fmla="*/ 82085 w 81883"/>
                <a:gd name="connsiteY0" fmla="*/ 348264 h 351630"/>
                <a:gd name="connsiteX1" fmla="*/ 76085 w 81883"/>
                <a:gd name="connsiteY1" fmla="*/ 340528 h 351630"/>
                <a:gd name="connsiteX2" fmla="*/ 20672 w 81883"/>
                <a:gd name="connsiteY2" fmla="*/ 175965 h 351630"/>
                <a:gd name="connsiteX3" fmla="*/ 77497 w 81883"/>
                <a:gd name="connsiteY3" fmla="*/ 9643 h 351630"/>
                <a:gd name="connsiteX4" fmla="*/ 82085 w 81883"/>
                <a:gd name="connsiteY4" fmla="*/ 3665 h 351630"/>
                <a:gd name="connsiteX5" fmla="*/ 78555 w 81883"/>
                <a:gd name="connsiteY5" fmla="*/ 149 h 351630"/>
                <a:gd name="connsiteX6" fmla="*/ 22437 w 81883"/>
                <a:gd name="connsiteY6" fmla="*/ 68717 h 351630"/>
                <a:gd name="connsiteX7" fmla="*/ 201 w 81883"/>
                <a:gd name="connsiteY7" fmla="*/ 175965 h 351630"/>
                <a:gd name="connsiteX8" fmla="*/ 23496 w 81883"/>
                <a:gd name="connsiteY8" fmla="*/ 285673 h 351630"/>
                <a:gd name="connsiteX9" fmla="*/ 78555 w 81883"/>
                <a:gd name="connsiteY9" fmla="*/ 351780 h 351630"/>
                <a:gd name="connsiteX10" fmla="*/ 82085 w 81883"/>
                <a:gd name="connsiteY10" fmla="*/ 348264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348264"/>
                  </a:moveTo>
                  <a:cubicBezTo>
                    <a:pt x="82085" y="347209"/>
                    <a:pt x="82085" y="346506"/>
                    <a:pt x="76085" y="340528"/>
                  </a:cubicBezTo>
                  <a:cubicBezTo>
                    <a:pt x="31966" y="296222"/>
                    <a:pt x="20672" y="229764"/>
                    <a:pt x="20672" y="175965"/>
                  </a:cubicBezTo>
                  <a:cubicBezTo>
                    <a:pt x="20672" y="114781"/>
                    <a:pt x="34084" y="53597"/>
                    <a:pt x="77497" y="9643"/>
                  </a:cubicBezTo>
                  <a:cubicBezTo>
                    <a:pt x="82085" y="5424"/>
                    <a:pt x="82085" y="4720"/>
                    <a:pt x="82085" y="3665"/>
                  </a:cubicBezTo>
                  <a:cubicBezTo>
                    <a:pt x="82085" y="1204"/>
                    <a:pt x="80673" y="149"/>
                    <a:pt x="78555" y="149"/>
                  </a:cubicBezTo>
                  <a:cubicBezTo>
                    <a:pt x="75026" y="149"/>
                    <a:pt x="43261" y="24060"/>
                    <a:pt x="22437" y="68717"/>
                  </a:cubicBezTo>
                  <a:cubicBezTo>
                    <a:pt x="4436" y="107397"/>
                    <a:pt x="201" y="146428"/>
                    <a:pt x="201" y="175965"/>
                  </a:cubicBezTo>
                  <a:cubicBezTo>
                    <a:pt x="201" y="203392"/>
                    <a:pt x="4084" y="245939"/>
                    <a:pt x="23496" y="285673"/>
                  </a:cubicBezTo>
                  <a:cubicBezTo>
                    <a:pt x="44672" y="328924"/>
                    <a:pt x="75026" y="351780"/>
                    <a:pt x="78555" y="351780"/>
                  </a:cubicBezTo>
                  <a:cubicBezTo>
                    <a:pt x="80673" y="351780"/>
                    <a:pt x="82085" y="350725"/>
                    <a:pt x="82085" y="34826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4" name="Freeform: Shape 1973">
              <a:extLst>
                <a:ext uri="{FF2B5EF4-FFF2-40B4-BE49-F238E27FC236}">
                  <a16:creationId xmlns:a16="http://schemas.microsoft.com/office/drawing/2014/main" id="{19A17A2C-9F71-6374-C6C4-768CCC207CEE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9849087" y="6219726"/>
              <a:ext cx="167297" cy="158937"/>
            </a:xfrm>
            <a:custGeom>
              <a:avLst/>
              <a:gdLst>
                <a:gd name="connsiteX0" fmla="*/ 151619 w 167297"/>
                <a:gd name="connsiteY0" fmla="*/ 116188 h 158937"/>
                <a:gd name="connsiteX1" fmla="*/ 143854 w 167297"/>
                <a:gd name="connsiteY1" fmla="*/ 125682 h 158937"/>
                <a:gd name="connsiteX2" fmla="*/ 127619 w 167297"/>
                <a:gd name="connsiteY2" fmla="*/ 139747 h 158937"/>
                <a:gd name="connsiteX3" fmla="*/ 116677 w 167297"/>
                <a:gd name="connsiteY3" fmla="*/ 125330 h 158937"/>
                <a:gd name="connsiteX4" fmla="*/ 115265 w 167297"/>
                <a:gd name="connsiteY4" fmla="*/ 119353 h 158937"/>
                <a:gd name="connsiteX5" fmla="*/ 102559 w 167297"/>
                <a:gd name="connsiteY5" fmla="*/ 62388 h 158937"/>
                <a:gd name="connsiteX6" fmla="*/ 137148 w 167297"/>
                <a:gd name="connsiteY6" fmla="*/ 19841 h 158937"/>
                <a:gd name="connsiteX7" fmla="*/ 145619 w 167297"/>
                <a:gd name="connsiteY7" fmla="*/ 22654 h 158937"/>
                <a:gd name="connsiteX8" fmla="*/ 155149 w 167297"/>
                <a:gd name="connsiteY8" fmla="*/ 25819 h 158937"/>
                <a:gd name="connsiteX9" fmla="*/ 167502 w 167297"/>
                <a:gd name="connsiteY9" fmla="*/ 13160 h 158937"/>
                <a:gd name="connsiteX10" fmla="*/ 153031 w 167297"/>
                <a:gd name="connsiteY10" fmla="*/ 150 h 158937"/>
                <a:gd name="connsiteX11" fmla="*/ 99736 w 167297"/>
                <a:gd name="connsiteY11" fmla="*/ 50433 h 158937"/>
                <a:gd name="connsiteX12" fmla="*/ 95853 w 167297"/>
                <a:gd name="connsiteY12" fmla="*/ 31093 h 158937"/>
                <a:gd name="connsiteX13" fmla="*/ 77500 w 167297"/>
                <a:gd name="connsiteY13" fmla="*/ 150 h 158937"/>
                <a:gd name="connsiteX14" fmla="*/ 36205 w 167297"/>
                <a:gd name="connsiteY14" fmla="*/ 10347 h 158937"/>
                <a:gd name="connsiteX15" fmla="*/ 32323 w 167297"/>
                <a:gd name="connsiteY15" fmla="*/ 11754 h 158937"/>
                <a:gd name="connsiteX16" fmla="*/ 33734 w 167297"/>
                <a:gd name="connsiteY16" fmla="*/ 17028 h 158937"/>
                <a:gd name="connsiteX17" fmla="*/ 53500 w 167297"/>
                <a:gd name="connsiteY17" fmla="*/ 13160 h 158937"/>
                <a:gd name="connsiteX18" fmla="*/ 69382 w 167297"/>
                <a:gd name="connsiteY18" fmla="*/ 37423 h 158937"/>
                <a:gd name="connsiteX19" fmla="*/ 79618 w 167297"/>
                <a:gd name="connsiteY19" fmla="*/ 80673 h 158937"/>
                <a:gd name="connsiteX20" fmla="*/ 50676 w 167297"/>
                <a:gd name="connsiteY20" fmla="*/ 121814 h 158937"/>
                <a:gd name="connsiteX21" fmla="*/ 32676 w 167297"/>
                <a:gd name="connsiteY21" fmla="*/ 138692 h 158937"/>
                <a:gd name="connsiteX22" fmla="*/ 23499 w 167297"/>
                <a:gd name="connsiteY22" fmla="*/ 135528 h 158937"/>
                <a:gd name="connsiteX23" fmla="*/ 12205 w 167297"/>
                <a:gd name="connsiteY23" fmla="*/ 132011 h 158937"/>
                <a:gd name="connsiteX24" fmla="*/ 204 w 167297"/>
                <a:gd name="connsiteY24" fmla="*/ 144319 h 158937"/>
                <a:gd name="connsiteX25" fmla="*/ 17852 w 167297"/>
                <a:gd name="connsiteY25" fmla="*/ 159087 h 158937"/>
                <a:gd name="connsiteX26" fmla="*/ 50676 w 167297"/>
                <a:gd name="connsiteY26" fmla="*/ 134473 h 158937"/>
                <a:gd name="connsiteX27" fmla="*/ 82441 w 167297"/>
                <a:gd name="connsiteY27" fmla="*/ 93332 h 158937"/>
                <a:gd name="connsiteX28" fmla="*/ 93030 w 167297"/>
                <a:gd name="connsiteY28" fmla="*/ 135528 h 158937"/>
                <a:gd name="connsiteX29" fmla="*/ 113501 w 167297"/>
                <a:gd name="connsiteY29" fmla="*/ 159087 h 158937"/>
                <a:gd name="connsiteX30" fmla="*/ 156560 w 167297"/>
                <a:gd name="connsiteY30" fmla="*/ 119001 h 158937"/>
                <a:gd name="connsiteX31" fmla="*/ 151619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19" y="116188"/>
                  </a:moveTo>
                  <a:cubicBezTo>
                    <a:pt x="148796" y="119353"/>
                    <a:pt x="147031" y="121463"/>
                    <a:pt x="143854" y="125682"/>
                  </a:cubicBezTo>
                  <a:cubicBezTo>
                    <a:pt x="135736" y="136231"/>
                    <a:pt x="131501" y="139747"/>
                    <a:pt x="127619" y="139747"/>
                  </a:cubicBezTo>
                  <a:cubicBezTo>
                    <a:pt x="122324" y="139747"/>
                    <a:pt x="119148" y="135176"/>
                    <a:pt x="116677" y="125330"/>
                  </a:cubicBezTo>
                  <a:cubicBezTo>
                    <a:pt x="115971" y="122517"/>
                    <a:pt x="115618" y="120408"/>
                    <a:pt x="115265" y="119353"/>
                  </a:cubicBezTo>
                  <a:cubicBezTo>
                    <a:pt x="106442" y="83838"/>
                    <a:pt x="102559" y="67663"/>
                    <a:pt x="102559" y="62388"/>
                  </a:cubicBezTo>
                  <a:cubicBezTo>
                    <a:pt x="118089" y="35313"/>
                    <a:pt x="130795" y="19841"/>
                    <a:pt x="137148" y="19841"/>
                  </a:cubicBezTo>
                  <a:cubicBezTo>
                    <a:pt x="139266" y="19841"/>
                    <a:pt x="142089" y="20896"/>
                    <a:pt x="145619" y="22654"/>
                  </a:cubicBezTo>
                  <a:cubicBezTo>
                    <a:pt x="149854" y="25116"/>
                    <a:pt x="152325" y="25819"/>
                    <a:pt x="155149" y="25819"/>
                  </a:cubicBezTo>
                  <a:cubicBezTo>
                    <a:pt x="162561" y="25819"/>
                    <a:pt x="167502" y="20544"/>
                    <a:pt x="167502" y="13160"/>
                  </a:cubicBezTo>
                  <a:cubicBezTo>
                    <a:pt x="167502" y="5776"/>
                    <a:pt x="161502" y="150"/>
                    <a:pt x="153031" y="150"/>
                  </a:cubicBezTo>
                  <a:cubicBezTo>
                    <a:pt x="137501" y="150"/>
                    <a:pt x="124089" y="12809"/>
                    <a:pt x="99736" y="50433"/>
                  </a:cubicBezTo>
                  <a:lnTo>
                    <a:pt x="95853" y="31093"/>
                  </a:lnTo>
                  <a:cubicBezTo>
                    <a:pt x="90912" y="7182"/>
                    <a:pt x="87030" y="150"/>
                    <a:pt x="77500" y="150"/>
                  </a:cubicBezTo>
                  <a:cubicBezTo>
                    <a:pt x="69735" y="150"/>
                    <a:pt x="57735" y="3315"/>
                    <a:pt x="36205" y="10347"/>
                  </a:cubicBezTo>
                  <a:lnTo>
                    <a:pt x="32323" y="11754"/>
                  </a:lnTo>
                  <a:lnTo>
                    <a:pt x="33734" y="17028"/>
                  </a:lnTo>
                  <a:cubicBezTo>
                    <a:pt x="47146" y="13863"/>
                    <a:pt x="50323" y="13160"/>
                    <a:pt x="53500" y="13160"/>
                  </a:cubicBezTo>
                  <a:cubicBezTo>
                    <a:pt x="62323" y="13160"/>
                    <a:pt x="64441" y="16325"/>
                    <a:pt x="69382" y="37423"/>
                  </a:cubicBezTo>
                  <a:lnTo>
                    <a:pt x="79618" y="80673"/>
                  </a:lnTo>
                  <a:lnTo>
                    <a:pt x="50676" y="121814"/>
                  </a:lnTo>
                  <a:cubicBezTo>
                    <a:pt x="43617" y="132363"/>
                    <a:pt x="36558" y="138692"/>
                    <a:pt x="32676" y="138692"/>
                  </a:cubicBezTo>
                  <a:cubicBezTo>
                    <a:pt x="30558" y="138692"/>
                    <a:pt x="27028" y="137638"/>
                    <a:pt x="23499" y="135528"/>
                  </a:cubicBezTo>
                  <a:cubicBezTo>
                    <a:pt x="18911" y="133066"/>
                    <a:pt x="15028" y="132011"/>
                    <a:pt x="12205" y="132011"/>
                  </a:cubicBezTo>
                  <a:cubicBezTo>
                    <a:pt x="5499" y="132011"/>
                    <a:pt x="204" y="137286"/>
                    <a:pt x="204" y="144319"/>
                  </a:cubicBezTo>
                  <a:cubicBezTo>
                    <a:pt x="204" y="153461"/>
                    <a:pt x="7263" y="159087"/>
                    <a:pt x="17852" y="159087"/>
                  </a:cubicBezTo>
                  <a:cubicBezTo>
                    <a:pt x="28793" y="159087"/>
                    <a:pt x="33029" y="155922"/>
                    <a:pt x="50676" y="134473"/>
                  </a:cubicBezTo>
                  <a:cubicBezTo>
                    <a:pt x="60206" y="123221"/>
                    <a:pt x="67617" y="113727"/>
                    <a:pt x="82441" y="93332"/>
                  </a:cubicBezTo>
                  <a:lnTo>
                    <a:pt x="93030" y="135528"/>
                  </a:lnTo>
                  <a:cubicBezTo>
                    <a:pt x="97618" y="153461"/>
                    <a:pt x="102206" y="159087"/>
                    <a:pt x="113501" y="159087"/>
                  </a:cubicBezTo>
                  <a:cubicBezTo>
                    <a:pt x="126913" y="159087"/>
                    <a:pt x="136089" y="150648"/>
                    <a:pt x="156560" y="119001"/>
                  </a:cubicBezTo>
                  <a:lnTo>
                    <a:pt x="151619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5" name="Freeform: Shape 1974">
              <a:extLst>
                <a:ext uri="{FF2B5EF4-FFF2-40B4-BE49-F238E27FC236}">
                  <a16:creationId xmlns:a16="http://schemas.microsoft.com/office/drawing/2014/main" id="{A2367AB0-1F8A-5051-6FF5-3E051A2D0051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10023746" y="6252213"/>
              <a:ext cx="116225" cy="175899"/>
            </a:xfrm>
            <a:custGeom>
              <a:avLst/>
              <a:gdLst>
                <a:gd name="connsiteX0" fmla="*/ 116434 w 116225"/>
                <a:gd name="connsiteY0" fmla="*/ 140404 h 175899"/>
                <a:gd name="connsiteX1" fmla="*/ 113038 w 116225"/>
                <a:gd name="connsiteY1" fmla="*/ 139103 h 175899"/>
                <a:gd name="connsiteX2" fmla="*/ 88226 w 116225"/>
                <a:gd name="connsiteY2" fmla="*/ 156276 h 175899"/>
                <a:gd name="connsiteX3" fmla="*/ 25804 w 116225"/>
                <a:gd name="connsiteY3" fmla="*/ 156276 h 175899"/>
                <a:gd name="connsiteX4" fmla="*/ 69682 w 116225"/>
                <a:gd name="connsiteY4" fmla="*/ 110480 h 175899"/>
                <a:gd name="connsiteX5" fmla="*/ 103114 w 116225"/>
                <a:gd name="connsiteY5" fmla="*/ 46209 h 175899"/>
                <a:gd name="connsiteX6" fmla="*/ 54795 w 116225"/>
                <a:gd name="connsiteY6" fmla="*/ 152 h 175899"/>
                <a:gd name="connsiteX7" fmla="*/ 17185 w 116225"/>
                <a:gd name="connsiteY7" fmla="*/ 16285 h 175899"/>
                <a:gd name="connsiteX8" fmla="*/ 469 w 116225"/>
                <a:gd name="connsiteY8" fmla="*/ 51933 h 175899"/>
                <a:gd name="connsiteX9" fmla="*/ 5954 w 116225"/>
                <a:gd name="connsiteY9" fmla="*/ 53234 h 175899"/>
                <a:gd name="connsiteX10" fmla="*/ 43825 w 116225"/>
                <a:gd name="connsiteY10" fmla="*/ 19407 h 175899"/>
                <a:gd name="connsiteX11" fmla="*/ 80652 w 116225"/>
                <a:gd name="connsiteY11" fmla="*/ 56097 h 175899"/>
                <a:gd name="connsiteX12" fmla="*/ 46698 w 116225"/>
                <a:gd name="connsiteY12" fmla="*/ 123750 h 175899"/>
                <a:gd name="connsiteX13" fmla="*/ 208 w 116225"/>
                <a:gd name="connsiteY13" fmla="*/ 172929 h 175899"/>
                <a:gd name="connsiteX14" fmla="*/ 208 w 116225"/>
                <a:gd name="connsiteY14" fmla="*/ 176052 h 175899"/>
                <a:gd name="connsiteX15" fmla="*/ 102069 w 116225"/>
                <a:gd name="connsiteY15" fmla="*/ 176052 h 175899"/>
                <a:gd name="connsiteX16" fmla="*/ 116434 w 116225"/>
                <a:gd name="connsiteY16" fmla="*/ 14040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34" y="140404"/>
                  </a:moveTo>
                  <a:lnTo>
                    <a:pt x="113038" y="139103"/>
                  </a:lnTo>
                  <a:cubicBezTo>
                    <a:pt x="103375" y="153934"/>
                    <a:pt x="99979" y="156276"/>
                    <a:pt x="88226" y="156276"/>
                  </a:cubicBezTo>
                  <a:lnTo>
                    <a:pt x="25804" y="156276"/>
                  </a:lnTo>
                  <a:lnTo>
                    <a:pt x="69682" y="110480"/>
                  </a:lnTo>
                  <a:cubicBezTo>
                    <a:pt x="92927" y="86281"/>
                    <a:pt x="103114" y="66505"/>
                    <a:pt x="103114" y="46209"/>
                  </a:cubicBezTo>
                  <a:cubicBezTo>
                    <a:pt x="103114" y="20188"/>
                    <a:pt x="81958" y="152"/>
                    <a:pt x="54795" y="152"/>
                  </a:cubicBezTo>
                  <a:cubicBezTo>
                    <a:pt x="40430" y="152"/>
                    <a:pt x="26849" y="5877"/>
                    <a:pt x="17185" y="16285"/>
                  </a:cubicBezTo>
                  <a:cubicBezTo>
                    <a:pt x="8827" y="25132"/>
                    <a:pt x="4909" y="33459"/>
                    <a:pt x="469" y="51933"/>
                  </a:cubicBezTo>
                  <a:lnTo>
                    <a:pt x="5954" y="53234"/>
                  </a:lnTo>
                  <a:cubicBezTo>
                    <a:pt x="16401" y="27734"/>
                    <a:pt x="25804" y="19407"/>
                    <a:pt x="43825" y="19407"/>
                  </a:cubicBezTo>
                  <a:cubicBezTo>
                    <a:pt x="65765" y="19407"/>
                    <a:pt x="80652" y="34239"/>
                    <a:pt x="80652" y="56097"/>
                  </a:cubicBezTo>
                  <a:cubicBezTo>
                    <a:pt x="80652" y="76393"/>
                    <a:pt x="68638" y="100592"/>
                    <a:pt x="46698" y="123750"/>
                  </a:cubicBezTo>
                  <a:lnTo>
                    <a:pt x="208" y="172929"/>
                  </a:lnTo>
                  <a:lnTo>
                    <a:pt x="208" y="176052"/>
                  </a:lnTo>
                  <a:lnTo>
                    <a:pt x="102069" y="176052"/>
                  </a:lnTo>
                  <a:lnTo>
                    <a:pt x="116434" y="14040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6" name="Freeform: Shape 1975">
              <a:extLst>
                <a:ext uri="{FF2B5EF4-FFF2-40B4-BE49-F238E27FC236}">
                  <a16:creationId xmlns:a16="http://schemas.microsoft.com/office/drawing/2014/main" id="{62699A86-49C5-E524-9F7F-4659C34DEFE6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0243203" y="6279855"/>
              <a:ext cx="215651" cy="14065"/>
            </a:xfrm>
            <a:custGeom>
              <a:avLst/>
              <a:gdLst>
                <a:gd name="connsiteX0" fmla="*/ 203512 w 215651"/>
                <a:gd name="connsiteY0" fmla="*/ 14215 h 14065"/>
                <a:gd name="connsiteX1" fmla="*/ 215866 w 215651"/>
                <a:gd name="connsiteY1" fmla="*/ 7182 h 14065"/>
                <a:gd name="connsiteX2" fmla="*/ 203512 w 215651"/>
                <a:gd name="connsiteY2" fmla="*/ 150 h 14065"/>
                <a:gd name="connsiteX3" fmla="*/ 12568 w 215651"/>
                <a:gd name="connsiteY3" fmla="*/ 150 h 14065"/>
                <a:gd name="connsiteX4" fmla="*/ 214 w 215651"/>
                <a:gd name="connsiteY4" fmla="*/ 7182 h 14065"/>
                <a:gd name="connsiteX5" fmla="*/ 12568 w 215651"/>
                <a:gd name="connsiteY5" fmla="*/ 14215 h 14065"/>
                <a:gd name="connsiteX6" fmla="*/ 203512 w 215651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215"/>
                  </a:moveTo>
                  <a:cubicBezTo>
                    <a:pt x="209513" y="14215"/>
                    <a:pt x="215866" y="14215"/>
                    <a:pt x="215866" y="7182"/>
                  </a:cubicBezTo>
                  <a:cubicBezTo>
                    <a:pt x="215866" y="150"/>
                    <a:pt x="209513" y="150"/>
                    <a:pt x="203512" y="150"/>
                  </a:cubicBezTo>
                  <a:lnTo>
                    <a:pt x="12568" y="150"/>
                  </a:lnTo>
                  <a:cubicBezTo>
                    <a:pt x="6567" y="150"/>
                    <a:pt x="214" y="150"/>
                    <a:pt x="214" y="7182"/>
                  </a:cubicBezTo>
                  <a:cubicBezTo>
                    <a:pt x="214" y="14215"/>
                    <a:pt x="6567" y="14215"/>
                    <a:pt x="12568" y="14215"/>
                  </a:cubicBezTo>
                  <a:lnTo>
                    <a:pt x="203512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7" name="Freeform: Shape 1976">
              <a:extLst>
                <a:ext uri="{FF2B5EF4-FFF2-40B4-BE49-F238E27FC236}">
                  <a16:creationId xmlns:a16="http://schemas.microsoft.com/office/drawing/2014/main" id="{17961230-482D-6FAF-9AC6-A49C2ADF18FB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0528847" y="6219726"/>
              <a:ext cx="167297" cy="158937"/>
            </a:xfrm>
            <a:custGeom>
              <a:avLst/>
              <a:gdLst>
                <a:gd name="connsiteX0" fmla="*/ 151638 w 167297"/>
                <a:gd name="connsiteY0" fmla="*/ 116188 h 158937"/>
                <a:gd name="connsiteX1" fmla="*/ 143873 w 167297"/>
                <a:gd name="connsiteY1" fmla="*/ 125682 h 158937"/>
                <a:gd name="connsiteX2" fmla="*/ 127638 w 167297"/>
                <a:gd name="connsiteY2" fmla="*/ 139747 h 158937"/>
                <a:gd name="connsiteX3" fmla="*/ 116696 w 167297"/>
                <a:gd name="connsiteY3" fmla="*/ 125330 h 158937"/>
                <a:gd name="connsiteX4" fmla="*/ 115285 w 167297"/>
                <a:gd name="connsiteY4" fmla="*/ 119353 h 158937"/>
                <a:gd name="connsiteX5" fmla="*/ 102578 w 167297"/>
                <a:gd name="connsiteY5" fmla="*/ 62388 h 158937"/>
                <a:gd name="connsiteX6" fmla="*/ 137167 w 167297"/>
                <a:gd name="connsiteY6" fmla="*/ 19841 h 158937"/>
                <a:gd name="connsiteX7" fmla="*/ 145638 w 167297"/>
                <a:gd name="connsiteY7" fmla="*/ 22654 h 158937"/>
                <a:gd name="connsiteX8" fmla="*/ 155168 w 167297"/>
                <a:gd name="connsiteY8" fmla="*/ 25819 h 158937"/>
                <a:gd name="connsiteX9" fmla="*/ 167521 w 167297"/>
                <a:gd name="connsiteY9" fmla="*/ 13160 h 158937"/>
                <a:gd name="connsiteX10" fmla="*/ 153050 w 167297"/>
                <a:gd name="connsiteY10" fmla="*/ 150 h 158937"/>
                <a:gd name="connsiteX11" fmla="*/ 99755 w 167297"/>
                <a:gd name="connsiteY11" fmla="*/ 50433 h 158937"/>
                <a:gd name="connsiteX12" fmla="*/ 95872 w 167297"/>
                <a:gd name="connsiteY12" fmla="*/ 31093 h 158937"/>
                <a:gd name="connsiteX13" fmla="*/ 77519 w 167297"/>
                <a:gd name="connsiteY13" fmla="*/ 150 h 158937"/>
                <a:gd name="connsiteX14" fmla="*/ 36224 w 167297"/>
                <a:gd name="connsiteY14" fmla="*/ 10347 h 158937"/>
                <a:gd name="connsiteX15" fmla="*/ 32342 w 167297"/>
                <a:gd name="connsiteY15" fmla="*/ 11754 h 158937"/>
                <a:gd name="connsiteX16" fmla="*/ 33754 w 167297"/>
                <a:gd name="connsiteY16" fmla="*/ 17028 h 158937"/>
                <a:gd name="connsiteX17" fmla="*/ 53519 w 167297"/>
                <a:gd name="connsiteY17" fmla="*/ 13160 h 158937"/>
                <a:gd name="connsiteX18" fmla="*/ 69401 w 167297"/>
                <a:gd name="connsiteY18" fmla="*/ 37423 h 158937"/>
                <a:gd name="connsiteX19" fmla="*/ 79637 w 167297"/>
                <a:gd name="connsiteY19" fmla="*/ 80673 h 158937"/>
                <a:gd name="connsiteX20" fmla="*/ 50695 w 167297"/>
                <a:gd name="connsiteY20" fmla="*/ 121814 h 158937"/>
                <a:gd name="connsiteX21" fmla="*/ 32695 w 167297"/>
                <a:gd name="connsiteY21" fmla="*/ 138692 h 158937"/>
                <a:gd name="connsiteX22" fmla="*/ 23518 w 167297"/>
                <a:gd name="connsiteY22" fmla="*/ 135528 h 158937"/>
                <a:gd name="connsiteX23" fmla="*/ 12224 w 167297"/>
                <a:gd name="connsiteY23" fmla="*/ 132011 h 158937"/>
                <a:gd name="connsiteX24" fmla="*/ 223 w 167297"/>
                <a:gd name="connsiteY24" fmla="*/ 144319 h 158937"/>
                <a:gd name="connsiteX25" fmla="*/ 17871 w 167297"/>
                <a:gd name="connsiteY25" fmla="*/ 159087 h 158937"/>
                <a:gd name="connsiteX26" fmla="*/ 50695 w 167297"/>
                <a:gd name="connsiteY26" fmla="*/ 134473 h 158937"/>
                <a:gd name="connsiteX27" fmla="*/ 82460 w 167297"/>
                <a:gd name="connsiteY27" fmla="*/ 93332 h 158937"/>
                <a:gd name="connsiteX28" fmla="*/ 93049 w 167297"/>
                <a:gd name="connsiteY28" fmla="*/ 135528 h 158937"/>
                <a:gd name="connsiteX29" fmla="*/ 113520 w 167297"/>
                <a:gd name="connsiteY29" fmla="*/ 159087 h 158937"/>
                <a:gd name="connsiteX30" fmla="*/ 156580 w 167297"/>
                <a:gd name="connsiteY30" fmla="*/ 119001 h 158937"/>
                <a:gd name="connsiteX31" fmla="*/ 151638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188"/>
                  </a:moveTo>
                  <a:cubicBezTo>
                    <a:pt x="148815" y="119353"/>
                    <a:pt x="147050" y="121463"/>
                    <a:pt x="143873" y="125682"/>
                  </a:cubicBezTo>
                  <a:cubicBezTo>
                    <a:pt x="135756" y="136231"/>
                    <a:pt x="131520" y="139747"/>
                    <a:pt x="127638" y="139747"/>
                  </a:cubicBezTo>
                  <a:cubicBezTo>
                    <a:pt x="122344" y="139747"/>
                    <a:pt x="119167" y="135176"/>
                    <a:pt x="116696" y="125330"/>
                  </a:cubicBezTo>
                  <a:cubicBezTo>
                    <a:pt x="115990" y="122517"/>
                    <a:pt x="115638" y="120408"/>
                    <a:pt x="115285" y="119353"/>
                  </a:cubicBezTo>
                  <a:cubicBezTo>
                    <a:pt x="106461" y="83838"/>
                    <a:pt x="102578" y="67663"/>
                    <a:pt x="102578" y="62388"/>
                  </a:cubicBezTo>
                  <a:cubicBezTo>
                    <a:pt x="118108" y="35313"/>
                    <a:pt x="130814" y="19841"/>
                    <a:pt x="137167" y="19841"/>
                  </a:cubicBezTo>
                  <a:cubicBezTo>
                    <a:pt x="139285" y="19841"/>
                    <a:pt x="142109" y="20896"/>
                    <a:pt x="145638" y="22654"/>
                  </a:cubicBezTo>
                  <a:cubicBezTo>
                    <a:pt x="149873" y="25116"/>
                    <a:pt x="152344" y="25819"/>
                    <a:pt x="155168" y="25819"/>
                  </a:cubicBezTo>
                  <a:cubicBezTo>
                    <a:pt x="162580" y="25819"/>
                    <a:pt x="167521" y="20544"/>
                    <a:pt x="167521" y="13160"/>
                  </a:cubicBezTo>
                  <a:cubicBezTo>
                    <a:pt x="167521" y="5776"/>
                    <a:pt x="161521" y="150"/>
                    <a:pt x="153050" y="150"/>
                  </a:cubicBezTo>
                  <a:cubicBezTo>
                    <a:pt x="137520" y="150"/>
                    <a:pt x="124108" y="12809"/>
                    <a:pt x="99755" y="50433"/>
                  </a:cubicBezTo>
                  <a:lnTo>
                    <a:pt x="95872" y="31093"/>
                  </a:lnTo>
                  <a:cubicBezTo>
                    <a:pt x="90931" y="7182"/>
                    <a:pt x="87049" y="150"/>
                    <a:pt x="77519" y="150"/>
                  </a:cubicBezTo>
                  <a:cubicBezTo>
                    <a:pt x="69754" y="150"/>
                    <a:pt x="57754" y="3315"/>
                    <a:pt x="36224" y="10347"/>
                  </a:cubicBezTo>
                  <a:lnTo>
                    <a:pt x="32342" y="11754"/>
                  </a:lnTo>
                  <a:lnTo>
                    <a:pt x="33754" y="17028"/>
                  </a:lnTo>
                  <a:cubicBezTo>
                    <a:pt x="47166" y="13863"/>
                    <a:pt x="50342" y="13160"/>
                    <a:pt x="53519" y="13160"/>
                  </a:cubicBezTo>
                  <a:cubicBezTo>
                    <a:pt x="62342" y="13160"/>
                    <a:pt x="64460" y="16325"/>
                    <a:pt x="69401" y="37423"/>
                  </a:cubicBezTo>
                  <a:lnTo>
                    <a:pt x="79637" y="80673"/>
                  </a:lnTo>
                  <a:lnTo>
                    <a:pt x="50695" y="121814"/>
                  </a:lnTo>
                  <a:cubicBezTo>
                    <a:pt x="43636" y="132363"/>
                    <a:pt x="36577" y="138692"/>
                    <a:pt x="32695" y="138692"/>
                  </a:cubicBezTo>
                  <a:cubicBezTo>
                    <a:pt x="30577" y="138692"/>
                    <a:pt x="27048" y="137638"/>
                    <a:pt x="23518" y="135528"/>
                  </a:cubicBezTo>
                  <a:cubicBezTo>
                    <a:pt x="18930" y="133066"/>
                    <a:pt x="15047" y="132011"/>
                    <a:pt x="12224" y="132011"/>
                  </a:cubicBezTo>
                  <a:cubicBezTo>
                    <a:pt x="5518" y="132011"/>
                    <a:pt x="223" y="137286"/>
                    <a:pt x="223" y="144319"/>
                  </a:cubicBezTo>
                  <a:cubicBezTo>
                    <a:pt x="223" y="153461"/>
                    <a:pt x="7282" y="159087"/>
                    <a:pt x="17871" y="159087"/>
                  </a:cubicBezTo>
                  <a:cubicBezTo>
                    <a:pt x="28812" y="159087"/>
                    <a:pt x="33048" y="155922"/>
                    <a:pt x="50695" y="134473"/>
                  </a:cubicBezTo>
                  <a:cubicBezTo>
                    <a:pt x="60225" y="123221"/>
                    <a:pt x="67637" y="113727"/>
                    <a:pt x="82460" y="93332"/>
                  </a:cubicBezTo>
                  <a:lnTo>
                    <a:pt x="93049" y="135528"/>
                  </a:lnTo>
                  <a:cubicBezTo>
                    <a:pt x="97637" y="153461"/>
                    <a:pt x="102225" y="159087"/>
                    <a:pt x="113520" y="159087"/>
                  </a:cubicBezTo>
                  <a:cubicBezTo>
                    <a:pt x="126932" y="159087"/>
                    <a:pt x="136108" y="150648"/>
                    <a:pt x="156580" y="119001"/>
                  </a:cubicBezTo>
                  <a:lnTo>
                    <a:pt x="151638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8" name="Freeform: Shape 1977">
              <a:extLst>
                <a:ext uri="{FF2B5EF4-FFF2-40B4-BE49-F238E27FC236}">
                  <a16:creationId xmlns:a16="http://schemas.microsoft.com/office/drawing/2014/main" id="{DABEDAAB-E567-DFD9-BFCC-567657A6400F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0724662" y="6252213"/>
              <a:ext cx="73914" cy="175899"/>
            </a:xfrm>
            <a:custGeom>
              <a:avLst/>
              <a:gdLst>
                <a:gd name="connsiteX0" fmla="*/ 47240 w 73914"/>
                <a:gd name="connsiteY0" fmla="*/ 152 h 175899"/>
                <a:gd name="connsiteX1" fmla="*/ 227 w 73914"/>
                <a:gd name="connsiteY1" fmla="*/ 23831 h 175899"/>
                <a:gd name="connsiteX2" fmla="*/ 227 w 73914"/>
                <a:gd name="connsiteY2" fmla="*/ 27474 h 175899"/>
                <a:gd name="connsiteX3" fmla="*/ 7279 w 73914"/>
                <a:gd name="connsiteY3" fmla="*/ 24612 h 175899"/>
                <a:gd name="connsiteX4" fmla="*/ 19032 w 73914"/>
                <a:gd name="connsiteY4" fmla="*/ 21749 h 175899"/>
                <a:gd name="connsiteX5" fmla="*/ 26868 w 73914"/>
                <a:gd name="connsiteY5" fmla="*/ 33979 h 175899"/>
                <a:gd name="connsiteX6" fmla="*/ 26868 w 73914"/>
                <a:gd name="connsiteY6" fmla="*/ 151853 h 175899"/>
                <a:gd name="connsiteX7" fmla="*/ 20599 w 73914"/>
                <a:gd name="connsiteY7" fmla="*/ 168766 h 175899"/>
                <a:gd name="connsiteX8" fmla="*/ 2056 w 73914"/>
                <a:gd name="connsiteY8" fmla="*/ 172149 h 175899"/>
                <a:gd name="connsiteX9" fmla="*/ 2056 w 73914"/>
                <a:gd name="connsiteY9" fmla="*/ 176052 h 175899"/>
                <a:gd name="connsiteX10" fmla="*/ 74142 w 73914"/>
                <a:gd name="connsiteY10" fmla="*/ 176052 h 175899"/>
                <a:gd name="connsiteX11" fmla="*/ 74142 w 73914"/>
                <a:gd name="connsiteY11" fmla="*/ 172149 h 175899"/>
                <a:gd name="connsiteX12" fmla="*/ 49329 w 73914"/>
                <a:gd name="connsiteY12" fmla="*/ 156797 h 175899"/>
                <a:gd name="connsiteX13" fmla="*/ 49329 w 73914"/>
                <a:gd name="connsiteY13" fmla="*/ 673 h 175899"/>
                <a:gd name="connsiteX14" fmla="*/ 47240 w 73914"/>
                <a:gd name="connsiteY14" fmla="*/ 152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40" y="152"/>
                  </a:moveTo>
                  <a:lnTo>
                    <a:pt x="227" y="23831"/>
                  </a:lnTo>
                  <a:lnTo>
                    <a:pt x="227" y="27474"/>
                  </a:lnTo>
                  <a:cubicBezTo>
                    <a:pt x="3361" y="26173"/>
                    <a:pt x="6234" y="25132"/>
                    <a:pt x="7279" y="24612"/>
                  </a:cubicBezTo>
                  <a:cubicBezTo>
                    <a:pt x="11980" y="22790"/>
                    <a:pt x="16421" y="21749"/>
                    <a:pt x="19032" y="21749"/>
                  </a:cubicBezTo>
                  <a:cubicBezTo>
                    <a:pt x="24517" y="21749"/>
                    <a:pt x="26868" y="25652"/>
                    <a:pt x="26868" y="33979"/>
                  </a:cubicBezTo>
                  <a:lnTo>
                    <a:pt x="26868" y="151853"/>
                  </a:lnTo>
                  <a:cubicBezTo>
                    <a:pt x="26868" y="160439"/>
                    <a:pt x="24778" y="166424"/>
                    <a:pt x="20599" y="168766"/>
                  </a:cubicBezTo>
                  <a:cubicBezTo>
                    <a:pt x="16682" y="171108"/>
                    <a:pt x="13025" y="171889"/>
                    <a:pt x="2056" y="172149"/>
                  </a:cubicBezTo>
                  <a:lnTo>
                    <a:pt x="2056" y="176052"/>
                  </a:lnTo>
                  <a:lnTo>
                    <a:pt x="74142" y="176052"/>
                  </a:lnTo>
                  <a:lnTo>
                    <a:pt x="74142" y="172149"/>
                  </a:lnTo>
                  <a:cubicBezTo>
                    <a:pt x="53508" y="171889"/>
                    <a:pt x="49329" y="169286"/>
                    <a:pt x="49329" y="156797"/>
                  </a:cubicBezTo>
                  <a:lnTo>
                    <a:pt x="49329" y="673"/>
                  </a:lnTo>
                  <a:lnTo>
                    <a:pt x="47240" y="15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9" name="Freeform: Shape 1978">
              <a:extLst>
                <a:ext uri="{FF2B5EF4-FFF2-40B4-BE49-F238E27FC236}">
                  <a16:creationId xmlns:a16="http://schemas.microsoft.com/office/drawing/2014/main" id="{AEF15A02-F020-691E-01A0-0F4C809FC678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0864583" y="6111073"/>
              <a:ext cx="81883" cy="351630"/>
            </a:xfrm>
            <a:custGeom>
              <a:avLst/>
              <a:gdLst>
                <a:gd name="connsiteX0" fmla="*/ 82116 w 81883"/>
                <a:gd name="connsiteY0" fmla="*/ 175965 h 351630"/>
                <a:gd name="connsiteX1" fmla="*/ 58822 w 81883"/>
                <a:gd name="connsiteY1" fmla="*/ 66256 h 351630"/>
                <a:gd name="connsiteX2" fmla="*/ 3762 w 81883"/>
                <a:gd name="connsiteY2" fmla="*/ 149 h 351630"/>
                <a:gd name="connsiteX3" fmla="*/ 233 w 81883"/>
                <a:gd name="connsiteY3" fmla="*/ 3665 h 351630"/>
                <a:gd name="connsiteX4" fmla="*/ 6939 w 81883"/>
                <a:gd name="connsiteY4" fmla="*/ 11753 h 351630"/>
                <a:gd name="connsiteX5" fmla="*/ 61646 w 81883"/>
                <a:gd name="connsiteY5" fmla="*/ 175965 h 351630"/>
                <a:gd name="connsiteX6" fmla="*/ 4821 w 81883"/>
                <a:gd name="connsiteY6" fmla="*/ 342286 h 351630"/>
                <a:gd name="connsiteX7" fmla="*/ 233 w 81883"/>
                <a:gd name="connsiteY7" fmla="*/ 348264 h 351630"/>
                <a:gd name="connsiteX8" fmla="*/ 3762 w 81883"/>
                <a:gd name="connsiteY8" fmla="*/ 351780 h 351630"/>
                <a:gd name="connsiteX9" fmla="*/ 59881 w 81883"/>
                <a:gd name="connsiteY9" fmla="*/ 283212 h 351630"/>
                <a:gd name="connsiteX10" fmla="*/ 82116 w 81883"/>
                <a:gd name="connsiteY10" fmla="*/ 17596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5965"/>
                  </a:moveTo>
                  <a:cubicBezTo>
                    <a:pt x="82116" y="148537"/>
                    <a:pt x="78234" y="105990"/>
                    <a:pt x="58822" y="66256"/>
                  </a:cubicBezTo>
                  <a:cubicBezTo>
                    <a:pt x="37645" y="23005"/>
                    <a:pt x="7292" y="149"/>
                    <a:pt x="3762" y="149"/>
                  </a:cubicBezTo>
                  <a:cubicBezTo>
                    <a:pt x="1644" y="149"/>
                    <a:pt x="233" y="1556"/>
                    <a:pt x="233" y="3665"/>
                  </a:cubicBezTo>
                  <a:cubicBezTo>
                    <a:pt x="233" y="4720"/>
                    <a:pt x="233" y="5424"/>
                    <a:pt x="6939" y="11753"/>
                  </a:cubicBezTo>
                  <a:cubicBezTo>
                    <a:pt x="41527" y="46564"/>
                    <a:pt x="61646" y="102474"/>
                    <a:pt x="61646" y="175965"/>
                  </a:cubicBezTo>
                  <a:cubicBezTo>
                    <a:pt x="61646" y="236093"/>
                    <a:pt x="48586" y="297980"/>
                    <a:pt x="4821" y="342286"/>
                  </a:cubicBezTo>
                  <a:cubicBezTo>
                    <a:pt x="233" y="346506"/>
                    <a:pt x="233" y="347209"/>
                    <a:pt x="233" y="348264"/>
                  </a:cubicBezTo>
                  <a:cubicBezTo>
                    <a:pt x="233" y="350373"/>
                    <a:pt x="1644" y="351780"/>
                    <a:pt x="3762" y="351780"/>
                  </a:cubicBezTo>
                  <a:cubicBezTo>
                    <a:pt x="7292" y="351780"/>
                    <a:pt x="39057" y="327869"/>
                    <a:pt x="59881" y="283212"/>
                  </a:cubicBezTo>
                  <a:cubicBezTo>
                    <a:pt x="77881" y="244533"/>
                    <a:pt x="82116" y="205502"/>
                    <a:pt x="82116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0" name="Freeform: Shape 1979">
              <a:extLst>
                <a:ext uri="{FF2B5EF4-FFF2-40B4-BE49-F238E27FC236}">
                  <a16:creationId xmlns:a16="http://schemas.microsoft.com/office/drawing/2014/main" id="{A3B2701D-A5D1-6044-5DFF-3969A2686EB6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1016860" y="6111073"/>
              <a:ext cx="81883" cy="351630"/>
            </a:xfrm>
            <a:custGeom>
              <a:avLst/>
              <a:gdLst>
                <a:gd name="connsiteX0" fmla="*/ 82120 w 81883"/>
                <a:gd name="connsiteY0" fmla="*/ 348264 h 351630"/>
                <a:gd name="connsiteX1" fmla="*/ 76120 w 81883"/>
                <a:gd name="connsiteY1" fmla="*/ 340528 h 351630"/>
                <a:gd name="connsiteX2" fmla="*/ 20707 w 81883"/>
                <a:gd name="connsiteY2" fmla="*/ 175965 h 351630"/>
                <a:gd name="connsiteX3" fmla="*/ 77532 w 81883"/>
                <a:gd name="connsiteY3" fmla="*/ 9643 h 351630"/>
                <a:gd name="connsiteX4" fmla="*/ 82120 w 81883"/>
                <a:gd name="connsiteY4" fmla="*/ 3665 h 351630"/>
                <a:gd name="connsiteX5" fmla="*/ 78591 w 81883"/>
                <a:gd name="connsiteY5" fmla="*/ 149 h 351630"/>
                <a:gd name="connsiteX6" fmla="*/ 22472 w 81883"/>
                <a:gd name="connsiteY6" fmla="*/ 68717 h 351630"/>
                <a:gd name="connsiteX7" fmla="*/ 237 w 81883"/>
                <a:gd name="connsiteY7" fmla="*/ 175965 h 351630"/>
                <a:gd name="connsiteX8" fmla="*/ 23531 w 81883"/>
                <a:gd name="connsiteY8" fmla="*/ 285673 h 351630"/>
                <a:gd name="connsiteX9" fmla="*/ 78591 w 81883"/>
                <a:gd name="connsiteY9" fmla="*/ 351780 h 351630"/>
                <a:gd name="connsiteX10" fmla="*/ 82120 w 81883"/>
                <a:gd name="connsiteY10" fmla="*/ 348264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264"/>
                  </a:moveTo>
                  <a:cubicBezTo>
                    <a:pt x="82120" y="347209"/>
                    <a:pt x="82120" y="346506"/>
                    <a:pt x="76120" y="340528"/>
                  </a:cubicBezTo>
                  <a:cubicBezTo>
                    <a:pt x="32002" y="296222"/>
                    <a:pt x="20707" y="229764"/>
                    <a:pt x="20707" y="175965"/>
                  </a:cubicBezTo>
                  <a:cubicBezTo>
                    <a:pt x="20707" y="114781"/>
                    <a:pt x="34120" y="53597"/>
                    <a:pt x="77532" y="9643"/>
                  </a:cubicBezTo>
                  <a:cubicBezTo>
                    <a:pt x="82120" y="5424"/>
                    <a:pt x="82120" y="4720"/>
                    <a:pt x="82120" y="3665"/>
                  </a:cubicBezTo>
                  <a:cubicBezTo>
                    <a:pt x="82120" y="1204"/>
                    <a:pt x="80709" y="149"/>
                    <a:pt x="78591" y="149"/>
                  </a:cubicBezTo>
                  <a:cubicBezTo>
                    <a:pt x="75061" y="149"/>
                    <a:pt x="43296" y="24060"/>
                    <a:pt x="22472" y="68717"/>
                  </a:cubicBezTo>
                  <a:cubicBezTo>
                    <a:pt x="4472" y="107397"/>
                    <a:pt x="237" y="146428"/>
                    <a:pt x="237" y="175965"/>
                  </a:cubicBezTo>
                  <a:cubicBezTo>
                    <a:pt x="237" y="203392"/>
                    <a:pt x="4119" y="245939"/>
                    <a:pt x="23531" y="285673"/>
                  </a:cubicBezTo>
                  <a:cubicBezTo>
                    <a:pt x="44708" y="328924"/>
                    <a:pt x="75061" y="351780"/>
                    <a:pt x="78591" y="351780"/>
                  </a:cubicBezTo>
                  <a:cubicBezTo>
                    <a:pt x="80709" y="351780"/>
                    <a:pt x="82120" y="350725"/>
                    <a:pt x="82120" y="34826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1" name="Freeform: Shape 1980">
              <a:extLst>
                <a:ext uri="{FF2B5EF4-FFF2-40B4-BE49-F238E27FC236}">
                  <a16:creationId xmlns:a16="http://schemas.microsoft.com/office/drawing/2014/main" id="{7739C02D-E4D0-679F-2714-2205605A0E90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1109842" y="6219726"/>
              <a:ext cx="167297" cy="158937"/>
            </a:xfrm>
            <a:custGeom>
              <a:avLst/>
              <a:gdLst>
                <a:gd name="connsiteX0" fmla="*/ 151655 w 167297"/>
                <a:gd name="connsiteY0" fmla="*/ 116188 h 158937"/>
                <a:gd name="connsiteX1" fmla="*/ 143890 w 167297"/>
                <a:gd name="connsiteY1" fmla="*/ 125682 h 158937"/>
                <a:gd name="connsiteX2" fmla="*/ 127654 w 167297"/>
                <a:gd name="connsiteY2" fmla="*/ 139747 h 158937"/>
                <a:gd name="connsiteX3" fmla="*/ 116713 w 167297"/>
                <a:gd name="connsiteY3" fmla="*/ 125330 h 158937"/>
                <a:gd name="connsiteX4" fmla="*/ 115301 w 167297"/>
                <a:gd name="connsiteY4" fmla="*/ 119353 h 158937"/>
                <a:gd name="connsiteX5" fmla="*/ 102595 w 167297"/>
                <a:gd name="connsiteY5" fmla="*/ 62388 h 158937"/>
                <a:gd name="connsiteX6" fmla="*/ 137184 w 167297"/>
                <a:gd name="connsiteY6" fmla="*/ 19841 h 158937"/>
                <a:gd name="connsiteX7" fmla="*/ 145654 w 167297"/>
                <a:gd name="connsiteY7" fmla="*/ 22654 h 158937"/>
                <a:gd name="connsiteX8" fmla="*/ 155184 w 167297"/>
                <a:gd name="connsiteY8" fmla="*/ 25819 h 158937"/>
                <a:gd name="connsiteX9" fmla="*/ 167537 w 167297"/>
                <a:gd name="connsiteY9" fmla="*/ 13160 h 158937"/>
                <a:gd name="connsiteX10" fmla="*/ 153066 w 167297"/>
                <a:gd name="connsiteY10" fmla="*/ 150 h 158937"/>
                <a:gd name="connsiteX11" fmla="*/ 99771 w 167297"/>
                <a:gd name="connsiteY11" fmla="*/ 50433 h 158937"/>
                <a:gd name="connsiteX12" fmla="*/ 95889 w 167297"/>
                <a:gd name="connsiteY12" fmla="*/ 31093 h 158937"/>
                <a:gd name="connsiteX13" fmla="*/ 77535 w 167297"/>
                <a:gd name="connsiteY13" fmla="*/ 150 h 158937"/>
                <a:gd name="connsiteX14" fmla="*/ 36241 w 167297"/>
                <a:gd name="connsiteY14" fmla="*/ 10347 h 158937"/>
                <a:gd name="connsiteX15" fmla="*/ 32358 w 167297"/>
                <a:gd name="connsiteY15" fmla="*/ 11754 h 158937"/>
                <a:gd name="connsiteX16" fmla="*/ 33770 w 167297"/>
                <a:gd name="connsiteY16" fmla="*/ 17028 h 158937"/>
                <a:gd name="connsiteX17" fmla="*/ 53535 w 167297"/>
                <a:gd name="connsiteY17" fmla="*/ 13160 h 158937"/>
                <a:gd name="connsiteX18" fmla="*/ 69418 w 167297"/>
                <a:gd name="connsiteY18" fmla="*/ 37423 h 158937"/>
                <a:gd name="connsiteX19" fmla="*/ 79653 w 167297"/>
                <a:gd name="connsiteY19" fmla="*/ 80673 h 158937"/>
                <a:gd name="connsiteX20" fmla="*/ 50711 w 167297"/>
                <a:gd name="connsiteY20" fmla="*/ 121814 h 158937"/>
                <a:gd name="connsiteX21" fmla="*/ 32711 w 167297"/>
                <a:gd name="connsiteY21" fmla="*/ 138692 h 158937"/>
                <a:gd name="connsiteX22" fmla="*/ 23534 w 167297"/>
                <a:gd name="connsiteY22" fmla="*/ 135528 h 158937"/>
                <a:gd name="connsiteX23" fmla="*/ 12240 w 167297"/>
                <a:gd name="connsiteY23" fmla="*/ 132011 h 158937"/>
                <a:gd name="connsiteX24" fmla="*/ 240 w 167297"/>
                <a:gd name="connsiteY24" fmla="*/ 144319 h 158937"/>
                <a:gd name="connsiteX25" fmla="*/ 17887 w 167297"/>
                <a:gd name="connsiteY25" fmla="*/ 159087 h 158937"/>
                <a:gd name="connsiteX26" fmla="*/ 50711 w 167297"/>
                <a:gd name="connsiteY26" fmla="*/ 134473 h 158937"/>
                <a:gd name="connsiteX27" fmla="*/ 82477 w 167297"/>
                <a:gd name="connsiteY27" fmla="*/ 93332 h 158937"/>
                <a:gd name="connsiteX28" fmla="*/ 93065 w 167297"/>
                <a:gd name="connsiteY28" fmla="*/ 135528 h 158937"/>
                <a:gd name="connsiteX29" fmla="*/ 113536 w 167297"/>
                <a:gd name="connsiteY29" fmla="*/ 159087 h 158937"/>
                <a:gd name="connsiteX30" fmla="*/ 156596 w 167297"/>
                <a:gd name="connsiteY30" fmla="*/ 119001 h 158937"/>
                <a:gd name="connsiteX31" fmla="*/ 151655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188"/>
                  </a:moveTo>
                  <a:cubicBezTo>
                    <a:pt x="148831" y="119353"/>
                    <a:pt x="147066" y="121463"/>
                    <a:pt x="143890" y="125682"/>
                  </a:cubicBezTo>
                  <a:cubicBezTo>
                    <a:pt x="135772" y="136231"/>
                    <a:pt x="131537" y="139747"/>
                    <a:pt x="127654" y="139747"/>
                  </a:cubicBezTo>
                  <a:cubicBezTo>
                    <a:pt x="122360" y="139747"/>
                    <a:pt x="119183" y="135176"/>
                    <a:pt x="116713" y="125330"/>
                  </a:cubicBezTo>
                  <a:cubicBezTo>
                    <a:pt x="116007" y="122517"/>
                    <a:pt x="115654" y="120408"/>
                    <a:pt x="115301" y="119353"/>
                  </a:cubicBezTo>
                  <a:cubicBezTo>
                    <a:pt x="106477" y="83838"/>
                    <a:pt x="102595" y="67663"/>
                    <a:pt x="102595" y="62388"/>
                  </a:cubicBezTo>
                  <a:cubicBezTo>
                    <a:pt x="118124" y="35313"/>
                    <a:pt x="130831" y="19841"/>
                    <a:pt x="137184" y="19841"/>
                  </a:cubicBezTo>
                  <a:cubicBezTo>
                    <a:pt x="139301" y="19841"/>
                    <a:pt x="142125" y="20896"/>
                    <a:pt x="145654" y="22654"/>
                  </a:cubicBezTo>
                  <a:cubicBezTo>
                    <a:pt x="149890" y="25116"/>
                    <a:pt x="152360" y="25819"/>
                    <a:pt x="155184" y="25819"/>
                  </a:cubicBezTo>
                  <a:cubicBezTo>
                    <a:pt x="162596" y="25819"/>
                    <a:pt x="167537" y="20544"/>
                    <a:pt x="167537" y="13160"/>
                  </a:cubicBezTo>
                  <a:cubicBezTo>
                    <a:pt x="167537" y="5776"/>
                    <a:pt x="161537" y="150"/>
                    <a:pt x="153066" y="150"/>
                  </a:cubicBezTo>
                  <a:cubicBezTo>
                    <a:pt x="137537" y="150"/>
                    <a:pt x="124125" y="12809"/>
                    <a:pt x="99771" y="50433"/>
                  </a:cubicBezTo>
                  <a:lnTo>
                    <a:pt x="95889" y="31093"/>
                  </a:lnTo>
                  <a:cubicBezTo>
                    <a:pt x="90947" y="7182"/>
                    <a:pt x="87065" y="150"/>
                    <a:pt x="77535" y="150"/>
                  </a:cubicBezTo>
                  <a:cubicBezTo>
                    <a:pt x="69771" y="150"/>
                    <a:pt x="57770" y="3315"/>
                    <a:pt x="36241" y="10347"/>
                  </a:cubicBezTo>
                  <a:lnTo>
                    <a:pt x="32358" y="11754"/>
                  </a:lnTo>
                  <a:lnTo>
                    <a:pt x="33770" y="17028"/>
                  </a:lnTo>
                  <a:cubicBezTo>
                    <a:pt x="47182" y="13863"/>
                    <a:pt x="50358" y="13160"/>
                    <a:pt x="53535" y="13160"/>
                  </a:cubicBezTo>
                  <a:cubicBezTo>
                    <a:pt x="62359" y="13160"/>
                    <a:pt x="64476" y="16325"/>
                    <a:pt x="69418" y="37423"/>
                  </a:cubicBezTo>
                  <a:lnTo>
                    <a:pt x="79653" y="80673"/>
                  </a:lnTo>
                  <a:lnTo>
                    <a:pt x="50711" y="121814"/>
                  </a:lnTo>
                  <a:cubicBezTo>
                    <a:pt x="43652" y="132363"/>
                    <a:pt x="36593" y="138692"/>
                    <a:pt x="32711" y="138692"/>
                  </a:cubicBezTo>
                  <a:cubicBezTo>
                    <a:pt x="30593" y="138692"/>
                    <a:pt x="27064" y="137638"/>
                    <a:pt x="23534" y="135528"/>
                  </a:cubicBezTo>
                  <a:cubicBezTo>
                    <a:pt x="18946" y="133066"/>
                    <a:pt x="15064" y="132011"/>
                    <a:pt x="12240" y="132011"/>
                  </a:cubicBezTo>
                  <a:cubicBezTo>
                    <a:pt x="5534" y="132011"/>
                    <a:pt x="240" y="137286"/>
                    <a:pt x="240" y="144319"/>
                  </a:cubicBezTo>
                  <a:cubicBezTo>
                    <a:pt x="240" y="153461"/>
                    <a:pt x="7299" y="159087"/>
                    <a:pt x="17887" y="159087"/>
                  </a:cubicBezTo>
                  <a:cubicBezTo>
                    <a:pt x="28829" y="159087"/>
                    <a:pt x="33064" y="155922"/>
                    <a:pt x="50711" y="134473"/>
                  </a:cubicBezTo>
                  <a:cubicBezTo>
                    <a:pt x="60241" y="123221"/>
                    <a:pt x="67653" y="113727"/>
                    <a:pt x="82477" y="93332"/>
                  </a:cubicBezTo>
                  <a:lnTo>
                    <a:pt x="93065" y="135528"/>
                  </a:lnTo>
                  <a:cubicBezTo>
                    <a:pt x="97654" y="153461"/>
                    <a:pt x="102242" y="159087"/>
                    <a:pt x="113536" y="159087"/>
                  </a:cubicBezTo>
                  <a:cubicBezTo>
                    <a:pt x="126948" y="159087"/>
                    <a:pt x="136125" y="150648"/>
                    <a:pt x="156596" y="119001"/>
                  </a:cubicBezTo>
                  <a:lnTo>
                    <a:pt x="151655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2" name="Freeform: Shape 1981">
              <a:extLst>
                <a:ext uri="{FF2B5EF4-FFF2-40B4-BE49-F238E27FC236}">
                  <a16:creationId xmlns:a16="http://schemas.microsoft.com/office/drawing/2014/main" id="{DF3995C5-E237-E6E1-C1C7-27EC4B9B4006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1284502" y="6252213"/>
              <a:ext cx="116225" cy="175899"/>
            </a:xfrm>
            <a:custGeom>
              <a:avLst/>
              <a:gdLst>
                <a:gd name="connsiteX0" fmla="*/ 116469 w 116225"/>
                <a:gd name="connsiteY0" fmla="*/ 140404 h 175899"/>
                <a:gd name="connsiteX1" fmla="*/ 113074 w 116225"/>
                <a:gd name="connsiteY1" fmla="*/ 139103 h 175899"/>
                <a:gd name="connsiteX2" fmla="*/ 88262 w 116225"/>
                <a:gd name="connsiteY2" fmla="*/ 156276 h 175899"/>
                <a:gd name="connsiteX3" fmla="*/ 25839 w 116225"/>
                <a:gd name="connsiteY3" fmla="*/ 156276 h 175899"/>
                <a:gd name="connsiteX4" fmla="*/ 69718 w 116225"/>
                <a:gd name="connsiteY4" fmla="*/ 110480 h 175899"/>
                <a:gd name="connsiteX5" fmla="*/ 103149 w 116225"/>
                <a:gd name="connsiteY5" fmla="*/ 46209 h 175899"/>
                <a:gd name="connsiteX6" fmla="*/ 54830 w 116225"/>
                <a:gd name="connsiteY6" fmla="*/ 152 h 175899"/>
                <a:gd name="connsiteX7" fmla="*/ 17220 w 116225"/>
                <a:gd name="connsiteY7" fmla="*/ 16285 h 175899"/>
                <a:gd name="connsiteX8" fmla="*/ 505 w 116225"/>
                <a:gd name="connsiteY8" fmla="*/ 51933 h 175899"/>
                <a:gd name="connsiteX9" fmla="*/ 5990 w 116225"/>
                <a:gd name="connsiteY9" fmla="*/ 53234 h 175899"/>
                <a:gd name="connsiteX10" fmla="*/ 43861 w 116225"/>
                <a:gd name="connsiteY10" fmla="*/ 19407 h 175899"/>
                <a:gd name="connsiteX11" fmla="*/ 80687 w 116225"/>
                <a:gd name="connsiteY11" fmla="*/ 56097 h 175899"/>
                <a:gd name="connsiteX12" fmla="*/ 46734 w 116225"/>
                <a:gd name="connsiteY12" fmla="*/ 123750 h 175899"/>
                <a:gd name="connsiteX13" fmla="*/ 244 w 116225"/>
                <a:gd name="connsiteY13" fmla="*/ 172929 h 175899"/>
                <a:gd name="connsiteX14" fmla="*/ 244 w 116225"/>
                <a:gd name="connsiteY14" fmla="*/ 176052 h 175899"/>
                <a:gd name="connsiteX15" fmla="*/ 102104 w 116225"/>
                <a:gd name="connsiteY15" fmla="*/ 176052 h 175899"/>
                <a:gd name="connsiteX16" fmla="*/ 116469 w 116225"/>
                <a:gd name="connsiteY16" fmla="*/ 14040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69" y="140404"/>
                  </a:moveTo>
                  <a:lnTo>
                    <a:pt x="113074" y="139103"/>
                  </a:lnTo>
                  <a:cubicBezTo>
                    <a:pt x="103410" y="153934"/>
                    <a:pt x="100015" y="156276"/>
                    <a:pt x="88262" y="156276"/>
                  </a:cubicBezTo>
                  <a:lnTo>
                    <a:pt x="25839" y="156276"/>
                  </a:lnTo>
                  <a:lnTo>
                    <a:pt x="69718" y="110480"/>
                  </a:lnTo>
                  <a:cubicBezTo>
                    <a:pt x="92963" y="86281"/>
                    <a:pt x="103149" y="66505"/>
                    <a:pt x="103149" y="46209"/>
                  </a:cubicBezTo>
                  <a:cubicBezTo>
                    <a:pt x="103149" y="20188"/>
                    <a:pt x="81993" y="152"/>
                    <a:pt x="54830" y="152"/>
                  </a:cubicBezTo>
                  <a:cubicBezTo>
                    <a:pt x="40466" y="152"/>
                    <a:pt x="26884" y="5877"/>
                    <a:pt x="17220" y="16285"/>
                  </a:cubicBezTo>
                  <a:cubicBezTo>
                    <a:pt x="8863" y="25132"/>
                    <a:pt x="4945" y="33459"/>
                    <a:pt x="505" y="51933"/>
                  </a:cubicBezTo>
                  <a:lnTo>
                    <a:pt x="5990" y="53234"/>
                  </a:lnTo>
                  <a:cubicBezTo>
                    <a:pt x="16437" y="27734"/>
                    <a:pt x="25839" y="19407"/>
                    <a:pt x="43861" y="19407"/>
                  </a:cubicBezTo>
                  <a:cubicBezTo>
                    <a:pt x="65800" y="19407"/>
                    <a:pt x="80687" y="34239"/>
                    <a:pt x="80687" y="56097"/>
                  </a:cubicBezTo>
                  <a:cubicBezTo>
                    <a:pt x="80687" y="76393"/>
                    <a:pt x="68673" y="100592"/>
                    <a:pt x="46734" y="123750"/>
                  </a:cubicBezTo>
                  <a:lnTo>
                    <a:pt x="244" y="172929"/>
                  </a:lnTo>
                  <a:lnTo>
                    <a:pt x="244" y="176052"/>
                  </a:lnTo>
                  <a:lnTo>
                    <a:pt x="102104" y="176052"/>
                  </a:lnTo>
                  <a:lnTo>
                    <a:pt x="116469" y="14040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3" name="Freeform: Shape 1982">
              <a:extLst>
                <a:ext uri="{FF2B5EF4-FFF2-40B4-BE49-F238E27FC236}">
                  <a16:creationId xmlns:a16="http://schemas.microsoft.com/office/drawing/2014/main" id="{8CF8FD4A-5826-CA58-F6D2-9F6509F9E35F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1503958" y="6279855"/>
              <a:ext cx="215651" cy="14065"/>
            </a:xfrm>
            <a:custGeom>
              <a:avLst/>
              <a:gdLst>
                <a:gd name="connsiteX0" fmla="*/ 203548 w 215651"/>
                <a:gd name="connsiteY0" fmla="*/ 14215 h 14065"/>
                <a:gd name="connsiteX1" fmla="*/ 215901 w 215651"/>
                <a:gd name="connsiteY1" fmla="*/ 7182 h 14065"/>
                <a:gd name="connsiteX2" fmla="*/ 203548 w 215651"/>
                <a:gd name="connsiteY2" fmla="*/ 150 h 14065"/>
                <a:gd name="connsiteX3" fmla="*/ 12603 w 215651"/>
                <a:gd name="connsiteY3" fmla="*/ 150 h 14065"/>
                <a:gd name="connsiteX4" fmla="*/ 250 w 215651"/>
                <a:gd name="connsiteY4" fmla="*/ 7182 h 14065"/>
                <a:gd name="connsiteX5" fmla="*/ 12603 w 215651"/>
                <a:gd name="connsiteY5" fmla="*/ 14215 h 14065"/>
                <a:gd name="connsiteX6" fmla="*/ 203548 w 215651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8" y="14215"/>
                  </a:moveTo>
                  <a:cubicBezTo>
                    <a:pt x="209548" y="14215"/>
                    <a:pt x="215901" y="14215"/>
                    <a:pt x="215901" y="7182"/>
                  </a:cubicBezTo>
                  <a:cubicBezTo>
                    <a:pt x="215901" y="150"/>
                    <a:pt x="209548" y="150"/>
                    <a:pt x="203548" y="150"/>
                  </a:cubicBezTo>
                  <a:lnTo>
                    <a:pt x="12603" y="150"/>
                  </a:lnTo>
                  <a:cubicBezTo>
                    <a:pt x="6603" y="150"/>
                    <a:pt x="250" y="150"/>
                    <a:pt x="250" y="7182"/>
                  </a:cubicBezTo>
                  <a:cubicBezTo>
                    <a:pt x="250" y="14215"/>
                    <a:pt x="6603" y="14215"/>
                    <a:pt x="12603" y="14215"/>
                  </a:cubicBezTo>
                  <a:lnTo>
                    <a:pt x="203548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4" name="Freeform: Shape 1983">
              <a:extLst>
                <a:ext uri="{FF2B5EF4-FFF2-40B4-BE49-F238E27FC236}">
                  <a16:creationId xmlns:a16="http://schemas.microsoft.com/office/drawing/2014/main" id="{958E54DF-86D0-26E6-64BB-5EB7F0524411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1789603" y="6219726"/>
              <a:ext cx="167297" cy="158937"/>
            </a:xfrm>
            <a:custGeom>
              <a:avLst/>
              <a:gdLst>
                <a:gd name="connsiteX0" fmla="*/ 151674 w 167297"/>
                <a:gd name="connsiteY0" fmla="*/ 116188 h 158937"/>
                <a:gd name="connsiteX1" fmla="*/ 143909 w 167297"/>
                <a:gd name="connsiteY1" fmla="*/ 125682 h 158937"/>
                <a:gd name="connsiteX2" fmla="*/ 127673 w 167297"/>
                <a:gd name="connsiteY2" fmla="*/ 139747 h 158937"/>
                <a:gd name="connsiteX3" fmla="*/ 116732 w 167297"/>
                <a:gd name="connsiteY3" fmla="*/ 125330 h 158937"/>
                <a:gd name="connsiteX4" fmla="*/ 115320 w 167297"/>
                <a:gd name="connsiteY4" fmla="*/ 119353 h 158937"/>
                <a:gd name="connsiteX5" fmla="*/ 102614 w 167297"/>
                <a:gd name="connsiteY5" fmla="*/ 62388 h 158937"/>
                <a:gd name="connsiteX6" fmla="*/ 137203 w 167297"/>
                <a:gd name="connsiteY6" fmla="*/ 19841 h 158937"/>
                <a:gd name="connsiteX7" fmla="*/ 145674 w 167297"/>
                <a:gd name="connsiteY7" fmla="*/ 22654 h 158937"/>
                <a:gd name="connsiteX8" fmla="*/ 155203 w 167297"/>
                <a:gd name="connsiteY8" fmla="*/ 25819 h 158937"/>
                <a:gd name="connsiteX9" fmla="*/ 167556 w 167297"/>
                <a:gd name="connsiteY9" fmla="*/ 13160 h 158937"/>
                <a:gd name="connsiteX10" fmla="*/ 153085 w 167297"/>
                <a:gd name="connsiteY10" fmla="*/ 150 h 158937"/>
                <a:gd name="connsiteX11" fmla="*/ 99790 w 167297"/>
                <a:gd name="connsiteY11" fmla="*/ 50433 h 158937"/>
                <a:gd name="connsiteX12" fmla="*/ 95908 w 167297"/>
                <a:gd name="connsiteY12" fmla="*/ 31093 h 158937"/>
                <a:gd name="connsiteX13" fmla="*/ 77555 w 167297"/>
                <a:gd name="connsiteY13" fmla="*/ 150 h 158937"/>
                <a:gd name="connsiteX14" fmla="*/ 36260 w 167297"/>
                <a:gd name="connsiteY14" fmla="*/ 10347 h 158937"/>
                <a:gd name="connsiteX15" fmla="*/ 32377 w 167297"/>
                <a:gd name="connsiteY15" fmla="*/ 11754 h 158937"/>
                <a:gd name="connsiteX16" fmla="*/ 33789 w 167297"/>
                <a:gd name="connsiteY16" fmla="*/ 17028 h 158937"/>
                <a:gd name="connsiteX17" fmla="*/ 53554 w 167297"/>
                <a:gd name="connsiteY17" fmla="*/ 13160 h 158937"/>
                <a:gd name="connsiteX18" fmla="*/ 69437 w 167297"/>
                <a:gd name="connsiteY18" fmla="*/ 37423 h 158937"/>
                <a:gd name="connsiteX19" fmla="*/ 79672 w 167297"/>
                <a:gd name="connsiteY19" fmla="*/ 80673 h 158937"/>
                <a:gd name="connsiteX20" fmla="*/ 50731 w 167297"/>
                <a:gd name="connsiteY20" fmla="*/ 121814 h 158937"/>
                <a:gd name="connsiteX21" fmla="*/ 32730 w 167297"/>
                <a:gd name="connsiteY21" fmla="*/ 138692 h 158937"/>
                <a:gd name="connsiteX22" fmla="*/ 23554 w 167297"/>
                <a:gd name="connsiteY22" fmla="*/ 135528 h 158937"/>
                <a:gd name="connsiteX23" fmla="*/ 12259 w 167297"/>
                <a:gd name="connsiteY23" fmla="*/ 132011 h 158937"/>
                <a:gd name="connsiteX24" fmla="*/ 259 w 167297"/>
                <a:gd name="connsiteY24" fmla="*/ 144319 h 158937"/>
                <a:gd name="connsiteX25" fmla="*/ 17906 w 167297"/>
                <a:gd name="connsiteY25" fmla="*/ 159087 h 158937"/>
                <a:gd name="connsiteX26" fmla="*/ 50731 w 167297"/>
                <a:gd name="connsiteY26" fmla="*/ 134473 h 158937"/>
                <a:gd name="connsiteX27" fmla="*/ 82496 w 167297"/>
                <a:gd name="connsiteY27" fmla="*/ 93332 h 158937"/>
                <a:gd name="connsiteX28" fmla="*/ 93084 w 167297"/>
                <a:gd name="connsiteY28" fmla="*/ 135528 h 158937"/>
                <a:gd name="connsiteX29" fmla="*/ 113555 w 167297"/>
                <a:gd name="connsiteY29" fmla="*/ 159087 h 158937"/>
                <a:gd name="connsiteX30" fmla="*/ 156615 w 167297"/>
                <a:gd name="connsiteY30" fmla="*/ 119001 h 158937"/>
                <a:gd name="connsiteX31" fmla="*/ 151674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4" y="116188"/>
                  </a:moveTo>
                  <a:cubicBezTo>
                    <a:pt x="148850" y="119353"/>
                    <a:pt x="147085" y="121463"/>
                    <a:pt x="143909" y="125682"/>
                  </a:cubicBezTo>
                  <a:cubicBezTo>
                    <a:pt x="135791" y="136231"/>
                    <a:pt x="131556" y="139747"/>
                    <a:pt x="127673" y="139747"/>
                  </a:cubicBezTo>
                  <a:cubicBezTo>
                    <a:pt x="122379" y="139747"/>
                    <a:pt x="119202" y="135176"/>
                    <a:pt x="116732" y="125330"/>
                  </a:cubicBezTo>
                  <a:cubicBezTo>
                    <a:pt x="116026" y="122517"/>
                    <a:pt x="115673" y="120408"/>
                    <a:pt x="115320" y="119353"/>
                  </a:cubicBezTo>
                  <a:cubicBezTo>
                    <a:pt x="106496" y="83838"/>
                    <a:pt x="102614" y="67663"/>
                    <a:pt x="102614" y="62388"/>
                  </a:cubicBezTo>
                  <a:cubicBezTo>
                    <a:pt x="118144" y="35313"/>
                    <a:pt x="130850" y="19841"/>
                    <a:pt x="137203" y="19841"/>
                  </a:cubicBezTo>
                  <a:cubicBezTo>
                    <a:pt x="139320" y="19841"/>
                    <a:pt x="142144" y="20896"/>
                    <a:pt x="145674" y="22654"/>
                  </a:cubicBezTo>
                  <a:cubicBezTo>
                    <a:pt x="149909" y="25116"/>
                    <a:pt x="152380" y="25819"/>
                    <a:pt x="155203" y="25819"/>
                  </a:cubicBezTo>
                  <a:cubicBezTo>
                    <a:pt x="162615" y="25819"/>
                    <a:pt x="167556" y="20544"/>
                    <a:pt x="167556" y="13160"/>
                  </a:cubicBezTo>
                  <a:cubicBezTo>
                    <a:pt x="167556" y="5776"/>
                    <a:pt x="161556" y="150"/>
                    <a:pt x="153085" y="150"/>
                  </a:cubicBezTo>
                  <a:cubicBezTo>
                    <a:pt x="137556" y="150"/>
                    <a:pt x="124144" y="12809"/>
                    <a:pt x="99790" y="50433"/>
                  </a:cubicBezTo>
                  <a:lnTo>
                    <a:pt x="95908" y="31093"/>
                  </a:lnTo>
                  <a:cubicBezTo>
                    <a:pt x="90967" y="7182"/>
                    <a:pt x="87084" y="150"/>
                    <a:pt x="77555" y="150"/>
                  </a:cubicBezTo>
                  <a:cubicBezTo>
                    <a:pt x="69790" y="150"/>
                    <a:pt x="57789" y="3315"/>
                    <a:pt x="36260" y="10347"/>
                  </a:cubicBezTo>
                  <a:lnTo>
                    <a:pt x="32377" y="11754"/>
                  </a:lnTo>
                  <a:lnTo>
                    <a:pt x="33789" y="17028"/>
                  </a:lnTo>
                  <a:cubicBezTo>
                    <a:pt x="47201" y="13863"/>
                    <a:pt x="50378" y="13160"/>
                    <a:pt x="53554" y="13160"/>
                  </a:cubicBezTo>
                  <a:cubicBezTo>
                    <a:pt x="62378" y="13160"/>
                    <a:pt x="64495" y="16325"/>
                    <a:pt x="69437" y="37423"/>
                  </a:cubicBezTo>
                  <a:lnTo>
                    <a:pt x="79672" y="80673"/>
                  </a:lnTo>
                  <a:lnTo>
                    <a:pt x="50731" y="121814"/>
                  </a:lnTo>
                  <a:cubicBezTo>
                    <a:pt x="43672" y="132363"/>
                    <a:pt x="36613" y="138692"/>
                    <a:pt x="32730" y="138692"/>
                  </a:cubicBezTo>
                  <a:cubicBezTo>
                    <a:pt x="30612" y="138692"/>
                    <a:pt x="27083" y="137638"/>
                    <a:pt x="23554" y="135528"/>
                  </a:cubicBezTo>
                  <a:cubicBezTo>
                    <a:pt x="18965" y="133066"/>
                    <a:pt x="15083" y="132011"/>
                    <a:pt x="12259" y="132011"/>
                  </a:cubicBezTo>
                  <a:cubicBezTo>
                    <a:pt x="5553" y="132011"/>
                    <a:pt x="259" y="137286"/>
                    <a:pt x="259" y="144319"/>
                  </a:cubicBezTo>
                  <a:cubicBezTo>
                    <a:pt x="259" y="153461"/>
                    <a:pt x="7318" y="159087"/>
                    <a:pt x="17906" y="159087"/>
                  </a:cubicBezTo>
                  <a:cubicBezTo>
                    <a:pt x="28848" y="159087"/>
                    <a:pt x="33083" y="155922"/>
                    <a:pt x="50731" y="134473"/>
                  </a:cubicBezTo>
                  <a:cubicBezTo>
                    <a:pt x="60260" y="123221"/>
                    <a:pt x="67672" y="113727"/>
                    <a:pt x="82496" y="93332"/>
                  </a:cubicBezTo>
                  <a:lnTo>
                    <a:pt x="93084" y="135528"/>
                  </a:lnTo>
                  <a:cubicBezTo>
                    <a:pt x="97673" y="153461"/>
                    <a:pt x="102261" y="159087"/>
                    <a:pt x="113555" y="159087"/>
                  </a:cubicBezTo>
                  <a:cubicBezTo>
                    <a:pt x="126967" y="159087"/>
                    <a:pt x="136144" y="150648"/>
                    <a:pt x="156615" y="119001"/>
                  </a:cubicBezTo>
                  <a:lnTo>
                    <a:pt x="151674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5" name="Freeform: Shape 1984">
              <a:extLst>
                <a:ext uri="{FF2B5EF4-FFF2-40B4-BE49-F238E27FC236}">
                  <a16:creationId xmlns:a16="http://schemas.microsoft.com/office/drawing/2014/main" id="{2AE155DF-0E89-0964-8681-397D6F8CE548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11967658" y="6252213"/>
              <a:ext cx="101599" cy="179542"/>
            </a:xfrm>
            <a:custGeom>
              <a:avLst/>
              <a:gdLst>
                <a:gd name="connsiteX0" fmla="*/ 28993 w 101599"/>
                <a:gd name="connsiteY0" fmla="*/ 90184 h 179542"/>
                <a:gd name="connsiteX1" fmla="*/ 56678 w 101599"/>
                <a:gd name="connsiteY1" fmla="*/ 93046 h 179542"/>
                <a:gd name="connsiteX2" fmla="*/ 83057 w 101599"/>
                <a:gd name="connsiteY2" fmla="*/ 131557 h 179542"/>
                <a:gd name="connsiteX3" fmla="*/ 48842 w 101599"/>
                <a:gd name="connsiteY3" fmla="*/ 170327 h 179542"/>
                <a:gd name="connsiteX4" fmla="*/ 26903 w 101599"/>
                <a:gd name="connsiteY4" fmla="*/ 162261 h 179542"/>
                <a:gd name="connsiteX5" fmla="*/ 10188 w 101599"/>
                <a:gd name="connsiteY5" fmla="*/ 155756 h 179542"/>
                <a:gd name="connsiteX6" fmla="*/ 263 w 101599"/>
                <a:gd name="connsiteY6" fmla="*/ 164863 h 179542"/>
                <a:gd name="connsiteX7" fmla="*/ 29776 w 101599"/>
                <a:gd name="connsiteY7" fmla="*/ 179695 h 179542"/>
                <a:gd name="connsiteX8" fmla="*/ 82796 w 101599"/>
                <a:gd name="connsiteY8" fmla="*/ 162261 h 179542"/>
                <a:gd name="connsiteX9" fmla="*/ 101862 w 101599"/>
                <a:gd name="connsiteY9" fmla="*/ 119067 h 179542"/>
                <a:gd name="connsiteX10" fmla="*/ 90109 w 101599"/>
                <a:gd name="connsiteY10" fmla="*/ 85500 h 179542"/>
                <a:gd name="connsiteX11" fmla="*/ 68431 w 101599"/>
                <a:gd name="connsiteY11" fmla="*/ 71709 h 179542"/>
                <a:gd name="connsiteX12" fmla="*/ 92982 w 101599"/>
                <a:gd name="connsiteY12" fmla="*/ 35801 h 179542"/>
                <a:gd name="connsiteX13" fmla="*/ 52238 w 101599"/>
                <a:gd name="connsiteY13" fmla="*/ 152 h 179542"/>
                <a:gd name="connsiteX14" fmla="*/ 18284 w 101599"/>
                <a:gd name="connsiteY14" fmla="*/ 12902 h 179542"/>
                <a:gd name="connsiteX15" fmla="*/ 785 w 101599"/>
                <a:gd name="connsiteY15" fmla="*/ 42306 h 179542"/>
                <a:gd name="connsiteX16" fmla="*/ 4703 w 101599"/>
                <a:gd name="connsiteY16" fmla="*/ 43346 h 179542"/>
                <a:gd name="connsiteX17" fmla="*/ 43619 w 101599"/>
                <a:gd name="connsiteY17" fmla="*/ 15765 h 179542"/>
                <a:gd name="connsiteX18" fmla="*/ 72349 w 101599"/>
                <a:gd name="connsiteY18" fmla="*/ 43607 h 179542"/>
                <a:gd name="connsiteX19" fmla="*/ 61902 w 101599"/>
                <a:gd name="connsiteY19" fmla="*/ 68847 h 179542"/>
                <a:gd name="connsiteX20" fmla="*/ 28993 w 101599"/>
                <a:gd name="connsiteY20" fmla="*/ 86801 h 179542"/>
                <a:gd name="connsiteX21" fmla="*/ 28993 w 101599"/>
                <a:gd name="connsiteY21" fmla="*/ 90184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93" y="90184"/>
                  </a:moveTo>
                  <a:cubicBezTo>
                    <a:pt x="44402" y="90184"/>
                    <a:pt x="50410" y="90704"/>
                    <a:pt x="56678" y="93046"/>
                  </a:cubicBezTo>
                  <a:cubicBezTo>
                    <a:pt x="72871" y="98770"/>
                    <a:pt x="83057" y="113602"/>
                    <a:pt x="83057" y="131557"/>
                  </a:cubicBezTo>
                  <a:cubicBezTo>
                    <a:pt x="83057" y="153414"/>
                    <a:pt x="68170" y="170327"/>
                    <a:pt x="48842" y="170327"/>
                  </a:cubicBezTo>
                  <a:cubicBezTo>
                    <a:pt x="41791" y="170327"/>
                    <a:pt x="36567" y="168506"/>
                    <a:pt x="26903" y="162261"/>
                  </a:cubicBezTo>
                  <a:cubicBezTo>
                    <a:pt x="19068" y="157577"/>
                    <a:pt x="14628" y="155756"/>
                    <a:pt x="10188" y="155756"/>
                  </a:cubicBezTo>
                  <a:cubicBezTo>
                    <a:pt x="4180" y="155756"/>
                    <a:pt x="263" y="159399"/>
                    <a:pt x="263" y="164863"/>
                  </a:cubicBezTo>
                  <a:cubicBezTo>
                    <a:pt x="263" y="173970"/>
                    <a:pt x="11494" y="179695"/>
                    <a:pt x="29776" y="179695"/>
                  </a:cubicBezTo>
                  <a:cubicBezTo>
                    <a:pt x="49887" y="179695"/>
                    <a:pt x="70521" y="172929"/>
                    <a:pt x="82796" y="162261"/>
                  </a:cubicBezTo>
                  <a:cubicBezTo>
                    <a:pt x="95072" y="151592"/>
                    <a:pt x="101862" y="136500"/>
                    <a:pt x="101862" y="119067"/>
                  </a:cubicBezTo>
                  <a:cubicBezTo>
                    <a:pt x="101862" y="105796"/>
                    <a:pt x="97683" y="93566"/>
                    <a:pt x="90109" y="85500"/>
                  </a:cubicBezTo>
                  <a:cubicBezTo>
                    <a:pt x="84885" y="79775"/>
                    <a:pt x="79923" y="76653"/>
                    <a:pt x="68431" y="71709"/>
                  </a:cubicBezTo>
                  <a:cubicBezTo>
                    <a:pt x="86453" y="59479"/>
                    <a:pt x="92982" y="49852"/>
                    <a:pt x="92982" y="35801"/>
                  </a:cubicBezTo>
                  <a:cubicBezTo>
                    <a:pt x="92982" y="14724"/>
                    <a:pt x="76266" y="152"/>
                    <a:pt x="52238" y="152"/>
                  </a:cubicBezTo>
                  <a:cubicBezTo>
                    <a:pt x="39179" y="152"/>
                    <a:pt x="27687" y="4576"/>
                    <a:pt x="18284" y="12902"/>
                  </a:cubicBezTo>
                  <a:cubicBezTo>
                    <a:pt x="10449" y="19928"/>
                    <a:pt x="6531" y="26693"/>
                    <a:pt x="785" y="42306"/>
                  </a:cubicBezTo>
                  <a:lnTo>
                    <a:pt x="4703" y="43346"/>
                  </a:lnTo>
                  <a:cubicBezTo>
                    <a:pt x="15411" y="24351"/>
                    <a:pt x="27164" y="15765"/>
                    <a:pt x="43619" y="15765"/>
                  </a:cubicBezTo>
                  <a:cubicBezTo>
                    <a:pt x="60596" y="15765"/>
                    <a:pt x="72349" y="27214"/>
                    <a:pt x="72349" y="43607"/>
                  </a:cubicBezTo>
                  <a:cubicBezTo>
                    <a:pt x="72349" y="52974"/>
                    <a:pt x="68431" y="62342"/>
                    <a:pt x="61902" y="68847"/>
                  </a:cubicBezTo>
                  <a:cubicBezTo>
                    <a:pt x="54066" y="76653"/>
                    <a:pt x="46753" y="80556"/>
                    <a:pt x="28993" y="86801"/>
                  </a:cubicBezTo>
                  <a:lnTo>
                    <a:pt x="28993" y="9018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6" name="Freeform: Shape 1985">
              <a:extLst>
                <a:ext uri="{FF2B5EF4-FFF2-40B4-BE49-F238E27FC236}">
                  <a16:creationId xmlns:a16="http://schemas.microsoft.com/office/drawing/2014/main" id="{FA734299-8211-4428-615F-27BA114D727D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12125339" y="6111073"/>
              <a:ext cx="81883" cy="351630"/>
            </a:xfrm>
            <a:custGeom>
              <a:avLst/>
              <a:gdLst>
                <a:gd name="connsiteX0" fmla="*/ 82152 w 81883"/>
                <a:gd name="connsiteY0" fmla="*/ 175965 h 351630"/>
                <a:gd name="connsiteX1" fmla="*/ 58857 w 81883"/>
                <a:gd name="connsiteY1" fmla="*/ 66256 h 351630"/>
                <a:gd name="connsiteX2" fmla="*/ 3797 w 81883"/>
                <a:gd name="connsiteY2" fmla="*/ 149 h 351630"/>
                <a:gd name="connsiteX3" fmla="*/ 268 w 81883"/>
                <a:gd name="connsiteY3" fmla="*/ 3665 h 351630"/>
                <a:gd name="connsiteX4" fmla="*/ 6974 w 81883"/>
                <a:gd name="connsiteY4" fmla="*/ 11753 h 351630"/>
                <a:gd name="connsiteX5" fmla="*/ 61681 w 81883"/>
                <a:gd name="connsiteY5" fmla="*/ 175965 h 351630"/>
                <a:gd name="connsiteX6" fmla="*/ 4856 w 81883"/>
                <a:gd name="connsiteY6" fmla="*/ 342286 h 351630"/>
                <a:gd name="connsiteX7" fmla="*/ 268 w 81883"/>
                <a:gd name="connsiteY7" fmla="*/ 348264 h 351630"/>
                <a:gd name="connsiteX8" fmla="*/ 3797 w 81883"/>
                <a:gd name="connsiteY8" fmla="*/ 351780 h 351630"/>
                <a:gd name="connsiteX9" fmla="*/ 59916 w 81883"/>
                <a:gd name="connsiteY9" fmla="*/ 283212 h 351630"/>
                <a:gd name="connsiteX10" fmla="*/ 82152 w 81883"/>
                <a:gd name="connsiteY10" fmla="*/ 17596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175965"/>
                  </a:moveTo>
                  <a:cubicBezTo>
                    <a:pt x="82152" y="148537"/>
                    <a:pt x="78270" y="105990"/>
                    <a:pt x="58857" y="66256"/>
                  </a:cubicBezTo>
                  <a:cubicBezTo>
                    <a:pt x="37680" y="23005"/>
                    <a:pt x="7327" y="149"/>
                    <a:pt x="3797" y="149"/>
                  </a:cubicBezTo>
                  <a:cubicBezTo>
                    <a:pt x="1680" y="149"/>
                    <a:pt x="268" y="1556"/>
                    <a:pt x="268" y="3665"/>
                  </a:cubicBezTo>
                  <a:cubicBezTo>
                    <a:pt x="268" y="4720"/>
                    <a:pt x="268" y="5424"/>
                    <a:pt x="6974" y="11753"/>
                  </a:cubicBezTo>
                  <a:cubicBezTo>
                    <a:pt x="41563" y="46564"/>
                    <a:pt x="61681" y="102474"/>
                    <a:pt x="61681" y="175965"/>
                  </a:cubicBezTo>
                  <a:cubicBezTo>
                    <a:pt x="61681" y="236093"/>
                    <a:pt x="48622" y="297980"/>
                    <a:pt x="4856" y="342286"/>
                  </a:cubicBezTo>
                  <a:cubicBezTo>
                    <a:pt x="268" y="346506"/>
                    <a:pt x="268" y="347209"/>
                    <a:pt x="268" y="348264"/>
                  </a:cubicBezTo>
                  <a:cubicBezTo>
                    <a:pt x="268" y="350373"/>
                    <a:pt x="1680" y="351780"/>
                    <a:pt x="3797" y="351780"/>
                  </a:cubicBezTo>
                  <a:cubicBezTo>
                    <a:pt x="7327" y="351780"/>
                    <a:pt x="39092" y="327869"/>
                    <a:pt x="59916" y="283212"/>
                  </a:cubicBezTo>
                  <a:cubicBezTo>
                    <a:pt x="77917" y="244533"/>
                    <a:pt x="82152" y="205502"/>
                    <a:pt x="82152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7" name="Freeform: Shape 1986">
              <a:extLst>
                <a:ext uri="{FF2B5EF4-FFF2-40B4-BE49-F238E27FC236}">
                  <a16:creationId xmlns:a16="http://schemas.microsoft.com/office/drawing/2014/main" id="{2A4CFF5C-0788-E775-4C76-65E699BFD25A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12277616" y="6111073"/>
              <a:ext cx="81883" cy="351630"/>
            </a:xfrm>
            <a:custGeom>
              <a:avLst/>
              <a:gdLst>
                <a:gd name="connsiteX0" fmla="*/ 82156 w 81883"/>
                <a:gd name="connsiteY0" fmla="*/ 348264 h 351630"/>
                <a:gd name="connsiteX1" fmla="*/ 76156 w 81883"/>
                <a:gd name="connsiteY1" fmla="*/ 340528 h 351630"/>
                <a:gd name="connsiteX2" fmla="*/ 20743 w 81883"/>
                <a:gd name="connsiteY2" fmla="*/ 175965 h 351630"/>
                <a:gd name="connsiteX3" fmla="*/ 77568 w 81883"/>
                <a:gd name="connsiteY3" fmla="*/ 9643 h 351630"/>
                <a:gd name="connsiteX4" fmla="*/ 82156 w 81883"/>
                <a:gd name="connsiteY4" fmla="*/ 3665 h 351630"/>
                <a:gd name="connsiteX5" fmla="*/ 78626 w 81883"/>
                <a:gd name="connsiteY5" fmla="*/ 149 h 351630"/>
                <a:gd name="connsiteX6" fmla="*/ 22508 w 81883"/>
                <a:gd name="connsiteY6" fmla="*/ 68717 h 351630"/>
                <a:gd name="connsiteX7" fmla="*/ 272 w 81883"/>
                <a:gd name="connsiteY7" fmla="*/ 175965 h 351630"/>
                <a:gd name="connsiteX8" fmla="*/ 23567 w 81883"/>
                <a:gd name="connsiteY8" fmla="*/ 285673 h 351630"/>
                <a:gd name="connsiteX9" fmla="*/ 78626 w 81883"/>
                <a:gd name="connsiteY9" fmla="*/ 351780 h 351630"/>
                <a:gd name="connsiteX10" fmla="*/ 82156 w 81883"/>
                <a:gd name="connsiteY10" fmla="*/ 348264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6" y="348264"/>
                  </a:moveTo>
                  <a:cubicBezTo>
                    <a:pt x="82156" y="347209"/>
                    <a:pt x="82156" y="346506"/>
                    <a:pt x="76156" y="340528"/>
                  </a:cubicBezTo>
                  <a:cubicBezTo>
                    <a:pt x="32037" y="296222"/>
                    <a:pt x="20743" y="229764"/>
                    <a:pt x="20743" y="175965"/>
                  </a:cubicBezTo>
                  <a:cubicBezTo>
                    <a:pt x="20743" y="114781"/>
                    <a:pt x="34155" y="53597"/>
                    <a:pt x="77568" y="9643"/>
                  </a:cubicBezTo>
                  <a:cubicBezTo>
                    <a:pt x="82156" y="5424"/>
                    <a:pt x="82156" y="4720"/>
                    <a:pt x="82156" y="3665"/>
                  </a:cubicBezTo>
                  <a:cubicBezTo>
                    <a:pt x="82156" y="1204"/>
                    <a:pt x="80744" y="149"/>
                    <a:pt x="78626" y="149"/>
                  </a:cubicBezTo>
                  <a:cubicBezTo>
                    <a:pt x="75097" y="149"/>
                    <a:pt x="43332" y="24060"/>
                    <a:pt x="22508" y="68717"/>
                  </a:cubicBezTo>
                  <a:cubicBezTo>
                    <a:pt x="4507" y="107397"/>
                    <a:pt x="272" y="146428"/>
                    <a:pt x="272" y="175965"/>
                  </a:cubicBezTo>
                  <a:cubicBezTo>
                    <a:pt x="272" y="203392"/>
                    <a:pt x="4154" y="245939"/>
                    <a:pt x="23567" y="285673"/>
                  </a:cubicBezTo>
                  <a:cubicBezTo>
                    <a:pt x="44743" y="328924"/>
                    <a:pt x="75097" y="351780"/>
                    <a:pt x="78626" y="351780"/>
                  </a:cubicBezTo>
                  <a:cubicBezTo>
                    <a:pt x="80744" y="351780"/>
                    <a:pt x="82156" y="350725"/>
                    <a:pt x="82156" y="34826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8" name="Freeform: Shape 1987">
              <a:extLst>
                <a:ext uri="{FF2B5EF4-FFF2-40B4-BE49-F238E27FC236}">
                  <a16:creationId xmlns:a16="http://schemas.microsoft.com/office/drawing/2014/main" id="{22B8D392-7286-DFB8-B667-6F414A3B852A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12370598" y="6219726"/>
              <a:ext cx="167297" cy="158937"/>
            </a:xfrm>
            <a:custGeom>
              <a:avLst/>
              <a:gdLst>
                <a:gd name="connsiteX0" fmla="*/ 151690 w 167297"/>
                <a:gd name="connsiteY0" fmla="*/ 116188 h 158937"/>
                <a:gd name="connsiteX1" fmla="*/ 143925 w 167297"/>
                <a:gd name="connsiteY1" fmla="*/ 125682 h 158937"/>
                <a:gd name="connsiteX2" fmla="*/ 127690 w 167297"/>
                <a:gd name="connsiteY2" fmla="*/ 139747 h 158937"/>
                <a:gd name="connsiteX3" fmla="*/ 116748 w 167297"/>
                <a:gd name="connsiteY3" fmla="*/ 125330 h 158937"/>
                <a:gd name="connsiteX4" fmla="*/ 115336 w 167297"/>
                <a:gd name="connsiteY4" fmla="*/ 119353 h 158937"/>
                <a:gd name="connsiteX5" fmla="*/ 102630 w 167297"/>
                <a:gd name="connsiteY5" fmla="*/ 62388 h 158937"/>
                <a:gd name="connsiteX6" fmla="*/ 137219 w 167297"/>
                <a:gd name="connsiteY6" fmla="*/ 19841 h 158937"/>
                <a:gd name="connsiteX7" fmla="*/ 145690 w 167297"/>
                <a:gd name="connsiteY7" fmla="*/ 22654 h 158937"/>
                <a:gd name="connsiteX8" fmla="*/ 155219 w 167297"/>
                <a:gd name="connsiteY8" fmla="*/ 25819 h 158937"/>
                <a:gd name="connsiteX9" fmla="*/ 167573 w 167297"/>
                <a:gd name="connsiteY9" fmla="*/ 13160 h 158937"/>
                <a:gd name="connsiteX10" fmla="*/ 153102 w 167297"/>
                <a:gd name="connsiteY10" fmla="*/ 150 h 158937"/>
                <a:gd name="connsiteX11" fmla="*/ 99807 w 167297"/>
                <a:gd name="connsiteY11" fmla="*/ 50433 h 158937"/>
                <a:gd name="connsiteX12" fmla="*/ 95924 w 167297"/>
                <a:gd name="connsiteY12" fmla="*/ 31093 h 158937"/>
                <a:gd name="connsiteX13" fmla="*/ 77571 w 167297"/>
                <a:gd name="connsiteY13" fmla="*/ 150 h 158937"/>
                <a:gd name="connsiteX14" fmla="*/ 36276 w 167297"/>
                <a:gd name="connsiteY14" fmla="*/ 10347 h 158937"/>
                <a:gd name="connsiteX15" fmla="*/ 32394 w 167297"/>
                <a:gd name="connsiteY15" fmla="*/ 11754 h 158937"/>
                <a:gd name="connsiteX16" fmla="*/ 33805 w 167297"/>
                <a:gd name="connsiteY16" fmla="*/ 17028 h 158937"/>
                <a:gd name="connsiteX17" fmla="*/ 53570 w 167297"/>
                <a:gd name="connsiteY17" fmla="*/ 13160 h 158937"/>
                <a:gd name="connsiteX18" fmla="*/ 69453 w 167297"/>
                <a:gd name="connsiteY18" fmla="*/ 37423 h 158937"/>
                <a:gd name="connsiteX19" fmla="*/ 79689 w 167297"/>
                <a:gd name="connsiteY19" fmla="*/ 80673 h 158937"/>
                <a:gd name="connsiteX20" fmla="*/ 50747 w 167297"/>
                <a:gd name="connsiteY20" fmla="*/ 121814 h 158937"/>
                <a:gd name="connsiteX21" fmla="*/ 32746 w 167297"/>
                <a:gd name="connsiteY21" fmla="*/ 138692 h 158937"/>
                <a:gd name="connsiteX22" fmla="*/ 23570 w 167297"/>
                <a:gd name="connsiteY22" fmla="*/ 135528 h 158937"/>
                <a:gd name="connsiteX23" fmla="*/ 12276 w 167297"/>
                <a:gd name="connsiteY23" fmla="*/ 132011 h 158937"/>
                <a:gd name="connsiteX24" fmla="*/ 275 w 167297"/>
                <a:gd name="connsiteY24" fmla="*/ 144319 h 158937"/>
                <a:gd name="connsiteX25" fmla="*/ 17923 w 167297"/>
                <a:gd name="connsiteY25" fmla="*/ 159087 h 158937"/>
                <a:gd name="connsiteX26" fmla="*/ 50747 w 167297"/>
                <a:gd name="connsiteY26" fmla="*/ 134473 h 158937"/>
                <a:gd name="connsiteX27" fmla="*/ 82512 w 167297"/>
                <a:gd name="connsiteY27" fmla="*/ 93332 h 158937"/>
                <a:gd name="connsiteX28" fmla="*/ 93101 w 167297"/>
                <a:gd name="connsiteY28" fmla="*/ 135528 h 158937"/>
                <a:gd name="connsiteX29" fmla="*/ 113572 w 167297"/>
                <a:gd name="connsiteY29" fmla="*/ 159087 h 158937"/>
                <a:gd name="connsiteX30" fmla="*/ 156631 w 167297"/>
                <a:gd name="connsiteY30" fmla="*/ 119001 h 158937"/>
                <a:gd name="connsiteX31" fmla="*/ 151690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90" y="116188"/>
                  </a:moveTo>
                  <a:cubicBezTo>
                    <a:pt x="148866" y="119353"/>
                    <a:pt x="147102" y="121463"/>
                    <a:pt x="143925" y="125682"/>
                  </a:cubicBezTo>
                  <a:cubicBezTo>
                    <a:pt x="135807" y="136231"/>
                    <a:pt x="131572" y="139747"/>
                    <a:pt x="127690" y="139747"/>
                  </a:cubicBezTo>
                  <a:cubicBezTo>
                    <a:pt x="122395" y="139747"/>
                    <a:pt x="119219" y="135176"/>
                    <a:pt x="116748" y="125330"/>
                  </a:cubicBezTo>
                  <a:cubicBezTo>
                    <a:pt x="116042" y="122517"/>
                    <a:pt x="115689" y="120408"/>
                    <a:pt x="115336" y="119353"/>
                  </a:cubicBezTo>
                  <a:cubicBezTo>
                    <a:pt x="106513" y="83838"/>
                    <a:pt x="102630" y="67663"/>
                    <a:pt x="102630" y="62388"/>
                  </a:cubicBezTo>
                  <a:cubicBezTo>
                    <a:pt x="118160" y="35313"/>
                    <a:pt x="130866" y="19841"/>
                    <a:pt x="137219" y="19841"/>
                  </a:cubicBezTo>
                  <a:cubicBezTo>
                    <a:pt x="139337" y="19841"/>
                    <a:pt x="142160" y="20896"/>
                    <a:pt x="145690" y="22654"/>
                  </a:cubicBezTo>
                  <a:cubicBezTo>
                    <a:pt x="149925" y="25116"/>
                    <a:pt x="152396" y="25819"/>
                    <a:pt x="155219" y="25819"/>
                  </a:cubicBezTo>
                  <a:cubicBezTo>
                    <a:pt x="162631" y="25819"/>
                    <a:pt x="167573" y="20544"/>
                    <a:pt x="167573" y="13160"/>
                  </a:cubicBezTo>
                  <a:cubicBezTo>
                    <a:pt x="167573" y="5776"/>
                    <a:pt x="161573" y="150"/>
                    <a:pt x="153102" y="150"/>
                  </a:cubicBezTo>
                  <a:cubicBezTo>
                    <a:pt x="137572" y="150"/>
                    <a:pt x="124160" y="12809"/>
                    <a:pt x="99807" y="50433"/>
                  </a:cubicBezTo>
                  <a:lnTo>
                    <a:pt x="95924" y="31093"/>
                  </a:lnTo>
                  <a:cubicBezTo>
                    <a:pt x="90983" y="7182"/>
                    <a:pt x="87101" y="150"/>
                    <a:pt x="77571" y="150"/>
                  </a:cubicBezTo>
                  <a:cubicBezTo>
                    <a:pt x="69806" y="150"/>
                    <a:pt x="57806" y="3315"/>
                    <a:pt x="36276" y="10347"/>
                  </a:cubicBezTo>
                  <a:lnTo>
                    <a:pt x="32394" y="11754"/>
                  </a:lnTo>
                  <a:lnTo>
                    <a:pt x="33805" y="17028"/>
                  </a:lnTo>
                  <a:cubicBezTo>
                    <a:pt x="47217" y="13863"/>
                    <a:pt x="50394" y="13160"/>
                    <a:pt x="53570" y="13160"/>
                  </a:cubicBezTo>
                  <a:cubicBezTo>
                    <a:pt x="62394" y="13160"/>
                    <a:pt x="64512" y="16325"/>
                    <a:pt x="69453" y="37423"/>
                  </a:cubicBezTo>
                  <a:lnTo>
                    <a:pt x="79689" y="80673"/>
                  </a:lnTo>
                  <a:lnTo>
                    <a:pt x="50747" y="121814"/>
                  </a:lnTo>
                  <a:cubicBezTo>
                    <a:pt x="43688" y="132363"/>
                    <a:pt x="36629" y="138692"/>
                    <a:pt x="32746" y="138692"/>
                  </a:cubicBezTo>
                  <a:cubicBezTo>
                    <a:pt x="30629" y="138692"/>
                    <a:pt x="27099" y="137638"/>
                    <a:pt x="23570" y="135528"/>
                  </a:cubicBezTo>
                  <a:cubicBezTo>
                    <a:pt x="18982" y="133066"/>
                    <a:pt x="15099" y="132011"/>
                    <a:pt x="12276" y="132011"/>
                  </a:cubicBezTo>
                  <a:cubicBezTo>
                    <a:pt x="5570" y="132011"/>
                    <a:pt x="275" y="137286"/>
                    <a:pt x="275" y="144319"/>
                  </a:cubicBezTo>
                  <a:cubicBezTo>
                    <a:pt x="275" y="153461"/>
                    <a:pt x="7334" y="159087"/>
                    <a:pt x="17923" y="159087"/>
                  </a:cubicBezTo>
                  <a:cubicBezTo>
                    <a:pt x="28864" y="159087"/>
                    <a:pt x="33099" y="155922"/>
                    <a:pt x="50747" y="134473"/>
                  </a:cubicBezTo>
                  <a:cubicBezTo>
                    <a:pt x="60276" y="123221"/>
                    <a:pt x="67688" y="113727"/>
                    <a:pt x="82512" y="93332"/>
                  </a:cubicBezTo>
                  <a:lnTo>
                    <a:pt x="93101" y="135528"/>
                  </a:lnTo>
                  <a:cubicBezTo>
                    <a:pt x="97689" y="153461"/>
                    <a:pt x="102277" y="159087"/>
                    <a:pt x="113572" y="159087"/>
                  </a:cubicBezTo>
                  <a:cubicBezTo>
                    <a:pt x="126984" y="159087"/>
                    <a:pt x="136160" y="150648"/>
                    <a:pt x="156631" y="119001"/>
                  </a:cubicBezTo>
                  <a:lnTo>
                    <a:pt x="151690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9" name="Freeform: Shape 1988">
              <a:extLst>
                <a:ext uri="{FF2B5EF4-FFF2-40B4-BE49-F238E27FC236}">
                  <a16:creationId xmlns:a16="http://schemas.microsoft.com/office/drawing/2014/main" id="{389F9071-A50A-FAA8-E51E-6B1D55439AF6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2545257" y="6252213"/>
              <a:ext cx="116225" cy="175899"/>
            </a:xfrm>
            <a:custGeom>
              <a:avLst/>
              <a:gdLst>
                <a:gd name="connsiteX0" fmla="*/ 116505 w 116225"/>
                <a:gd name="connsiteY0" fmla="*/ 140404 h 175899"/>
                <a:gd name="connsiteX1" fmla="*/ 113109 w 116225"/>
                <a:gd name="connsiteY1" fmla="*/ 139103 h 175899"/>
                <a:gd name="connsiteX2" fmla="*/ 88297 w 116225"/>
                <a:gd name="connsiteY2" fmla="*/ 156276 h 175899"/>
                <a:gd name="connsiteX3" fmla="*/ 25875 w 116225"/>
                <a:gd name="connsiteY3" fmla="*/ 156276 h 175899"/>
                <a:gd name="connsiteX4" fmla="*/ 69753 w 116225"/>
                <a:gd name="connsiteY4" fmla="*/ 110480 h 175899"/>
                <a:gd name="connsiteX5" fmla="*/ 103184 w 116225"/>
                <a:gd name="connsiteY5" fmla="*/ 46209 h 175899"/>
                <a:gd name="connsiteX6" fmla="*/ 54866 w 116225"/>
                <a:gd name="connsiteY6" fmla="*/ 152 h 175899"/>
                <a:gd name="connsiteX7" fmla="*/ 17256 w 116225"/>
                <a:gd name="connsiteY7" fmla="*/ 16285 h 175899"/>
                <a:gd name="connsiteX8" fmla="*/ 540 w 116225"/>
                <a:gd name="connsiteY8" fmla="*/ 51933 h 175899"/>
                <a:gd name="connsiteX9" fmla="*/ 6025 w 116225"/>
                <a:gd name="connsiteY9" fmla="*/ 53234 h 175899"/>
                <a:gd name="connsiteX10" fmla="*/ 43896 w 116225"/>
                <a:gd name="connsiteY10" fmla="*/ 19407 h 175899"/>
                <a:gd name="connsiteX11" fmla="*/ 80723 w 116225"/>
                <a:gd name="connsiteY11" fmla="*/ 56097 h 175899"/>
                <a:gd name="connsiteX12" fmla="*/ 46769 w 116225"/>
                <a:gd name="connsiteY12" fmla="*/ 123750 h 175899"/>
                <a:gd name="connsiteX13" fmla="*/ 279 w 116225"/>
                <a:gd name="connsiteY13" fmla="*/ 172929 h 175899"/>
                <a:gd name="connsiteX14" fmla="*/ 279 w 116225"/>
                <a:gd name="connsiteY14" fmla="*/ 176052 h 175899"/>
                <a:gd name="connsiteX15" fmla="*/ 102140 w 116225"/>
                <a:gd name="connsiteY15" fmla="*/ 176052 h 175899"/>
                <a:gd name="connsiteX16" fmla="*/ 116505 w 116225"/>
                <a:gd name="connsiteY16" fmla="*/ 14040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505" y="140404"/>
                  </a:moveTo>
                  <a:lnTo>
                    <a:pt x="113109" y="139103"/>
                  </a:lnTo>
                  <a:cubicBezTo>
                    <a:pt x="103446" y="153934"/>
                    <a:pt x="100050" y="156276"/>
                    <a:pt x="88297" y="156276"/>
                  </a:cubicBezTo>
                  <a:lnTo>
                    <a:pt x="25875" y="156276"/>
                  </a:lnTo>
                  <a:lnTo>
                    <a:pt x="69753" y="110480"/>
                  </a:lnTo>
                  <a:cubicBezTo>
                    <a:pt x="92998" y="86281"/>
                    <a:pt x="103184" y="66505"/>
                    <a:pt x="103184" y="46209"/>
                  </a:cubicBezTo>
                  <a:cubicBezTo>
                    <a:pt x="103184" y="20188"/>
                    <a:pt x="82029" y="152"/>
                    <a:pt x="54866" y="152"/>
                  </a:cubicBezTo>
                  <a:cubicBezTo>
                    <a:pt x="40501" y="152"/>
                    <a:pt x="26920" y="5877"/>
                    <a:pt x="17256" y="16285"/>
                  </a:cubicBezTo>
                  <a:cubicBezTo>
                    <a:pt x="8898" y="25132"/>
                    <a:pt x="4980" y="33459"/>
                    <a:pt x="540" y="51933"/>
                  </a:cubicBezTo>
                  <a:lnTo>
                    <a:pt x="6025" y="53234"/>
                  </a:lnTo>
                  <a:cubicBezTo>
                    <a:pt x="16472" y="27734"/>
                    <a:pt x="25875" y="19407"/>
                    <a:pt x="43896" y="19407"/>
                  </a:cubicBezTo>
                  <a:cubicBezTo>
                    <a:pt x="65836" y="19407"/>
                    <a:pt x="80723" y="34239"/>
                    <a:pt x="80723" y="56097"/>
                  </a:cubicBezTo>
                  <a:cubicBezTo>
                    <a:pt x="80723" y="76393"/>
                    <a:pt x="68709" y="100592"/>
                    <a:pt x="46769" y="123750"/>
                  </a:cubicBezTo>
                  <a:lnTo>
                    <a:pt x="279" y="172929"/>
                  </a:lnTo>
                  <a:lnTo>
                    <a:pt x="279" y="176052"/>
                  </a:lnTo>
                  <a:lnTo>
                    <a:pt x="102140" y="176052"/>
                  </a:lnTo>
                  <a:lnTo>
                    <a:pt x="116505" y="14040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0" name="Freeform: Shape 1989">
              <a:extLst>
                <a:ext uri="{FF2B5EF4-FFF2-40B4-BE49-F238E27FC236}">
                  <a16:creationId xmlns:a16="http://schemas.microsoft.com/office/drawing/2014/main" id="{D2B2B7D7-506D-1711-1E9E-7C3CD2738776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12764714" y="6279855"/>
              <a:ext cx="215651" cy="14065"/>
            </a:xfrm>
            <a:custGeom>
              <a:avLst/>
              <a:gdLst>
                <a:gd name="connsiteX0" fmla="*/ 203583 w 215651"/>
                <a:gd name="connsiteY0" fmla="*/ 14215 h 14065"/>
                <a:gd name="connsiteX1" fmla="*/ 215937 w 215651"/>
                <a:gd name="connsiteY1" fmla="*/ 7182 h 14065"/>
                <a:gd name="connsiteX2" fmla="*/ 203583 w 215651"/>
                <a:gd name="connsiteY2" fmla="*/ 150 h 14065"/>
                <a:gd name="connsiteX3" fmla="*/ 12638 w 215651"/>
                <a:gd name="connsiteY3" fmla="*/ 150 h 14065"/>
                <a:gd name="connsiteX4" fmla="*/ 285 w 215651"/>
                <a:gd name="connsiteY4" fmla="*/ 7182 h 14065"/>
                <a:gd name="connsiteX5" fmla="*/ 12638 w 215651"/>
                <a:gd name="connsiteY5" fmla="*/ 14215 h 14065"/>
                <a:gd name="connsiteX6" fmla="*/ 203583 w 215651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83" y="14215"/>
                  </a:moveTo>
                  <a:cubicBezTo>
                    <a:pt x="209584" y="14215"/>
                    <a:pt x="215937" y="14215"/>
                    <a:pt x="215937" y="7182"/>
                  </a:cubicBezTo>
                  <a:cubicBezTo>
                    <a:pt x="215937" y="150"/>
                    <a:pt x="209584" y="150"/>
                    <a:pt x="203583" y="150"/>
                  </a:cubicBezTo>
                  <a:lnTo>
                    <a:pt x="12638" y="150"/>
                  </a:lnTo>
                  <a:cubicBezTo>
                    <a:pt x="6638" y="150"/>
                    <a:pt x="285" y="150"/>
                    <a:pt x="285" y="7182"/>
                  </a:cubicBezTo>
                  <a:cubicBezTo>
                    <a:pt x="285" y="14215"/>
                    <a:pt x="6638" y="14215"/>
                    <a:pt x="12638" y="14215"/>
                  </a:cubicBezTo>
                  <a:lnTo>
                    <a:pt x="203583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1" name="Freeform: Shape 1990">
              <a:extLst>
                <a:ext uri="{FF2B5EF4-FFF2-40B4-BE49-F238E27FC236}">
                  <a16:creationId xmlns:a16="http://schemas.microsoft.com/office/drawing/2014/main" id="{4B75C305-6C32-17FD-2AB0-C2F949B6DB1E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3050358" y="6219726"/>
              <a:ext cx="167297" cy="158937"/>
            </a:xfrm>
            <a:custGeom>
              <a:avLst/>
              <a:gdLst>
                <a:gd name="connsiteX0" fmla="*/ 151709 w 167297"/>
                <a:gd name="connsiteY0" fmla="*/ 116188 h 158937"/>
                <a:gd name="connsiteX1" fmla="*/ 143944 w 167297"/>
                <a:gd name="connsiteY1" fmla="*/ 125682 h 158937"/>
                <a:gd name="connsiteX2" fmla="*/ 127709 w 167297"/>
                <a:gd name="connsiteY2" fmla="*/ 139747 h 158937"/>
                <a:gd name="connsiteX3" fmla="*/ 116767 w 167297"/>
                <a:gd name="connsiteY3" fmla="*/ 125330 h 158937"/>
                <a:gd name="connsiteX4" fmla="*/ 115355 w 167297"/>
                <a:gd name="connsiteY4" fmla="*/ 119353 h 158937"/>
                <a:gd name="connsiteX5" fmla="*/ 102649 w 167297"/>
                <a:gd name="connsiteY5" fmla="*/ 62388 h 158937"/>
                <a:gd name="connsiteX6" fmla="*/ 137238 w 167297"/>
                <a:gd name="connsiteY6" fmla="*/ 19841 h 158937"/>
                <a:gd name="connsiteX7" fmla="*/ 145709 w 167297"/>
                <a:gd name="connsiteY7" fmla="*/ 22654 h 158937"/>
                <a:gd name="connsiteX8" fmla="*/ 155239 w 167297"/>
                <a:gd name="connsiteY8" fmla="*/ 25819 h 158937"/>
                <a:gd name="connsiteX9" fmla="*/ 167592 w 167297"/>
                <a:gd name="connsiteY9" fmla="*/ 13160 h 158937"/>
                <a:gd name="connsiteX10" fmla="*/ 153121 w 167297"/>
                <a:gd name="connsiteY10" fmla="*/ 150 h 158937"/>
                <a:gd name="connsiteX11" fmla="*/ 99826 w 167297"/>
                <a:gd name="connsiteY11" fmla="*/ 50433 h 158937"/>
                <a:gd name="connsiteX12" fmla="*/ 95943 w 167297"/>
                <a:gd name="connsiteY12" fmla="*/ 31093 h 158937"/>
                <a:gd name="connsiteX13" fmla="*/ 77590 w 167297"/>
                <a:gd name="connsiteY13" fmla="*/ 150 h 158937"/>
                <a:gd name="connsiteX14" fmla="*/ 36295 w 167297"/>
                <a:gd name="connsiteY14" fmla="*/ 10347 h 158937"/>
                <a:gd name="connsiteX15" fmla="*/ 32413 w 167297"/>
                <a:gd name="connsiteY15" fmla="*/ 11754 h 158937"/>
                <a:gd name="connsiteX16" fmla="*/ 33824 w 167297"/>
                <a:gd name="connsiteY16" fmla="*/ 17028 h 158937"/>
                <a:gd name="connsiteX17" fmla="*/ 53590 w 167297"/>
                <a:gd name="connsiteY17" fmla="*/ 13160 h 158937"/>
                <a:gd name="connsiteX18" fmla="*/ 69472 w 167297"/>
                <a:gd name="connsiteY18" fmla="*/ 37423 h 158937"/>
                <a:gd name="connsiteX19" fmla="*/ 79708 w 167297"/>
                <a:gd name="connsiteY19" fmla="*/ 80673 h 158937"/>
                <a:gd name="connsiteX20" fmla="*/ 50766 w 167297"/>
                <a:gd name="connsiteY20" fmla="*/ 121814 h 158937"/>
                <a:gd name="connsiteX21" fmla="*/ 32766 w 167297"/>
                <a:gd name="connsiteY21" fmla="*/ 138692 h 158937"/>
                <a:gd name="connsiteX22" fmla="*/ 23589 w 167297"/>
                <a:gd name="connsiteY22" fmla="*/ 135528 h 158937"/>
                <a:gd name="connsiteX23" fmla="*/ 12295 w 167297"/>
                <a:gd name="connsiteY23" fmla="*/ 132011 h 158937"/>
                <a:gd name="connsiteX24" fmla="*/ 294 w 167297"/>
                <a:gd name="connsiteY24" fmla="*/ 144319 h 158937"/>
                <a:gd name="connsiteX25" fmla="*/ 17942 w 167297"/>
                <a:gd name="connsiteY25" fmla="*/ 159087 h 158937"/>
                <a:gd name="connsiteX26" fmla="*/ 50766 w 167297"/>
                <a:gd name="connsiteY26" fmla="*/ 134473 h 158937"/>
                <a:gd name="connsiteX27" fmla="*/ 82531 w 167297"/>
                <a:gd name="connsiteY27" fmla="*/ 93332 h 158937"/>
                <a:gd name="connsiteX28" fmla="*/ 93120 w 167297"/>
                <a:gd name="connsiteY28" fmla="*/ 135528 h 158937"/>
                <a:gd name="connsiteX29" fmla="*/ 113591 w 167297"/>
                <a:gd name="connsiteY29" fmla="*/ 159087 h 158937"/>
                <a:gd name="connsiteX30" fmla="*/ 156650 w 167297"/>
                <a:gd name="connsiteY30" fmla="*/ 119001 h 158937"/>
                <a:gd name="connsiteX31" fmla="*/ 151709 w 167297"/>
                <a:gd name="connsiteY31" fmla="*/ 116188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9" y="116188"/>
                  </a:moveTo>
                  <a:cubicBezTo>
                    <a:pt x="148886" y="119353"/>
                    <a:pt x="147121" y="121463"/>
                    <a:pt x="143944" y="125682"/>
                  </a:cubicBezTo>
                  <a:cubicBezTo>
                    <a:pt x="135826" y="136231"/>
                    <a:pt x="131591" y="139747"/>
                    <a:pt x="127709" y="139747"/>
                  </a:cubicBezTo>
                  <a:cubicBezTo>
                    <a:pt x="122414" y="139747"/>
                    <a:pt x="119238" y="135176"/>
                    <a:pt x="116767" y="125330"/>
                  </a:cubicBezTo>
                  <a:cubicBezTo>
                    <a:pt x="116061" y="122517"/>
                    <a:pt x="115708" y="120408"/>
                    <a:pt x="115355" y="119353"/>
                  </a:cubicBezTo>
                  <a:cubicBezTo>
                    <a:pt x="106532" y="83838"/>
                    <a:pt x="102649" y="67663"/>
                    <a:pt x="102649" y="62388"/>
                  </a:cubicBezTo>
                  <a:cubicBezTo>
                    <a:pt x="118179" y="35313"/>
                    <a:pt x="130885" y="19841"/>
                    <a:pt x="137238" y="19841"/>
                  </a:cubicBezTo>
                  <a:cubicBezTo>
                    <a:pt x="139356" y="19841"/>
                    <a:pt x="142180" y="20896"/>
                    <a:pt x="145709" y="22654"/>
                  </a:cubicBezTo>
                  <a:cubicBezTo>
                    <a:pt x="149944" y="25116"/>
                    <a:pt x="152415" y="25819"/>
                    <a:pt x="155239" y="25819"/>
                  </a:cubicBezTo>
                  <a:cubicBezTo>
                    <a:pt x="162651" y="25819"/>
                    <a:pt x="167592" y="20544"/>
                    <a:pt x="167592" y="13160"/>
                  </a:cubicBezTo>
                  <a:cubicBezTo>
                    <a:pt x="167592" y="5776"/>
                    <a:pt x="161592" y="150"/>
                    <a:pt x="153121" y="150"/>
                  </a:cubicBezTo>
                  <a:cubicBezTo>
                    <a:pt x="137591" y="150"/>
                    <a:pt x="124179" y="12809"/>
                    <a:pt x="99826" y="50433"/>
                  </a:cubicBezTo>
                  <a:lnTo>
                    <a:pt x="95943" y="31093"/>
                  </a:lnTo>
                  <a:cubicBezTo>
                    <a:pt x="91002" y="7182"/>
                    <a:pt x="87120" y="150"/>
                    <a:pt x="77590" y="150"/>
                  </a:cubicBezTo>
                  <a:cubicBezTo>
                    <a:pt x="69825" y="150"/>
                    <a:pt x="57825" y="3315"/>
                    <a:pt x="36295" y="10347"/>
                  </a:cubicBezTo>
                  <a:lnTo>
                    <a:pt x="32413" y="11754"/>
                  </a:lnTo>
                  <a:lnTo>
                    <a:pt x="33824" y="17028"/>
                  </a:lnTo>
                  <a:cubicBezTo>
                    <a:pt x="47236" y="13863"/>
                    <a:pt x="50413" y="13160"/>
                    <a:pt x="53590" y="13160"/>
                  </a:cubicBezTo>
                  <a:cubicBezTo>
                    <a:pt x="62413" y="13160"/>
                    <a:pt x="64531" y="16325"/>
                    <a:pt x="69472" y="37423"/>
                  </a:cubicBezTo>
                  <a:lnTo>
                    <a:pt x="79708" y="80673"/>
                  </a:lnTo>
                  <a:lnTo>
                    <a:pt x="50766" y="121814"/>
                  </a:lnTo>
                  <a:cubicBezTo>
                    <a:pt x="43707" y="132363"/>
                    <a:pt x="36648" y="138692"/>
                    <a:pt x="32766" y="138692"/>
                  </a:cubicBezTo>
                  <a:cubicBezTo>
                    <a:pt x="30648" y="138692"/>
                    <a:pt x="27118" y="137638"/>
                    <a:pt x="23589" y="135528"/>
                  </a:cubicBezTo>
                  <a:cubicBezTo>
                    <a:pt x="19001" y="133066"/>
                    <a:pt x="15118" y="132011"/>
                    <a:pt x="12295" y="132011"/>
                  </a:cubicBezTo>
                  <a:cubicBezTo>
                    <a:pt x="5589" y="132011"/>
                    <a:pt x="294" y="137286"/>
                    <a:pt x="294" y="144319"/>
                  </a:cubicBezTo>
                  <a:cubicBezTo>
                    <a:pt x="294" y="153461"/>
                    <a:pt x="7353" y="159087"/>
                    <a:pt x="17942" y="159087"/>
                  </a:cubicBezTo>
                  <a:cubicBezTo>
                    <a:pt x="28883" y="159087"/>
                    <a:pt x="33119" y="155922"/>
                    <a:pt x="50766" y="134473"/>
                  </a:cubicBezTo>
                  <a:cubicBezTo>
                    <a:pt x="60296" y="123221"/>
                    <a:pt x="67707" y="113727"/>
                    <a:pt x="82531" y="93332"/>
                  </a:cubicBezTo>
                  <a:lnTo>
                    <a:pt x="93120" y="135528"/>
                  </a:lnTo>
                  <a:cubicBezTo>
                    <a:pt x="97708" y="153461"/>
                    <a:pt x="102296" y="159087"/>
                    <a:pt x="113591" y="159087"/>
                  </a:cubicBezTo>
                  <a:cubicBezTo>
                    <a:pt x="127003" y="159087"/>
                    <a:pt x="136179" y="150648"/>
                    <a:pt x="156650" y="119001"/>
                  </a:cubicBezTo>
                  <a:lnTo>
                    <a:pt x="151709" y="116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2" name="Freeform: Shape 1991">
              <a:extLst>
                <a:ext uri="{FF2B5EF4-FFF2-40B4-BE49-F238E27FC236}">
                  <a16:creationId xmlns:a16="http://schemas.microsoft.com/office/drawing/2014/main" id="{9C3D8468-CD4F-3DC9-70DB-16C339680AF8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3220317" y="6252213"/>
              <a:ext cx="120143" cy="175899"/>
            </a:xfrm>
            <a:custGeom>
              <a:avLst/>
              <a:gdLst>
                <a:gd name="connsiteX0" fmla="*/ 120442 w 120143"/>
                <a:gd name="connsiteY0" fmla="*/ 115944 h 175899"/>
                <a:gd name="connsiteX1" fmla="*/ 93801 w 120143"/>
                <a:gd name="connsiteY1" fmla="*/ 115944 h 175899"/>
                <a:gd name="connsiteX2" fmla="*/ 93801 w 120143"/>
                <a:gd name="connsiteY2" fmla="*/ 152 h 175899"/>
                <a:gd name="connsiteX3" fmla="*/ 82309 w 120143"/>
                <a:gd name="connsiteY3" fmla="*/ 152 h 175899"/>
                <a:gd name="connsiteX4" fmla="*/ 298 w 120143"/>
                <a:gd name="connsiteY4" fmla="*/ 115944 h 175899"/>
                <a:gd name="connsiteX5" fmla="*/ 298 w 120143"/>
                <a:gd name="connsiteY5" fmla="*/ 132597 h 175899"/>
                <a:gd name="connsiteX6" fmla="*/ 73690 w 120143"/>
                <a:gd name="connsiteY6" fmla="*/ 132597 h 175899"/>
                <a:gd name="connsiteX7" fmla="*/ 73690 w 120143"/>
                <a:gd name="connsiteY7" fmla="*/ 176052 h 175899"/>
                <a:gd name="connsiteX8" fmla="*/ 93801 w 120143"/>
                <a:gd name="connsiteY8" fmla="*/ 176052 h 175899"/>
                <a:gd name="connsiteX9" fmla="*/ 93801 w 120143"/>
                <a:gd name="connsiteY9" fmla="*/ 132597 h 175899"/>
                <a:gd name="connsiteX10" fmla="*/ 120442 w 120143"/>
                <a:gd name="connsiteY10" fmla="*/ 132597 h 175899"/>
                <a:gd name="connsiteX11" fmla="*/ 120442 w 120143"/>
                <a:gd name="connsiteY11" fmla="*/ 115944 h 175899"/>
                <a:gd name="connsiteX12" fmla="*/ 73429 w 120143"/>
                <a:gd name="connsiteY12" fmla="*/ 115944 h 175899"/>
                <a:gd name="connsiteX13" fmla="*/ 10745 w 120143"/>
                <a:gd name="connsiteY13" fmla="*/ 115944 h 175899"/>
                <a:gd name="connsiteX14" fmla="*/ 73429 w 120143"/>
                <a:gd name="connsiteY14" fmla="*/ 26693 h 175899"/>
                <a:gd name="connsiteX15" fmla="*/ 73429 w 120143"/>
                <a:gd name="connsiteY15" fmla="*/ 11594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42" y="115944"/>
                  </a:moveTo>
                  <a:lnTo>
                    <a:pt x="93801" y="115944"/>
                  </a:lnTo>
                  <a:lnTo>
                    <a:pt x="93801" y="152"/>
                  </a:lnTo>
                  <a:lnTo>
                    <a:pt x="82309" y="152"/>
                  </a:lnTo>
                  <a:lnTo>
                    <a:pt x="298" y="115944"/>
                  </a:lnTo>
                  <a:lnTo>
                    <a:pt x="298" y="132597"/>
                  </a:lnTo>
                  <a:lnTo>
                    <a:pt x="73690" y="132597"/>
                  </a:lnTo>
                  <a:lnTo>
                    <a:pt x="73690" y="176052"/>
                  </a:lnTo>
                  <a:lnTo>
                    <a:pt x="93801" y="176052"/>
                  </a:lnTo>
                  <a:lnTo>
                    <a:pt x="93801" y="132597"/>
                  </a:lnTo>
                  <a:lnTo>
                    <a:pt x="120442" y="132597"/>
                  </a:lnTo>
                  <a:lnTo>
                    <a:pt x="120442" y="115944"/>
                  </a:lnTo>
                  <a:close/>
                  <a:moveTo>
                    <a:pt x="73429" y="115944"/>
                  </a:moveTo>
                  <a:lnTo>
                    <a:pt x="10745" y="115944"/>
                  </a:lnTo>
                  <a:lnTo>
                    <a:pt x="73429" y="26693"/>
                  </a:lnTo>
                  <a:lnTo>
                    <a:pt x="73429" y="11594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3" name="Freeform: Shape 1992">
              <a:extLst>
                <a:ext uri="{FF2B5EF4-FFF2-40B4-BE49-F238E27FC236}">
                  <a16:creationId xmlns:a16="http://schemas.microsoft.com/office/drawing/2014/main" id="{016D15A5-2FAF-BD6C-979F-F49183858D08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3386094" y="6111073"/>
              <a:ext cx="81883" cy="351630"/>
            </a:xfrm>
            <a:custGeom>
              <a:avLst/>
              <a:gdLst>
                <a:gd name="connsiteX0" fmla="*/ 82187 w 81883"/>
                <a:gd name="connsiteY0" fmla="*/ 175965 h 351630"/>
                <a:gd name="connsiteX1" fmla="*/ 58893 w 81883"/>
                <a:gd name="connsiteY1" fmla="*/ 66256 h 351630"/>
                <a:gd name="connsiteX2" fmla="*/ 3833 w 81883"/>
                <a:gd name="connsiteY2" fmla="*/ 149 h 351630"/>
                <a:gd name="connsiteX3" fmla="*/ 303 w 81883"/>
                <a:gd name="connsiteY3" fmla="*/ 3665 h 351630"/>
                <a:gd name="connsiteX4" fmla="*/ 7009 w 81883"/>
                <a:gd name="connsiteY4" fmla="*/ 11753 h 351630"/>
                <a:gd name="connsiteX5" fmla="*/ 61716 w 81883"/>
                <a:gd name="connsiteY5" fmla="*/ 175965 h 351630"/>
                <a:gd name="connsiteX6" fmla="*/ 4892 w 81883"/>
                <a:gd name="connsiteY6" fmla="*/ 342286 h 351630"/>
                <a:gd name="connsiteX7" fmla="*/ 303 w 81883"/>
                <a:gd name="connsiteY7" fmla="*/ 348264 h 351630"/>
                <a:gd name="connsiteX8" fmla="*/ 3833 w 81883"/>
                <a:gd name="connsiteY8" fmla="*/ 351780 h 351630"/>
                <a:gd name="connsiteX9" fmla="*/ 59952 w 81883"/>
                <a:gd name="connsiteY9" fmla="*/ 283212 h 351630"/>
                <a:gd name="connsiteX10" fmla="*/ 82187 w 81883"/>
                <a:gd name="connsiteY10" fmla="*/ 17596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87" y="175965"/>
                  </a:moveTo>
                  <a:cubicBezTo>
                    <a:pt x="82187" y="148537"/>
                    <a:pt x="78305" y="105990"/>
                    <a:pt x="58893" y="66256"/>
                  </a:cubicBezTo>
                  <a:cubicBezTo>
                    <a:pt x="37716" y="23005"/>
                    <a:pt x="7362" y="149"/>
                    <a:pt x="3833" y="149"/>
                  </a:cubicBezTo>
                  <a:cubicBezTo>
                    <a:pt x="1715" y="149"/>
                    <a:pt x="303" y="1556"/>
                    <a:pt x="303" y="3665"/>
                  </a:cubicBezTo>
                  <a:cubicBezTo>
                    <a:pt x="303" y="4720"/>
                    <a:pt x="303" y="5424"/>
                    <a:pt x="7009" y="11753"/>
                  </a:cubicBezTo>
                  <a:cubicBezTo>
                    <a:pt x="41598" y="46564"/>
                    <a:pt x="61716" y="102474"/>
                    <a:pt x="61716" y="175965"/>
                  </a:cubicBezTo>
                  <a:cubicBezTo>
                    <a:pt x="61716" y="236093"/>
                    <a:pt x="48657" y="297980"/>
                    <a:pt x="4892" y="342286"/>
                  </a:cubicBezTo>
                  <a:cubicBezTo>
                    <a:pt x="303" y="346506"/>
                    <a:pt x="303" y="347209"/>
                    <a:pt x="303" y="348264"/>
                  </a:cubicBezTo>
                  <a:cubicBezTo>
                    <a:pt x="303" y="350373"/>
                    <a:pt x="1715" y="351780"/>
                    <a:pt x="3833" y="351780"/>
                  </a:cubicBezTo>
                  <a:cubicBezTo>
                    <a:pt x="7362" y="351780"/>
                    <a:pt x="39128" y="327869"/>
                    <a:pt x="59952" y="283212"/>
                  </a:cubicBezTo>
                  <a:cubicBezTo>
                    <a:pt x="77952" y="244533"/>
                    <a:pt x="82187" y="205502"/>
                    <a:pt x="82187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4" name="Freeform: Shape 1993">
              <a:extLst>
                <a:ext uri="{FF2B5EF4-FFF2-40B4-BE49-F238E27FC236}">
                  <a16:creationId xmlns:a16="http://schemas.microsoft.com/office/drawing/2014/main" id="{0237E0D8-C084-9C7D-6CE3-FC039FC1C357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3547194" y="5894267"/>
              <a:ext cx="201533" cy="311193"/>
            </a:xfrm>
            <a:custGeom>
              <a:avLst/>
              <a:gdLst>
                <a:gd name="connsiteX0" fmla="*/ 64546 w 201533"/>
                <a:gd name="connsiteY0" fmla="*/ 99303 h 311193"/>
                <a:gd name="connsiteX1" fmla="*/ 96311 w 201533"/>
                <a:gd name="connsiteY1" fmla="*/ 99303 h 311193"/>
                <a:gd name="connsiteX2" fmla="*/ 65252 w 201533"/>
                <a:gd name="connsiteY2" fmla="*/ 246988 h 311193"/>
                <a:gd name="connsiteX3" fmla="*/ 31016 w 201533"/>
                <a:gd name="connsiteY3" fmla="*/ 303952 h 311193"/>
                <a:gd name="connsiteX4" fmla="*/ 23957 w 201533"/>
                <a:gd name="connsiteY4" fmla="*/ 298326 h 311193"/>
                <a:gd name="connsiteX5" fmla="*/ 25369 w 201533"/>
                <a:gd name="connsiteY5" fmla="*/ 294458 h 311193"/>
                <a:gd name="connsiteX6" fmla="*/ 27134 w 201533"/>
                <a:gd name="connsiteY6" fmla="*/ 288832 h 311193"/>
                <a:gd name="connsiteX7" fmla="*/ 13369 w 201533"/>
                <a:gd name="connsiteY7" fmla="*/ 275470 h 311193"/>
                <a:gd name="connsiteX8" fmla="*/ 310 w 201533"/>
                <a:gd name="connsiteY8" fmla="*/ 289887 h 311193"/>
                <a:gd name="connsiteX9" fmla="*/ 28192 w 201533"/>
                <a:gd name="connsiteY9" fmla="*/ 311336 h 311193"/>
                <a:gd name="connsiteX10" fmla="*/ 98782 w 201533"/>
                <a:gd name="connsiteY10" fmla="*/ 211825 h 311193"/>
                <a:gd name="connsiteX11" fmla="*/ 124194 w 201533"/>
                <a:gd name="connsiteY11" fmla="*/ 99303 h 311193"/>
                <a:gd name="connsiteX12" fmla="*/ 162666 w 201533"/>
                <a:gd name="connsiteY12" fmla="*/ 99303 h 311193"/>
                <a:gd name="connsiteX13" fmla="*/ 164783 w 201533"/>
                <a:gd name="connsiteY13" fmla="*/ 88051 h 311193"/>
                <a:gd name="connsiteX14" fmla="*/ 126665 w 201533"/>
                <a:gd name="connsiteY14" fmla="*/ 88051 h 311193"/>
                <a:gd name="connsiteX15" fmla="*/ 169725 w 201533"/>
                <a:gd name="connsiteY15" fmla="*/ 7879 h 311193"/>
                <a:gd name="connsiteX16" fmla="*/ 177490 w 201533"/>
                <a:gd name="connsiteY16" fmla="*/ 12098 h 311193"/>
                <a:gd name="connsiteX17" fmla="*/ 176078 w 201533"/>
                <a:gd name="connsiteY17" fmla="*/ 15615 h 311193"/>
                <a:gd name="connsiteX18" fmla="*/ 173960 w 201533"/>
                <a:gd name="connsiteY18" fmla="*/ 22999 h 311193"/>
                <a:gd name="connsiteX19" fmla="*/ 187019 w 201533"/>
                <a:gd name="connsiteY19" fmla="*/ 37064 h 311193"/>
                <a:gd name="connsiteX20" fmla="*/ 201843 w 201533"/>
                <a:gd name="connsiteY20" fmla="*/ 22999 h 311193"/>
                <a:gd name="connsiteX21" fmla="*/ 171489 w 201533"/>
                <a:gd name="connsiteY21" fmla="*/ 143 h 311193"/>
                <a:gd name="connsiteX22" fmla="*/ 127724 w 201533"/>
                <a:gd name="connsiteY22" fmla="*/ 24406 h 311193"/>
                <a:gd name="connsiteX23" fmla="*/ 99488 w 201533"/>
                <a:gd name="connsiteY23" fmla="*/ 88051 h 311193"/>
                <a:gd name="connsiteX24" fmla="*/ 67017 w 201533"/>
                <a:gd name="connsiteY24" fmla="*/ 88051 h 311193"/>
                <a:gd name="connsiteX25" fmla="*/ 64546 w 201533"/>
                <a:gd name="connsiteY25" fmla="*/ 99303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11193">
                  <a:moveTo>
                    <a:pt x="64546" y="99303"/>
                  </a:moveTo>
                  <a:lnTo>
                    <a:pt x="96311" y="99303"/>
                  </a:lnTo>
                  <a:lnTo>
                    <a:pt x="65252" y="246988"/>
                  </a:lnTo>
                  <a:cubicBezTo>
                    <a:pt x="57487" y="284612"/>
                    <a:pt x="45840" y="303952"/>
                    <a:pt x="31016" y="303952"/>
                  </a:cubicBezTo>
                  <a:cubicBezTo>
                    <a:pt x="26781" y="303952"/>
                    <a:pt x="23957" y="301491"/>
                    <a:pt x="23957" y="298326"/>
                  </a:cubicBezTo>
                  <a:cubicBezTo>
                    <a:pt x="23957" y="297271"/>
                    <a:pt x="24310" y="296216"/>
                    <a:pt x="25369" y="294458"/>
                  </a:cubicBezTo>
                  <a:cubicBezTo>
                    <a:pt x="26781" y="292348"/>
                    <a:pt x="27134" y="290942"/>
                    <a:pt x="27134" y="288832"/>
                  </a:cubicBezTo>
                  <a:cubicBezTo>
                    <a:pt x="27134" y="281448"/>
                    <a:pt x="20781" y="275470"/>
                    <a:pt x="13369" y="275470"/>
                  </a:cubicBezTo>
                  <a:cubicBezTo>
                    <a:pt x="5957" y="275470"/>
                    <a:pt x="310" y="281799"/>
                    <a:pt x="310" y="289887"/>
                  </a:cubicBezTo>
                  <a:cubicBezTo>
                    <a:pt x="310" y="301842"/>
                    <a:pt x="12663" y="311336"/>
                    <a:pt x="28192" y="311336"/>
                  </a:cubicBezTo>
                  <a:cubicBezTo>
                    <a:pt x="59605" y="311336"/>
                    <a:pt x="84311" y="276525"/>
                    <a:pt x="98782" y="211825"/>
                  </a:cubicBezTo>
                  <a:lnTo>
                    <a:pt x="124194" y="99303"/>
                  </a:lnTo>
                  <a:lnTo>
                    <a:pt x="162666" y="99303"/>
                  </a:lnTo>
                  <a:lnTo>
                    <a:pt x="164783" y="88051"/>
                  </a:lnTo>
                  <a:lnTo>
                    <a:pt x="126665" y="88051"/>
                  </a:lnTo>
                  <a:cubicBezTo>
                    <a:pt x="136901" y="32845"/>
                    <a:pt x="149960" y="7879"/>
                    <a:pt x="169725" y="7879"/>
                  </a:cubicBezTo>
                  <a:cubicBezTo>
                    <a:pt x="174313" y="7879"/>
                    <a:pt x="177490" y="9637"/>
                    <a:pt x="177490" y="12098"/>
                  </a:cubicBezTo>
                  <a:cubicBezTo>
                    <a:pt x="177490" y="13153"/>
                    <a:pt x="177137" y="13857"/>
                    <a:pt x="176078" y="15615"/>
                  </a:cubicBezTo>
                  <a:cubicBezTo>
                    <a:pt x="174666" y="18779"/>
                    <a:pt x="173960" y="20538"/>
                    <a:pt x="173960" y="22999"/>
                  </a:cubicBezTo>
                  <a:cubicBezTo>
                    <a:pt x="173960" y="31438"/>
                    <a:pt x="179254" y="37064"/>
                    <a:pt x="187019" y="37064"/>
                  </a:cubicBezTo>
                  <a:cubicBezTo>
                    <a:pt x="195137" y="37064"/>
                    <a:pt x="201843" y="30735"/>
                    <a:pt x="201843" y="22999"/>
                  </a:cubicBezTo>
                  <a:cubicBezTo>
                    <a:pt x="201843" y="9989"/>
                    <a:pt x="188784" y="143"/>
                    <a:pt x="171489" y="143"/>
                  </a:cubicBezTo>
                  <a:cubicBezTo>
                    <a:pt x="154195" y="143"/>
                    <a:pt x="140430" y="7879"/>
                    <a:pt x="127724" y="24406"/>
                  </a:cubicBezTo>
                  <a:cubicBezTo>
                    <a:pt x="117135" y="38119"/>
                    <a:pt x="110076" y="54294"/>
                    <a:pt x="99488" y="88051"/>
                  </a:cubicBezTo>
                  <a:lnTo>
                    <a:pt x="67017" y="88051"/>
                  </a:lnTo>
                  <a:lnTo>
                    <a:pt x="64546" y="9930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5" name="Freeform: Shape 1994">
              <a:extLst>
                <a:ext uri="{FF2B5EF4-FFF2-40B4-BE49-F238E27FC236}">
                  <a16:creationId xmlns:a16="http://schemas.microsoft.com/office/drawing/2014/main" id="{69B6F7DF-C601-4F18-0D1C-E73EF506CAF0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13784226" y="5868950"/>
              <a:ext cx="81883" cy="351630"/>
            </a:xfrm>
            <a:custGeom>
              <a:avLst/>
              <a:gdLst>
                <a:gd name="connsiteX0" fmla="*/ 82198 w 81883"/>
                <a:gd name="connsiteY0" fmla="*/ 348257 h 351630"/>
                <a:gd name="connsiteX1" fmla="*/ 76198 w 81883"/>
                <a:gd name="connsiteY1" fmla="*/ 340521 h 351630"/>
                <a:gd name="connsiteX2" fmla="*/ 20785 w 81883"/>
                <a:gd name="connsiteY2" fmla="*/ 175958 h 351630"/>
                <a:gd name="connsiteX3" fmla="*/ 77610 w 81883"/>
                <a:gd name="connsiteY3" fmla="*/ 9636 h 351630"/>
                <a:gd name="connsiteX4" fmla="*/ 82198 w 81883"/>
                <a:gd name="connsiteY4" fmla="*/ 3659 h 351630"/>
                <a:gd name="connsiteX5" fmla="*/ 78669 w 81883"/>
                <a:gd name="connsiteY5" fmla="*/ 142 h 351630"/>
                <a:gd name="connsiteX6" fmla="*/ 22550 w 81883"/>
                <a:gd name="connsiteY6" fmla="*/ 68710 h 351630"/>
                <a:gd name="connsiteX7" fmla="*/ 314 w 81883"/>
                <a:gd name="connsiteY7" fmla="*/ 175958 h 351630"/>
                <a:gd name="connsiteX8" fmla="*/ 23609 w 81883"/>
                <a:gd name="connsiteY8" fmla="*/ 285667 h 351630"/>
                <a:gd name="connsiteX9" fmla="*/ 78669 w 81883"/>
                <a:gd name="connsiteY9" fmla="*/ 351773 h 351630"/>
                <a:gd name="connsiteX10" fmla="*/ 82198 w 81883"/>
                <a:gd name="connsiteY10" fmla="*/ 348257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98" y="348257"/>
                  </a:moveTo>
                  <a:cubicBezTo>
                    <a:pt x="82198" y="347202"/>
                    <a:pt x="82198" y="346499"/>
                    <a:pt x="76198" y="340521"/>
                  </a:cubicBezTo>
                  <a:cubicBezTo>
                    <a:pt x="32080" y="296216"/>
                    <a:pt x="20785" y="229757"/>
                    <a:pt x="20785" y="175958"/>
                  </a:cubicBezTo>
                  <a:cubicBezTo>
                    <a:pt x="20785" y="114774"/>
                    <a:pt x="34197" y="53590"/>
                    <a:pt x="77610" y="9636"/>
                  </a:cubicBezTo>
                  <a:cubicBezTo>
                    <a:pt x="82198" y="5417"/>
                    <a:pt x="82198" y="4714"/>
                    <a:pt x="82198" y="3659"/>
                  </a:cubicBezTo>
                  <a:cubicBezTo>
                    <a:pt x="82198" y="1197"/>
                    <a:pt x="80786" y="142"/>
                    <a:pt x="78669" y="142"/>
                  </a:cubicBezTo>
                  <a:cubicBezTo>
                    <a:pt x="75139" y="142"/>
                    <a:pt x="43374" y="24053"/>
                    <a:pt x="22550" y="68710"/>
                  </a:cubicBezTo>
                  <a:cubicBezTo>
                    <a:pt x="4550" y="107390"/>
                    <a:pt x="314" y="146421"/>
                    <a:pt x="314" y="175958"/>
                  </a:cubicBezTo>
                  <a:cubicBezTo>
                    <a:pt x="314" y="203385"/>
                    <a:pt x="4197" y="245932"/>
                    <a:pt x="23609" y="285667"/>
                  </a:cubicBezTo>
                  <a:cubicBezTo>
                    <a:pt x="44786" y="328917"/>
                    <a:pt x="75139" y="351773"/>
                    <a:pt x="78669" y="351773"/>
                  </a:cubicBezTo>
                  <a:cubicBezTo>
                    <a:pt x="80786" y="351773"/>
                    <a:pt x="82198" y="350718"/>
                    <a:pt x="82198" y="34825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6" name="Freeform: Shape 1995">
              <a:extLst>
                <a:ext uri="{FF2B5EF4-FFF2-40B4-BE49-F238E27FC236}">
                  <a16:creationId xmlns:a16="http://schemas.microsoft.com/office/drawing/2014/main" id="{5B479C04-0E2E-3AC5-62D7-6151FB09EA78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3877207" y="5977604"/>
              <a:ext cx="167297" cy="158937"/>
            </a:xfrm>
            <a:custGeom>
              <a:avLst/>
              <a:gdLst>
                <a:gd name="connsiteX0" fmla="*/ 151732 w 167297"/>
                <a:gd name="connsiteY0" fmla="*/ 116181 h 158937"/>
                <a:gd name="connsiteX1" fmla="*/ 143968 w 167297"/>
                <a:gd name="connsiteY1" fmla="*/ 125675 h 158937"/>
                <a:gd name="connsiteX2" fmla="*/ 127732 w 167297"/>
                <a:gd name="connsiteY2" fmla="*/ 139741 h 158937"/>
                <a:gd name="connsiteX3" fmla="*/ 116791 w 167297"/>
                <a:gd name="connsiteY3" fmla="*/ 125324 h 158937"/>
                <a:gd name="connsiteX4" fmla="*/ 115379 w 167297"/>
                <a:gd name="connsiteY4" fmla="*/ 119346 h 158937"/>
                <a:gd name="connsiteX5" fmla="*/ 102673 w 167297"/>
                <a:gd name="connsiteY5" fmla="*/ 62382 h 158937"/>
                <a:gd name="connsiteX6" fmla="*/ 137262 w 167297"/>
                <a:gd name="connsiteY6" fmla="*/ 19834 h 158937"/>
                <a:gd name="connsiteX7" fmla="*/ 145732 w 167297"/>
                <a:gd name="connsiteY7" fmla="*/ 22647 h 158937"/>
                <a:gd name="connsiteX8" fmla="*/ 155262 w 167297"/>
                <a:gd name="connsiteY8" fmla="*/ 25812 h 158937"/>
                <a:gd name="connsiteX9" fmla="*/ 167615 w 167297"/>
                <a:gd name="connsiteY9" fmla="*/ 13153 h 158937"/>
                <a:gd name="connsiteX10" fmla="*/ 153144 w 167297"/>
                <a:gd name="connsiteY10" fmla="*/ 143 h 158937"/>
                <a:gd name="connsiteX11" fmla="*/ 99849 w 167297"/>
                <a:gd name="connsiteY11" fmla="*/ 50426 h 158937"/>
                <a:gd name="connsiteX12" fmla="*/ 95967 w 167297"/>
                <a:gd name="connsiteY12" fmla="*/ 31087 h 158937"/>
                <a:gd name="connsiteX13" fmla="*/ 77613 w 167297"/>
                <a:gd name="connsiteY13" fmla="*/ 143 h 158937"/>
                <a:gd name="connsiteX14" fmla="*/ 36318 w 167297"/>
                <a:gd name="connsiteY14" fmla="*/ 10340 h 158937"/>
                <a:gd name="connsiteX15" fmla="*/ 32436 w 167297"/>
                <a:gd name="connsiteY15" fmla="*/ 11747 h 158937"/>
                <a:gd name="connsiteX16" fmla="*/ 33848 w 167297"/>
                <a:gd name="connsiteY16" fmla="*/ 17021 h 158937"/>
                <a:gd name="connsiteX17" fmla="*/ 53613 w 167297"/>
                <a:gd name="connsiteY17" fmla="*/ 13153 h 158937"/>
                <a:gd name="connsiteX18" fmla="*/ 69495 w 167297"/>
                <a:gd name="connsiteY18" fmla="*/ 37416 h 158937"/>
                <a:gd name="connsiteX19" fmla="*/ 79731 w 167297"/>
                <a:gd name="connsiteY19" fmla="*/ 80666 h 158937"/>
                <a:gd name="connsiteX20" fmla="*/ 50789 w 167297"/>
                <a:gd name="connsiteY20" fmla="*/ 121807 h 158937"/>
                <a:gd name="connsiteX21" fmla="*/ 32789 w 167297"/>
                <a:gd name="connsiteY21" fmla="*/ 138686 h 158937"/>
                <a:gd name="connsiteX22" fmla="*/ 23612 w 167297"/>
                <a:gd name="connsiteY22" fmla="*/ 135521 h 158937"/>
                <a:gd name="connsiteX23" fmla="*/ 12318 w 167297"/>
                <a:gd name="connsiteY23" fmla="*/ 132005 h 158937"/>
                <a:gd name="connsiteX24" fmla="*/ 318 w 167297"/>
                <a:gd name="connsiteY24" fmla="*/ 144312 h 158937"/>
                <a:gd name="connsiteX25" fmla="*/ 17965 w 167297"/>
                <a:gd name="connsiteY25" fmla="*/ 159080 h 158937"/>
                <a:gd name="connsiteX26" fmla="*/ 50789 w 167297"/>
                <a:gd name="connsiteY26" fmla="*/ 134466 h 158937"/>
                <a:gd name="connsiteX27" fmla="*/ 82555 w 167297"/>
                <a:gd name="connsiteY27" fmla="*/ 93325 h 158937"/>
                <a:gd name="connsiteX28" fmla="*/ 93143 w 167297"/>
                <a:gd name="connsiteY28" fmla="*/ 135521 h 158937"/>
                <a:gd name="connsiteX29" fmla="*/ 113614 w 167297"/>
                <a:gd name="connsiteY29" fmla="*/ 159080 h 158937"/>
                <a:gd name="connsiteX30" fmla="*/ 156674 w 167297"/>
                <a:gd name="connsiteY30" fmla="*/ 118994 h 158937"/>
                <a:gd name="connsiteX31" fmla="*/ 151732 w 167297"/>
                <a:gd name="connsiteY31" fmla="*/ 116181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32" y="116181"/>
                  </a:moveTo>
                  <a:cubicBezTo>
                    <a:pt x="148909" y="119346"/>
                    <a:pt x="147144" y="121456"/>
                    <a:pt x="143968" y="125675"/>
                  </a:cubicBezTo>
                  <a:cubicBezTo>
                    <a:pt x="135850" y="136224"/>
                    <a:pt x="131614" y="139741"/>
                    <a:pt x="127732" y="139741"/>
                  </a:cubicBezTo>
                  <a:cubicBezTo>
                    <a:pt x="122438" y="139741"/>
                    <a:pt x="119261" y="135169"/>
                    <a:pt x="116791" y="125324"/>
                  </a:cubicBezTo>
                  <a:cubicBezTo>
                    <a:pt x="116085" y="122511"/>
                    <a:pt x="115732" y="120401"/>
                    <a:pt x="115379" y="119346"/>
                  </a:cubicBezTo>
                  <a:cubicBezTo>
                    <a:pt x="106555" y="83831"/>
                    <a:pt x="102673" y="67656"/>
                    <a:pt x="102673" y="62382"/>
                  </a:cubicBezTo>
                  <a:cubicBezTo>
                    <a:pt x="118202" y="35306"/>
                    <a:pt x="130908" y="19834"/>
                    <a:pt x="137262" y="19834"/>
                  </a:cubicBezTo>
                  <a:cubicBezTo>
                    <a:pt x="139379" y="19834"/>
                    <a:pt x="142203" y="20889"/>
                    <a:pt x="145732" y="22647"/>
                  </a:cubicBezTo>
                  <a:cubicBezTo>
                    <a:pt x="149968" y="25109"/>
                    <a:pt x="152438" y="25812"/>
                    <a:pt x="155262" y="25812"/>
                  </a:cubicBezTo>
                  <a:cubicBezTo>
                    <a:pt x="162674" y="25812"/>
                    <a:pt x="167615" y="20538"/>
                    <a:pt x="167615" y="13153"/>
                  </a:cubicBezTo>
                  <a:cubicBezTo>
                    <a:pt x="167615" y="5769"/>
                    <a:pt x="161615" y="143"/>
                    <a:pt x="153144" y="143"/>
                  </a:cubicBezTo>
                  <a:cubicBezTo>
                    <a:pt x="137614" y="143"/>
                    <a:pt x="124202" y="12802"/>
                    <a:pt x="99849" y="50426"/>
                  </a:cubicBezTo>
                  <a:lnTo>
                    <a:pt x="95967" y="31087"/>
                  </a:lnTo>
                  <a:cubicBezTo>
                    <a:pt x="91025" y="7176"/>
                    <a:pt x="87143" y="143"/>
                    <a:pt x="77613" y="143"/>
                  </a:cubicBezTo>
                  <a:cubicBezTo>
                    <a:pt x="69848" y="143"/>
                    <a:pt x="57848" y="3308"/>
                    <a:pt x="36318" y="10340"/>
                  </a:cubicBezTo>
                  <a:lnTo>
                    <a:pt x="32436" y="11747"/>
                  </a:lnTo>
                  <a:lnTo>
                    <a:pt x="33848" y="17021"/>
                  </a:lnTo>
                  <a:cubicBezTo>
                    <a:pt x="47260" y="13857"/>
                    <a:pt x="50436" y="13153"/>
                    <a:pt x="53613" y="13153"/>
                  </a:cubicBezTo>
                  <a:cubicBezTo>
                    <a:pt x="62437" y="13153"/>
                    <a:pt x="64554" y="16318"/>
                    <a:pt x="69495" y="37416"/>
                  </a:cubicBezTo>
                  <a:lnTo>
                    <a:pt x="79731" y="80666"/>
                  </a:lnTo>
                  <a:lnTo>
                    <a:pt x="50789" y="121807"/>
                  </a:lnTo>
                  <a:cubicBezTo>
                    <a:pt x="43730" y="132356"/>
                    <a:pt x="36671" y="138686"/>
                    <a:pt x="32789" y="138686"/>
                  </a:cubicBezTo>
                  <a:cubicBezTo>
                    <a:pt x="30671" y="138686"/>
                    <a:pt x="27142" y="137631"/>
                    <a:pt x="23612" y="135521"/>
                  </a:cubicBezTo>
                  <a:cubicBezTo>
                    <a:pt x="19024" y="133060"/>
                    <a:pt x="15141" y="132005"/>
                    <a:pt x="12318" y="132005"/>
                  </a:cubicBezTo>
                  <a:cubicBezTo>
                    <a:pt x="5612" y="132005"/>
                    <a:pt x="318" y="137279"/>
                    <a:pt x="318" y="144312"/>
                  </a:cubicBezTo>
                  <a:cubicBezTo>
                    <a:pt x="318" y="153454"/>
                    <a:pt x="7377" y="159080"/>
                    <a:pt x="17965" y="159080"/>
                  </a:cubicBezTo>
                  <a:cubicBezTo>
                    <a:pt x="28906" y="159080"/>
                    <a:pt x="33142" y="155916"/>
                    <a:pt x="50789" y="134466"/>
                  </a:cubicBezTo>
                  <a:cubicBezTo>
                    <a:pt x="60319" y="123214"/>
                    <a:pt x="67731" y="113720"/>
                    <a:pt x="82555" y="93325"/>
                  </a:cubicBezTo>
                  <a:lnTo>
                    <a:pt x="93143" y="135521"/>
                  </a:lnTo>
                  <a:cubicBezTo>
                    <a:pt x="97731" y="153454"/>
                    <a:pt x="102320" y="159080"/>
                    <a:pt x="113614" y="159080"/>
                  </a:cubicBezTo>
                  <a:cubicBezTo>
                    <a:pt x="127026" y="159080"/>
                    <a:pt x="136203" y="150641"/>
                    <a:pt x="156674" y="118994"/>
                  </a:cubicBezTo>
                  <a:lnTo>
                    <a:pt x="151732" y="11618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7" name="Freeform: Shape 1996">
              <a:extLst>
                <a:ext uri="{FF2B5EF4-FFF2-40B4-BE49-F238E27FC236}">
                  <a16:creationId xmlns:a16="http://schemas.microsoft.com/office/drawing/2014/main" id="{E787620D-53A5-28E1-31BF-C51DEC52F200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4051867" y="6010090"/>
              <a:ext cx="116225" cy="175899"/>
            </a:xfrm>
            <a:custGeom>
              <a:avLst/>
              <a:gdLst>
                <a:gd name="connsiteX0" fmla="*/ 116547 w 116225"/>
                <a:gd name="connsiteY0" fmla="*/ 140397 h 175899"/>
                <a:gd name="connsiteX1" fmla="*/ 113152 w 116225"/>
                <a:gd name="connsiteY1" fmla="*/ 139096 h 175899"/>
                <a:gd name="connsiteX2" fmla="*/ 88339 w 116225"/>
                <a:gd name="connsiteY2" fmla="*/ 156269 h 175899"/>
                <a:gd name="connsiteX3" fmla="*/ 25917 w 116225"/>
                <a:gd name="connsiteY3" fmla="*/ 156269 h 175899"/>
                <a:gd name="connsiteX4" fmla="*/ 69796 w 116225"/>
                <a:gd name="connsiteY4" fmla="*/ 110473 h 175899"/>
                <a:gd name="connsiteX5" fmla="*/ 103227 w 116225"/>
                <a:gd name="connsiteY5" fmla="*/ 46202 h 175899"/>
                <a:gd name="connsiteX6" fmla="*/ 54908 w 116225"/>
                <a:gd name="connsiteY6" fmla="*/ 145 h 175899"/>
                <a:gd name="connsiteX7" fmla="*/ 17298 w 116225"/>
                <a:gd name="connsiteY7" fmla="*/ 16278 h 175899"/>
                <a:gd name="connsiteX8" fmla="*/ 583 w 116225"/>
                <a:gd name="connsiteY8" fmla="*/ 51926 h 175899"/>
                <a:gd name="connsiteX9" fmla="*/ 6067 w 116225"/>
                <a:gd name="connsiteY9" fmla="*/ 53228 h 175899"/>
                <a:gd name="connsiteX10" fmla="*/ 43939 w 116225"/>
                <a:gd name="connsiteY10" fmla="*/ 19401 h 175899"/>
                <a:gd name="connsiteX11" fmla="*/ 80765 w 116225"/>
                <a:gd name="connsiteY11" fmla="*/ 56090 h 175899"/>
                <a:gd name="connsiteX12" fmla="*/ 46812 w 116225"/>
                <a:gd name="connsiteY12" fmla="*/ 123744 h 175899"/>
                <a:gd name="connsiteX13" fmla="*/ 321 w 116225"/>
                <a:gd name="connsiteY13" fmla="*/ 172923 h 175899"/>
                <a:gd name="connsiteX14" fmla="*/ 321 w 116225"/>
                <a:gd name="connsiteY14" fmla="*/ 176045 h 175899"/>
                <a:gd name="connsiteX15" fmla="*/ 102182 w 116225"/>
                <a:gd name="connsiteY15" fmla="*/ 176045 h 175899"/>
                <a:gd name="connsiteX16" fmla="*/ 116547 w 116225"/>
                <a:gd name="connsiteY16" fmla="*/ 140397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547" y="140397"/>
                  </a:moveTo>
                  <a:lnTo>
                    <a:pt x="113152" y="139096"/>
                  </a:lnTo>
                  <a:cubicBezTo>
                    <a:pt x="103488" y="153927"/>
                    <a:pt x="100093" y="156269"/>
                    <a:pt x="88339" y="156269"/>
                  </a:cubicBezTo>
                  <a:lnTo>
                    <a:pt x="25917" y="156269"/>
                  </a:lnTo>
                  <a:lnTo>
                    <a:pt x="69796" y="110473"/>
                  </a:lnTo>
                  <a:cubicBezTo>
                    <a:pt x="93041" y="86274"/>
                    <a:pt x="103227" y="66498"/>
                    <a:pt x="103227" y="46202"/>
                  </a:cubicBezTo>
                  <a:cubicBezTo>
                    <a:pt x="103227" y="20181"/>
                    <a:pt x="82071" y="145"/>
                    <a:pt x="54908" y="145"/>
                  </a:cubicBezTo>
                  <a:cubicBezTo>
                    <a:pt x="40543" y="145"/>
                    <a:pt x="26962" y="5870"/>
                    <a:pt x="17298" y="16278"/>
                  </a:cubicBezTo>
                  <a:cubicBezTo>
                    <a:pt x="8940" y="25125"/>
                    <a:pt x="5023" y="33452"/>
                    <a:pt x="583" y="51926"/>
                  </a:cubicBezTo>
                  <a:lnTo>
                    <a:pt x="6067" y="53228"/>
                  </a:lnTo>
                  <a:cubicBezTo>
                    <a:pt x="16515" y="27727"/>
                    <a:pt x="25917" y="19401"/>
                    <a:pt x="43939" y="19401"/>
                  </a:cubicBezTo>
                  <a:cubicBezTo>
                    <a:pt x="65878" y="19401"/>
                    <a:pt x="80765" y="34232"/>
                    <a:pt x="80765" y="56090"/>
                  </a:cubicBezTo>
                  <a:cubicBezTo>
                    <a:pt x="80765" y="76386"/>
                    <a:pt x="68751" y="100585"/>
                    <a:pt x="46812" y="123744"/>
                  </a:cubicBezTo>
                  <a:lnTo>
                    <a:pt x="321" y="172923"/>
                  </a:lnTo>
                  <a:lnTo>
                    <a:pt x="321" y="176045"/>
                  </a:lnTo>
                  <a:lnTo>
                    <a:pt x="102182" y="176045"/>
                  </a:lnTo>
                  <a:lnTo>
                    <a:pt x="116547" y="14039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8" name="Freeform: Shape 1997">
              <a:extLst>
                <a:ext uri="{FF2B5EF4-FFF2-40B4-BE49-F238E27FC236}">
                  <a16:creationId xmlns:a16="http://schemas.microsoft.com/office/drawing/2014/main" id="{32A76B59-7B3E-A711-7717-9A53DC0FC415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4212944" y="5868950"/>
              <a:ext cx="81883" cy="351630"/>
            </a:xfrm>
            <a:custGeom>
              <a:avLst/>
              <a:gdLst>
                <a:gd name="connsiteX0" fmla="*/ 82211 w 81883"/>
                <a:gd name="connsiteY0" fmla="*/ 175958 h 351630"/>
                <a:gd name="connsiteX1" fmla="*/ 58916 w 81883"/>
                <a:gd name="connsiteY1" fmla="*/ 66249 h 351630"/>
                <a:gd name="connsiteX2" fmla="*/ 3856 w 81883"/>
                <a:gd name="connsiteY2" fmla="*/ 142 h 351630"/>
                <a:gd name="connsiteX3" fmla="*/ 327 w 81883"/>
                <a:gd name="connsiteY3" fmla="*/ 3659 h 351630"/>
                <a:gd name="connsiteX4" fmla="*/ 7033 w 81883"/>
                <a:gd name="connsiteY4" fmla="*/ 11746 h 351630"/>
                <a:gd name="connsiteX5" fmla="*/ 61740 w 81883"/>
                <a:gd name="connsiteY5" fmla="*/ 175958 h 351630"/>
                <a:gd name="connsiteX6" fmla="*/ 4915 w 81883"/>
                <a:gd name="connsiteY6" fmla="*/ 342279 h 351630"/>
                <a:gd name="connsiteX7" fmla="*/ 327 w 81883"/>
                <a:gd name="connsiteY7" fmla="*/ 348257 h 351630"/>
                <a:gd name="connsiteX8" fmla="*/ 3856 w 81883"/>
                <a:gd name="connsiteY8" fmla="*/ 351773 h 351630"/>
                <a:gd name="connsiteX9" fmla="*/ 59975 w 81883"/>
                <a:gd name="connsiteY9" fmla="*/ 283205 h 351630"/>
                <a:gd name="connsiteX10" fmla="*/ 82211 w 81883"/>
                <a:gd name="connsiteY10" fmla="*/ 175958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211" y="175958"/>
                  </a:moveTo>
                  <a:cubicBezTo>
                    <a:pt x="82211" y="148531"/>
                    <a:pt x="78328" y="105983"/>
                    <a:pt x="58916" y="66249"/>
                  </a:cubicBezTo>
                  <a:cubicBezTo>
                    <a:pt x="37739" y="22998"/>
                    <a:pt x="7386" y="142"/>
                    <a:pt x="3856" y="142"/>
                  </a:cubicBezTo>
                  <a:cubicBezTo>
                    <a:pt x="1738" y="142"/>
                    <a:pt x="327" y="1549"/>
                    <a:pt x="327" y="3659"/>
                  </a:cubicBezTo>
                  <a:cubicBezTo>
                    <a:pt x="327" y="4714"/>
                    <a:pt x="327" y="5417"/>
                    <a:pt x="7033" y="11746"/>
                  </a:cubicBezTo>
                  <a:cubicBezTo>
                    <a:pt x="41622" y="46558"/>
                    <a:pt x="61740" y="102467"/>
                    <a:pt x="61740" y="175958"/>
                  </a:cubicBezTo>
                  <a:cubicBezTo>
                    <a:pt x="61740" y="236087"/>
                    <a:pt x="48681" y="297974"/>
                    <a:pt x="4915" y="342279"/>
                  </a:cubicBezTo>
                  <a:cubicBezTo>
                    <a:pt x="327" y="346499"/>
                    <a:pt x="327" y="347202"/>
                    <a:pt x="327" y="348257"/>
                  </a:cubicBezTo>
                  <a:cubicBezTo>
                    <a:pt x="327" y="350367"/>
                    <a:pt x="1738" y="351773"/>
                    <a:pt x="3856" y="351773"/>
                  </a:cubicBezTo>
                  <a:cubicBezTo>
                    <a:pt x="7386" y="351773"/>
                    <a:pt x="39151" y="327862"/>
                    <a:pt x="59975" y="283205"/>
                  </a:cubicBezTo>
                  <a:cubicBezTo>
                    <a:pt x="77975" y="244526"/>
                    <a:pt x="82211" y="205495"/>
                    <a:pt x="82211" y="17595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9" name="Freeform: Shape 1998">
              <a:extLst>
                <a:ext uri="{FF2B5EF4-FFF2-40B4-BE49-F238E27FC236}">
                  <a16:creationId xmlns:a16="http://schemas.microsoft.com/office/drawing/2014/main" id="{FF8C1543-21BA-A23E-31F2-3C9ED61E0705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8113191" y="6902868"/>
              <a:ext cx="234710" cy="234186"/>
            </a:xfrm>
            <a:custGeom>
              <a:avLst/>
              <a:gdLst>
                <a:gd name="connsiteX0" fmla="*/ 124746 w 234710"/>
                <a:gd name="connsiteY0" fmla="*/ 124296 h 234186"/>
                <a:gd name="connsiteX1" fmla="*/ 223219 w 234710"/>
                <a:gd name="connsiteY1" fmla="*/ 124296 h 234186"/>
                <a:gd name="connsiteX2" fmla="*/ 234866 w 234710"/>
                <a:gd name="connsiteY2" fmla="*/ 117263 h 234186"/>
                <a:gd name="connsiteX3" fmla="*/ 223219 w 234710"/>
                <a:gd name="connsiteY3" fmla="*/ 110230 h 234186"/>
                <a:gd name="connsiteX4" fmla="*/ 124746 w 234710"/>
                <a:gd name="connsiteY4" fmla="*/ 110230 h 234186"/>
                <a:gd name="connsiteX5" fmla="*/ 124746 w 234710"/>
                <a:gd name="connsiteY5" fmla="*/ 11774 h 234186"/>
                <a:gd name="connsiteX6" fmla="*/ 117687 w 234710"/>
                <a:gd name="connsiteY6" fmla="*/ 170 h 234186"/>
                <a:gd name="connsiteX7" fmla="*/ 110628 w 234710"/>
                <a:gd name="connsiteY7" fmla="*/ 11774 h 234186"/>
                <a:gd name="connsiteX8" fmla="*/ 110628 w 234710"/>
                <a:gd name="connsiteY8" fmla="*/ 110230 h 234186"/>
                <a:gd name="connsiteX9" fmla="*/ 11803 w 234710"/>
                <a:gd name="connsiteY9" fmla="*/ 110230 h 234186"/>
                <a:gd name="connsiteX10" fmla="*/ 156 w 234710"/>
                <a:gd name="connsiteY10" fmla="*/ 117263 h 234186"/>
                <a:gd name="connsiteX11" fmla="*/ 11803 w 234710"/>
                <a:gd name="connsiteY11" fmla="*/ 124296 h 234186"/>
                <a:gd name="connsiteX12" fmla="*/ 110628 w 234710"/>
                <a:gd name="connsiteY12" fmla="*/ 124296 h 234186"/>
                <a:gd name="connsiteX13" fmla="*/ 110628 w 234710"/>
                <a:gd name="connsiteY13" fmla="*/ 222752 h 234186"/>
                <a:gd name="connsiteX14" fmla="*/ 117687 w 234710"/>
                <a:gd name="connsiteY14" fmla="*/ 234356 h 234186"/>
                <a:gd name="connsiteX15" fmla="*/ 124746 w 234710"/>
                <a:gd name="connsiteY15" fmla="*/ 222752 h 234186"/>
                <a:gd name="connsiteX16" fmla="*/ 124746 w 234710"/>
                <a:gd name="connsiteY16" fmla="*/ 124296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34186">
                  <a:moveTo>
                    <a:pt x="124746" y="124296"/>
                  </a:moveTo>
                  <a:lnTo>
                    <a:pt x="223219" y="124296"/>
                  </a:lnTo>
                  <a:cubicBezTo>
                    <a:pt x="228160" y="124296"/>
                    <a:pt x="234866" y="124296"/>
                    <a:pt x="234866" y="117263"/>
                  </a:cubicBezTo>
                  <a:cubicBezTo>
                    <a:pt x="234866" y="110230"/>
                    <a:pt x="228160" y="110230"/>
                    <a:pt x="223219" y="110230"/>
                  </a:cubicBezTo>
                  <a:lnTo>
                    <a:pt x="124746" y="110230"/>
                  </a:lnTo>
                  <a:lnTo>
                    <a:pt x="124746" y="11774"/>
                  </a:lnTo>
                  <a:cubicBezTo>
                    <a:pt x="124746" y="6851"/>
                    <a:pt x="124746" y="170"/>
                    <a:pt x="117687" y="170"/>
                  </a:cubicBezTo>
                  <a:cubicBezTo>
                    <a:pt x="110628" y="170"/>
                    <a:pt x="110628" y="6851"/>
                    <a:pt x="110628" y="11774"/>
                  </a:cubicBezTo>
                  <a:lnTo>
                    <a:pt x="110628" y="110230"/>
                  </a:lnTo>
                  <a:lnTo>
                    <a:pt x="11803" y="110230"/>
                  </a:lnTo>
                  <a:cubicBezTo>
                    <a:pt x="6862" y="110230"/>
                    <a:pt x="156" y="110230"/>
                    <a:pt x="156" y="117263"/>
                  </a:cubicBezTo>
                  <a:cubicBezTo>
                    <a:pt x="156" y="124296"/>
                    <a:pt x="6862" y="124296"/>
                    <a:pt x="11803" y="124296"/>
                  </a:cubicBezTo>
                  <a:lnTo>
                    <a:pt x="110628" y="124296"/>
                  </a:lnTo>
                  <a:lnTo>
                    <a:pt x="110628" y="222752"/>
                  </a:lnTo>
                  <a:cubicBezTo>
                    <a:pt x="110628" y="227675"/>
                    <a:pt x="110628" y="234356"/>
                    <a:pt x="117687" y="234356"/>
                  </a:cubicBezTo>
                  <a:cubicBezTo>
                    <a:pt x="124746" y="234356"/>
                    <a:pt x="124746" y="227675"/>
                    <a:pt x="124746" y="222752"/>
                  </a:cubicBezTo>
                  <a:lnTo>
                    <a:pt x="124746" y="12429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0" name="Freeform: Shape 1999">
              <a:extLst>
                <a:ext uri="{FF2B5EF4-FFF2-40B4-BE49-F238E27FC236}">
                  <a16:creationId xmlns:a16="http://schemas.microsoft.com/office/drawing/2014/main" id="{147BBFFD-884E-D139-9214-DFD6BBCD3171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8790819" y="6605202"/>
              <a:ext cx="81883" cy="351630"/>
            </a:xfrm>
            <a:custGeom>
              <a:avLst/>
              <a:gdLst>
                <a:gd name="connsiteX0" fmla="*/ 82058 w 81883"/>
                <a:gd name="connsiteY0" fmla="*/ 348278 h 351630"/>
                <a:gd name="connsiteX1" fmla="*/ 76058 w 81883"/>
                <a:gd name="connsiteY1" fmla="*/ 340542 h 351630"/>
                <a:gd name="connsiteX2" fmla="*/ 20645 w 81883"/>
                <a:gd name="connsiteY2" fmla="*/ 175979 h 351630"/>
                <a:gd name="connsiteX3" fmla="*/ 77470 w 81883"/>
                <a:gd name="connsiteY3" fmla="*/ 9657 h 351630"/>
                <a:gd name="connsiteX4" fmla="*/ 82058 w 81883"/>
                <a:gd name="connsiteY4" fmla="*/ 3679 h 351630"/>
                <a:gd name="connsiteX5" fmla="*/ 78528 w 81883"/>
                <a:gd name="connsiteY5" fmla="*/ 163 h 351630"/>
                <a:gd name="connsiteX6" fmla="*/ 22410 w 81883"/>
                <a:gd name="connsiteY6" fmla="*/ 68731 h 351630"/>
                <a:gd name="connsiteX7" fmla="*/ 174 w 81883"/>
                <a:gd name="connsiteY7" fmla="*/ 175979 h 351630"/>
                <a:gd name="connsiteX8" fmla="*/ 23468 w 81883"/>
                <a:gd name="connsiteY8" fmla="*/ 285687 h 351630"/>
                <a:gd name="connsiteX9" fmla="*/ 78528 w 81883"/>
                <a:gd name="connsiteY9" fmla="*/ 351794 h 351630"/>
                <a:gd name="connsiteX10" fmla="*/ 82058 w 81883"/>
                <a:gd name="connsiteY10" fmla="*/ 348278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8" y="348278"/>
                  </a:moveTo>
                  <a:cubicBezTo>
                    <a:pt x="82058" y="347223"/>
                    <a:pt x="82058" y="346520"/>
                    <a:pt x="76058" y="340542"/>
                  </a:cubicBezTo>
                  <a:cubicBezTo>
                    <a:pt x="31939" y="296236"/>
                    <a:pt x="20645" y="229778"/>
                    <a:pt x="20645" y="175979"/>
                  </a:cubicBezTo>
                  <a:cubicBezTo>
                    <a:pt x="20645" y="114795"/>
                    <a:pt x="34057" y="53611"/>
                    <a:pt x="77470" y="9657"/>
                  </a:cubicBezTo>
                  <a:cubicBezTo>
                    <a:pt x="82058" y="5438"/>
                    <a:pt x="82058" y="4734"/>
                    <a:pt x="82058" y="3679"/>
                  </a:cubicBezTo>
                  <a:cubicBezTo>
                    <a:pt x="82058" y="1218"/>
                    <a:pt x="80646" y="163"/>
                    <a:pt x="78528" y="163"/>
                  </a:cubicBezTo>
                  <a:cubicBezTo>
                    <a:pt x="74999" y="163"/>
                    <a:pt x="43234" y="24074"/>
                    <a:pt x="22410" y="68731"/>
                  </a:cubicBezTo>
                  <a:cubicBezTo>
                    <a:pt x="4409" y="107411"/>
                    <a:pt x="174" y="146442"/>
                    <a:pt x="174" y="175979"/>
                  </a:cubicBezTo>
                  <a:cubicBezTo>
                    <a:pt x="174" y="203406"/>
                    <a:pt x="4056" y="245953"/>
                    <a:pt x="23468" y="285687"/>
                  </a:cubicBezTo>
                  <a:cubicBezTo>
                    <a:pt x="44645" y="328938"/>
                    <a:pt x="74999" y="351794"/>
                    <a:pt x="78528" y="351794"/>
                  </a:cubicBezTo>
                  <a:cubicBezTo>
                    <a:pt x="80646" y="351794"/>
                    <a:pt x="82058" y="350739"/>
                    <a:pt x="82058" y="34827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1" name="Freeform: Shape 2000">
              <a:extLst>
                <a:ext uri="{FF2B5EF4-FFF2-40B4-BE49-F238E27FC236}">
                  <a16:creationId xmlns:a16="http://schemas.microsoft.com/office/drawing/2014/main" id="{A035D796-24E6-9371-E248-9E512045943C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8883801" y="6713856"/>
              <a:ext cx="167297" cy="158937"/>
            </a:xfrm>
            <a:custGeom>
              <a:avLst/>
              <a:gdLst>
                <a:gd name="connsiteX0" fmla="*/ 151592 w 167297"/>
                <a:gd name="connsiteY0" fmla="*/ 116202 h 158937"/>
                <a:gd name="connsiteX1" fmla="*/ 143827 w 167297"/>
                <a:gd name="connsiteY1" fmla="*/ 125696 h 158937"/>
                <a:gd name="connsiteX2" fmla="*/ 127591 w 167297"/>
                <a:gd name="connsiteY2" fmla="*/ 139761 h 158937"/>
                <a:gd name="connsiteX3" fmla="*/ 116650 w 167297"/>
                <a:gd name="connsiteY3" fmla="*/ 125344 h 158937"/>
                <a:gd name="connsiteX4" fmla="*/ 115238 w 167297"/>
                <a:gd name="connsiteY4" fmla="*/ 119367 h 158937"/>
                <a:gd name="connsiteX5" fmla="*/ 102532 w 167297"/>
                <a:gd name="connsiteY5" fmla="*/ 62402 h 158937"/>
                <a:gd name="connsiteX6" fmla="*/ 137121 w 167297"/>
                <a:gd name="connsiteY6" fmla="*/ 19855 h 158937"/>
                <a:gd name="connsiteX7" fmla="*/ 145592 w 167297"/>
                <a:gd name="connsiteY7" fmla="*/ 22668 h 158937"/>
                <a:gd name="connsiteX8" fmla="*/ 155121 w 167297"/>
                <a:gd name="connsiteY8" fmla="*/ 25833 h 158937"/>
                <a:gd name="connsiteX9" fmla="*/ 167475 w 167297"/>
                <a:gd name="connsiteY9" fmla="*/ 13174 h 158937"/>
                <a:gd name="connsiteX10" fmla="*/ 153004 w 167297"/>
                <a:gd name="connsiteY10" fmla="*/ 164 h 158937"/>
                <a:gd name="connsiteX11" fmla="*/ 99709 w 167297"/>
                <a:gd name="connsiteY11" fmla="*/ 50447 h 158937"/>
                <a:gd name="connsiteX12" fmla="*/ 95826 w 167297"/>
                <a:gd name="connsiteY12" fmla="*/ 31107 h 158937"/>
                <a:gd name="connsiteX13" fmla="*/ 77473 w 167297"/>
                <a:gd name="connsiteY13" fmla="*/ 164 h 158937"/>
                <a:gd name="connsiteX14" fmla="*/ 36178 w 167297"/>
                <a:gd name="connsiteY14" fmla="*/ 10361 h 158937"/>
                <a:gd name="connsiteX15" fmla="*/ 32296 w 167297"/>
                <a:gd name="connsiteY15" fmla="*/ 11768 h 158937"/>
                <a:gd name="connsiteX16" fmla="*/ 33707 w 167297"/>
                <a:gd name="connsiteY16" fmla="*/ 17042 h 158937"/>
                <a:gd name="connsiteX17" fmla="*/ 53472 w 167297"/>
                <a:gd name="connsiteY17" fmla="*/ 13174 h 158937"/>
                <a:gd name="connsiteX18" fmla="*/ 69355 w 167297"/>
                <a:gd name="connsiteY18" fmla="*/ 37437 h 158937"/>
                <a:gd name="connsiteX19" fmla="*/ 79591 w 167297"/>
                <a:gd name="connsiteY19" fmla="*/ 80687 h 158937"/>
                <a:gd name="connsiteX20" fmla="*/ 50649 w 167297"/>
                <a:gd name="connsiteY20" fmla="*/ 121828 h 158937"/>
                <a:gd name="connsiteX21" fmla="*/ 32648 w 167297"/>
                <a:gd name="connsiteY21" fmla="*/ 138706 h 158937"/>
                <a:gd name="connsiteX22" fmla="*/ 23472 w 167297"/>
                <a:gd name="connsiteY22" fmla="*/ 135542 h 158937"/>
                <a:gd name="connsiteX23" fmla="*/ 12177 w 167297"/>
                <a:gd name="connsiteY23" fmla="*/ 132025 h 158937"/>
                <a:gd name="connsiteX24" fmla="*/ 177 w 167297"/>
                <a:gd name="connsiteY24" fmla="*/ 144332 h 158937"/>
                <a:gd name="connsiteX25" fmla="*/ 17825 w 167297"/>
                <a:gd name="connsiteY25" fmla="*/ 159101 h 158937"/>
                <a:gd name="connsiteX26" fmla="*/ 50649 w 167297"/>
                <a:gd name="connsiteY26" fmla="*/ 134487 h 158937"/>
                <a:gd name="connsiteX27" fmla="*/ 82414 w 167297"/>
                <a:gd name="connsiteY27" fmla="*/ 93346 h 158937"/>
                <a:gd name="connsiteX28" fmla="*/ 93003 w 167297"/>
                <a:gd name="connsiteY28" fmla="*/ 135542 h 158937"/>
                <a:gd name="connsiteX29" fmla="*/ 113474 w 167297"/>
                <a:gd name="connsiteY29" fmla="*/ 159101 h 158937"/>
                <a:gd name="connsiteX30" fmla="*/ 156533 w 167297"/>
                <a:gd name="connsiteY30" fmla="*/ 119015 h 158937"/>
                <a:gd name="connsiteX31" fmla="*/ 151592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92" y="116202"/>
                  </a:moveTo>
                  <a:cubicBezTo>
                    <a:pt x="148768" y="119367"/>
                    <a:pt x="147004" y="121476"/>
                    <a:pt x="143827" y="125696"/>
                  </a:cubicBezTo>
                  <a:cubicBezTo>
                    <a:pt x="135709" y="136245"/>
                    <a:pt x="131474" y="139761"/>
                    <a:pt x="127591" y="139761"/>
                  </a:cubicBezTo>
                  <a:cubicBezTo>
                    <a:pt x="122297" y="139761"/>
                    <a:pt x="119121" y="135190"/>
                    <a:pt x="116650" y="125344"/>
                  </a:cubicBezTo>
                  <a:cubicBezTo>
                    <a:pt x="115944" y="122531"/>
                    <a:pt x="115591" y="120422"/>
                    <a:pt x="115238" y="119367"/>
                  </a:cubicBezTo>
                  <a:cubicBezTo>
                    <a:pt x="106415" y="83852"/>
                    <a:pt x="102532" y="67677"/>
                    <a:pt x="102532" y="62402"/>
                  </a:cubicBezTo>
                  <a:cubicBezTo>
                    <a:pt x="118062" y="35327"/>
                    <a:pt x="130768" y="19855"/>
                    <a:pt x="137121" y="19855"/>
                  </a:cubicBezTo>
                  <a:cubicBezTo>
                    <a:pt x="139239" y="19855"/>
                    <a:pt x="142062" y="20910"/>
                    <a:pt x="145592" y="22668"/>
                  </a:cubicBezTo>
                  <a:cubicBezTo>
                    <a:pt x="149827" y="25130"/>
                    <a:pt x="152298" y="25833"/>
                    <a:pt x="155121" y="25833"/>
                  </a:cubicBezTo>
                  <a:cubicBezTo>
                    <a:pt x="162533" y="25833"/>
                    <a:pt x="167475" y="20558"/>
                    <a:pt x="167475" y="13174"/>
                  </a:cubicBezTo>
                  <a:cubicBezTo>
                    <a:pt x="167475" y="5790"/>
                    <a:pt x="161475" y="164"/>
                    <a:pt x="153004" y="164"/>
                  </a:cubicBezTo>
                  <a:cubicBezTo>
                    <a:pt x="137474" y="164"/>
                    <a:pt x="124062" y="12822"/>
                    <a:pt x="99709" y="50447"/>
                  </a:cubicBezTo>
                  <a:lnTo>
                    <a:pt x="95826" y="31107"/>
                  </a:lnTo>
                  <a:cubicBezTo>
                    <a:pt x="90885" y="7196"/>
                    <a:pt x="87002" y="164"/>
                    <a:pt x="77473" y="164"/>
                  </a:cubicBezTo>
                  <a:cubicBezTo>
                    <a:pt x="69708" y="164"/>
                    <a:pt x="57708" y="3328"/>
                    <a:pt x="36178" y="10361"/>
                  </a:cubicBezTo>
                  <a:lnTo>
                    <a:pt x="32296" y="11768"/>
                  </a:lnTo>
                  <a:lnTo>
                    <a:pt x="33707" y="17042"/>
                  </a:lnTo>
                  <a:cubicBezTo>
                    <a:pt x="47119" y="13877"/>
                    <a:pt x="50296" y="13174"/>
                    <a:pt x="53472" y="13174"/>
                  </a:cubicBezTo>
                  <a:cubicBezTo>
                    <a:pt x="62296" y="13174"/>
                    <a:pt x="64414" y="16339"/>
                    <a:pt x="69355" y="37437"/>
                  </a:cubicBezTo>
                  <a:lnTo>
                    <a:pt x="79591" y="80687"/>
                  </a:lnTo>
                  <a:lnTo>
                    <a:pt x="50649" y="121828"/>
                  </a:lnTo>
                  <a:cubicBezTo>
                    <a:pt x="43590" y="132377"/>
                    <a:pt x="36531" y="138706"/>
                    <a:pt x="32648" y="138706"/>
                  </a:cubicBezTo>
                  <a:cubicBezTo>
                    <a:pt x="30531" y="138706"/>
                    <a:pt x="27001" y="137651"/>
                    <a:pt x="23472" y="135542"/>
                  </a:cubicBezTo>
                  <a:cubicBezTo>
                    <a:pt x="18883" y="133080"/>
                    <a:pt x="15001" y="132025"/>
                    <a:pt x="12177" y="132025"/>
                  </a:cubicBezTo>
                  <a:cubicBezTo>
                    <a:pt x="5471" y="132025"/>
                    <a:pt x="177" y="137300"/>
                    <a:pt x="177" y="144332"/>
                  </a:cubicBezTo>
                  <a:cubicBezTo>
                    <a:pt x="177" y="153475"/>
                    <a:pt x="7236" y="159101"/>
                    <a:pt x="17825" y="159101"/>
                  </a:cubicBezTo>
                  <a:cubicBezTo>
                    <a:pt x="28766" y="159101"/>
                    <a:pt x="33001" y="155936"/>
                    <a:pt x="50649" y="134487"/>
                  </a:cubicBezTo>
                  <a:cubicBezTo>
                    <a:pt x="60178" y="123235"/>
                    <a:pt x="67590" y="113741"/>
                    <a:pt x="82414" y="93346"/>
                  </a:cubicBezTo>
                  <a:lnTo>
                    <a:pt x="93003" y="135542"/>
                  </a:lnTo>
                  <a:cubicBezTo>
                    <a:pt x="97591" y="153475"/>
                    <a:pt x="102179" y="159101"/>
                    <a:pt x="113474" y="159101"/>
                  </a:cubicBezTo>
                  <a:cubicBezTo>
                    <a:pt x="126886" y="159101"/>
                    <a:pt x="136062" y="150662"/>
                    <a:pt x="156533" y="119015"/>
                  </a:cubicBezTo>
                  <a:lnTo>
                    <a:pt x="151592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2" name="Freeform: Shape 2001">
              <a:extLst>
                <a:ext uri="{FF2B5EF4-FFF2-40B4-BE49-F238E27FC236}">
                  <a16:creationId xmlns:a16="http://schemas.microsoft.com/office/drawing/2014/main" id="{C0E5DB0F-5367-956E-0C59-09A011606853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9130182" y="6773985"/>
              <a:ext cx="215651" cy="14065"/>
            </a:xfrm>
            <a:custGeom>
              <a:avLst/>
              <a:gdLst>
                <a:gd name="connsiteX0" fmla="*/ 203481 w 215651"/>
                <a:gd name="connsiteY0" fmla="*/ 14229 h 14065"/>
                <a:gd name="connsiteX1" fmla="*/ 215834 w 215651"/>
                <a:gd name="connsiteY1" fmla="*/ 7196 h 14065"/>
                <a:gd name="connsiteX2" fmla="*/ 203481 w 215651"/>
                <a:gd name="connsiteY2" fmla="*/ 164 h 14065"/>
                <a:gd name="connsiteX3" fmla="*/ 12536 w 215651"/>
                <a:gd name="connsiteY3" fmla="*/ 164 h 14065"/>
                <a:gd name="connsiteX4" fmla="*/ 183 w 215651"/>
                <a:gd name="connsiteY4" fmla="*/ 7196 h 14065"/>
                <a:gd name="connsiteX5" fmla="*/ 12536 w 215651"/>
                <a:gd name="connsiteY5" fmla="*/ 14229 h 14065"/>
                <a:gd name="connsiteX6" fmla="*/ 203481 w 215651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81" y="14229"/>
                  </a:moveTo>
                  <a:cubicBezTo>
                    <a:pt x="209481" y="14229"/>
                    <a:pt x="215834" y="14229"/>
                    <a:pt x="215834" y="7196"/>
                  </a:cubicBezTo>
                  <a:cubicBezTo>
                    <a:pt x="215834" y="164"/>
                    <a:pt x="209481" y="164"/>
                    <a:pt x="203481" y="164"/>
                  </a:cubicBezTo>
                  <a:lnTo>
                    <a:pt x="12536" y="164"/>
                  </a:lnTo>
                  <a:cubicBezTo>
                    <a:pt x="6536" y="164"/>
                    <a:pt x="183" y="164"/>
                    <a:pt x="183" y="7196"/>
                  </a:cubicBezTo>
                  <a:cubicBezTo>
                    <a:pt x="183" y="14229"/>
                    <a:pt x="6536" y="14229"/>
                    <a:pt x="12536" y="14229"/>
                  </a:cubicBezTo>
                  <a:lnTo>
                    <a:pt x="203481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3" name="Freeform: Shape 2002">
              <a:extLst>
                <a:ext uri="{FF2B5EF4-FFF2-40B4-BE49-F238E27FC236}">
                  <a16:creationId xmlns:a16="http://schemas.microsoft.com/office/drawing/2014/main" id="{E3A1F7A4-B7B1-A97A-BB0B-EF7A3DAD85DB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9415827" y="6713856"/>
              <a:ext cx="167297" cy="158937"/>
            </a:xfrm>
            <a:custGeom>
              <a:avLst/>
              <a:gdLst>
                <a:gd name="connsiteX0" fmla="*/ 151607 w 167297"/>
                <a:gd name="connsiteY0" fmla="*/ 116202 h 158937"/>
                <a:gd name="connsiteX1" fmla="*/ 143842 w 167297"/>
                <a:gd name="connsiteY1" fmla="*/ 125696 h 158937"/>
                <a:gd name="connsiteX2" fmla="*/ 127606 w 167297"/>
                <a:gd name="connsiteY2" fmla="*/ 139761 h 158937"/>
                <a:gd name="connsiteX3" fmla="*/ 116665 w 167297"/>
                <a:gd name="connsiteY3" fmla="*/ 125344 h 158937"/>
                <a:gd name="connsiteX4" fmla="*/ 115253 w 167297"/>
                <a:gd name="connsiteY4" fmla="*/ 119367 h 158937"/>
                <a:gd name="connsiteX5" fmla="*/ 102547 w 167297"/>
                <a:gd name="connsiteY5" fmla="*/ 62402 h 158937"/>
                <a:gd name="connsiteX6" fmla="*/ 137136 w 167297"/>
                <a:gd name="connsiteY6" fmla="*/ 19855 h 158937"/>
                <a:gd name="connsiteX7" fmla="*/ 145607 w 167297"/>
                <a:gd name="connsiteY7" fmla="*/ 22668 h 158937"/>
                <a:gd name="connsiteX8" fmla="*/ 155136 w 167297"/>
                <a:gd name="connsiteY8" fmla="*/ 25833 h 158937"/>
                <a:gd name="connsiteX9" fmla="*/ 167490 w 167297"/>
                <a:gd name="connsiteY9" fmla="*/ 13174 h 158937"/>
                <a:gd name="connsiteX10" fmla="*/ 153019 w 167297"/>
                <a:gd name="connsiteY10" fmla="*/ 164 h 158937"/>
                <a:gd name="connsiteX11" fmla="*/ 99724 w 167297"/>
                <a:gd name="connsiteY11" fmla="*/ 50447 h 158937"/>
                <a:gd name="connsiteX12" fmla="*/ 95841 w 167297"/>
                <a:gd name="connsiteY12" fmla="*/ 31107 h 158937"/>
                <a:gd name="connsiteX13" fmla="*/ 77488 w 167297"/>
                <a:gd name="connsiteY13" fmla="*/ 164 h 158937"/>
                <a:gd name="connsiteX14" fmla="*/ 36193 w 167297"/>
                <a:gd name="connsiteY14" fmla="*/ 10361 h 158937"/>
                <a:gd name="connsiteX15" fmla="*/ 32310 w 167297"/>
                <a:gd name="connsiteY15" fmla="*/ 11768 h 158937"/>
                <a:gd name="connsiteX16" fmla="*/ 33722 w 167297"/>
                <a:gd name="connsiteY16" fmla="*/ 17042 h 158937"/>
                <a:gd name="connsiteX17" fmla="*/ 53487 w 167297"/>
                <a:gd name="connsiteY17" fmla="*/ 13174 h 158937"/>
                <a:gd name="connsiteX18" fmla="*/ 69370 w 167297"/>
                <a:gd name="connsiteY18" fmla="*/ 37437 h 158937"/>
                <a:gd name="connsiteX19" fmla="*/ 79606 w 167297"/>
                <a:gd name="connsiteY19" fmla="*/ 80687 h 158937"/>
                <a:gd name="connsiteX20" fmla="*/ 50664 w 167297"/>
                <a:gd name="connsiteY20" fmla="*/ 121828 h 158937"/>
                <a:gd name="connsiteX21" fmla="*/ 32663 w 167297"/>
                <a:gd name="connsiteY21" fmla="*/ 138706 h 158937"/>
                <a:gd name="connsiteX22" fmla="*/ 23487 w 167297"/>
                <a:gd name="connsiteY22" fmla="*/ 135542 h 158937"/>
                <a:gd name="connsiteX23" fmla="*/ 12192 w 167297"/>
                <a:gd name="connsiteY23" fmla="*/ 132025 h 158937"/>
                <a:gd name="connsiteX24" fmla="*/ 192 w 167297"/>
                <a:gd name="connsiteY24" fmla="*/ 144332 h 158937"/>
                <a:gd name="connsiteX25" fmla="*/ 17840 w 167297"/>
                <a:gd name="connsiteY25" fmla="*/ 159101 h 158937"/>
                <a:gd name="connsiteX26" fmla="*/ 50664 w 167297"/>
                <a:gd name="connsiteY26" fmla="*/ 134487 h 158937"/>
                <a:gd name="connsiteX27" fmla="*/ 82429 w 167297"/>
                <a:gd name="connsiteY27" fmla="*/ 93346 h 158937"/>
                <a:gd name="connsiteX28" fmla="*/ 93018 w 167297"/>
                <a:gd name="connsiteY28" fmla="*/ 135542 h 158937"/>
                <a:gd name="connsiteX29" fmla="*/ 113489 w 167297"/>
                <a:gd name="connsiteY29" fmla="*/ 159101 h 158937"/>
                <a:gd name="connsiteX30" fmla="*/ 156548 w 167297"/>
                <a:gd name="connsiteY30" fmla="*/ 119015 h 158937"/>
                <a:gd name="connsiteX31" fmla="*/ 151607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7" y="116202"/>
                  </a:moveTo>
                  <a:cubicBezTo>
                    <a:pt x="148783" y="119367"/>
                    <a:pt x="147019" y="121476"/>
                    <a:pt x="143842" y="125696"/>
                  </a:cubicBezTo>
                  <a:cubicBezTo>
                    <a:pt x="135724" y="136245"/>
                    <a:pt x="131489" y="139761"/>
                    <a:pt x="127606" y="139761"/>
                  </a:cubicBezTo>
                  <a:cubicBezTo>
                    <a:pt x="122312" y="139761"/>
                    <a:pt x="119136" y="135190"/>
                    <a:pt x="116665" y="125344"/>
                  </a:cubicBezTo>
                  <a:cubicBezTo>
                    <a:pt x="115959" y="122531"/>
                    <a:pt x="115606" y="120422"/>
                    <a:pt x="115253" y="119367"/>
                  </a:cubicBezTo>
                  <a:cubicBezTo>
                    <a:pt x="106430" y="83852"/>
                    <a:pt x="102547" y="67677"/>
                    <a:pt x="102547" y="62402"/>
                  </a:cubicBezTo>
                  <a:cubicBezTo>
                    <a:pt x="118077" y="35327"/>
                    <a:pt x="130783" y="19855"/>
                    <a:pt x="137136" y="19855"/>
                  </a:cubicBezTo>
                  <a:cubicBezTo>
                    <a:pt x="139254" y="19855"/>
                    <a:pt x="142077" y="20910"/>
                    <a:pt x="145607" y="22668"/>
                  </a:cubicBezTo>
                  <a:cubicBezTo>
                    <a:pt x="149842" y="25130"/>
                    <a:pt x="152313" y="25833"/>
                    <a:pt x="155136" y="25833"/>
                  </a:cubicBezTo>
                  <a:cubicBezTo>
                    <a:pt x="162548" y="25833"/>
                    <a:pt x="167490" y="20558"/>
                    <a:pt x="167490" y="13174"/>
                  </a:cubicBezTo>
                  <a:cubicBezTo>
                    <a:pt x="167490" y="5790"/>
                    <a:pt x="161489" y="164"/>
                    <a:pt x="153019" y="164"/>
                  </a:cubicBezTo>
                  <a:cubicBezTo>
                    <a:pt x="137489" y="164"/>
                    <a:pt x="124077" y="12822"/>
                    <a:pt x="99724" y="50447"/>
                  </a:cubicBezTo>
                  <a:lnTo>
                    <a:pt x="95841" y="31107"/>
                  </a:lnTo>
                  <a:cubicBezTo>
                    <a:pt x="90900" y="7196"/>
                    <a:pt x="87017" y="164"/>
                    <a:pt x="77488" y="164"/>
                  </a:cubicBezTo>
                  <a:cubicBezTo>
                    <a:pt x="69723" y="164"/>
                    <a:pt x="57723" y="3328"/>
                    <a:pt x="36193" y="10361"/>
                  </a:cubicBezTo>
                  <a:lnTo>
                    <a:pt x="32310" y="11768"/>
                  </a:lnTo>
                  <a:lnTo>
                    <a:pt x="33722" y="17042"/>
                  </a:lnTo>
                  <a:cubicBezTo>
                    <a:pt x="47134" y="13877"/>
                    <a:pt x="50311" y="13174"/>
                    <a:pt x="53487" y="13174"/>
                  </a:cubicBezTo>
                  <a:cubicBezTo>
                    <a:pt x="62311" y="13174"/>
                    <a:pt x="64429" y="16339"/>
                    <a:pt x="69370" y="37437"/>
                  </a:cubicBezTo>
                  <a:lnTo>
                    <a:pt x="79606" y="80687"/>
                  </a:lnTo>
                  <a:lnTo>
                    <a:pt x="50664" y="121828"/>
                  </a:lnTo>
                  <a:cubicBezTo>
                    <a:pt x="43605" y="132377"/>
                    <a:pt x="36546" y="138706"/>
                    <a:pt x="32663" y="138706"/>
                  </a:cubicBezTo>
                  <a:cubicBezTo>
                    <a:pt x="30546" y="138706"/>
                    <a:pt x="27016" y="137651"/>
                    <a:pt x="23487" y="135542"/>
                  </a:cubicBezTo>
                  <a:cubicBezTo>
                    <a:pt x="18898" y="133080"/>
                    <a:pt x="15016" y="132025"/>
                    <a:pt x="12192" y="132025"/>
                  </a:cubicBezTo>
                  <a:cubicBezTo>
                    <a:pt x="5486" y="132025"/>
                    <a:pt x="192" y="137300"/>
                    <a:pt x="192" y="144332"/>
                  </a:cubicBezTo>
                  <a:cubicBezTo>
                    <a:pt x="192" y="153475"/>
                    <a:pt x="7251" y="159101"/>
                    <a:pt x="17840" y="159101"/>
                  </a:cubicBezTo>
                  <a:cubicBezTo>
                    <a:pt x="28781" y="159101"/>
                    <a:pt x="33016" y="155936"/>
                    <a:pt x="50664" y="134487"/>
                  </a:cubicBezTo>
                  <a:cubicBezTo>
                    <a:pt x="60193" y="123235"/>
                    <a:pt x="67605" y="113741"/>
                    <a:pt x="82429" y="93346"/>
                  </a:cubicBezTo>
                  <a:lnTo>
                    <a:pt x="93018" y="135542"/>
                  </a:lnTo>
                  <a:cubicBezTo>
                    <a:pt x="97606" y="153475"/>
                    <a:pt x="102194" y="159101"/>
                    <a:pt x="113489" y="159101"/>
                  </a:cubicBezTo>
                  <a:cubicBezTo>
                    <a:pt x="126901" y="159101"/>
                    <a:pt x="136077" y="150662"/>
                    <a:pt x="156548" y="119015"/>
                  </a:cubicBezTo>
                  <a:lnTo>
                    <a:pt x="151607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4" name="Freeform: Shape 2003">
              <a:extLst>
                <a:ext uri="{FF2B5EF4-FFF2-40B4-BE49-F238E27FC236}">
                  <a16:creationId xmlns:a16="http://schemas.microsoft.com/office/drawing/2014/main" id="{6DED88EA-9460-053F-84FE-B168B55F6857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9588919" y="6746342"/>
              <a:ext cx="118053" cy="179542"/>
            </a:xfrm>
            <a:custGeom>
              <a:avLst/>
              <a:gdLst>
                <a:gd name="connsiteX0" fmla="*/ 60268 w 118053"/>
                <a:gd name="connsiteY0" fmla="*/ 166 h 179542"/>
                <a:gd name="connsiteX1" fmla="*/ 25269 w 118053"/>
                <a:gd name="connsiteY1" fmla="*/ 13697 h 179542"/>
                <a:gd name="connsiteX2" fmla="*/ 196 w 118053"/>
                <a:gd name="connsiteY2" fmla="*/ 88636 h 179542"/>
                <a:gd name="connsiteX3" fmla="*/ 21090 w 118053"/>
                <a:gd name="connsiteY3" fmla="*/ 162015 h 179542"/>
                <a:gd name="connsiteX4" fmla="*/ 59223 w 118053"/>
                <a:gd name="connsiteY4" fmla="*/ 179709 h 179542"/>
                <a:gd name="connsiteX5" fmla="*/ 93177 w 118053"/>
                <a:gd name="connsiteY5" fmla="*/ 166178 h 179542"/>
                <a:gd name="connsiteX6" fmla="*/ 118250 w 118053"/>
                <a:gd name="connsiteY6" fmla="*/ 90198 h 179542"/>
                <a:gd name="connsiteX7" fmla="*/ 60268 w 118053"/>
                <a:gd name="connsiteY7" fmla="*/ 166 h 179542"/>
                <a:gd name="connsiteX8" fmla="*/ 59484 w 118053"/>
                <a:gd name="connsiteY8" fmla="*/ 6932 h 179542"/>
                <a:gd name="connsiteX9" fmla="*/ 93177 w 118053"/>
                <a:gd name="connsiteY9" fmla="*/ 90718 h 179542"/>
                <a:gd name="connsiteX10" fmla="*/ 59223 w 118053"/>
                <a:gd name="connsiteY10" fmla="*/ 172943 h 179542"/>
                <a:gd name="connsiteX11" fmla="*/ 25269 w 118053"/>
                <a:gd name="connsiteY11" fmla="*/ 90978 h 179542"/>
                <a:gd name="connsiteX12" fmla="*/ 59484 w 118053"/>
                <a:gd name="connsiteY12" fmla="*/ 6932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8" y="166"/>
                  </a:moveTo>
                  <a:cubicBezTo>
                    <a:pt x="45903" y="166"/>
                    <a:pt x="34933" y="4590"/>
                    <a:pt x="25269" y="13697"/>
                  </a:cubicBezTo>
                  <a:cubicBezTo>
                    <a:pt x="10121" y="28268"/>
                    <a:pt x="196" y="58192"/>
                    <a:pt x="196" y="88636"/>
                  </a:cubicBezTo>
                  <a:cubicBezTo>
                    <a:pt x="196" y="116999"/>
                    <a:pt x="8815" y="147443"/>
                    <a:pt x="21090" y="162015"/>
                  </a:cubicBezTo>
                  <a:cubicBezTo>
                    <a:pt x="30754" y="173464"/>
                    <a:pt x="44074" y="179709"/>
                    <a:pt x="59223" y="179709"/>
                  </a:cubicBezTo>
                  <a:cubicBezTo>
                    <a:pt x="72543" y="179709"/>
                    <a:pt x="83774" y="175285"/>
                    <a:pt x="93177" y="166178"/>
                  </a:cubicBezTo>
                  <a:cubicBezTo>
                    <a:pt x="108325" y="151867"/>
                    <a:pt x="118250" y="121683"/>
                    <a:pt x="118250" y="90198"/>
                  </a:cubicBezTo>
                  <a:cubicBezTo>
                    <a:pt x="118250" y="36855"/>
                    <a:pt x="94482" y="166"/>
                    <a:pt x="60268" y="166"/>
                  </a:cubicBezTo>
                  <a:close/>
                  <a:moveTo>
                    <a:pt x="59484" y="6932"/>
                  </a:moveTo>
                  <a:cubicBezTo>
                    <a:pt x="81423" y="6932"/>
                    <a:pt x="93177" y="36335"/>
                    <a:pt x="93177" y="90718"/>
                  </a:cubicBezTo>
                  <a:cubicBezTo>
                    <a:pt x="93177" y="145101"/>
                    <a:pt x="81685" y="172943"/>
                    <a:pt x="59223" y="172943"/>
                  </a:cubicBezTo>
                  <a:cubicBezTo>
                    <a:pt x="36761" y="172943"/>
                    <a:pt x="25269" y="145101"/>
                    <a:pt x="25269" y="90978"/>
                  </a:cubicBezTo>
                  <a:cubicBezTo>
                    <a:pt x="25269" y="35814"/>
                    <a:pt x="37023" y="6932"/>
                    <a:pt x="59484" y="693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5" name="Freeform: Shape 2004">
              <a:extLst>
                <a:ext uri="{FF2B5EF4-FFF2-40B4-BE49-F238E27FC236}">
                  <a16:creationId xmlns:a16="http://schemas.microsoft.com/office/drawing/2014/main" id="{F1311F27-A4CA-247E-026C-912B6FB2773A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9751563" y="6605202"/>
              <a:ext cx="81883" cy="351630"/>
            </a:xfrm>
            <a:custGeom>
              <a:avLst/>
              <a:gdLst>
                <a:gd name="connsiteX0" fmla="*/ 82085 w 81883"/>
                <a:gd name="connsiteY0" fmla="*/ 175979 h 351630"/>
                <a:gd name="connsiteX1" fmla="*/ 58791 w 81883"/>
                <a:gd name="connsiteY1" fmla="*/ 66270 h 351630"/>
                <a:gd name="connsiteX2" fmla="*/ 3731 w 81883"/>
                <a:gd name="connsiteY2" fmla="*/ 163 h 351630"/>
                <a:gd name="connsiteX3" fmla="*/ 201 w 81883"/>
                <a:gd name="connsiteY3" fmla="*/ 3679 h 351630"/>
                <a:gd name="connsiteX4" fmla="*/ 6907 w 81883"/>
                <a:gd name="connsiteY4" fmla="*/ 11767 h 351630"/>
                <a:gd name="connsiteX5" fmla="*/ 61614 w 81883"/>
                <a:gd name="connsiteY5" fmla="*/ 175979 h 351630"/>
                <a:gd name="connsiteX6" fmla="*/ 4790 w 81883"/>
                <a:gd name="connsiteY6" fmla="*/ 342300 h 351630"/>
                <a:gd name="connsiteX7" fmla="*/ 201 w 81883"/>
                <a:gd name="connsiteY7" fmla="*/ 348278 h 351630"/>
                <a:gd name="connsiteX8" fmla="*/ 3731 w 81883"/>
                <a:gd name="connsiteY8" fmla="*/ 351794 h 351630"/>
                <a:gd name="connsiteX9" fmla="*/ 59849 w 81883"/>
                <a:gd name="connsiteY9" fmla="*/ 283226 h 351630"/>
                <a:gd name="connsiteX10" fmla="*/ 82085 w 81883"/>
                <a:gd name="connsiteY10" fmla="*/ 17597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175979"/>
                  </a:moveTo>
                  <a:cubicBezTo>
                    <a:pt x="82085" y="148551"/>
                    <a:pt x="78203" y="106004"/>
                    <a:pt x="58791" y="66270"/>
                  </a:cubicBezTo>
                  <a:cubicBezTo>
                    <a:pt x="37614" y="23019"/>
                    <a:pt x="7260" y="163"/>
                    <a:pt x="3731" y="163"/>
                  </a:cubicBezTo>
                  <a:cubicBezTo>
                    <a:pt x="1613" y="163"/>
                    <a:pt x="201" y="1570"/>
                    <a:pt x="201" y="3679"/>
                  </a:cubicBezTo>
                  <a:cubicBezTo>
                    <a:pt x="201" y="4734"/>
                    <a:pt x="201" y="5438"/>
                    <a:pt x="6907" y="11767"/>
                  </a:cubicBezTo>
                  <a:cubicBezTo>
                    <a:pt x="41496" y="46578"/>
                    <a:pt x="61614" y="102488"/>
                    <a:pt x="61614" y="175979"/>
                  </a:cubicBezTo>
                  <a:cubicBezTo>
                    <a:pt x="61614" y="236107"/>
                    <a:pt x="48555" y="297994"/>
                    <a:pt x="4790" y="342300"/>
                  </a:cubicBezTo>
                  <a:cubicBezTo>
                    <a:pt x="201" y="346520"/>
                    <a:pt x="201" y="347223"/>
                    <a:pt x="201" y="348278"/>
                  </a:cubicBezTo>
                  <a:cubicBezTo>
                    <a:pt x="201" y="350387"/>
                    <a:pt x="1613" y="351794"/>
                    <a:pt x="3731" y="351794"/>
                  </a:cubicBezTo>
                  <a:cubicBezTo>
                    <a:pt x="7260" y="351794"/>
                    <a:pt x="39026" y="327883"/>
                    <a:pt x="59849" y="283226"/>
                  </a:cubicBezTo>
                  <a:cubicBezTo>
                    <a:pt x="77850" y="244547"/>
                    <a:pt x="82085" y="205516"/>
                    <a:pt x="82085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6" name="Freeform: Shape 2005">
              <a:extLst>
                <a:ext uri="{FF2B5EF4-FFF2-40B4-BE49-F238E27FC236}">
                  <a16:creationId xmlns:a16="http://schemas.microsoft.com/office/drawing/2014/main" id="{FD8012E0-3942-602D-F78F-D194AC1E5759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9903840" y="6605202"/>
              <a:ext cx="81883" cy="351630"/>
            </a:xfrm>
            <a:custGeom>
              <a:avLst/>
              <a:gdLst>
                <a:gd name="connsiteX0" fmla="*/ 82089 w 81883"/>
                <a:gd name="connsiteY0" fmla="*/ 348278 h 351630"/>
                <a:gd name="connsiteX1" fmla="*/ 76089 w 81883"/>
                <a:gd name="connsiteY1" fmla="*/ 340542 h 351630"/>
                <a:gd name="connsiteX2" fmla="*/ 20676 w 81883"/>
                <a:gd name="connsiteY2" fmla="*/ 175979 h 351630"/>
                <a:gd name="connsiteX3" fmla="*/ 77501 w 81883"/>
                <a:gd name="connsiteY3" fmla="*/ 9657 h 351630"/>
                <a:gd name="connsiteX4" fmla="*/ 82089 w 81883"/>
                <a:gd name="connsiteY4" fmla="*/ 3679 h 351630"/>
                <a:gd name="connsiteX5" fmla="*/ 78560 w 81883"/>
                <a:gd name="connsiteY5" fmla="*/ 163 h 351630"/>
                <a:gd name="connsiteX6" fmla="*/ 22441 w 81883"/>
                <a:gd name="connsiteY6" fmla="*/ 68731 h 351630"/>
                <a:gd name="connsiteX7" fmla="*/ 205 w 81883"/>
                <a:gd name="connsiteY7" fmla="*/ 175979 h 351630"/>
                <a:gd name="connsiteX8" fmla="*/ 23500 w 81883"/>
                <a:gd name="connsiteY8" fmla="*/ 285687 h 351630"/>
                <a:gd name="connsiteX9" fmla="*/ 78560 w 81883"/>
                <a:gd name="connsiteY9" fmla="*/ 351794 h 351630"/>
                <a:gd name="connsiteX10" fmla="*/ 82089 w 81883"/>
                <a:gd name="connsiteY10" fmla="*/ 348278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9" y="348278"/>
                  </a:moveTo>
                  <a:cubicBezTo>
                    <a:pt x="82089" y="347223"/>
                    <a:pt x="82089" y="346520"/>
                    <a:pt x="76089" y="340542"/>
                  </a:cubicBezTo>
                  <a:cubicBezTo>
                    <a:pt x="31971" y="296236"/>
                    <a:pt x="20676" y="229778"/>
                    <a:pt x="20676" y="175979"/>
                  </a:cubicBezTo>
                  <a:cubicBezTo>
                    <a:pt x="20676" y="114795"/>
                    <a:pt x="34088" y="53611"/>
                    <a:pt x="77501" y="9657"/>
                  </a:cubicBezTo>
                  <a:cubicBezTo>
                    <a:pt x="82089" y="5438"/>
                    <a:pt x="82089" y="4734"/>
                    <a:pt x="82089" y="3679"/>
                  </a:cubicBezTo>
                  <a:cubicBezTo>
                    <a:pt x="82089" y="1218"/>
                    <a:pt x="80677" y="163"/>
                    <a:pt x="78560" y="163"/>
                  </a:cubicBezTo>
                  <a:cubicBezTo>
                    <a:pt x="75030" y="163"/>
                    <a:pt x="43265" y="24074"/>
                    <a:pt x="22441" y="68731"/>
                  </a:cubicBezTo>
                  <a:cubicBezTo>
                    <a:pt x="4441" y="107411"/>
                    <a:pt x="205" y="146442"/>
                    <a:pt x="205" y="175979"/>
                  </a:cubicBezTo>
                  <a:cubicBezTo>
                    <a:pt x="205" y="203406"/>
                    <a:pt x="4088" y="245953"/>
                    <a:pt x="23500" y="285687"/>
                  </a:cubicBezTo>
                  <a:cubicBezTo>
                    <a:pt x="44677" y="328938"/>
                    <a:pt x="75030" y="351794"/>
                    <a:pt x="78560" y="351794"/>
                  </a:cubicBezTo>
                  <a:cubicBezTo>
                    <a:pt x="80677" y="351794"/>
                    <a:pt x="82089" y="350739"/>
                    <a:pt x="82089" y="34827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7" name="Freeform: Shape 2006">
              <a:extLst>
                <a:ext uri="{FF2B5EF4-FFF2-40B4-BE49-F238E27FC236}">
                  <a16:creationId xmlns:a16="http://schemas.microsoft.com/office/drawing/2014/main" id="{36408109-A275-F761-E9AB-23BA2D35B465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9996822" y="6713856"/>
              <a:ext cx="167297" cy="158937"/>
            </a:xfrm>
            <a:custGeom>
              <a:avLst/>
              <a:gdLst>
                <a:gd name="connsiteX0" fmla="*/ 151623 w 167297"/>
                <a:gd name="connsiteY0" fmla="*/ 116202 h 158937"/>
                <a:gd name="connsiteX1" fmla="*/ 143858 w 167297"/>
                <a:gd name="connsiteY1" fmla="*/ 125696 h 158937"/>
                <a:gd name="connsiteX2" fmla="*/ 127623 w 167297"/>
                <a:gd name="connsiteY2" fmla="*/ 139761 h 158937"/>
                <a:gd name="connsiteX3" fmla="*/ 116681 w 167297"/>
                <a:gd name="connsiteY3" fmla="*/ 125344 h 158937"/>
                <a:gd name="connsiteX4" fmla="*/ 115270 w 167297"/>
                <a:gd name="connsiteY4" fmla="*/ 119367 h 158937"/>
                <a:gd name="connsiteX5" fmla="*/ 102563 w 167297"/>
                <a:gd name="connsiteY5" fmla="*/ 62402 h 158937"/>
                <a:gd name="connsiteX6" fmla="*/ 137152 w 167297"/>
                <a:gd name="connsiteY6" fmla="*/ 19855 h 158937"/>
                <a:gd name="connsiteX7" fmla="*/ 145623 w 167297"/>
                <a:gd name="connsiteY7" fmla="*/ 22668 h 158937"/>
                <a:gd name="connsiteX8" fmla="*/ 155153 w 167297"/>
                <a:gd name="connsiteY8" fmla="*/ 25833 h 158937"/>
                <a:gd name="connsiteX9" fmla="*/ 167506 w 167297"/>
                <a:gd name="connsiteY9" fmla="*/ 13174 h 158937"/>
                <a:gd name="connsiteX10" fmla="*/ 153035 w 167297"/>
                <a:gd name="connsiteY10" fmla="*/ 164 h 158937"/>
                <a:gd name="connsiteX11" fmla="*/ 99740 w 167297"/>
                <a:gd name="connsiteY11" fmla="*/ 50447 h 158937"/>
                <a:gd name="connsiteX12" fmla="*/ 95857 w 167297"/>
                <a:gd name="connsiteY12" fmla="*/ 31107 h 158937"/>
                <a:gd name="connsiteX13" fmla="*/ 77504 w 167297"/>
                <a:gd name="connsiteY13" fmla="*/ 164 h 158937"/>
                <a:gd name="connsiteX14" fmla="*/ 36209 w 167297"/>
                <a:gd name="connsiteY14" fmla="*/ 10361 h 158937"/>
                <a:gd name="connsiteX15" fmla="*/ 32327 w 167297"/>
                <a:gd name="connsiteY15" fmla="*/ 11768 h 158937"/>
                <a:gd name="connsiteX16" fmla="*/ 33739 w 167297"/>
                <a:gd name="connsiteY16" fmla="*/ 17042 h 158937"/>
                <a:gd name="connsiteX17" fmla="*/ 53504 w 167297"/>
                <a:gd name="connsiteY17" fmla="*/ 13174 h 158937"/>
                <a:gd name="connsiteX18" fmla="*/ 69386 w 167297"/>
                <a:gd name="connsiteY18" fmla="*/ 37437 h 158937"/>
                <a:gd name="connsiteX19" fmla="*/ 79622 w 167297"/>
                <a:gd name="connsiteY19" fmla="*/ 80687 h 158937"/>
                <a:gd name="connsiteX20" fmla="*/ 50680 w 167297"/>
                <a:gd name="connsiteY20" fmla="*/ 121828 h 158937"/>
                <a:gd name="connsiteX21" fmla="*/ 32680 w 167297"/>
                <a:gd name="connsiteY21" fmla="*/ 138706 h 158937"/>
                <a:gd name="connsiteX22" fmla="*/ 23503 w 167297"/>
                <a:gd name="connsiteY22" fmla="*/ 135542 h 158937"/>
                <a:gd name="connsiteX23" fmla="*/ 12209 w 167297"/>
                <a:gd name="connsiteY23" fmla="*/ 132025 h 158937"/>
                <a:gd name="connsiteX24" fmla="*/ 209 w 167297"/>
                <a:gd name="connsiteY24" fmla="*/ 144332 h 158937"/>
                <a:gd name="connsiteX25" fmla="*/ 17856 w 167297"/>
                <a:gd name="connsiteY25" fmla="*/ 159101 h 158937"/>
                <a:gd name="connsiteX26" fmla="*/ 50680 w 167297"/>
                <a:gd name="connsiteY26" fmla="*/ 134487 h 158937"/>
                <a:gd name="connsiteX27" fmla="*/ 82445 w 167297"/>
                <a:gd name="connsiteY27" fmla="*/ 93346 h 158937"/>
                <a:gd name="connsiteX28" fmla="*/ 93034 w 167297"/>
                <a:gd name="connsiteY28" fmla="*/ 135542 h 158937"/>
                <a:gd name="connsiteX29" fmla="*/ 113505 w 167297"/>
                <a:gd name="connsiteY29" fmla="*/ 159101 h 158937"/>
                <a:gd name="connsiteX30" fmla="*/ 156565 w 167297"/>
                <a:gd name="connsiteY30" fmla="*/ 119015 h 158937"/>
                <a:gd name="connsiteX31" fmla="*/ 151623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23" y="116202"/>
                  </a:moveTo>
                  <a:cubicBezTo>
                    <a:pt x="148800" y="119367"/>
                    <a:pt x="147035" y="121476"/>
                    <a:pt x="143858" y="125696"/>
                  </a:cubicBezTo>
                  <a:cubicBezTo>
                    <a:pt x="135741" y="136245"/>
                    <a:pt x="131505" y="139761"/>
                    <a:pt x="127623" y="139761"/>
                  </a:cubicBezTo>
                  <a:cubicBezTo>
                    <a:pt x="122329" y="139761"/>
                    <a:pt x="119152" y="135190"/>
                    <a:pt x="116681" y="125344"/>
                  </a:cubicBezTo>
                  <a:cubicBezTo>
                    <a:pt x="115975" y="122531"/>
                    <a:pt x="115623" y="120422"/>
                    <a:pt x="115270" y="119367"/>
                  </a:cubicBezTo>
                  <a:cubicBezTo>
                    <a:pt x="106446" y="83852"/>
                    <a:pt x="102563" y="67677"/>
                    <a:pt x="102563" y="62402"/>
                  </a:cubicBezTo>
                  <a:cubicBezTo>
                    <a:pt x="118093" y="35327"/>
                    <a:pt x="130799" y="19855"/>
                    <a:pt x="137152" y="19855"/>
                  </a:cubicBezTo>
                  <a:cubicBezTo>
                    <a:pt x="139270" y="19855"/>
                    <a:pt x="142094" y="20910"/>
                    <a:pt x="145623" y="22668"/>
                  </a:cubicBezTo>
                  <a:cubicBezTo>
                    <a:pt x="149859" y="25130"/>
                    <a:pt x="152329" y="25833"/>
                    <a:pt x="155153" y="25833"/>
                  </a:cubicBezTo>
                  <a:cubicBezTo>
                    <a:pt x="162565" y="25833"/>
                    <a:pt x="167506" y="20558"/>
                    <a:pt x="167506" y="13174"/>
                  </a:cubicBezTo>
                  <a:cubicBezTo>
                    <a:pt x="167506" y="5790"/>
                    <a:pt x="161506" y="164"/>
                    <a:pt x="153035" y="164"/>
                  </a:cubicBezTo>
                  <a:cubicBezTo>
                    <a:pt x="137505" y="164"/>
                    <a:pt x="124093" y="12822"/>
                    <a:pt x="99740" y="50447"/>
                  </a:cubicBezTo>
                  <a:lnTo>
                    <a:pt x="95857" y="31107"/>
                  </a:lnTo>
                  <a:cubicBezTo>
                    <a:pt x="90916" y="7196"/>
                    <a:pt x="87034" y="164"/>
                    <a:pt x="77504" y="164"/>
                  </a:cubicBezTo>
                  <a:cubicBezTo>
                    <a:pt x="69739" y="164"/>
                    <a:pt x="57739" y="3328"/>
                    <a:pt x="36209" y="10361"/>
                  </a:cubicBezTo>
                  <a:lnTo>
                    <a:pt x="32327" y="11768"/>
                  </a:lnTo>
                  <a:lnTo>
                    <a:pt x="33739" y="17042"/>
                  </a:lnTo>
                  <a:cubicBezTo>
                    <a:pt x="47151" y="13877"/>
                    <a:pt x="50327" y="13174"/>
                    <a:pt x="53504" y="13174"/>
                  </a:cubicBezTo>
                  <a:cubicBezTo>
                    <a:pt x="62327" y="13174"/>
                    <a:pt x="64445" y="16339"/>
                    <a:pt x="69386" y="37437"/>
                  </a:cubicBezTo>
                  <a:lnTo>
                    <a:pt x="79622" y="80687"/>
                  </a:lnTo>
                  <a:lnTo>
                    <a:pt x="50680" y="121828"/>
                  </a:lnTo>
                  <a:cubicBezTo>
                    <a:pt x="43621" y="132377"/>
                    <a:pt x="36562" y="138706"/>
                    <a:pt x="32680" y="138706"/>
                  </a:cubicBezTo>
                  <a:cubicBezTo>
                    <a:pt x="30562" y="138706"/>
                    <a:pt x="27033" y="137651"/>
                    <a:pt x="23503" y="135542"/>
                  </a:cubicBezTo>
                  <a:cubicBezTo>
                    <a:pt x="18915" y="133080"/>
                    <a:pt x="15032" y="132025"/>
                    <a:pt x="12209" y="132025"/>
                  </a:cubicBezTo>
                  <a:cubicBezTo>
                    <a:pt x="5503" y="132025"/>
                    <a:pt x="209" y="137300"/>
                    <a:pt x="209" y="144332"/>
                  </a:cubicBezTo>
                  <a:cubicBezTo>
                    <a:pt x="209" y="153475"/>
                    <a:pt x="7267" y="159101"/>
                    <a:pt x="17856" y="159101"/>
                  </a:cubicBezTo>
                  <a:cubicBezTo>
                    <a:pt x="28797" y="159101"/>
                    <a:pt x="33033" y="155936"/>
                    <a:pt x="50680" y="134487"/>
                  </a:cubicBezTo>
                  <a:cubicBezTo>
                    <a:pt x="60210" y="123235"/>
                    <a:pt x="67622" y="113741"/>
                    <a:pt x="82445" y="93346"/>
                  </a:cubicBezTo>
                  <a:lnTo>
                    <a:pt x="93034" y="135542"/>
                  </a:lnTo>
                  <a:cubicBezTo>
                    <a:pt x="97622" y="153475"/>
                    <a:pt x="102211" y="159101"/>
                    <a:pt x="113505" y="159101"/>
                  </a:cubicBezTo>
                  <a:cubicBezTo>
                    <a:pt x="126917" y="159101"/>
                    <a:pt x="136094" y="150662"/>
                    <a:pt x="156565" y="119015"/>
                  </a:cubicBezTo>
                  <a:lnTo>
                    <a:pt x="151623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8" name="Freeform: Shape 2007">
              <a:extLst>
                <a:ext uri="{FF2B5EF4-FFF2-40B4-BE49-F238E27FC236}">
                  <a16:creationId xmlns:a16="http://schemas.microsoft.com/office/drawing/2014/main" id="{58B28314-E800-95B3-21F9-534ED79AE016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0243203" y="6773985"/>
              <a:ext cx="215651" cy="14065"/>
            </a:xfrm>
            <a:custGeom>
              <a:avLst/>
              <a:gdLst>
                <a:gd name="connsiteX0" fmla="*/ 203512 w 215651"/>
                <a:gd name="connsiteY0" fmla="*/ 14229 h 14065"/>
                <a:gd name="connsiteX1" fmla="*/ 215866 w 215651"/>
                <a:gd name="connsiteY1" fmla="*/ 7196 h 14065"/>
                <a:gd name="connsiteX2" fmla="*/ 203512 w 215651"/>
                <a:gd name="connsiteY2" fmla="*/ 164 h 14065"/>
                <a:gd name="connsiteX3" fmla="*/ 12568 w 215651"/>
                <a:gd name="connsiteY3" fmla="*/ 164 h 14065"/>
                <a:gd name="connsiteX4" fmla="*/ 214 w 215651"/>
                <a:gd name="connsiteY4" fmla="*/ 7196 h 14065"/>
                <a:gd name="connsiteX5" fmla="*/ 12568 w 215651"/>
                <a:gd name="connsiteY5" fmla="*/ 14229 h 14065"/>
                <a:gd name="connsiteX6" fmla="*/ 203512 w 215651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229"/>
                  </a:moveTo>
                  <a:cubicBezTo>
                    <a:pt x="209513" y="14229"/>
                    <a:pt x="215866" y="14229"/>
                    <a:pt x="215866" y="7196"/>
                  </a:cubicBezTo>
                  <a:cubicBezTo>
                    <a:pt x="215866" y="164"/>
                    <a:pt x="209513" y="164"/>
                    <a:pt x="203512" y="164"/>
                  </a:cubicBezTo>
                  <a:lnTo>
                    <a:pt x="12568" y="164"/>
                  </a:lnTo>
                  <a:cubicBezTo>
                    <a:pt x="6567" y="164"/>
                    <a:pt x="214" y="164"/>
                    <a:pt x="214" y="7196"/>
                  </a:cubicBezTo>
                  <a:cubicBezTo>
                    <a:pt x="214" y="14229"/>
                    <a:pt x="6567" y="14229"/>
                    <a:pt x="12568" y="14229"/>
                  </a:cubicBezTo>
                  <a:lnTo>
                    <a:pt x="203512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9" name="Freeform: Shape 2008">
              <a:extLst>
                <a:ext uri="{FF2B5EF4-FFF2-40B4-BE49-F238E27FC236}">
                  <a16:creationId xmlns:a16="http://schemas.microsoft.com/office/drawing/2014/main" id="{3CF54DCC-3AB0-5655-CC61-514EE3E40B1F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10528847" y="6713856"/>
              <a:ext cx="167297" cy="158937"/>
            </a:xfrm>
            <a:custGeom>
              <a:avLst/>
              <a:gdLst>
                <a:gd name="connsiteX0" fmla="*/ 151638 w 167297"/>
                <a:gd name="connsiteY0" fmla="*/ 116202 h 158937"/>
                <a:gd name="connsiteX1" fmla="*/ 143873 w 167297"/>
                <a:gd name="connsiteY1" fmla="*/ 125696 h 158937"/>
                <a:gd name="connsiteX2" fmla="*/ 127638 w 167297"/>
                <a:gd name="connsiteY2" fmla="*/ 139761 h 158937"/>
                <a:gd name="connsiteX3" fmla="*/ 116696 w 167297"/>
                <a:gd name="connsiteY3" fmla="*/ 125344 h 158937"/>
                <a:gd name="connsiteX4" fmla="*/ 115285 w 167297"/>
                <a:gd name="connsiteY4" fmla="*/ 119367 h 158937"/>
                <a:gd name="connsiteX5" fmla="*/ 102578 w 167297"/>
                <a:gd name="connsiteY5" fmla="*/ 62402 h 158937"/>
                <a:gd name="connsiteX6" fmla="*/ 137167 w 167297"/>
                <a:gd name="connsiteY6" fmla="*/ 19855 h 158937"/>
                <a:gd name="connsiteX7" fmla="*/ 145638 w 167297"/>
                <a:gd name="connsiteY7" fmla="*/ 22668 h 158937"/>
                <a:gd name="connsiteX8" fmla="*/ 155168 w 167297"/>
                <a:gd name="connsiteY8" fmla="*/ 25833 h 158937"/>
                <a:gd name="connsiteX9" fmla="*/ 167521 w 167297"/>
                <a:gd name="connsiteY9" fmla="*/ 13174 h 158937"/>
                <a:gd name="connsiteX10" fmla="*/ 153050 w 167297"/>
                <a:gd name="connsiteY10" fmla="*/ 164 h 158937"/>
                <a:gd name="connsiteX11" fmla="*/ 99755 w 167297"/>
                <a:gd name="connsiteY11" fmla="*/ 50447 h 158937"/>
                <a:gd name="connsiteX12" fmla="*/ 95872 w 167297"/>
                <a:gd name="connsiteY12" fmla="*/ 31107 h 158937"/>
                <a:gd name="connsiteX13" fmla="*/ 77519 w 167297"/>
                <a:gd name="connsiteY13" fmla="*/ 164 h 158937"/>
                <a:gd name="connsiteX14" fmla="*/ 36224 w 167297"/>
                <a:gd name="connsiteY14" fmla="*/ 10361 h 158937"/>
                <a:gd name="connsiteX15" fmla="*/ 32342 w 167297"/>
                <a:gd name="connsiteY15" fmla="*/ 11768 h 158937"/>
                <a:gd name="connsiteX16" fmla="*/ 33754 w 167297"/>
                <a:gd name="connsiteY16" fmla="*/ 17042 h 158937"/>
                <a:gd name="connsiteX17" fmla="*/ 53519 w 167297"/>
                <a:gd name="connsiteY17" fmla="*/ 13174 h 158937"/>
                <a:gd name="connsiteX18" fmla="*/ 69401 w 167297"/>
                <a:gd name="connsiteY18" fmla="*/ 37437 h 158937"/>
                <a:gd name="connsiteX19" fmla="*/ 79637 w 167297"/>
                <a:gd name="connsiteY19" fmla="*/ 80687 h 158937"/>
                <a:gd name="connsiteX20" fmla="*/ 50695 w 167297"/>
                <a:gd name="connsiteY20" fmla="*/ 121828 h 158937"/>
                <a:gd name="connsiteX21" fmla="*/ 32695 w 167297"/>
                <a:gd name="connsiteY21" fmla="*/ 138706 h 158937"/>
                <a:gd name="connsiteX22" fmla="*/ 23518 w 167297"/>
                <a:gd name="connsiteY22" fmla="*/ 135542 h 158937"/>
                <a:gd name="connsiteX23" fmla="*/ 12224 w 167297"/>
                <a:gd name="connsiteY23" fmla="*/ 132025 h 158937"/>
                <a:gd name="connsiteX24" fmla="*/ 223 w 167297"/>
                <a:gd name="connsiteY24" fmla="*/ 144332 h 158937"/>
                <a:gd name="connsiteX25" fmla="*/ 17871 w 167297"/>
                <a:gd name="connsiteY25" fmla="*/ 159101 h 158937"/>
                <a:gd name="connsiteX26" fmla="*/ 50695 w 167297"/>
                <a:gd name="connsiteY26" fmla="*/ 134487 h 158937"/>
                <a:gd name="connsiteX27" fmla="*/ 82460 w 167297"/>
                <a:gd name="connsiteY27" fmla="*/ 93346 h 158937"/>
                <a:gd name="connsiteX28" fmla="*/ 93049 w 167297"/>
                <a:gd name="connsiteY28" fmla="*/ 135542 h 158937"/>
                <a:gd name="connsiteX29" fmla="*/ 113520 w 167297"/>
                <a:gd name="connsiteY29" fmla="*/ 159101 h 158937"/>
                <a:gd name="connsiteX30" fmla="*/ 156580 w 167297"/>
                <a:gd name="connsiteY30" fmla="*/ 119015 h 158937"/>
                <a:gd name="connsiteX31" fmla="*/ 151638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202"/>
                  </a:moveTo>
                  <a:cubicBezTo>
                    <a:pt x="148815" y="119367"/>
                    <a:pt x="147050" y="121476"/>
                    <a:pt x="143873" y="125696"/>
                  </a:cubicBezTo>
                  <a:cubicBezTo>
                    <a:pt x="135756" y="136245"/>
                    <a:pt x="131520" y="139761"/>
                    <a:pt x="127638" y="139761"/>
                  </a:cubicBezTo>
                  <a:cubicBezTo>
                    <a:pt x="122344" y="139761"/>
                    <a:pt x="119167" y="135190"/>
                    <a:pt x="116696" y="125344"/>
                  </a:cubicBezTo>
                  <a:cubicBezTo>
                    <a:pt x="115990" y="122531"/>
                    <a:pt x="115638" y="120422"/>
                    <a:pt x="115285" y="119367"/>
                  </a:cubicBezTo>
                  <a:cubicBezTo>
                    <a:pt x="106461" y="83852"/>
                    <a:pt x="102578" y="67677"/>
                    <a:pt x="102578" y="62402"/>
                  </a:cubicBezTo>
                  <a:cubicBezTo>
                    <a:pt x="118108" y="35327"/>
                    <a:pt x="130814" y="19855"/>
                    <a:pt x="137167" y="19855"/>
                  </a:cubicBezTo>
                  <a:cubicBezTo>
                    <a:pt x="139285" y="19855"/>
                    <a:pt x="142109" y="20910"/>
                    <a:pt x="145638" y="22668"/>
                  </a:cubicBezTo>
                  <a:cubicBezTo>
                    <a:pt x="149873" y="25130"/>
                    <a:pt x="152344" y="25833"/>
                    <a:pt x="155168" y="25833"/>
                  </a:cubicBezTo>
                  <a:cubicBezTo>
                    <a:pt x="162580" y="25833"/>
                    <a:pt x="167521" y="20558"/>
                    <a:pt x="167521" y="13174"/>
                  </a:cubicBezTo>
                  <a:cubicBezTo>
                    <a:pt x="167521" y="5790"/>
                    <a:pt x="161521" y="164"/>
                    <a:pt x="153050" y="164"/>
                  </a:cubicBezTo>
                  <a:cubicBezTo>
                    <a:pt x="137520" y="164"/>
                    <a:pt x="124108" y="12822"/>
                    <a:pt x="99755" y="50447"/>
                  </a:cubicBezTo>
                  <a:lnTo>
                    <a:pt x="95872" y="31107"/>
                  </a:lnTo>
                  <a:cubicBezTo>
                    <a:pt x="90931" y="7196"/>
                    <a:pt x="87049" y="164"/>
                    <a:pt x="77519" y="164"/>
                  </a:cubicBezTo>
                  <a:cubicBezTo>
                    <a:pt x="69754" y="164"/>
                    <a:pt x="57754" y="3328"/>
                    <a:pt x="36224" y="10361"/>
                  </a:cubicBezTo>
                  <a:lnTo>
                    <a:pt x="32342" y="11768"/>
                  </a:lnTo>
                  <a:lnTo>
                    <a:pt x="33754" y="17042"/>
                  </a:lnTo>
                  <a:cubicBezTo>
                    <a:pt x="47166" y="13877"/>
                    <a:pt x="50342" y="13174"/>
                    <a:pt x="53519" y="13174"/>
                  </a:cubicBezTo>
                  <a:cubicBezTo>
                    <a:pt x="62342" y="13174"/>
                    <a:pt x="64460" y="16339"/>
                    <a:pt x="69401" y="37437"/>
                  </a:cubicBezTo>
                  <a:lnTo>
                    <a:pt x="79637" y="80687"/>
                  </a:lnTo>
                  <a:lnTo>
                    <a:pt x="50695" y="121828"/>
                  </a:lnTo>
                  <a:cubicBezTo>
                    <a:pt x="43636" y="132377"/>
                    <a:pt x="36577" y="138706"/>
                    <a:pt x="32695" y="138706"/>
                  </a:cubicBezTo>
                  <a:cubicBezTo>
                    <a:pt x="30577" y="138706"/>
                    <a:pt x="27048" y="137651"/>
                    <a:pt x="23518" y="135542"/>
                  </a:cubicBezTo>
                  <a:cubicBezTo>
                    <a:pt x="18930" y="133080"/>
                    <a:pt x="15047" y="132025"/>
                    <a:pt x="12224" y="132025"/>
                  </a:cubicBezTo>
                  <a:cubicBezTo>
                    <a:pt x="5518" y="132025"/>
                    <a:pt x="223" y="137300"/>
                    <a:pt x="223" y="144332"/>
                  </a:cubicBezTo>
                  <a:cubicBezTo>
                    <a:pt x="223" y="153475"/>
                    <a:pt x="7282" y="159101"/>
                    <a:pt x="17871" y="159101"/>
                  </a:cubicBezTo>
                  <a:cubicBezTo>
                    <a:pt x="28812" y="159101"/>
                    <a:pt x="33048" y="155936"/>
                    <a:pt x="50695" y="134487"/>
                  </a:cubicBezTo>
                  <a:cubicBezTo>
                    <a:pt x="60225" y="123235"/>
                    <a:pt x="67637" y="113741"/>
                    <a:pt x="82460" y="93346"/>
                  </a:cubicBezTo>
                  <a:lnTo>
                    <a:pt x="93049" y="135542"/>
                  </a:lnTo>
                  <a:cubicBezTo>
                    <a:pt x="97637" y="153475"/>
                    <a:pt x="102225" y="159101"/>
                    <a:pt x="113520" y="159101"/>
                  </a:cubicBezTo>
                  <a:cubicBezTo>
                    <a:pt x="126932" y="159101"/>
                    <a:pt x="136108" y="150662"/>
                    <a:pt x="156580" y="119015"/>
                  </a:cubicBezTo>
                  <a:lnTo>
                    <a:pt x="151638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0" name="Freeform: Shape 2009">
              <a:extLst>
                <a:ext uri="{FF2B5EF4-FFF2-40B4-BE49-F238E27FC236}">
                  <a16:creationId xmlns:a16="http://schemas.microsoft.com/office/drawing/2014/main" id="{4E1DF4DC-989C-30E4-065D-CF077CAEE17F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10724662" y="6746342"/>
              <a:ext cx="73914" cy="175899"/>
            </a:xfrm>
            <a:custGeom>
              <a:avLst/>
              <a:gdLst>
                <a:gd name="connsiteX0" fmla="*/ 47240 w 73914"/>
                <a:gd name="connsiteY0" fmla="*/ 166 h 175899"/>
                <a:gd name="connsiteX1" fmla="*/ 227 w 73914"/>
                <a:gd name="connsiteY1" fmla="*/ 23845 h 175899"/>
                <a:gd name="connsiteX2" fmla="*/ 227 w 73914"/>
                <a:gd name="connsiteY2" fmla="*/ 27488 h 175899"/>
                <a:gd name="connsiteX3" fmla="*/ 7279 w 73914"/>
                <a:gd name="connsiteY3" fmla="*/ 24626 h 175899"/>
                <a:gd name="connsiteX4" fmla="*/ 19032 w 73914"/>
                <a:gd name="connsiteY4" fmla="*/ 21763 h 175899"/>
                <a:gd name="connsiteX5" fmla="*/ 26868 w 73914"/>
                <a:gd name="connsiteY5" fmla="*/ 33993 h 175899"/>
                <a:gd name="connsiteX6" fmla="*/ 26868 w 73914"/>
                <a:gd name="connsiteY6" fmla="*/ 151867 h 175899"/>
                <a:gd name="connsiteX7" fmla="*/ 20599 w 73914"/>
                <a:gd name="connsiteY7" fmla="*/ 168780 h 175899"/>
                <a:gd name="connsiteX8" fmla="*/ 2056 w 73914"/>
                <a:gd name="connsiteY8" fmla="*/ 172163 h 175899"/>
                <a:gd name="connsiteX9" fmla="*/ 2056 w 73914"/>
                <a:gd name="connsiteY9" fmla="*/ 176066 h 175899"/>
                <a:gd name="connsiteX10" fmla="*/ 74142 w 73914"/>
                <a:gd name="connsiteY10" fmla="*/ 176066 h 175899"/>
                <a:gd name="connsiteX11" fmla="*/ 74142 w 73914"/>
                <a:gd name="connsiteY11" fmla="*/ 172163 h 175899"/>
                <a:gd name="connsiteX12" fmla="*/ 49329 w 73914"/>
                <a:gd name="connsiteY12" fmla="*/ 156811 h 175899"/>
                <a:gd name="connsiteX13" fmla="*/ 49329 w 73914"/>
                <a:gd name="connsiteY13" fmla="*/ 687 h 175899"/>
                <a:gd name="connsiteX14" fmla="*/ 47240 w 73914"/>
                <a:gd name="connsiteY14" fmla="*/ 166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40" y="166"/>
                  </a:moveTo>
                  <a:lnTo>
                    <a:pt x="227" y="23845"/>
                  </a:lnTo>
                  <a:lnTo>
                    <a:pt x="227" y="27488"/>
                  </a:lnTo>
                  <a:cubicBezTo>
                    <a:pt x="3361" y="26187"/>
                    <a:pt x="6234" y="25146"/>
                    <a:pt x="7279" y="24626"/>
                  </a:cubicBezTo>
                  <a:cubicBezTo>
                    <a:pt x="11980" y="22804"/>
                    <a:pt x="16421" y="21763"/>
                    <a:pt x="19032" y="21763"/>
                  </a:cubicBezTo>
                  <a:cubicBezTo>
                    <a:pt x="24517" y="21763"/>
                    <a:pt x="26868" y="25666"/>
                    <a:pt x="26868" y="33993"/>
                  </a:cubicBezTo>
                  <a:lnTo>
                    <a:pt x="26868" y="151867"/>
                  </a:lnTo>
                  <a:cubicBezTo>
                    <a:pt x="26868" y="160453"/>
                    <a:pt x="24778" y="166438"/>
                    <a:pt x="20599" y="168780"/>
                  </a:cubicBezTo>
                  <a:cubicBezTo>
                    <a:pt x="16682" y="171122"/>
                    <a:pt x="13025" y="171902"/>
                    <a:pt x="2056" y="172163"/>
                  </a:cubicBezTo>
                  <a:lnTo>
                    <a:pt x="2056" y="176066"/>
                  </a:lnTo>
                  <a:lnTo>
                    <a:pt x="74142" y="176066"/>
                  </a:lnTo>
                  <a:lnTo>
                    <a:pt x="74142" y="172163"/>
                  </a:lnTo>
                  <a:cubicBezTo>
                    <a:pt x="53508" y="171902"/>
                    <a:pt x="49329" y="169300"/>
                    <a:pt x="49329" y="156811"/>
                  </a:cubicBezTo>
                  <a:lnTo>
                    <a:pt x="49329" y="687"/>
                  </a:lnTo>
                  <a:lnTo>
                    <a:pt x="47240" y="16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1" name="Freeform: Shape 2010">
              <a:extLst>
                <a:ext uri="{FF2B5EF4-FFF2-40B4-BE49-F238E27FC236}">
                  <a16:creationId xmlns:a16="http://schemas.microsoft.com/office/drawing/2014/main" id="{5808E243-23A8-C018-FF18-F0F9F10AD338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10864583" y="6605202"/>
              <a:ext cx="81883" cy="351630"/>
            </a:xfrm>
            <a:custGeom>
              <a:avLst/>
              <a:gdLst>
                <a:gd name="connsiteX0" fmla="*/ 82116 w 81883"/>
                <a:gd name="connsiteY0" fmla="*/ 175979 h 351630"/>
                <a:gd name="connsiteX1" fmla="*/ 58822 w 81883"/>
                <a:gd name="connsiteY1" fmla="*/ 66270 h 351630"/>
                <a:gd name="connsiteX2" fmla="*/ 3762 w 81883"/>
                <a:gd name="connsiteY2" fmla="*/ 163 h 351630"/>
                <a:gd name="connsiteX3" fmla="*/ 233 w 81883"/>
                <a:gd name="connsiteY3" fmla="*/ 3679 h 351630"/>
                <a:gd name="connsiteX4" fmla="*/ 6939 w 81883"/>
                <a:gd name="connsiteY4" fmla="*/ 11767 h 351630"/>
                <a:gd name="connsiteX5" fmla="*/ 61646 w 81883"/>
                <a:gd name="connsiteY5" fmla="*/ 175979 h 351630"/>
                <a:gd name="connsiteX6" fmla="*/ 4821 w 81883"/>
                <a:gd name="connsiteY6" fmla="*/ 342300 h 351630"/>
                <a:gd name="connsiteX7" fmla="*/ 233 w 81883"/>
                <a:gd name="connsiteY7" fmla="*/ 348278 h 351630"/>
                <a:gd name="connsiteX8" fmla="*/ 3762 w 81883"/>
                <a:gd name="connsiteY8" fmla="*/ 351794 h 351630"/>
                <a:gd name="connsiteX9" fmla="*/ 59881 w 81883"/>
                <a:gd name="connsiteY9" fmla="*/ 283226 h 351630"/>
                <a:gd name="connsiteX10" fmla="*/ 82116 w 81883"/>
                <a:gd name="connsiteY10" fmla="*/ 17597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5979"/>
                  </a:moveTo>
                  <a:cubicBezTo>
                    <a:pt x="82116" y="148551"/>
                    <a:pt x="78234" y="106004"/>
                    <a:pt x="58822" y="66270"/>
                  </a:cubicBezTo>
                  <a:cubicBezTo>
                    <a:pt x="37645" y="23019"/>
                    <a:pt x="7292" y="163"/>
                    <a:pt x="3762" y="163"/>
                  </a:cubicBezTo>
                  <a:cubicBezTo>
                    <a:pt x="1644" y="163"/>
                    <a:pt x="233" y="1570"/>
                    <a:pt x="233" y="3679"/>
                  </a:cubicBezTo>
                  <a:cubicBezTo>
                    <a:pt x="233" y="4734"/>
                    <a:pt x="233" y="5438"/>
                    <a:pt x="6939" y="11767"/>
                  </a:cubicBezTo>
                  <a:cubicBezTo>
                    <a:pt x="41527" y="46578"/>
                    <a:pt x="61646" y="102488"/>
                    <a:pt x="61646" y="175979"/>
                  </a:cubicBezTo>
                  <a:cubicBezTo>
                    <a:pt x="61646" y="236107"/>
                    <a:pt x="48586" y="297994"/>
                    <a:pt x="4821" y="342300"/>
                  </a:cubicBezTo>
                  <a:cubicBezTo>
                    <a:pt x="233" y="346520"/>
                    <a:pt x="233" y="347223"/>
                    <a:pt x="233" y="348278"/>
                  </a:cubicBezTo>
                  <a:cubicBezTo>
                    <a:pt x="233" y="350387"/>
                    <a:pt x="1644" y="351794"/>
                    <a:pt x="3762" y="351794"/>
                  </a:cubicBezTo>
                  <a:cubicBezTo>
                    <a:pt x="7292" y="351794"/>
                    <a:pt x="39057" y="327883"/>
                    <a:pt x="59881" y="283226"/>
                  </a:cubicBezTo>
                  <a:cubicBezTo>
                    <a:pt x="77881" y="244547"/>
                    <a:pt x="82116" y="205516"/>
                    <a:pt x="82116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2" name="Freeform: Shape 2011">
              <a:extLst>
                <a:ext uri="{FF2B5EF4-FFF2-40B4-BE49-F238E27FC236}">
                  <a16:creationId xmlns:a16="http://schemas.microsoft.com/office/drawing/2014/main" id="{7E8407C2-BB8B-1F74-2B9D-B16C903FF4C5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11016860" y="6605202"/>
              <a:ext cx="81883" cy="351630"/>
            </a:xfrm>
            <a:custGeom>
              <a:avLst/>
              <a:gdLst>
                <a:gd name="connsiteX0" fmla="*/ 82120 w 81883"/>
                <a:gd name="connsiteY0" fmla="*/ 348278 h 351630"/>
                <a:gd name="connsiteX1" fmla="*/ 76120 w 81883"/>
                <a:gd name="connsiteY1" fmla="*/ 340542 h 351630"/>
                <a:gd name="connsiteX2" fmla="*/ 20707 w 81883"/>
                <a:gd name="connsiteY2" fmla="*/ 175979 h 351630"/>
                <a:gd name="connsiteX3" fmla="*/ 77532 w 81883"/>
                <a:gd name="connsiteY3" fmla="*/ 9657 h 351630"/>
                <a:gd name="connsiteX4" fmla="*/ 82120 w 81883"/>
                <a:gd name="connsiteY4" fmla="*/ 3679 h 351630"/>
                <a:gd name="connsiteX5" fmla="*/ 78591 w 81883"/>
                <a:gd name="connsiteY5" fmla="*/ 163 h 351630"/>
                <a:gd name="connsiteX6" fmla="*/ 22472 w 81883"/>
                <a:gd name="connsiteY6" fmla="*/ 68731 h 351630"/>
                <a:gd name="connsiteX7" fmla="*/ 237 w 81883"/>
                <a:gd name="connsiteY7" fmla="*/ 175979 h 351630"/>
                <a:gd name="connsiteX8" fmla="*/ 23531 w 81883"/>
                <a:gd name="connsiteY8" fmla="*/ 285687 h 351630"/>
                <a:gd name="connsiteX9" fmla="*/ 78591 w 81883"/>
                <a:gd name="connsiteY9" fmla="*/ 351794 h 351630"/>
                <a:gd name="connsiteX10" fmla="*/ 82120 w 81883"/>
                <a:gd name="connsiteY10" fmla="*/ 348278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278"/>
                  </a:moveTo>
                  <a:cubicBezTo>
                    <a:pt x="82120" y="347223"/>
                    <a:pt x="82120" y="346520"/>
                    <a:pt x="76120" y="340542"/>
                  </a:cubicBezTo>
                  <a:cubicBezTo>
                    <a:pt x="32002" y="296236"/>
                    <a:pt x="20707" y="229778"/>
                    <a:pt x="20707" y="175979"/>
                  </a:cubicBezTo>
                  <a:cubicBezTo>
                    <a:pt x="20707" y="114795"/>
                    <a:pt x="34120" y="53611"/>
                    <a:pt x="77532" y="9657"/>
                  </a:cubicBezTo>
                  <a:cubicBezTo>
                    <a:pt x="82120" y="5438"/>
                    <a:pt x="82120" y="4734"/>
                    <a:pt x="82120" y="3679"/>
                  </a:cubicBezTo>
                  <a:cubicBezTo>
                    <a:pt x="82120" y="1218"/>
                    <a:pt x="80709" y="163"/>
                    <a:pt x="78591" y="163"/>
                  </a:cubicBezTo>
                  <a:cubicBezTo>
                    <a:pt x="75061" y="163"/>
                    <a:pt x="43296" y="24074"/>
                    <a:pt x="22472" y="68731"/>
                  </a:cubicBezTo>
                  <a:cubicBezTo>
                    <a:pt x="4472" y="107411"/>
                    <a:pt x="237" y="146442"/>
                    <a:pt x="237" y="175979"/>
                  </a:cubicBezTo>
                  <a:cubicBezTo>
                    <a:pt x="237" y="203406"/>
                    <a:pt x="4119" y="245953"/>
                    <a:pt x="23531" y="285687"/>
                  </a:cubicBezTo>
                  <a:cubicBezTo>
                    <a:pt x="44708" y="328938"/>
                    <a:pt x="75061" y="351794"/>
                    <a:pt x="78591" y="351794"/>
                  </a:cubicBezTo>
                  <a:cubicBezTo>
                    <a:pt x="80709" y="351794"/>
                    <a:pt x="82120" y="350739"/>
                    <a:pt x="82120" y="34827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3" name="Freeform: Shape 2012">
              <a:extLst>
                <a:ext uri="{FF2B5EF4-FFF2-40B4-BE49-F238E27FC236}">
                  <a16:creationId xmlns:a16="http://schemas.microsoft.com/office/drawing/2014/main" id="{15A80FDE-973F-D39B-0EC0-45C2D572039F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11109842" y="6713856"/>
              <a:ext cx="167297" cy="158937"/>
            </a:xfrm>
            <a:custGeom>
              <a:avLst/>
              <a:gdLst>
                <a:gd name="connsiteX0" fmla="*/ 151655 w 167297"/>
                <a:gd name="connsiteY0" fmla="*/ 116202 h 158937"/>
                <a:gd name="connsiteX1" fmla="*/ 143890 w 167297"/>
                <a:gd name="connsiteY1" fmla="*/ 125696 h 158937"/>
                <a:gd name="connsiteX2" fmla="*/ 127654 w 167297"/>
                <a:gd name="connsiteY2" fmla="*/ 139761 h 158937"/>
                <a:gd name="connsiteX3" fmla="*/ 116713 w 167297"/>
                <a:gd name="connsiteY3" fmla="*/ 125344 h 158937"/>
                <a:gd name="connsiteX4" fmla="*/ 115301 w 167297"/>
                <a:gd name="connsiteY4" fmla="*/ 119367 h 158937"/>
                <a:gd name="connsiteX5" fmla="*/ 102595 w 167297"/>
                <a:gd name="connsiteY5" fmla="*/ 62402 h 158937"/>
                <a:gd name="connsiteX6" fmla="*/ 137184 w 167297"/>
                <a:gd name="connsiteY6" fmla="*/ 19855 h 158937"/>
                <a:gd name="connsiteX7" fmla="*/ 145654 w 167297"/>
                <a:gd name="connsiteY7" fmla="*/ 22668 h 158937"/>
                <a:gd name="connsiteX8" fmla="*/ 155184 w 167297"/>
                <a:gd name="connsiteY8" fmla="*/ 25833 h 158937"/>
                <a:gd name="connsiteX9" fmla="*/ 167537 w 167297"/>
                <a:gd name="connsiteY9" fmla="*/ 13174 h 158937"/>
                <a:gd name="connsiteX10" fmla="*/ 153066 w 167297"/>
                <a:gd name="connsiteY10" fmla="*/ 164 h 158937"/>
                <a:gd name="connsiteX11" fmla="*/ 99771 w 167297"/>
                <a:gd name="connsiteY11" fmla="*/ 50447 h 158937"/>
                <a:gd name="connsiteX12" fmla="*/ 95889 w 167297"/>
                <a:gd name="connsiteY12" fmla="*/ 31107 h 158937"/>
                <a:gd name="connsiteX13" fmla="*/ 77535 w 167297"/>
                <a:gd name="connsiteY13" fmla="*/ 164 h 158937"/>
                <a:gd name="connsiteX14" fmla="*/ 36241 w 167297"/>
                <a:gd name="connsiteY14" fmla="*/ 10361 h 158937"/>
                <a:gd name="connsiteX15" fmla="*/ 32358 w 167297"/>
                <a:gd name="connsiteY15" fmla="*/ 11768 h 158937"/>
                <a:gd name="connsiteX16" fmla="*/ 33770 w 167297"/>
                <a:gd name="connsiteY16" fmla="*/ 17042 h 158937"/>
                <a:gd name="connsiteX17" fmla="*/ 53535 w 167297"/>
                <a:gd name="connsiteY17" fmla="*/ 13174 h 158937"/>
                <a:gd name="connsiteX18" fmla="*/ 69418 w 167297"/>
                <a:gd name="connsiteY18" fmla="*/ 37437 h 158937"/>
                <a:gd name="connsiteX19" fmla="*/ 79653 w 167297"/>
                <a:gd name="connsiteY19" fmla="*/ 80687 h 158937"/>
                <a:gd name="connsiteX20" fmla="*/ 50711 w 167297"/>
                <a:gd name="connsiteY20" fmla="*/ 121828 h 158937"/>
                <a:gd name="connsiteX21" fmla="*/ 32711 w 167297"/>
                <a:gd name="connsiteY21" fmla="*/ 138706 h 158937"/>
                <a:gd name="connsiteX22" fmla="*/ 23534 w 167297"/>
                <a:gd name="connsiteY22" fmla="*/ 135542 h 158937"/>
                <a:gd name="connsiteX23" fmla="*/ 12240 w 167297"/>
                <a:gd name="connsiteY23" fmla="*/ 132025 h 158937"/>
                <a:gd name="connsiteX24" fmla="*/ 240 w 167297"/>
                <a:gd name="connsiteY24" fmla="*/ 144332 h 158937"/>
                <a:gd name="connsiteX25" fmla="*/ 17887 w 167297"/>
                <a:gd name="connsiteY25" fmla="*/ 159101 h 158937"/>
                <a:gd name="connsiteX26" fmla="*/ 50711 w 167297"/>
                <a:gd name="connsiteY26" fmla="*/ 134487 h 158937"/>
                <a:gd name="connsiteX27" fmla="*/ 82477 w 167297"/>
                <a:gd name="connsiteY27" fmla="*/ 93346 h 158937"/>
                <a:gd name="connsiteX28" fmla="*/ 93065 w 167297"/>
                <a:gd name="connsiteY28" fmla="*/ 135542 h 158937"/>
                <a:gd name="connsiteX29" fmla="*/ 113536 w 167297"/>
                <a:gd name="connsiteY29" fmla="*/ 159101 h 158937"/>
                <a:gd name="connsiteX30" fmla="*/ 156596 w 167297"/>
                <a:gd name="connsiteY30" fmla="*/ 119015 h 158937"/>
                <a:gd name="connsiteX31" fmla="*/ 151655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202"/>
                  </a:moveTo>
                  <a:cubicBezTo>
                    <a:pt x="148831" y="119367"/>
                    <a:pt x="147066" y="121476"/>
                    <a:pt x="143890" y="125696"/>
                  </a:cubicBezTo>
                  <a:cubicBezTo>
                    <a:pt x="135772" y="136245"/>
                    <a:pt x="131537" y="139761"/>
                    <a:pt x="127654" y="139761"/>
                  </a:cubicBezTo>
                  <a:cubicBezTo>
                    <a:pt x="122360" y="139761"/>
                    <a:pt x="119183" y="135190"/>
                    <a:pt x="116713" y="125344"/>
                  </a:cubicBezTo>
                  <a:cubicBezTo>
                    <a:pt x="116007" y="122531"/>
                    <a:pt x="115654" y="120422"/>
                    <a:pt x="115301" y="119367"/>
                  </a:cubicBezTo>
                  <a:cubicBezTo>
                    <a:pt x="106477" y="83852"/>
                    <a:pt x="102595" y="67677"/>
                    <a:pt x="102595" y="62402"/>
                  </a:cubicBezTo>
                  <a:cubicBezTo>
                    <a:pt x="118124" y="35327"/>
                    <a:pt x="130831" y="19855"/>
                    <a:pt x="137184" y="19855"/>
                  </a:cubicBezTo>
                  <a:cubicBezTo>
                    <a:pt x="139301" y="19855"/>
                    <a:pt x="142125" y="20910"/>
                    <a:pt x="145654" y="22668"/>
                  </a:cubicBezTo>
                  <a:cubicBezTo>
                    <a:pt x="149890" y="25130"/>
                    <a:pt x="152360" y="25833"/>
                    <a:pt x="155184" y="25833"/>
                  </a:cubicBezTo>
                  <a:cubicBezTo>
                    <a:pt x="162596" y="25833"/>
                    <a:pt x="167537" y="20558"/>
                    <a:pt x="167537" y="13174"/>
                  </a:cubicBezTo>
                  <a:cubicBezTo>
                    <a:pt x="167537" y="5790"/>
                    <a:pt x="161537" y="164"/>
                    <a:pt x="153066" y="164"/>
                  </a:cubicBezTo>
                  <a:cubicBezTo>
                    <a:pt x="137537" y="164"/>
                    <a:pt x="124125" y="12822"/>
                    <a:pt x="99771" y="50447"/>
                  </a:cubicBezTo>
                  <a:lnTo>
                    <a:pt x="95889" y="31107"/>
                  </a:lnTo>
                  <a:cubicBezTo>
                    <a:pt x="90947" y="7196"/>
                    <a:pt x="87065" y="164"/>
                    <a:pt x="77535" y="164"/>
                  </a:cubicBezTo>
                  <a:cubicBezTo>
                    <a:pt x="69771" y="164"/>
                    <a:pt x="57770" y="3328"/>
                    <a:pt x="36241" y="10361"/>
                  </a:cubicBezTo>
                  <a:lnTo>
                    <a:pt x="32358" y="11768"/>
                  </a:lnTo>
                  <a:lnTo>
                    <a:pt x="33770" y="17042"/>
                  </a:lnTo>
                  <a:cubicBezTo>
                    <a:pt x="47182" y="13877"/>
                    <a:pt x="50358" y="13174"/>
                    <a:pt x="53535" y="13174"/>
                  </a:cubicBezTo>
                  <a:cubicBezTo>
                    <a:pt x="62359" y="13174"/>
                    <a:pt x="64476" y="16339"/>
                    <a:pt x="69418" y="37437"/>
                  </a:cubicBezTo>
                  <a:lnTo>
                    <a:pt x="79653" y="80687"/>
                  </a:lnTo>
                  <a:lnTo>
                    <a:pt x="50711" y="121828"/>
                  </a:lnTo>
                  <a:cubicBezTo>
                    <a:pt x="43652" y="132377"/>
                    <a:pt x="36593" y="138706"/>
                    <a:pt x="32711" y="138706"/>
                  </a:cubicBezTo>
                  <a:cubicBezTo>
                    <a:pt x="30593" y="138706"/>
                    <a:pt x="27064" y="137651"/>
                    <a:pt x="23534" y="135542"/>
                  </a:cubicBezTo>
                  <a:cubicBezTo>
                    <a:pt x="18946" y="133080"/>
                    <a:pt x="15064" y="132025"/>
                    <a:pt x="12240" y="132025"/>
                  </a:cubicBezTo>
                  <a:cubicBezTo>
                    <a:pt x="5534" y="132025"/>
                    <a:pt x="240" y="137300"/>
                    <a:pt x="240" y="144332"/>
                  </a:cubicBezTo>
                  <a:cubicBezTo>
                    <a:pt x="240" y="153475"/>
                    <a:pt x="7299" y="159101"/>
                    <a:pt x="17887" y="159101"/>
                  </a:cubicBezTo>
                  <a:cubicBezTo>
                    <a:pt x="28829" y="159101"/>
                    <a:pt x="33064" y="155936"/>
                    <a:pt x="50711" y="134487"/>
                  </a:cubicBezTo>
                  <a:cubicBezTo>
                    <a:pt x="60241" y="123235"/>
                    <a:pt x="67653" y="113741"/>
                    <a:pt x="82477" y="93346"/>
                  </a:cubicBezTo>
                  <a:lnTo>
                    <a:pt x="93065" y="135542"/>
                  </a:lnTo>
                  <a:cubicBezTo>
                    <a:pt x="97654" y="153475"/>
                    <a:pt x="102242" y="159101"/>
                    <a:pt x="113536" y="159101"/>
                  </a:cubicBezTo>
                  <a:cubicBezTo>
                    <a:pt x="126948" y="159101"/>
                    <a:pt x="136125" y="150662"/>
                    <a:pt x="156596" y="119015"/>
                  </a:cubicBezTo>
                  <a:lnTo>
                    <a:pt x="151655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4" name="Freeform: Shape 2013">
              <a:extLst>
                <a:ext uri="{FF2B5EF4-FFF2-40B4-BE49-F238E27FC236}">
                  <a16:creationId xmlns:a16="http://schemas.microsoft.com/office/drawing/2014/main" id="{977A5013-5F19-651C-2CD8-2943BBF60AD3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11356223" y="6773985"/>
              <a:ext cx="215651" cy="14065"/>
            </a:xfrm>
            <a:custGeom>
              <a:avLst/>
              <a:gdLst>
                <a:gd name="connsiteX0" fmla="*/ 203544 w 215651"/>
                <a:gd name="connsiteY0" fmla="*/ 14229 h 14065"/>
                <a:gd name="connsiteX1" fmla="*/ 215897 w 215651"/>
                <a:gd name="connsiteY1" fmla="*/ 7196 h 14065"/>
                <a:gd name="connsiteX2" fmla="*/ 203544 w 215651"/>
                <a:gd name="connsiteY2" fmla="*/ 164 h 14065"/>
                <a:gd name="connsiteX3" fmla="*/ 12599 w 215651"/>
                <a:gd name="connsiteY3" fmla="*/ 164 h 14065"/>
                <a:gd name="connsiteX4" fmla="*/ 246 w 215651"/>
                <a:gd name="connsiteY4" fmla="*/ 7196 h 14065"/>
                <a:gd name="connsiteX5" fmla="*/ 12599 w 215651"/>
                <a:gd name="connsiteY5" fmla="*/ 14229 h 14065"/>
                <a:gd name="connsiteX6" fmla="*/ 203544 w 215651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4" y="14229"/>
                  </a:moveTo>
                  <a:cubicBezTo>
                    <a:pt x="209544" y="14229"/>
                    <a:pt x="215897" y="14229"/>
                    <a:pt x="215897" y="7196"/>
                  </a:cubicBezTo>
                  <a:cubicBezTo>
                    <a:pt x="215897" y="164"/>
                    <a:pt x="209544" y="164"/>
                    <a:pt x="203544" y="164"/>
                  </a:cubicBezTo>
                  <a:lnTo>
                    <a:pt x="12599" y="164"/>
                  </a:lnTo>
                  <a:cubicBezTo>
                    <a:pt x="6599" y="164"/>
                    <a:pt x="246" y="164"/>
                    <a:pt x="246" y="7196"/>
                  </a:cubicBezTo>
                  <a:cubicBezTo>
                    <a:pt x="246" y="14229"/>
                    <a:pt x="6599" y="14229"/>
                    <a:pt x="12599" y="14229"/>
                  </a:cubicBezTo>
                  <a:lnTo>
                    <a:pt x="203544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5" name="Freeform: Shape 2014">
              <a:extLst>
                <a:ext uri="{FF2B5EF4-FFF2-40B4-BE49-F238E27FC236}">
                  <a16:creationId xmlns:a16="http://schemas.microsoft.com/office/drawing/2014/main" id="{AEF0FED6-BF36-857B-28E9-01148183F60C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11641868" y="6713856"/>
              <a:ext cx="167297" cy="158937"/>
            </a:xfrm>
            <a:custGeom>
              <a:avLst/>
              <a:gdLst>
                <a:gd name="connsiteX0" fmla="*/ 151670 w 167297"/>
                <a:gd name="connsiteY0" fmla="*/ 116202 h 158937"/>
                <a:gd name="connsiteX1" fmla="*/ 143905 w 167297"/>
                <a:gd name="connsiteY1" fmla="*/ 125696 h 158937"/>
                <a:gd name="connsiteX2" fmla="*/ 127669 w 167297"/>
                <a:gd name="connsiteY2" fmla="*/ 139761 h 158937"/>
                <a:gd name="connsiteX3" fmla="*/ 116728 w 167297"/>
                <a:gd name="connsiteY3" fmla="*/ 125344 h 158937"/>
                <a:gd name="connsiteX4" fmla="*/ 115316 w 167297"/>
                <a:gd name="connsiteY4" fmla="*/ 119367 h 158937"/>
                <a:gd name="connsiteX5" fmla="*/ 102610 w 167297"/>
                <a:gd name="connsiteY5" fmla="*/ 62402 h 158937"/>
                <a:gd name="connsiteX6" fmla="*/ 137199 w 167297"/>
                <a:gd name="connsiteY6" fmla="*/ 19855 h 158937"/>
                <a:gd name="connsiteX7" fmla="*/ 145669 w 167297"/>
                <a:gd name="connsiteY7" fmla="*/ 22668 h 158937"/>
                <a:gd name="connsiteX8" fmla="*/ 155199 w 167297"/>
                <a:gd name="connsiteY8" fmla="*/ 25833 h 158937"/>
                <a:gd name="connsiteX9" fmla="*/ 167552 w 167297"/>
                <a:gd name="connsiteY9" fmla="*/ 13174 h 158937"/>
                <a:gd name="connsiteX10" fmla="*/ 153081 w 167297"/>
                <a:gd name="connsiteY10" fmla="*/ 164 h 158937"/>
                <a:gd name="connsiteX11" fmla="*/ 99786 w 167297"/>
                <a:gd name="connsiteY11" fmla="*/ 50447 h 158937"/>
                <a:gd name="connsiteX12" fmla="*/ 95904 w 167297"/>
                <a:gd name="connsiteY12" fmla="*/ 31107 h 158937"/>
                <a:gd name="connsiteX13" fmla="*/ 77550 w 167297"/>
                <a:gd name="connsiteY13" fmla="*/ 164 h 158937"/>
                <a:gd name="connsiteX14" fmla="*/ 36255 w 167297"/>
                <a:gd name="connsiteY14" fmla="*/ 10361 h 158937"/>
                <a:gd name="connsiteX15" fmla="*/ 32373 w 167297"/>
                <a:gd name="connsiteY15" fmla="*/ 11768 h 158937"/>
                <a:gd name="connsiteX16" fmla="*/ 33785 w 167297"/>
                <a:gd name="connsiteY16" fmla="*/ 17042 h 158937"/>
                <a:gd name="connsiteX17" fmla="*/ 53550 w 167297"/>
                <a:gd name="connsiteY17" fmla="*/ 13174 h 158937"/>
                <a:gd name="connsiteX18" fmla="*/ 69433 w 167297"/>
                <a:gd name="connsiteY18" fmla="*/ 37437 h 158937"/>
                <a:gd name="connsiteX19" fmla="*/ 79668 w 167297"/>
                <a:gd name="connsiteY19" fmla="*/ 80687 h 158937"/>
                <a:gd name="connsiteX20" fmla="*/ 50726 w 167297"/>
                <a:gd name="connsiteY20" fmla="*/ 121828 h 158937"/>
                <a:gd name="connsiteX21" fmla="*/ 32726 w 167297"/>
                <a:gd name="connsiteY21" fmla="*/ 138706 h 158937"/>
                <a:gd name="connsiteX22" fmla="*/ 23549 w 167297"/>
                <a:gd name="connsiteY22" fmla="*/ 135542 h 158937"/>
                <a:gd name="connsiteX23" fmla="*/ 12255 w 167297"/>
                <a:gd name="connsiteY23" fmla="*/ 132025 h 158937"/>
                <a:gd name="connsiteX24" fmla="*/ 255 w 167297"/>
                <a:gd name="connsiteY24" fmla="*/ 144332 h 158937"/>
                <a:gd name="connsiteX25" fmla="*/ 17902 w 167297"/>
                <a:gd name="connsiteY25" fmla="*/ 159101 h 158937"/>
                <a:gd name="connsiteX26" fmla="*/ 50726 w 167297"/>
                <a:gd name="connsiteY26" fmla="*/ 134487 h 158937"/>
                <a:gd name="connsiteX27" fmla="*/ 82492 w 167297"/>
                <a:gd name="connsiteY27" fmla="*/ 93346 h 158937"/>
                <a:gd name="connsiteX28" fmla="*/ 93080 w 167297"/>
                <a:gd name="connsiteY28" fmla="*/ 135542 h 158937"/>
                <a:gd name="connsiteX29" fmla="*/ 113551 w 167297"/>
                <a:gd name="connsiteY29" fmla="*/ 159101 h 158937"/>
                <a:gd name="connsiteX30" fmla="*/ 156611 w 167297"/>
                <a:gd name="connsiteY30" fmla="*/ 119015 h 158937"/>
                <a:gd name="connsiteX31" fmla="*/ 151670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0" y="116202"/>
                  </a:moveTo>
                  <a:cubicBezTo>
                    <a:pt x="148846" y="119367"/>
                    <a:pt x="147081" y="121476"/>
                    <a:pt x="143905" y="125696"/>
                  </a:cubicBezTo>
                  <a:cubicBezTo>
                    <a:pt x="135787" y="136245"/>
                    <a:pt x="131551" y="139761"/>
                    <a:pt x="127669" y="139761"/>
                  </a:cubicBezTo>
                  <a:cubicBezTo>
                    <a:pt x="122375" y="139761"/>
                    <a:pt x="119198" y="135190"/>
                    <a:pt x="116728" y="125344"/>
                  </a:cubicBezTo>
                  <a:cubicBezTo>
                    <a:pt x="116022" y="122531"/>
                    <a:pt x="115669" y="120422"/>
                    <a:pt x="115316" y="119367"/>
                  </a:cubicBezTo>
                  <a:cubicBezTo>
                    <a:pt x="106492" y="83852"/>
                    <a:pt x="102610" y="67677"/>
                    <a:pt x="102610" y="62402"/>
                  </a:cubicBezTo>
                  <a:cubicBezTo>
                    <a:pt x="118139" y="35327"/>
                    <a:pt x="130846" y="19855"/>
                    <a:pt x="137199" y="19855"/>
                  </a:cubicBezTo>
                  <a:cubicBezTo>
                    <a:pt x="139316" y="19855"/>
                    <a:pt x="142140" y="20910"/>
                    <a:pt x="145669" y="22668"/>
                  </a:cubicBezTo>
                  <a:cubicBezTo>
                    <a:pt x="149905" y="25130"/>
                    <a:pt x="152375" y="25833"/>
                    <a:pt x="155199" y="25833"/>
                  </a:cubicBezTo>
                  <a:cubicBezTo>
                    <a:pt x="162611" y="25833"/>
                    <a:pt x="167552" y="20558"/>
                    <a:pt x="167552" y="13174"/>
                  </a:cubicBezTo>
                  <a:cubicBezTo>
                    <a:pt x="167552" y="5790"/>
                    <a:pt x="161552" y="164"/>
                    <a:pt x="153081" y="164"/>
                  </a:cubicBezTo>
                  <a:cubicBezTo>
                    <a:pt x="137552" y="164"/>
                    <a:pt x="124140" y="12822"/>
                    <a:pt x="99786" y="50447"/>
                  </a:cubicBezTo>
                  <a:lnTo>
                    <a:pt x="95904" y="31107"/>
                  </a:lnTo>
                  <a:cubicBezTo>
                    <a:pt x="90962" y="7196"/>
                    <a:pt x="87080" y="164"/>
                    <a:pt x="77550" y="164"/>
                  </a:cubicBezTo>
                  <a:cubicBezTo>
                    <a:pt x="69786" y="164"/>
                    <a:pt x="57785" y="3328"/>
                    <a:pt x="36255" y="10361"/>
                  </a:cubicBezTo>
                  <a:lnTo>
                    <a:pt x="32373" y="11768"/>
                  </a:lnTo>
                  <a:lnTo>
                    <a:pt x="33785" y="17042"/>
                  </a:lnTo>
                  <a:cubicBezTo>
                    <a:pt x="47197" y="13877"/>
                    <a:pt x="50373" y="13174"/>
                    <a:pt x="53550" y="13174"/>
                  </a:cubicBezTo>
                  <a:cubicBezTo>
                    <a:pt x="62374" y="13174"/>
                    <a:pt x="64491" y="16339"/>
                    <a:pt x="69433" y="37437"/>
                  </a:cubicBezTo>
                  <a:lnTo>
                    <a:pt x="79668" y="80687"/>
                  </a:lnTo>
                  <a:lnTo>
                    <a:pt x="50726" y="121828"/>
                  </a:lnTo>
                  <a:cubicBezTo>
                    <a:pt x="43667" y="132377"/>
                    <a:pt x="36608" y="138706"/>
                    <a:pt x="32726" y="138706"/>
                  </a:cubicBezTo>
                  <a:cubicBezTo>
                    <a:pt x="30608" y="138706"/>
                    <a:pt x="27079" y="137651"/>
                    <a:pt x="23549" y="135542"/>
                  </a:cubicBezTo>
                  <a:cubicBezTo>
                    <a:pt x="18961" y="133080"/>
                    <a:pt x="15079" y="132025"/>
                    <a:pt x="12255" y="132025"/>
                  </a:cubicBezTo>
                  <a:cubicBezTo>
                    <a:pt x="5549" y="132025"/>
                    <a:pt x="255" y="137300"/>
                    <a:pt x="255" y="144332"/>
                  </a:cubicBezTo>
                  <a:cubicBezTo>
                    <a:pt x="255" y="153475"/>
                    <a:pt x="7314" y="159101"/>
                    <a:pt x="17902" y="159101"/>
                  </a:cubicBezTo>
                  <a:cubicBezTo>
                    <a:pt x="28844" y="159101"/>
                    <a:pt x="33079" y="155936"/>
                    <a:pt x="50726" y="134487"/>
                  </a:cubicBezTo>
                  <a:cubicBezTo>
                    <a:pt x="60256" y="123235"/>
                    <a:pt x="67668" y="113741"/>
                    <a:pt x="82492" y="93346"/>
                  </a:cubicBezTo>
                  <a:lnTo>
                    <a:pt x="93080" y="135542"/>
                  </a:lnTo>
                  <a:cubicBezTo>
                    <a:pt x="97668" y="153475"/>
                    <a:pt x="102257" y="159101"/>
                    <a:pt x="113551" y="159101"/>
                  </a:cubicBezTo>
                  <a:cubicBezTo>
                    <a:pt x="126963" y="159101"/>
                    <a:pt x="136140" y="150662"/>
                    <a:pt x="156611" y="119015"/>
                  </a:cubicBezTo>
                  <a:lnTo>
                    <a:pt x="151670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6" name="Freeform: Shape 2015">
              <a:extLst>
                <a:ext uri="{FF2B5EF4-FFF2-40B4-BE49-F238E27FC236}">
                  <a16:creationId xmlns:a16="http://schemas.microsoft.com/office/drawing/2014/main" id="{B3192326-ED4C-A5E3-45C8-9AACDF6839BD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11816527" y="6746342"/>
              <a:ext cx="116225" cy="175899"/>
            </a:xfrm>
            <a:custGeom>
              <a:avLst/>
              <a:gdLst>
                <a:gd name="connsiteX0" fmla="*/ 116484 w 116225"/>
                <a:gd name="connsiteY0" fmla="*/ 140417 h 175899"/>
                <a:gd name="connsiteX1" fmla="*/ 113089 w 116225"/>
                <a:gd name="connsiteY1" fmla="*/ 139116 h 175899"/>
                <a:gd name="connsiteX2" fmla="*/ 88277 w 116225"/>
                <a:gd name="connsiteY2" fmla="*/ 156290 h 175899"/>
                <a:gd name="connsiteX3" fmla="*/ 25854 w 116225"/>
                <a:gd name="connsiteY3" fmla="*/ 156290 h 175899"/>
                <a:gd name="connsiteX4" fmla="*/ 69733 w 116225"/>
                <a:gd name="connsiteY4" fmla="*/ 110494 h 175899"/>
                <a:gd name="connsiteX5" fmla="*/ 103164 w 116225"/>
                <a:gd name="connsiteY5" fmla="*/ 46223 h 175899"/>
                <a:gd name="connsiteX6" fmla="*/ 54845 w 116225"/>
                <a:gd name="connsiteY6" fmla="*/ 166 h 175899"/>
                <a:gd name="connsiteX7" fmla="*/ 17235 w 116225"/>
                <a:gd name="connsiteY7" fmla="*/ 16299 h 175899"/>
                <a:gd name="connsiteX8" fmla="*/ 520 w 116225"/>
                <a:gd name="connsiteY8" fmla="*/ 51947 h 175899"/>
                <a:gd name="connsiteX9" fmla="*/ 6005 w 116225"/>
                <a:gd name="connsiteY9" fmla="*/ 53248 h 175899"/>
                <a:gd name="connsiteX10" fmla="*/ 43876 w 116225"/>
                <a:gd name="connsiteY10" fmla="*/ 19421 h 175899"/>
                <a:gd name="connsiteX11" fmla="*/ 80702 w 116225"/>
                <a:gd name="connsiteY11" fmla="*/ 56111 h 175899"/>
                <a:gd name="connsiteX12" fmla="*/ 46749 w 116225"/>
                <a:gd name="connsiteY12" fmla="*/ 123764 h 175899"/>
                <a:gd name="connsiteX13" fmla="*/ 259 w 116225"/>
                <a:gd name="connsiteY13" fmla="*/ 172943 h 175899"/>
                <a:gd name="connsiteX14" fmla="*/ 259 w 116225"/>
                <a:gd name="connsiteY14" fmla="*/ 176066 h 175899"/>
                <a:gd name="connsiteX15" fmla="*/ 102119 w 116225"/>
                <a:gd name="connsiteY15" fmla="*/ 176066 h 175899"/>
                <a:gd name="connsiteX16" fmla="*/ 116484 w 116225"/>
                <a:gd name="connsiteY16" fmla="*/ 140417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84" y="140417"/>
                  </a:moveTo>
                  <a:lnTo>
                    <a:pt x="113089" y="139116"/>
                  </a:lnTo>
                  <a:cubicBezTo>
                    <a:pt x="103425" y="153948"/>
                    <a:pt x="100030" y="156290"/>
                    <a:pt x="88277" y="156290"/>
                  </a:cubicBezTo>
                  <a:lnTo>
                    <a:pt x="25854" y="156290"/>
                  </a:lnTo>
                  <a:lnTo>
                    <a:pt x="69733" y="110494"/>
                  </a:lnTo>
                  <a:cubicBezTo>
                    <a:pt x="92978" y="86295"/>
                    <a:pt x="103164" y="66519"/>
                    <a:pt x="103164" y="46223"/>
                  </a:cubicBezTo>
                  <a:cubicBezTo>
                    <a:pt x="103164" y="20202"/>
                    <a:pt x="82008" y="166"/>
                    <a:pt x="54845" y="166"/>
                  </a:cubicBezTo>
                  <a:cubicBezTo>
                    <a:pt x="40480" y="166"/>
                    <a:pt x="26899" y="5891"/>
                    <a:pt x="17235" y="16299"/>
                  </a:cubicBezTo>
                  <a:cubicBezTo>
                    <a:pt x="8878" y="25146"/>
                    <a:pt x="4960" y="33473"/>
                    <a:pt x="520" y="51947"/>
                  </a:cubicBezTo>
                  <a:lnTo>
                    <a:pt x="6005" y="53248"/>
                  </a:lnTo>
                  <a:cubicBezTo>
                    <a:pt x="16452" y="27748"/>
                    <a:pt x="25854" y="19421"/>
                    <a:pt x="43876" y="19421"/>
                  </a:cubicBezTo>
                  <a:cubicBezTo>
                    <a:pt x="65815" y="19421"/>
                    <a:pt x="80702" y="34253"/>
                    <a:pt x="80702" y="56111"/>
                  </a:cubicBezTo>
                  <a:cubicBezTo>
                    <a:pt x="80702" y="76407"/>
                    <a:pt x="68688" y="100606"/>
                    <a:pt x="46749" y="123764"/>
                  </a:cubicBezTo>
                  <a:lnTo>
                    <a:pt x="259" y="172943"/>
                  </a:lnTo>
                  <a:lnTo>
                    <a:pt x="259" y="176066"/>
                  </a:lnTo>
                  <a:lnTo>
                    <a:pt x="102119" y="176066"/>
                  </a:lnTo>
                  <a:lnTo>
                    <a:pt x="116484" y="14041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7" name="Freeform: Shape 2016">
              <a:extLst>
                <a:ext uri="{FF2B5EF4-FFF2-40B4-BE49-F238E27FC236}">
                  <a16:creationId xmlns:a16="http://schemas.microsoft.com/office/drawing/2014/main" id="{BF668AE6-1B7A-19DA-D209-7B6513E2E472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11977604" y="6605202"/>
              <a:ext cx="81883" cy="351630"/>
            </a:xfrm>
            <a:custGeom>
              <a:avLst/>
              <a:gdLst>
                <a:gd name="connsiteX0" fmla="*/ 82148 w 81883"/>
                <a:gd name="connsiteY0" fmla="*/ 175979 h 351630"/>
                <a:gd name="connsiteX1" fmla="*/ 58853 w 81883"/>
                <a:gd name="connsiteY1" fmla="*/ 66270 h 351630"/>
                <a:gd name="connsiteX2" fmla="*/ 3793 w 81883"/>
                <a:gd name="connsiteY2" fmla="*/ 163 h 351630"/>
                <a:gd name="connsiteX3" fmla="*/ 264 w 81883"/>
                <a:gd name="connsiteY3" fmla="*/ 3679 h 351630"/>
                <a:gd name="connsiteX4" fmla="*/ 6970 w 81883"/>
                <a:gd name="connsiteY4" fmla="*/ 11767 h 351630"/>
                <a:gd name="connsiteX5" fmla="*/ 61677 w 81883"/>
                <a:gd name="connsiteY5" fmla="*/ 175979 h 351630"/>
                <a:gd name="connsiteX6" fmla="*/ 4852 w 81883"/>
                <a:gd name="connsiteY6" fmla="*/ 342300 h 351630"/>
                <a:gd name="connsiteX7" fmla="*/ 264 w 81883"/>
                <a:gd name="connsiteY7" fmla="*/ 348278 h 351630"/>
                <a:gd name="connsiteX8" fmla="*/ 3793 w 81883"/>
                <a:gd name="connsiteY8" fmla="*/ 351794 h 351630"/>
                <a:gd name="connsiteX9" fmla="*/ 59912 w 81883"/>
                <a:gd name="connsiteY9" fmla="*/ 283226 h 351630"/>
                <a:gd name="connsiteX10" fmla="*/ 82148 w 81883"/>
                <a:gd name="connsiteY10" fmla="*/ 17597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48" y="175979"/>
                  </a:moveTo>
                  <a:cubicBezTo>
                    <a:pt x="82148" y="148551"/>
                    <a:pt x="78265" y="106004"/>
                    <a:pt x="58853" y="66270"/>
                  </a:cubicBezTo>
                  <a:cubicBezTo>
                    <a:pt x="37676" y="23019"/>
                    <a:pt x="7323" y="163"/>
                    <a:pt x="3793" y="163"/>
                  </a:cubicBezTo>
                  <a:cubicBezTo>
                    <a:pt x="1676" y="163"/>
                    <a:pt x="264" y="1570"/>
                    <a:pt x="264" y="3679"/>
                  </a:cubicBezTo>
                  <a:cubicBezTo>
                    <a:pt x="264" y="4734"/>
                    <a:pt x="264" y="5438"/>
                    <a:pt x="6970" y="11767"/>
                  </a:cubicBezTo>
                  <a:cubicBezTo>
                    <a:pt x="41559" y="46578"/>
                    <a:pt x="61677" y="102488"/>
                    <a:pt x="61677" y="175979"/>
                  </a:cubicBezTo>
                  <a:cubicBezTo>
                    <a:pt x="61677" y="236107"/>
                    <a:pt x="48618" y="297994"/>
                    <a:pt x="4852" y="342300"/>
                  </a:cubicBezTo>
                  <a:cubicBezTo>
                    <a:pt x="264" y="346520"/>
                    <a:pt x="264" y="347223"/>
                    <a:pt x="264" y="348278"/>
                  </a:cubicBezTo>
                  <a:cubicBezTo>
                    <a:pt x="264" y="350387"/>
                    <a:pt x="1676" y="351794"/>
                    <a:pt x="3793" y="351794"/>
                  </a:cubicBezTo>
                  <a:cubicBezTo>
                    <a:pt x="7323" y="351794"/>
                    <a:pt x="39088" y="327883"/>
                    <a:pt x="59912" y="283226"/>
                  </a:cubicBezTo>
                  <a:cubicBezTo>
                    <a:pt x="77912" y="244547"/>
                    <a:pt x="82148" y="205516"/>
                    <a:pt x="82148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8" name="Freeform: Shape 2017">
              <a:extLst>
                <a:ext uri="{FF2B5EF4-FFF2-40B4-BE49-F238E27FC236}">
                  <a16:creationId xmlns:a16="http://schemas.microsoft.com/office/drawing/2014/main" id="{BBE17815-63A2-F829-568D-C34E05B9E7B0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12129881" y="6605202"/>
              <a:ext cx="81883" cy="351630"/>
            </a:xfrm>
            <a:custGeom>
              <a:avLst/>
              <a:gdLst>
                <a:gd name="connsiteX0" fmla="*/ 82152 w 81883"/>
                <a:gd name="connsiteY0" fmla="*/ 348278 h 351630"/>
                <a:gd name="connsiteX1" fmla="*/ 76152 w 81883"/>
                <a:gd name="connsiteY1" fmla="*/ 340542 h 351630"/>
                <a:gd name="connsiteX2" fmla="*/ 20739 w 81883"/>
                <a:gd name="connsiteY2" fmla="*/ 175979 h 351630"/>
                <a:gd name="connsiteX3" fmla="*/ 77563 w 81883"/>
                <a:gd name="connsiteY3" fmla="*/ 9657 h 351630"/>
                <a:gd name="connsiteX4" fmla="*/ 82152 w 81883"/>
                <a:gd name="connsiteY4" fmla="*/ 3679 h 351630"/>
                <a:gd name="connsiteX5" fmla="*/ 78622 w 81883"/>
                <a:gd name="connsiteY5" fmla="*/ 163 h 351630"/>
                <a:gd name="connsiteX6" fmla="*/ 22504 w 81883"/>
                <a:gd name="connsiteY6" fmla="*/ 68731 h 351630"/>
                <a:gd name="connsiteX7" fmla="*/ 268 w 81883"/>
                <a:gd name="connsiteY7" fmla="*/ 175979 h 351630"/>
                <a:gd name="connsiteX8" fmla="*/ 23562 w 81883"/>
                <a:gd name="connsiteY8" fmla="*/ 285687 h 351630"/>
                <a:gd name="connsiteX9" fmla="*/ 78622 w 81883"/>
                <a:gd name="connsiteY9" fmla="*/ 351794 h 351630"/>
                <a:gd name="connsiteX10" fmla="*/ 82152 w 81883"/>
                <a:gd name="connsiteY10" fmla="*/ 348278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348278"/>
                  </a:moveTo>
                  <a:cubicBezTo>
                    <a:pt x="82152" y="347223"/>
                    <a:pt x="82152" y="346520"/>
                    <a:pt x="76152" y="340542"/>
                  </a:cubicBezTo>
                  <a:cubicBezTo>
                    <a:pt x="32033" y="296236"/>
                    <a:pt x="20739" y="229778"/>
                    <a:pt x="20739" y="175979"/>
                  </a:cubicBezTo>
                  <a:cubicBezTo>
                    <a:pt x="20739" y="114795"/>
                    <a:pt x="34151" y="53611"/>
                    <a:pt x="77563" y="9657"/>
                  </a:cubicBezTo>
                  <a:cubicBezTo>
                    <a:pt x="82152" y="5438"/>
                    <a:pt x="82152" y="4734"/>
                    <a:pt x="82152" y="3679"/>
                  </a:cubicBezTo>
                  <a:cubicBezTo>
                    <a:pt x="82152" y="1218"/>
                    <a:pt x="80740" y="163"/>
                    <a:pt x="78622" y="163"/>
                  </a:cubicBezTo>
                  <a:cubicBezTo>
                    <a:pt x="75093" y="163"/>
                    <a:pt x="43327" y="24074"/>
                    <a:pt x="22504" y="68731"/>
                  </a:cubicBezTo>
                  <a:cubicBezTo>
                    <a:pt x="4503" y="107411"/>
                    <a:pt x="268" y="146442"/>
                    <a:pt x="268" y="175979"/>
                  </a:cubicBezTo>
                  <a:cubicBezTo>
                    <a:pt x="268" y="203406"/>
                    <a:pt x="4150" y="245953"/>
                    <a:pt x="23562" y="285687"/>
                  </a:cubicBezTo>
                  <a:cubicBezTo>
                    <a:pt x="44739" y="328938"/>
                    <a:pt x="75093" y="351794"/>
                    <a:pt x="78622" y="351794"/>
                  </a:cubicBezTo>
                  <a:cubicBezTo>
                    <a:pt x="80740" y="351794"/>
                    <a:pt x="82152" y="350739"/>
                    <a:pt x="82152" y="34827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9" name="Freeform: Shape 2018">
              <a:extLst>
                <a:ext uri="{FF2B5EF4-FFF2-40B4-BE49-F238E27FC236}">
                  <a16:creationId xmlns:a16="http://schemas.microsoft.com/office/drawing/2014/main" id="{0E89035C-A36E-5488-D577-3D9406422112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12222863" y="6713856"/>
              <a:ext cx="167297" cy="158937"/>
            </a:xfrm>
            <a:custGeom>
              <a:avLst/>
              <a:gdLst>
                <a:gd name="connsiteX0" fmla="*/ 151686 w 167297"/>
                <a:gd name="connsiteY0" fmla="*/ 116202 h 158937"/>
                <a:gd name="connsiteX1" fmla="*/ 143921 w 167297"/>
                <a:gd name="connsiteY1" fmla="*/ 125696 h 158937"/>
                <a:gd name="connsiteX2" fmla="*/ 127685 w 167297"/>
                <a:gd name="connsiteY2" fmla="*/ 139761 h 158937"/>
                <a:gd name="connsiteX3" fmla="*/ 116744 w 167297"/>
                <a:gd name="connsiteY3" fmla="*/ 125344 h 158937"/>
                <a:gd name="connsiteX4" fmla="*/ 115332 w 167297"/>
                <a:gd name="connsiteY4" fmla="*/ 119367 h 158937"/>
                <a:gd name="connsiteX5" fmla="*/ 102626 w 167297"/>
                <a:gd name="connsiteY5" fmla="*/ 62402 h 158937"/>
                <a:gd name="connsiteX6" fmla="*/ 137215 w 167297"/>
                <a:gd name="connsiteY6" fmla="*/ 19855 h 158937"/>
                <a:gd name="connsiteX7" fmla="*/ 145686 w 167297"/>
                <a:gd name="connsiteY7" fmla="*/ 22668 h 158937"/>
                <a:gd name="connsiteX8" fmla="*/ 155215 w 167297"/>
                <a:gd name="connsiteY8" fmla="*/ 25833 h 158937"/>
                <a:gd name="connsiteX9" fmla="*/ 167569 w 167297"/>
                <a:gd name="connsiteY9" fmla="*/ 13174 h 158937"/>
                <a:gd name="connsiteX10" fmla="*/ 153098 w 167297"/>
                <a:gd name="connsiteY10" fmla="*/ 164 h 158937"/>
                <a:gd name="connsiteX11" fmla="*/ 99802 w 167297"/>
                <a:gd name="connsiteY11" fmla="*/ 50447 h 158937"/>
                <a:gd name="connsiteX12" fmla="*/ 95920 w 167297"/>
                <a:gd name="connsiteY12" fmla="*/ 31107 h 158937"/>
                <a:gd name="connsiteX13" fmla="*/ 77567 w 167297"/>
                <a:gd name="connsiteY13" fmla="*/ 164 h 158937"/>
                <a:gd name="connsiteX14" fmla="*/ 36272 w 167297"/>
                <a:gd name="connsiteY14" fmla="*/ 10361 h 158937"/>
                <a:gd name="connsiteX15" fmla="*/ 32389 w 167297"/>
                <a:gd name="connsiteY15" fmla="*/ 11768 h 158937"/>
                <a:gd name="connsiteX16" fmla="*/ 33801 w 167297"/>
                <a:gd name="connsiteY16" fmla="*/ 17042 h 158937"/>
                <a:gd name="connsiteX17" fmla="*/ 53566 w 167297"/>
                <a:gd name="connsiteY17" fmla="*/ 13174 h 158937"/>
                <a:gd name="connsiteX18" fmla="*/ 69449 w 167297"/>
                <a:gd name="connsiteY18" fmla="*/ 37437 h 158937"/>
                <a:gd name="connsiteX19" fmla="*/ 79684 w 167297"/>
                <a:gd name="connsiteY19" fmla="*/ 80687 h 158937"/>
                <a:gd name="connsiteX20" fmla="*/ 50743 w 167297"/>
                <a:gd name="connsiteY20" fmla="*/ 121828 h 158937"/>
                <a:gd name="connsiteX21" fmla="*/ 32742 w 167297"/>
                <a:gd name="connsiteY21" fmla="*/ 138706 h 158937"/>
                <a:gd name="connsiteX22" fmla="*/ 23566 w 167297"/>
                <a:gd name="connsiteY22" fmla="*/ 135542 h 158937"/>
                <a:gd name="connsiteX23" fmla="*/ 12271 w 167297"/>
                <a:gd name="connsiteY23" fmla="*/ 132025 h 158937"/>
                <a:gd name="connsiteX24" fmla="*/ 271 w 167297"/>
                <a:gd name="connsiteY24" fmla="*/ 144332 h 158937"/>
                <a:gd name="connsiteX25" fmla="*/ 17919 w 167297"/>
                <a:gd name="connsiteY25" fmla="*/ 159101 h 158937"/>
                <a:gd name="connsiteX26" fmla="*/ 50743 w 167297"/>
                <a:gd name="connsiteY26" fmla="*/ 134487 h 158937"/>
                <a:gd name="connsiteX27" fmla="*/ 82508 w 167297"/>
                <a:gd name="connsiteY27" fmla="*/ 93346 h 158937"/>
                <a:gd name="connsiteX28" fmla="*/ 93096 w 167297"/>
                <a:gd name="connsiteY28" fmla="*/ 135542 h 158937"/>
                <a:gd name="connsiteX29" fmla="*/ 113567 w 167297"/>
                <a:gd name="connsiteY29" fmla="*/ 159101 h 158937"/>
                <a:gd name="connsiteX30" fmla="*/ 156627 w 167297"/>
                <a:gd name="connsiteY30" fmla="*/ 119015 h 158937"/>
                <a:gd name="connsiteX31" fmla="*/ 151686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86" y="116202"/>
                  </a:moveTo>
                  <a:cubicBezTo>
                    <a:pt x="148862" y="119367"/>
                    <a:pt x="147098" y="121476"/>
                    <a:pt x="143921" y="125696"/>
                  </a:cubicBezTo>
                  <a:cubicBezTo>
                    <a:pt x="135803" y="136245"/>
                    <a:pt x="131568" y="139761"/>
                    <a:pt x="127685" y="139761"/>
                  </a:cubicBezTo>
                  <a:cubicBezTo>
                    <a:pt x="122391" y="139761"/>
                    <a:pt x="119215" y="135190"/>
                    <a:pt x="116744" y="125344"/>
                  </a:cubicBezTo>
                  <a:cubicBezTo>
                    <a:pt x="116038" y="122531"/>
                    <a:pt x="115685" y="120422"/>
                    <a:pt x="115332" y="119367"/>
                  </a:cubicBezTo>
                  <a:cubicBezTo>
                    <a:pt x="106508" y="83852"/>
                    <a:pt x="102626" y="67677"/>
                    <a:pt x="102626" y="62402"/>
                  </a:cubicBezTo>
                  <a:cubicBezTo>
                    <a:pt x="118156" y="35327"/>
                    <a:pt x="130862" y="19855"/>
                    <a:pt x="137215" y="19855"/>
                  </a:cubicBezTo>
                  <a:cubicBezTo>
                    <a:pt x="139333" y="19855"/>
                    <a:pt x="142156" y="20910"/>
                    <a:pt x="145686" y="22668"/>
                  </a:cubicBezTo>
                  <a:cubicBezTo>
                    <a:pt x="149921" y="25130"/>
                    <a:pt x="152392" y="25833"/>
                    <a:pt x="155215" y="25833"/>
                  </a:cubicBezTo>
                  <a:cubicBezTo>
                    <a:pt x="162627" y="25833"/>
                    <a:pt x="167569" y="20558"/>
                    <a:pt x="167569" y="13174"/>
                  </a:cubicBezTo>
                  <a:cubicBezTo>
                    <a:pt x="167569" y="5790"/>
                    <a:pt x="161568" y="164"/>
                    <a:pt x="153098" y="164"/>
                  </a:cubicBezTo>
                  <a:cubicBezTo>
                    <a:pt x="137568" y="164"/>
                    <a:pt x="124156" y="12822"/>
                    <a:pt x="99802" y="50447"/>
                  </a:cubicBezTo>
                  <a:lnTo>
                    <a:pt x="95920" y="31107"/>
                  </a:lnTo>
                  <a:cubicBezTo>
                    <a:pt x="90979" y="7196"/>
                    <a:pt x="87096" y="164"/>
                    <a:pt x="77567" y="164"/>
                  </a:cubicBezTo>
                  <a:cubicBezTo>
                    <a:pt x="69802" y="164"/>
                    <a:pt x="57802" y="3328"/>
                    <a:pt x="36272" y="10361"/>
                  </a:cubicBezTo>
                  <a:lnTo>
                    <a:pt x="32389" y="11768"/>
                  </a:lnTo>
                  <a:lnTo>
                    <a:pt x="33801" y="17042"/>
                  </a:lnTo>
                  <a:cubicBezTo>
                    <a:pt x="47213" y="13877"/>
                    <a:pt x="50390" y="13174"/>
                    <a:pt x="53566" y="13174"/>
                  </a:cubicBezTo>
                  <a:cubicBezTo>
                    <a:pt x="62390" y="13174"/>
                    <a:pt x="64508" y="16339"/>
                    <a:pt x="69449" y="37437"/>
                  </a:cubicBezTo>
                  <a:lnTo>
                    <a:pt x="79684" y="80687"/>
                  </a:lnTo>
                  <a:lnTo>
                    <a:pt x="50743" y="121828"/>
                  </a:lnTo>
                  <a:cubicBezTo>
                    <a:pt x="43684" y="132377"/>
                    <a:pt x="36625" y="138706"/>
                    <a:pt x="32742" y="138706"/>
                  </a:cubicBezTo>
                  <a:cubicBezTo>
                    <a:pt x="30625" y="138706"/>
                    <a:pt x="27095" y="137651"/>
                    <a:pt x="23566" y="135542"/>
                  </a:cubicBezTo>
                  <a:cubicBezTo>
                    <a:pt x="18977" y="133080"/>
                    <a:pt x="15095" y="132025"/>
                    <a:pt x="12271" y="132025"/>
                  </a:cubicBezTo>
                  <a:cubicBezTo>
                    <a:pt x="5565" y="132025"/>
                    <a:pt x="271" y="137300"/>
                    <a:pt x="271" y="144332"/>
                  </a:cubicBezTo>
                  <a:cubicBezTo>
                    <a:pt x="271" y="153475"/>
                    <a:pt x="7330" y="159101"/>
                    <a:pt x="17919" y="159101"/>
                  </a:cubicBezTo>
                  <a:cubicBezTo>
                    <a:pt x="28860" y="159101"/>
                    <a:pt x="33095" y="155936"/>
                    <a:pt x="50743" y="134487"/>
                  </a:cubicBezTo>
                  <a:cubicBezTo>
                    <a:pt x="60272" y="123235"/>
                    <a:pt x="67684" y="113741"/>
                    <a:pt x="82508" y="93346"/>
                  </a:cubicBezTo>
                  <a:lnTo>
                    <a:pt x="93096" y="135542"/>
                  </a:lnTo>
                  <a:cubicBezTo>
                    <a:pt x="97685" y="153475"/>
                    <a:pt x="102273" y="159101"/>
                    <a:pt x="113567" y="159101"/>
                  </a:cubicBezTo>
                  <a:cubicBezTo>
                    <a:pt x="126979" y="159101"/>
                    <a:pt x="136156" y="150662"/>
                    <a:pt x="156627" y="119015"/>
                  </a:cubicBezTo>
                  <a:lnTo>
                    <a:pt x="151686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0" name="Freeform: Shape 2019">
              <a:extLst>
                <a:ext uri="{FF2B5EF4-FFF2-40B4-BE49-F238E27FC236}">
                  <a16:creationId xmlns:a16="http://schemas.microsoft.com/office/drawing/2014/main" id="{5A5E1B93-8E20-B13E-F6CB-6A920C037D26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12469244" y="6773985"/>
              <a:ext cx="215651" cy="14065"/>
            </a:xfrm>
            <a:custGeom>
              <a:avLst/>
              <a:gdLst>
                <a:gd name="connsiteX0" fmla="*/ 203575 w 215651"/>
                <a:gd name="connsiteY0" fmla="*/ 14229 h 14065"/>
                <a:gd name="connsiteX1" fmla="*/ 215928 w 215651"/>
                <a:gd name="connsiteY1" fmla="*/ 7196 h 14065"/>
                <a:gd name="connsiteX2" fmla="*/ 203575 w 215651"/>
                <a:gd name="connsiteY2" fmla="*/ 164 h 14065"/>
                <a:gd name="connsiteX3" fmla="*/ 12630 w 215651"/>
                <a:gd name="connsiteY3" fmla="*/ 164 h 14065"/>
                <a:gd name="connsiteX4" fmla="*/ 277 w 215651"/>
                <a:gd name="connsiteY4" fmla="*/ 7196 h 14065"/>
                <a:gd name="connsiteX5" fmla="*/ 12630 w 215651"/>
                <a:gd name="connsiteY5" fmla="*/ 14229 h 14065"/>
                <a:gd name="connsiteX6" fmla="*/ 203575 w 215651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75" y="14229"/>
                  </a:moveTo>
                  <a:cubicBezTo>
                    <a:pt x="209575" y="14229"/>
                    <a:pt x="215928" y="14229"/>
                    <a:pt x="215928" y="7196"/>
                  </a:cubicBezTo>
                  <a:cubicBezTo>
                    <a:pt x="215928" y="164"/>
                    <a:pt x="209575" y="164"/>
                    <a:pt x="203575" y="164"/>
                  </a:cubicBezTo>
                  <a:lnTo>
                    <a:pt x="12630" y="164"/>
                  </a:lnTo>
                  <a:cubicBezTo>
                    <a:pt x="6630" y="164"/>
                    <a:pt x="277" y="164"/>
                    <a:pt x="277" y="7196"/>
                  </a:cubicBezTo>
                  <a:cubicBezTo>
                    <a:pt x="277" y="14229"/>
                    <a:pt x="6630" y="14229"/>
                    <a:pt x="12630" y="14229"/>
                  </a:cubicBezTo>
                  <a:lnTo>
                    <a:pt x="203575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1" name="Freeform: Shape 2020">
              <a:extLst>
                <a:ext uri="{FF2B5EF4-FFF2-40B4-BE49-F238E27FC236}">
                  <a16:creationId xmlns:a16="http://schemas.microsoft.com/office/drawing/2014/main" id="{661B15CD-24CC-541A-5C63-09DAE721FD21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12754888" y="6713856"/>
              <a:ext cx="167297" cy="158937"/>
            </a:xfrm>
            <a:custGeom>
              <a:avLst/>
              <a:gdLst>
                <a:gd name="connsiteX0" fmla="*/ 151701 w 167297"/>
                <a:gd name="connsiteY0" fmla="*/ 116202 h 158937"/>
                <a:gd name="connsiteX1" fmla="*/ 143936 w 167297"/>
                <a:gd name="connsiteY1" fmla="*/ 125696 h 158937"/>
                <a:gd name="connsiteX2" fmla="*/ 127700 w 167297"/>
                <a:gd name="connsiteY2" fmla="*/ 139761 h 158937"/>
                <a:gd name="connsiteX3" fmla="*/ 116759 w 167297"/>
                <a:gd name="connsiteY3" fmla="*/ 125344 h 158937"/>
                <a:gd name="connsiteX4" fmla="*/ 115347 w 167297"/>
                <a:gd name="connsiteY4" fmla="*/ 119367 h 158937"/>
                <a:gd name="connsiteX5" fmla="*/ 102641 w 167297"/>
                <a:gd name="connsiteY5" fmla="*/ 62402 h 158937"/>
                <a:gd name="connsiteX6" fmla="*/ 137230 w 167297"/>
                <a:gd name="connsiteY6" fmla="*/ 19855 h 158937"/>
                <a:gd name="connsiteX7" fmla="*/ 145701 w 167297"/>
                <a:gd name="connsiteY7" fmla="*/ 22668 h 158937"/>
                <a:gd name="connsiteX8" fmla="*/ 155230 w 167297"/>
                <a:gd name="connsiteY8" fmla="*/ 25833 h 158937"/>
                <a:gd name="connsiteX9" fmla="*/ 167584 w 167297"/>
                <a:gd name="connsiteY9" fmla="*/ 13174 h 158937"/>
                <a:gd name="connsiteX10" fmla="*/ 153113 w 167297"/>
                <a:gd name="connsiteY10" fmla="*/ 164 h 158937"/>
                <a:gd name="connsiteX11" fmla="*/ 99817 w 167297"/>
                <a:gd name="connsiteY11" fmla="*/ 50447 h 158937"/>
                <a:gd name="connsiteX12" fmla="*/ 95935 w 167297"/>
                <a:gd name="connsiteY12" fmla="*/ 31107 h 158937"/>
                <a:gd name="connsiteX13" fmla="*/ 77582 w 167297"/>
                <a:gd name="connsiteY13" fmla="*/ 164 h 158937"/>
                <a:gd name="connsiteX14" fmla="*/ 36287 w 167297"/>
                <a:gd name="connsiteY14" fmla="*/ 10361 h 158937"/>
                <a:gd name="connsiteX15" fmla="*/ 32404 w 167297"/>
                <a:gd name="connsiteY15" fmla="*/ 11768 h 158937"/>
                <a:gd name="connsiteX16" fmla="*/ 33816 w 167297"/>
                <a:gd name="connsiteY16" fmla="*/ 17042 h 158937"/>
                <a:gd name="connsiteX17" fmla="*/ 53581 w 167297"/>
                <a:gd name="connsiteY17" fmla="*/ 13174 h 158937"/>
                <a:gd name="connsiteX18" fmla="*/ 69464 w 167297"/>
                <a:gd name="connsiteY18" fmla="*/ 37437 h 158937"/>
                <a:gd name="connsiteX19" fmla="*/ 79699 w 167297"/>
                <a:gd name="connsiteY19" fmla="*/ 80687 h 158937"/>
                <a:gd name="connsiteX20" fmla="*/ 50758 w 167297"/>
                <a:gd name="connsiteY20" fmla="*/ 121828 h 158937"/>
                <a:gd name="connsiteX21" fmla="*/ 32757 w 167297"/>
                <a:gd name="connsiteY21" fmla="*/ 138706 h 158937"/>
                <a:gd name="connsiteX22" fmla="*/ 23581 w 167297"/>
                <a:gd name="connsiteY22" fmla="*/ 135542 h 158937"/>
                <a:gd name="connsiteX23" fmla="*/ 12286 w 167297"/>
                <a:gd name="connsiteY23" fmla="*/ 132025 h 158937"/>
                <a:gd name="connsiteX24" fmla="*/ 286 w 167297"/>
                <a:gd name="connsiteY24" fmla="*/ 144332 h 158937"/>
                <a:gd name="connsiteX25" fmla="*/ 17934 w 167297"/>
                <a:gd name="connsiteY25" fmla="*/ 159101 h 158937"/>
                <a:gd name="connsiteX26" fmla="*/ 50758 w 167297"/>
                <a:gd name="connsiteY26" fmla="*/ 134487 h 158937"/>
                <a:gd name="connsiteX27" fmla="*/ 82523 w 167297"/>
                <a:gd name="connsiteY27" fmla="*/ 93346 h 158937"/>
                <a:gd name="connsiteX28" fmla="*/ 93111 w 167297"/>
                <a:gd name="connsiteY28" fmla="*/ 135542 h 158937"/>
                <a:gd name="connsiteX29" fmla="*/ 113582 w 167297"/>
                <a:gd name="connsiteY29" fmla="*/ 159101 h 158937"/>
                <a:gd name="connsiteX30" fmla="*/ 156642 w 167297"/>
                <a:gd name="connsiteY30" fmla="*/ 119015 h 158937"/>
                <a:gd name="connsiteX31" fmla="*/ 151701 w 167297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1" y="116202"/>
                  </a:moveTo>
                  <a:cubicBezTo>
                    <a:pt x="148877" y="119367"/>
                    <a:pt x="147112" y="121476"/>
                    <a:pt x="143936" y="125696"/>
                  </a:cubicBezTo>
                  <a:cubicBezTo>
                    <a:pt x="135818" y="136245"/>
                    <a:pt x="131583" y="139761"/>
                    <a:pt x="127700" y="139761"/>
                  </a:cubicBezTo>
                  <a:cubicBezTo>
                    <a:pt x="122406" y="139761"/>
                    <a:pt x="119230" y="135190"/>
                    <a:pt x="116759" y="125344"/>
                  </a:cubicBezTo>
                  <a:cubicBezTo>
                    <a:pt x="116053" y="122531"/>
                    <a:pt x="115700" y="120422"/>
                    <a:pt x="115347" y="119367"/>
                  </a:cubicBezTo>
                  <a:cubicBezTo>
                    <a:pt x="106523" y="83852"/>
                    <a:pt x="102641" y="67677"/>
                    <a:pt x="102641" y="62402"/>
                  </a:cubicBezTo>
                  <a:cubicBezTo>
                    <a:pt x="118171" y="35327"/>
                    <a:pt x="130877" y="19855"/>
                    <a:pt x="137230" y="19855"/>
                  </a:cubicBezTo>
                  <a:cubicBezTo>
                    <a:pt x="139348" y="19855"/>
                    <a:pt x="142171" y="20910"/>
                    <a:pt x="145701" y="22668"/>
                  </a:cubicBezTo>
                  <a:cubicBezTo>
                    <a:pt x="149936" y="25130"/>
                    <a:pt x="152407" y="25833"/>
                    <a:pt x="155230" y="25833"/>
                  </a:cubicBezTo>
                  <a:cubicBezTo>
                    <a:pt x="162642" y="25833"/>
                    <a:pt x="167584" y="20558"/>
                    <a:pt x="167584" y="13174"/>
                  </a:cubicBezTo>
                  <a:cubicBezTo>
                    <a:pt x="167584" y="5790"/>
                    <a:pt x="161583" y="164"/>
                    <a:pt x="153113" y="164"/>
                  </a:cubicBezTo>
                  <a:cubicBezTo>
                    <a:pt x="137583" y="164"/>
                    <a:pt x="124171" y="12822"/>
                    <a:pt x="99817" y="50447"/>
                  </a:cubicBezTo>
                  <a:lnTo>
                    <a:pt x="95935" y="31107"/>
                  </a:lnTo>
                  <a:cubicBezTo>
                    <a:pt x="90994" y="7196"/>
                    <a:pt x="87111" y="164"/>
                    <a:pt x="77582" y="164"/>
                  </a:cubicBezTo>
                  <a:cubicBezTo>
                    <a:pt x="69817" y="164"/>
                    <a:pt x="57817" y="3328"/>
                    <a:pt x="36287" y="10361"/>
                  </a:cubicBezTo>
                  <a:lnTo>
                    <a:pt x="32404" y="11768"/>
                  </a:lnTo>
                  <a:lnTo>
                    <a:pt x="33816" y="17042"/>
                  </a:lnTo>
                  <a:cubicBezTo>
                    <a:pt x="47228" y="13877"/>
                    <a:pt x="50405" y="13174"/>
                    <a:pt x="53581" y="13174"/>
                  </a:cubicBezTo>
                  <a:cubicBezTo>
                    <a:pt x="62405" y="13174"/>
                    <a:pt x="64523" y="16339"/>
                    <a:pt x="69464" y="37437"/>
                  </a:cubicBezTo>
                  <a:lnTo>
                    <a:pt x="79699" y="80687"/>
                  </a:lnTo>
                  <a:lnTo>
                    <a:pt x="50758" y="121828"/>
                  </a:lnTo>
                  <a:cubicBezTo>
                    <a:pt x="43699" y="132377"/>
                    <a:pt x="36640" y="138706"/>
                    <a:pt x="32757" y="138706"/>
                  </a:cubicBezTo>
                  <a:cubicBezTo>
                    <a:pt x="30640" y="138706"/>
                    <a:pt x="27110" y="137651"/>
                    <a:pt x="23581" y="135542"/>
                  </a:cubicBezTo>
                  <a:cubicBezTo>
                    <a:pt x="18992" y="133080"/>
                    <a:pt x="15110" y="132025"/>
                    <a:pt x="12286" y="132025"/>
                  </a:cubicBezTo>
                  <a:cubicBezTo>
                    <a:pt x="5580" y="132025"/>
                    <a:pt x="286" y="137300"/>
                    <a:pt x="286" y="144332"/>
                  </a:cubicBezTo>
                  <a:cubicBezTo>
                    <a:pt x="286" y="153475"/>
                    <a:pt x="7345" y="159101"/>
                    <a:pt x="17934" y="159101"/>
                  </a:cubicBezTo>
                  <a:cubicBezTo>
                    <a:pt x="28875" y="159101"/>
                    <a:pt x="33110" y="155936"/>
                    <a:pt x="50758" y="134487"/>
                  </a:cubicBezTo>
                  <a:cubicBezTo>
                    <a:pt x="60287" y="123235"/>
                    <a:pt x="67699" y="113741"/>
                    <a:pt x="82523" y="93346"/>
                  </a:cubicBezTo>
                  <a:lnTo>
                    <a:pt x="93111" y="135542"/>
                  </a:lnTo>
                  <a:cubicBezTo>
                    <a:pt x="97700" y="153475"/>
                    <a:pt x="102288" y="159101"/>
                    <a:pt x="113582" y="159101"/>
                  </a:cubicBezTo>
                  <a:cubicBezTo>
                    <a:pt x="126994" y="159101"/>
                    <a:pt x="136171" y="150662"/>
                    <a:pt x="156642" y="119015"/>
                  </a:cubicBezTo>
                  <a:lnTo>
                    <a:pt x="151701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2" name="Freeform: Shape 2021">
              <a:extLst>
                <a:ext uri="{FF2B5EF4-FFF2-40B4-BE49-F238E27FC236}">
                  <a16:creationId xmlns:a16="http://schemas.microsoft.com/office/drawing/2014/main" id="{B51A02D7-B632-8F0B-D201-46FD6067555D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12924847" y="6746342"/>
              <a:ext cx="120143" cy="175899"/>
            </a:xfrm>
            <a:custGeom>
              <a:avLst/>
              <a:gdLst>
                <a:gd name="connsiteX0" fmla="*/ 120433 w 120143"/>
                <a:gd name="connsiteY0" fmla="*/ 115958 h 175899"/>
                <a:gd name="connsiteX1" fmla="*/ 93793 w 120143"/>
                <a:gd name="connsiteY1" fmla="*/ 115958 h 175899"/>
                <a:gd name="connsiteX2" fmla="*/ 93793 w 120143"/>
                <a:gd name="connsiteY2" fmla="*/ 166 h 175899"/>
                <a:gd name="connsiteX3" fmla="*/ 82301 w 120143"/>
                <a:gd name="connsiteY3" fmla="*/ 166 h 175899"/>
                <a:gd name="connsiteX4" fmla="*/ 290 w 120143"/>
                <a:gd name="connsiteY4" fmla="*/ 115958 h 175899"/>
                <a:gd name="connsiteX5" fmla="*/ 290 w 120143"/>
                <a:gd name="connsiteY5" fmla="*/ 132611 h 175899"/>
                <a:gd name="connsiteX6" fmla="*/ 73682 w 120143"/>
                <a:gd name="connsiteY6" fmla="*/ 132611 h 175899"/>
                <a:gd name="connsiteX7" fmla="*/ 73682 w 120143"/>
                <a:gd name="connsiteY7" fmla="*/ 176066 h 175899"/>
                <a:gd name="connsiteX8" fmla="*/ 93793 w 120143"/>
                <a:gd name="connsiteY8" fmla="*/ 176066 h 175899"/>
                <a:gd name="connsiteX9" fmla="*/ 93793 w 120143"/>
                <a:gd name="connsiteY9" fmla="*/ 132611 h 175899"/>
                <a:gd name="connsiteX10" fmla="*/ 120433 w 120143"/>
                <a:gd name="connsiteY10" fmla="*/ 132611 h 175899"/>
                <a:gd name="connsiteX11" fmla="*/ 120433 w 120143"/>
                <a:gd name="connsiteY11" fmla="*/ 115958 h 175899"/>
                <a:gd name="connsiteX12" fmla="*/ 73421 w 120143"/>
                <a:gd name="connsiteY12" fmla="*/ 115958 h 175899"/>
                <a:gd name="connsiteX13" fmla="*/ 10737 w 120143"/>
                <a:gd name="connsiteY13" fmla="*/ 115958 h 175899"/>
                <a:gd name="connsiteX14" fmla="*/ 73421 w 120143"/>
                <a:gd name="connsiteY14" fmla="*/ 26707 h 175899"/>
                <a:gd name="connsiteX15" fmla="*/ 73421 w 120143"/>
                <a:gd name="connsiteY15" fmla="*/ 115958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33" y="115958"/>
                  </a:moveTo>
                  <a:lnTo>
                    <a:pt x="93793" y="115958"/>
                  </a:lnTo>
                  <a:lnTo>
                    <a:pt x="93793" y="166"/>
                  </a:lnTo>
                  <a:lnTo>
                    <a:pt x="82301" y="166"/>
                  </a:lnTo>
                  <a:lnTo>
                    <a:pt x="290" y="115958"/>
                  </a:lnTo>
                  <a:lnTo>
                    <a:pt x="290" y="132611"/>
                  </a:lnTo>
                  <a:lnTo>
                    <a:pt x="73682" y="132611"/>
                  </a:lnTo>
                  <a:lnTo>
                    <a:pt x="73682" y="176066"/>
                  </a:lnTo>
                  <a:lnTo>
                    <a:pt x="93793" y="176066"/>
                  </a:lnTo>
                  <a:lnTo>
                    <a:pt x="93793" y="132611"/>
                  </a:lnTo>
                  <a:lnTo>
                    <a:pt x="120433" y="132611"/>
                  </a:lnTo>
                  <a:lnTo>
                    <a:pt x="120433" y="115958"/>
                  </a:lnTo>
                  <a:close/>
                  <a:moveTo>
                    <a:pt x="73421" y="115958"/>
                  </a:moveTo>
                  <a:lnTo>
                    <a:pt x="10737" y="115958"/>
                  </a:lnTo>
                  <a:lnTo>
                    <a:pt x="73421" y="26707"/>
                  </a:lnTo>
                  <a:lnTo>
                    <a:pt x="73421" y="11595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3" name="Freeform: Shape 2022">
              <a:extLst>
                <a:ext uri="{FF2B5EF4-FFF2-40B4-BE49-F238E27FC236}">
                  <a16:creationId xmlns:a16="http://schemas.microsoft.com/office/drawing/2014/main" id="{9BA63634-80A9-9FDF-3585-31597B676EB7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13090624" y="6605202"/>
              <a:ext cx="81883" cy="351630"/>
            </a:xfrm>
            <a:custGeom>
              <a:avLst/>
              <a:gdLst>
                <a:gd name="connsiteX0" fmla="*/ 82179 w 81883"/>
                <a:gd name="connsiteY0" fmla="*/ 175979 h 351630"/>
                <a:gd name="connsiteX1" fmla="*/ 58884 w 81883"/>
                <a:gd name="connsiteY1" fmla="*/ 66270 h 351630"/>
                <a:gd name="connsiteX2" fmla="*/ 3825 w 81883"/>
                <a:gd name="connsiteY2" fmla="*/ 163 h 351630"/>
                <a:gd name="connsiteX3" fmla="*/ 295 w 81883"/>
                <a:gd name="connsiteY3" fmla="*/ 3679 h 351630"/>
                <a:gd name="connsiteX4" fmla="*/ 7001 w 81883"/>
                <a:gd name="connsiteY4" fmla="*/ 11767 h 351630"/>
                <a:gd name="connsiteX5" fmla="*/ 61708 w 81883"/>
                <a:gd name="connsiteY5" fmla="*/ 175979 h 351630"/>
                <a:gd name="connsiteX6" fmla="*/ 4883 w 81883"/>
                <a:gd name="connsiteY6" fmla="*/ 342300 h 351630"/>
                <a:gd name="connsiteX7" fmla="*/ 295 w 81883"/>
                <a:gd name="connsiteY7" fmla="*/ 348278 h 351630"/>
                <a:gd name="connsiteX8" fmla="*/ 3825 w 81883"/>
                <a:gd name="connsiteY8" fmla="*/ 351794 h 351630"/>
                <a:gd name="connsiteX9" fmla="*/ 59943 w 81883"/>
                <a:gd name="connsiteY9" fmla="*/ 283226 h 351630"/>
                <a:gd name="connsiteX10" fmla="*/ 82179 w 81883"/>
                <a:gd name="connsiteY10" fmla="*/ 17597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79" y="175979"/>
                  </a:moveTo>
                  <a:cubicBezTo>
                    <a:pt x="82179" y="148551"/>
                    <a:pt x="78297" y="106004"/>
                    <a:pt x="58884" y="66270"/>
                  </a:cubicBezTo>
                  <a:cubicBezTo>
                    <a:pt x="37708" y="23019"/>
                    <a:pt x="7354" y="163"/>
                    <a:pt x="3825" y="163"/>
                  </a:cubicBezTo>
                  <a:cubicBezTo>
                    <a:pt x="1707" y="163"/>
                    <a:pt x="295" y="1570"/>
                    <a:pt x="295" y="3679"/>
                  </a:cubicBezTo>
                  <a:cubicBezTo>
                    <a:pt x="295" y="4734"/>
                    <a:pt x="295" y="5438"/>
                    <a:pt x="7001" y="11767"/>
                  </a:cubicBezTo>
                  <a:cubicBezTo>
                    <a:pt x="41590" y="46578"/>
                    <a:pt x="61708" y="102488"/>
                    <a:pt x="61708" y="175979"/>
                  </a:cubicBezTo>
                  <a:cubicBezTo>
                    <a:pt x="61708" y="236107"/>
                    <a:pt x="48649" y="297994"/>
                    <a:pt x="4883" y="342300"/>
                  </a:cubicBezTo>
                  <a:cubicBezTo>
                    <a:pt x="295" y="346520"/>
                    <a:pt x="295" y="347223"/>
                    <a:pt x="295" y="348278"/>
                  </a:cubicBezTo>
                  <a:cubicBezTo>
                    <a:pt x="295" y="350387"/>
                    <a:pt x="1707" y="351794"/>
                    <a:pt x="3825" y="351794"/>
                  </a:cubicBezTo>
                  <a:cubicBezTo>
                    <a:pt x="7354" y="351794"/>
                    <a:pt x="39119" y="327883"/>
                    <a:pt x="59943" y="283226"/>
                  </a:cubicBezTo>
                  <a:cubicBezTo>
                    <a:pt x="77944" y="244547"/>
                    <a:pt x="82179" y="205516"/>
                    <a:pt x="82179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4" name="Freeform: Shape 2023">
              <a:extLst>
                <a:ext uri="{FF2B5EF4-FFF2-40B4-BE49-F238E27FC236}">
                  <a16:creationId xmlns:a16="http://schemas.microsoft.com/office/drawing/2014/main" id="{7ACBC00C-94FC-E4B3-F2A7-23B98913706E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8460407" y="7012574"/>
              <a:ext cx="5043016" cy="14114"/>
            </a:xfrm>
            <a:custGeom>
              <a:avLst/>
              <a:gdLst>
                <a:gd name="connsiteX0" fmla="*/ 0 w 5043016"/>
                <a:gd name="connsiteY0" fmla="*/ 0 h 14114"/>
                <a:gd name="connsiteX1" fmla="*/ 5043017 w 5043016"/>
                <a:gd name="connsiteY1" fmla="*/ 0 h 14114"/>
                <a:gd name="connsiteX2" fmla="*/ 5043017 w 5043016"/>
                <a:gd name="connsiteY2" fmla="*/ 14114 h 14114"/>
                <a:gd name="connsiteX3" fmla="*/ 0 w 5043016"/>
                <a:gd name="connsiteY3" fmla="*/ 14114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016" h="14114">
                  <a:moveTo>
                    <a:pt x="0" y="0"/>
                  </a:moveTo>
                  <a:lnTo>
                    <a:pt x="5043017" y="0"/>
                  </a:lnTo>
                  <a:lnTo>
                    <a:pt x="5043017" y="14114"/>
                  </a:lnTo>
                  <a:lnTo>
                    <a:pt x="0" y="141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6" name="Freeform: Shape 2025">
              <a:extLst>
                <a:ext uri="{FF2B5EF4-FFF2-40B4-BE49-F238E27FC236}">
                  <a16:creationId xmlns:a16="http://schemas.microsoft.com/office/drawing/2014/main" id="{8A9B08C2-EAEF-3DDF-2BEF-B9DF5D4540AA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8495349" y="7086268"/>
              <a:ext cx="81883" cy="351630"/>
            </a:xfrm>
            <a:custGeom>
              <a:avLst/>
              <a:gdLst>
                <a:gd name="connsiteX0" fmla="*/ 82050 w 81883"/>
                <a:gd name="connsiteY0" fmla="*/ 348291 h 351630"/>
                <a:gd name="connsiteX1" fmla="*/ 76049 w 81883"/>
                <a:gd name="connsiteY1" fmla="*/ 340555 h 351630"/>
                <a:gd name="connsiteX2" fmla="*/ 20637 w 81883"/>
                <a:gd name="connsiteY2" fmla="*/ 175992 h 351630"/>
                <a:gd name="connsiteX3" fmla="*/ 77461 w 81883"/>
                <a:gd name="connsiteY3" fmla="*/ 9671 h 351630"/>
                <a:gd name="connsiteX4" fmla="*/ 82050 w 81883"/>
                <a:gd name="connsiteY4" fmla="*/ 3693 h 351630"/>
                <a:gd name="connsiteX5" fmla="*/ 78520 w 81883"/>
                <a:gd name="connsiteY5" fmla="*/ 177 h 351630"/>
                <a:gd name="connsiteX6" fmla="*/ 22401 w 81883"/>
                <a:gd name="connsiteY6" fmla="*/ 68745 h 351630"/>
                <a:gd name="connsiteX7" fmla="*/ 166 w 81883"/>
                <a:gd name="connsiteY7" fmla="*/ 175992 h 351630"/>
                <a:gd name="connsiteX8" fmla="*/ 23460 w 81883"/>
                <a:gd name="connsiteY8" fmla="*/ 285701 h 351630"/>
                <a:gd name="connsiteX9" fmla="*/ 78520 w 81883"/>
                <a:gd name="connsiteY9" fmla="*/ 351808 h 351630"/>
                <a:gd name="connsiteX10" fmla="*/ 82050 w 81883"/>
                <a:gd name="connsiteY10" fmla="*/ 34829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0" y="348291"/>
                  </a:moveTo>
                  <a:cubicBezTo>
                    <a:pt x="82050" y="347236"/>
                    <a:pt x="82050" y="346533"/>
                    <a:pt x="76049" y="340555"/>
                  </a:cubicBezTo>
                  <a:cubicBezTo>
                    <a:pt x="31931" y="296250"/>
                    <a:pt x="20637" y="229792"/>
                    <a:pt x="20637" y="175992"/>
                  </a:cubicBezTo>
                  <a:cubicBezTo>
                    <a:pt x="20637" y="114808"/>
                    <a:pt x="34049" y="53625"/>
                    <a:pt x="77461" y="9671"/>
                  </a:cubicBezTo>
                  <a:cubicBezTo>
                    <a:pt x="82050" y="5451"/>
                    <a:pt x="82050" y="4748"/>
                    <a:pt x="82050" y="3693"/>
                  </a:cubicBezTo>
                  <a:cubicBezTo>
                    <a:pt x="82050" y="1232"/>
                    <a:pt x="80638" y="177"/>
                    <a:pt x="78520" y="177"/>
                  </a:cubicBezTo>
                  <a:cubicBezTo>
                    <a:pt x="74991" y="177"/>
                    <a:pt x="43225" y="24088"/>
                    <a:pt x="22401" y="68745"/>
                  </a:cubicBezTo>
                  <a:cubicBezTo>
                    <a:pt x="4401" y="107424"/>
                    <a:pt x="166" y="146455"/>
                    <a:pt x="166" y="175992"/>
                  </a:cubicBezTo>
                  <a:cubicBezTo>
                    <a:pt x="166" y="203419"/>
                    <a:pt x="4048" y="245967"/>
                    <a:pt x="23460" y="285701"/>
                  </a:cubicBezTo>
                  <a:cubicBezTo>
                    <a:pt x="44637" y="328952"/>
                    <a:pt x="74991" y="351808"/>
                    <a:pt x="78520" y="351808"/>
                  </a:cubicBezTo>
                  <a:cubicBezTo>
                    <a:pt x="80638" y="351808"/>
                    <a:pt x="82050" y="350753"/>
                    <a:pt x="82050" y="34829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7" name="Freeform: Shape 2026">
              <a:extLst>
                <a:ext uri="{FF2B5EF4-FFF2-40B4-BE49-F238E27FC236}">
                  <a16:creationId xmlns:a16="http://schemas.microsoft.com/office/drawing/2014/main" id="{2F37BF1E-5FA3-44DC-C725-BD55A58A8738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8588331" y="7194922"/>
              <a:ext cx="167297" cy="158937"/>
            </a:xfrm>
            <a:custGeom>
              <a:avLst/>
              <a:gdLst>
                <a:gd name="connsiteX0" fmla="*/ 151584 w 167297"/>
                <a:gd name="connsiteY0" fmla="*/ 116216 h 158937"/>
                <a:gd name="connsiteX1" fmla="*/ 143819 w 167297"/>
                <a:gd name="connsiteY1" fmla="*/ 125710 h 158937"/>
                <a:gd name="connsiteX2" fmla="*/ 127583 w 167297"/>
                <a:gd name="connsiteY2" fmla="*/ 139775 h 158937"/>
                <a:gd name="connsiteX3" fmla="*/ 116642 w 167297"/>
                <a:gd name="connsiteY3" fmla="*/ 125358 h 158937"/>
                <a:gd name="connsiteX4" fmla="*/ 115230 w 167297"/>
                <a:gd name="connsiteY4" fmla="*/ 119380 h 158937"/>
                <a:gd name="connsiteX5" fmla="*/ 102524 w 167297"/>
                <a:gd name="connsiteY5" fmla="*/ 62416 h 158937"/>
                <a:gd name="connsiteX6" fmla="*/ 137113 w 167297"/>
                <a:gd name="connsiteY6" fmla="*/ 19869 h 158937"/>
                <a:gd name="connsiteX7" fmla="*/ 145584 w 167297"/>
                <a:gd name="connsiteY7" fmla="*/ 22682 h 158937"/>
                <a:gd name="connsiteX8" fmla="*/ 155113 w 167297"/>
                <a:gd name="connsiteY8" fmla="*/ 25846 h 158937"/>
                <a:gd name="connsiteX9" fmla="*/ 167466 w 167297"/>
                <a:gd name="connsiteY9" fmla="*/ 13188 h 158937"/>
                <a:gd name="connsiteX10" fmla="*/ 152995 w 167297"/>
                <a:gd name="connsiteY10" fmla="*/ 177 h 158937"/>
                <a:gd name="connsiteX11" fmla="*/ 99700 w 167297"/>
                <a:gd name="connsiteY11" fmla="*/ 50461 h 158937"/>
                <a:gd name="connsiteX12" fmla="*/ 95818 w 167297"/>
                <a:gd name="connsiteY12" fmla="*/ 31121 h 158937"/>
                <a:gd name="connsiteX13" fmla="*/ 77465 w 167297"/>
                <a:gd name="connsiteY13" fmla="*/ 177 h 158937"/>
                <a:gd name="connsiteX14" fmla="*/ 36170 w 167297"/>
                <a:gd name="connsiteY14" fmla="*/ 10375 h 158937"/>
                <a:gd name="connsiteX15" fmla="*/ 32287 w 167297"/>
                <a:gd name="connsiteY15" fmla="*/ 11781 h 158937"/>
                <a:gd name="connsiteX16" fmla="*/ 33699 w 167297"/>
                <a:gd name="connsiteY16" fmla="*/ 17056 h 158937"/>
                <a:gd name="connsiteX17" fmla="*/ 53464 w 167297"/>
                <a:gd name="connsiteY17" fmla="*/ 13188 h 158937"/>
                <a:gd name="connsiteX18" fmla="*/ 69347 w 167297"/>
                <a:gd name="connsiteY18" fmla="*/ 37450 h 158937"/>
                <a:gd name="connsiteX19" fmla="*/ 79582 w 167297"/>
                <a:gd name="connsiteY19" fmla="*/ 80701 h 158937"/>
                <a:gd name="connsiteX20" fmla="*/ 50641 w 167297"/>
                <a:gd name="connsiteY20" fmla="*/ 121842 h 158937"/>
                <a:gd name="connsiteX21" fmla="*/ 32640 w 167297"/>
                <a:gd name="connsiteY21" fmla="*/ 138720 h 158937"/>
                <a:gd name="connsiteX22" fmla="*/ 23463 w 167297"/>
                <a:gd name="connsiteY22" fmla="*/ 135555 h 158937"/>
                <a:gd name="connsiteX23" fmla="*/ 12169 w 167297"/>
                <a:gd name="connsiteY23" fmla="*/ 132039 h 158937"/>
                <a:gd name="connsiteX24" fmla="*/ 169 w 167297"/>
                <a:gd name="connsiteY24" fmla="*/ 144346 h 158937"/>
                <a:gd name="connsiteX25" fmla="*/ 17816 w 167297"/>
                <a:gd name="connsiteY25" fmla="*/ 159115 h 158937"/>
                <a:gd name="connsiteX26" fmla="*/ 50641 w 167297"/>
                <a:gd name="connsiteY26" fmla="*/ 134500 h 158937"/>
                <a:gd name="connsiteX27" fmla="*/ 82406 w 167297"/>
                <a:gd name="connsiteY27" fmla="*/ 93360 h 158937"/>
                <a:gd name="connsiteX28" fmla="*/ 92994 w 167297"/>
                <a:gd name="connsiteY28" fmla="*/ 135555 h 158937"/>
                <a:gd name="connsiteX29" fmla="*/ 113465 w 167297"/>
                <a:gd name="connsiteY29" fmla="*/ 159115 h 158937"/>
                <a:gd name="connsiteX30" fmla="*/ 156525 w 167297"/>
                <a:gd name="connsiteY30" fmla="*/ 119029 h 158937"/>
                <a:gd name="connsiteX31" fmla="*/ 151584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84" y="116216"/>
                  </a:moveTo>
                  <a:cubicBezTo>
                    <a:pt x="148760" y="119380"/>
                    <a:pt x="146995" y="121490"/>
                    <a:pt x="143819" y="125710"/>
                  </a:cubicBezTo>
                  <a:cubicBezTo>
                    <a:pt x="135701" y="136259"/>
                    <a:pt x="131466" y="139775"/>
                    <a:pt x="127583" y="139775"/>
                  </a:cubicBezTo>
                  <a:cubicBezTo>
                    <a:pt x="122289" y="139775"/>
                    <a:pt x="119112" y="135204"/>
                    <a:pt x="116642" y="125358"/>
                  </a:cubicBezTo>
                  <a:cubicBezTo>
                    <a:pt x="115936" y="122545"/>
                    <a:pt x="115583" y="120435"/>
                    <a:pt x="115230" y="119380"/>
                  </a:cubicBezTo>
                  <a:cubicBezTo>
                    <a:pt x="106406" y="83866"/>
                    <a:pt x="102524" y="67690"/>
                    <a:pt x="102524" y="62416"/>
                  </a:cubicBezTo>
                  <a:cubicBezTo>
                    <a:pt x="118054" y="35340"/>
                    <a:pt x="130760" y="19869"/>
                    <a:pt x="137113" y="19869"/>
                  </a:cubicBezTo>
                  <a:cubicBezTo>
                    <a:pt x="139230" y="19869"/>
                    <a:pt x="142054" y="20924"/>
                    <a:pt x="145584" y="22682"/>
                  </a:cubicBezTo>
                  <a:cubicBezTo>
                    <a:pt x="149819" y="25143"/>
                    <a:pt x="152290" y="25846"/>
                    <a:pt x="155113" y="25846"/>
                  </a:cubicBezTo>
                  <a:cubicBezTo>
                    <a:pt x="162525" y="25846"/>
                    <a:pt x="167466" y="20572"/>
                    <a:pt x="167466" y="13188"/>
                  </a:cubicBezTo>
                  <a:cubicBezTo>
                    <a:pt x="167466" y="5803"/>
                    <a:pt x="161466" y="177"/>
                    <a:pt x="152995" y="177"/>
                  </a:cubicBezTo>
                  <a:cubicBezTo>
                    <a:pt x="137466" y="177"/>
                    <a:pt x="124054" y="12836"/>
                    <a:pt x="99700" y="50461"/>
                  </a:cubicBezTo>
                  <a:lnTo>
                    <a:pt x="95818" y="31121"/>
                  </a:lnTo>
                  <a:cubicBezTo>
                    <a:pt x="90877" y="7210"/>
                    <a:pt x="86994" y="177"/>
                    <a:pt x="77465" y="177"/>
                  </a:cubicBezTo>
                  <a:cubicBezTo>
                    <a:pt x="69700" y="177"/>
                    <a:pt x="57699" y="3342"/>
                    <a:pt x="36170" y="10375"/>
                  </a:cubicBezTo>
                  <a:lnTo>
                    <a:pt x="32287" y="11781"/>
                  </a:lnTo>
                  <a:lnTo>
                    <a:pt x="33699" y="17056"/>
                  </a:lnTo>
                  <a:cubicBezTo>
                    <a:pt x="47111" y="13891"/>
                    <a:pt x="50288" y="13188"/>
                    <a:pt x="53464" y="13188"/>
                  </a:cubicBezTo>
                  <a:cubicBezTo>
                    <a:pt x="62288" y="13188"/>
                    <a:pt x="64405" y="16352"/>
                    <a:pt x="69347" y="37450"/>
                  </a:cubicBezTo>
                  <a:lnTo>
                    <a:pt x="79582" y="80701"/>
                  </a:lnTo>
                  <a:lnTo>
                    <a:pt x="50641" y="121842"/>
                  </a:lnTo>
                  <a:cubicBezTo>
                    <a:pt x="43582" y="132391"/>
                    <a:pt x="36523" y="138720"/>
                    <a:pt x="32640" y="138720"/>
                  </a:cubicBezTo>
                  <a:cubicBezTo>
                    <a:pt x="30522" y="138720"/>
                    <a:pt x="26993" y="137665"/>
                    <a:pt x="23463" y="135555"/>
                  </a:cubicBezTo>
                  <a:cubicBezTo>
                    <a:pt x="18875" y="133094"/>
                    <a:pt x="14993" y="132039"/>
                    <a:pt x="12169" y="132039"/>
                  </a:cubicBezTo>
                  <a:cubicBezTo>
                    <a:pt x="5463" y="132039"/>
                    <a:pt x="169" y="137313"/>
                    <a:pt x="169" y="144346"/>
                  </a:cubicBezTo>
                  <a:cubicBezTo>
                    <a:pt x="169" y="153488"/>
                    <a:pt x="7228" y="159115"/>
                    <a:pt x="17816" y="159115"/>
                  </a:cubicBezTo>
                  <a:cubicBezTo>
                    <a:pt x="28758" y="159115"/>
                    <a:pt x="32993" y="155950"/>
                    <a:pt x="50641" y="134500"/>
                  </a:cubicBezTo>
                  <a:cubicBezTo>
                    <a:pt x="60170" y="123248"/>
                    <a:pt x="67582" y="113754"/>
                    <a:pt x="82406" y="93360"/>
                  </a:cubicBezTo>
                  <a:lnTo>
                    <a:pt x="92994" y="135555"/>
                  </a:lnTo>
                  <a:cubicBezTo>
                    <a:pt x="97583" y="153488"/>
                    <a:pt x="102171" y="159115"/>
                    <a:pt x="113465" y="159115"/>
                  </a:cubicBezTo>
                  <a:cubicBezTo>
                    <a:pt x="126877" y="159115"/>
                    <a:pt x="136054" y="150675"/>
                    <a:pt x="156525" y="119029"/>
                  </a:cubicBezTo>
                  <a:lnTo>
                    <a:pt x="151584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8" name="Freeform: Shape 2027">
              <a:extLst>
                <a:ext uri="{FF2B5EF4-FFF2-40B4-BE49-F238E27FC236}">
                  <a16:creationId xmlns:a16="http://schemas.microsoft.com/office/drawing/2014/main" id="{8FD35822-26C3-E7C3-18D2-C3FEE38AE43D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8766386" y="7227408"/>
              <a:ext cx="101599" cy="179542"/>
            </a:xfrm>
            <a:custGeom>
              <a:avLst/>
              <a:gdLst>
                <a:gd name="connsiteX0" fmla="*/ 28903 w 101599"/>
                <a:gd name="connsiteY0" fmla="*/ 90211 h 179542"/>
                <a:gd name="connsiteX1" fmla="*/ 56588 w 101599"/>
                <a:gd name="connsiteY1" fmla="*/ 93073 h 179542"/>
                <a:gd name="connsiteX2" fmla="*/ 82967 w 101599"/>
                <a:gd name="connsiteY2" fmla="*/ 131584 h 179542"/>
                <a:gd name="connsiteX3" fmla="*/ 48752 w 101599"/>
                <a:gd name="connsiteY3" fmla="*/ 170355 h 179542"/>
                <a:gd name="connsiteX4" fmla="*/ 26813 w 101599"/>
                <a:gd name="connsiteY4" fmla="*/ 162288 h 179542"/>
                <a:gd name="connsiteX5" fmla="*/ 10098 w 101599"/>
                <a:gd name="connsiteY5" fmla="*/ 155783 h 179542"/>
                <a:gd name="connsiteX6" fmla="*/ 173 w 101599"/>
                <a:gd name="connsiteY6" fmla="*/ 164890 h 179542"/>
                <a:gd name="connsiteX7" fmla="*/ 29686 w 101599"/>
                <a:gd name="connsiteY7" fmla="*/ 179722 h 179542"/>
                <a:gd name="connsiteX8" fmla="*/ 82706 w 101599"/>
                <a:gd name="connsiteY8" fmla="*/ 162288 h 179542"/>
                <a:gd name="connsiteX9" fmla="*/ 101772 w 101599"/>
                <a:gd name="connsiteY9" fmla="*/ 119094 h 179542"/>
                <a:gd name="connsiteX10" fmla="*/ 90019 w 101599"/>
                <a:gd name="connsiteY10" fmla="*/ 85527 h 179542"/>
                <a:gd name="connsiteX11" fmla="*/ 68341 w 101599"/>
                <a:gd name="connsiteY11" fmla="*/ 71737 h 179542"/>
                <a:gd name="connsiteX12" fmla="*/ 92892 w 101599"/>
                <a:gd name="connsiteY12" fmla="*/ 35828 h 179542"/>
                <a:gd name="connsiteX13" fmla="*/ 52148 w 101599"/>
                <a:gd name="connsiteY13" fmla="*/ 180 h 179542"/>
                <a:gd name="connsiteX14" fmla="*/ 18194 w 101599"/>
                <a:gd name="connsiteY14" fmla="*/ 12930 h 179542"/>
                <a:gd name="connsiteX15" fmla="*/ 695 w 101599"/>
                <a:gd name="connsiteY15" fmla="*/ 42333 h 179542"/>
                <a:gd name="connsiteX16" fmla="*/ 4613 w 101599"/>
                <a:gd name="connsiteY16" fmla="*/ 43374 h 179542"/>
                <a:gd name="connsiteX17" fmla="*/ 43529 w 101599"/>
                <a:gd name="connsiteY17" fmla="*/ 15792 h 179542"/>
                <a:gd name="connsiteX18" fmla="*/ 72259 w 101599"/>
                <a:gd name="connsiteY18" fmla="*/ 43634 h 179542"/>
                <a:gd name="connsiteX19" fmla="*/ 61812 w 101599"/>
                <a:gd name="connsiteY19" fmla="*/ 68874 h 179542"/>
                <a:gd name="connsiteX20" fmla="*/ 28903 w 101599"/>
                <a:gd name="connsiteY20" fmla="*/ 86829 h 179542"/>
                <a:gd name="connsiteX21" fmla="*/ 28903 w 101599"/>
                <a:gd name="connsiteY21" fmla="*/ 90211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03" y="90211"/>
                  </a:moveTo>
                  <a:cubicBezTo>
                    <a:pt x="44312" y="90211"/>
                    <a:pt x="50320" y="90732"/>
                    <a:pt x="56588" y="93073"/>
                  </a:cubicBezTo>
                  <a:cubicBezTo>
                    <a:pt x="72781" y="98798"/>
                    <a:pt x="82967" y="113630"/>
                    <a:pt x="82967" y="131584"/>
                  </a:cubicBezTo>
                  <a:cubicBezTo>
                    <a:pt x="82967" y="153441"/>
                    <a:pt x="68080" y="170355"/>
                    <a:pt x="48752" y="170355"/>
                  </a:cubicBezTo>
                  <a:cubicBezTo>
                    <a:pt x="41701" y="170355"/>
                    <a:pt x="36477" y="168533"/>
                    <a:pt x="26813" y="162288"/>
                  </a:cubicBezTo>
                  <a:cubicBezTo>
                    <a:pt x="18978" y="157605"/>
                    <a:pt x="14538" y="155783"/>
                    <a:pt x="10098" y="155783"/>
                  </a:cubicBezTo>
                  <a:cubicBezTo>
                    <a:pt x="4090" y="155783"/>
                    <a:pt x="173" y="159426"/>
                    <a:pt x="173" y="164890"/>
                  </a:cubicBezTo>
                  <a:cubicBezTo>
                    <a:pt x="173" y="173998"/>
                    <a:pt x="11404" y="179722"/>
                    <a:pt x="29686" y="179722"/>
                  </a:cubicBezTo>
                  <a:cubicBezTo>
                    <a:pt x="49797" y="179722"/>
                    <a:pt x="70430" y="172957"/>
                    <a:pt x="82706" y="162288"/>
                  </a:cubicBezTo>
                  <a:cubicBezTo>
                    <a:pt x="94982" y="151620"/>
                    <a:pt x="101772" y="136528"/>
                    <a:pt x="101772" y="119094"/>
                  </a:cubicBezTo>
                  <a:cubicBezTo>
                    <a:pt x="101772" y="105824"/>
                    <a:pt x="97593" y="93594"/>
                    <a:pt x="90019" y="85527"/>
                  </a:cubicBezTo>
                  <a:cubicBezTo>
                    <a:pt x="84795" y="79803"/>
                    <a:pt x="79833" y="76680"/>
                    <a:pt x="68341" y="71737"/>
                  </a:cubicBezTo>
                  <a:cubicBezTo>
                    <a:pt x="86363" y="59507"/>
                    <a:pt x="92892" y="49879"/>
                    <a:pt x="92892" y="35828"/>
                  </a:cubicBezTo>
                  <a:cubicBezTo>
                    <a:pt x="92892" y="14751"/>
                    <a:pt x="76176" y="180"/>
                    <a:pt x="52148" y="180"/>
                  </a:cubicBezTo>
                  <a:cubicBezTo>
                    <a:pt x="39089" y="180"/>
                    <a:pt x="27597" y="4603"/>
                    <a:pt x="18194" y="12930"/>
                  </a:cubicBezTo>
                  <a:cubicBezTo>
                    <a:pt x="10359" y="19955"/>
                    <a:pt x="6441" y="26721"/>
                    <a:pt x="695" y="42333"/>
                  </a:cubicBezTo>
                  <a:lnTo>
                    <a:pt x="4613" y="43374"/>
                  </a:lnTo>
                  <a:cubicBezTo>
                    <a:pt x="15321" y="24379"/>
                    <a:pt x="27074" y="15792"/>
                    <a:pt x="43529" y="15792"/>
                  </a:cubicBezTo>
                  <a:cubicBezTo>
                    <a:pt x="60506" y="15792"/>
                    <a:pt x="72259" y="27241"/>
                    <a:pt x="72259" y="43634"/>
                  </a:cubicBezTo>
                  <a:cubicBezTo>
                    <a:pt x="72259" y="53002"/>
                    <a:pt x="68341" y="62369"/>
                    <a:pt x="61812" y="68874"/>
                  </a:cubicBezTo>
                  <a:cubicBezTo>
                    <a:pt x="53976" y="76680"/>
                    <a:pt x="46663" y="80584"/>
                    <a:pt x="28903" y="86829"/>
                  </a:cubicBezTo>
                  <a:lnTo>
                    <a:pt x="28903" y="9021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9" name="Freeform: Shape 2028">
              <a:extLst>
                <a:ext uri="{FF2B5EF4-FFF2-40B4-BE49-F238E27FC236}">
                  <a16:creationId xmlns:a16="http://schemas.microsoft.com/office/drawing/2014/main" id="{FDB6E3A7-2FFA-DDFB-AE6F-6C457D7C82E8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8982447" y="7255051"/>
              <a:ext cx="215651" cy="14065"/>
            </a:xfrm>
            <a:custGeom>
              <a:avLst/>
              <a:gdLst>
                <a:gd name="connsiteX0" fmla="*/ 203477 w 215651"/>
                <a:gd name="connsiteY0" fmla="*/ 14243 h 14065"/>
                <a:gd name="connsiteX1" fmla="*/ 215830 w 215651"/>
                <a:gd name="connsiteY1" fmla="*/ 7210 h 14065"/>
                <a:gd name="connsiteX2" fmla="*/ 203477 w 215651"/>
                <a:gd name="connsiteY2" fmla="*/ 177 h 14065"/>
                <a:gd name="connsiteX3" fmla="*/ 12532 w 215651"/>
                <a:gd name="connsiteY3" fmla="*/ 177 h 14065"/>
                <a:gd name="connsiteX4" fmla="*/ 179 w 215651"/>
                <a:gd name="connsiteY4" fmla="*/ 7210 h 14065"/>
                <a:gd name="connsiteX5" fmla="*/ 12532 w 215651"/>
                <a:gd name="connsiteY5" fmla="*/ 14243 h 14065"/>
                <a:gd name="connsiteX6" fmla="*/ 203477 w 215651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77" y="14243"/>
                  </a:moveTo>
                  <a:cubicBezTo>
                    <a:pt x="209477" y="14243"/>
                    <a:pt x="215830" y="14243"/>
                    <a:pt x="215830" y="7210"/>
                  </a:cubicBezTo>
                  <a:cubicBezTo>
                    <a:pt x="215830" y="177"/>
                    <a:pt x="209477" y="177"/>
                    <a:pt x="203477" y="177"/>
                  </a:cubicBezTo>
                  <a:lnTo>
                    <a:pt x="12532" y="177"/>
                  </a:lnTo>
                  <a:cubicBezTo>
                    <a:pt x="6532" y="177"/>
                    <a:pt x="179" y="177"/>
                    <a:pt x="179" y="7210"/>
                  </a:cubicBezTo>
                  <a:cubicBezTo>
                    <a:pt x="179" y="14243"/>
                    <a:pt x="6532" y="14243"/>
                    <a:pt x="12532" y="14243"/>
                  </a:cubicBezTo>
                  <a:lnTo>
                    <a:pt x="203477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0" name="Freeform: Shape 2029">
              <a:extLst>
                <a:ext uri="{FF2B5EF4-FFF2-40B4-BE49-F238E27FC236}">
                  <a16:creationId xmlns:a16="http://schemas.microsoft.com/office/drawing/2014/main" id="{41D83FBA-AD5A-D3B6-FC32-CFF3277523F5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9268092" y="7194922"/>
              <a:ext cx="167297" cy="158937"/>
            </a:xfrm>
            <a:custGeom>
              <a:avLst/>
              <a:gdLst>
                <a:gd name="connsiteX0" fmla="*/ 151603 w 167297"/>
                <a:gd name="connsiteY0" fmla="*/ 116216 h 158937"/>
                <a:gd name="connsiteX1" fmla="*/ 143838 w 167297"/>
                <a:gd name="connsiteY1" fmla="*/ 125710 h 158937"/>
                <a:gd name="connsiteX2" fmla="*/ 127602 w 167297"/>
                <a:gd name="connsiteY2" fmla="*/ 139775 h 158937"/>
                <a:gd name="connsiteX3" fmla="*/ 116661 w 167297"/>
                <a:gd name="connsiteY3" fmla="*/ 125358 h 158937"/>
                <a:gd name="connsiteX4" fmla="*/ 115249 w 167297"/>
                <a:gd name="connsiteY4" fmla="*/ 119380 h 158937"/>
                <a:gd name="connsiteX5" fmla="*/ 102543 w 167297"/>
                <a:gd name="connsiteY5" fmla="*/ 62416 h 158937"/>
                <a:gd name="connsiteX6" fmla="*/ 137132 w 167297"/>
                <a:gd name="connsiteY6" fmla="*/ 19869 h 158937"/>
                <a:gd name="connsiteX7" fmla="*/ 145603 w 167297"/>
                <a:gd name="connsiteY7" fmla="*/ 22682 h 158937"/>
                <a:gd name="connsiteX8" fmla="*/ 155132 w 167297"/>
                <a:gd name="connsiteY8" fmla="*/ 25846 h 158937"/>
                <a:gd name="connsiteX9" fmla="*/ 167485 w 167297"/>
                <a:gd name="connsiteY9" fmla="*/ 13188 h 158937"/>
                <a:gd name="connsiteX10" fmla="*/ 153015 w 167297"/>
                <a:gd name="connsiteY10" fmla="*/ 177 h 158937"/>
                <a:gd name="connsiteX11" fmla="*/ 99719 w 167297"/>
                <a:gd name="connsiteY11" fmla="*/ 50461 h 158937"/>
                <a:gd name="connsiteX12" fmla="*/ 95837 w 167297"/>
                <a:gd name="connsiteY12" fmla="*/ 31121 h 158937"/>
                <a:gd name="connsiteX13" fmla="*/ 77484 w 167297"/>
                <a:gd name="connsiteY13" fmla="*/ 177 h 158937"/>
                <a:gd name="connsiteX14" fmla="*/ 36189 w 167297"/>
                <a:gd name="connsiteY14" fmla="*/ 10375 h 158937"/>
                <a:gd name="connsiteX15" fmla="*/ 32306 w 167297"/>
                <a:gd name="connsiteY15" fmla="*/ 11781 h 158937"/>
                <a:gd name="connsiteX16" fmla="*/ 33718 w 167297"/>
                <a:gd name="connsiteY16" fmla="*/ 17056 h 158937"/>
                <a:gd name="connsiteX17" fmla="*/ 53483 w 167297"/>
                <a:gd name="connsiteY17" fmla="*/ 13188 h 158937"/>
                <a:gd name="connsiteX18" fmla="*/ 69366 w 167297"/>
                <a:gd name="connsiteY18" fmla="*/ 37450 h 158937"/>
                <a:gd name="connsiteX19" fmla="*/ 79601 w 167297"/>
                <a:gd name="connsiteY19" fmla="*/ 80701 h 158937"/>
                <a:gd name="connsiteX20" fmla="*/ 50660 w 167297"/>
                <a:gd name="connsiteY20" fmla="*/ 121842 h 158937"/>
                <a:gd name="connsiteX21" fmla="*/ 32659 w 167297"/>
                <a:gd name="connsiteY21" fmla="*/ 138720 h 158937"/>
                <a:gd name="connsiteX22" fmla="*/ 23483 w 167297"/>
                <a:gd name="connsiteY22" fmla="*/ 135555 h 158937"/>
                <a:gd name="connsiteX23" fmla="*/ 12188 w 167297"/>
                <a:gd name="connsiteY23" fmla="*/ 132039 h 158937"/>
                <a:gd name="connsiteX24" fmla="*/ 188 w 167297"/>
                <a:gd name="connsiteY24" fmla="*/ 144346 h 158937"/>
                <a:gd name="connsiteX25" fmla="*/ 17835 w 167297"/>
                <a:gd name="connsiteY25" fmla="*/ 159115 h 158937"/>
                <a:gd name="connsiteX26" fmla="*/ 50660 w 167297"/>
                <a:gd name="connsiteY26" fmla="*/ 134500 h 158937"/>
                <a:gd name="connsiteX27" fmla="*/ 82425 w 167297"/>
                <a:gd name="connsiteY27" fmla="*/ 93360 h 158937"/>
                <a:gd name="connsiteX28" fmla="*/ 93013 w 167297"/>
                <a:gd name="connsiteY28" fmla="*/ 135555 h 158937"/>
                <a:gd name="connsiteX29" fmla="*/ 113484 w 167297"/>
                <a:gd name="connsiteY29" fmla="*/ 159115 h 158937"/>
                <a:gd name="connsiteX30" fmla="*/ 156544 w 167297"/>
                <a:gd name="connsiteY30" fmla="*/ 119029 h 158937"/>
                <a:gd name="connsiteX31" fmla="*/ 151603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3" y="116216"/>
                  </a:moveTo>
                  <a:cubicBezTo>
                    <a:pt x="148779" y="119380"/>
                    <a:pt x="147014" y="121490"/>
                    <a:pt x="143838" y="125710"/>
                  </a:cubicBezTo>
                  <a:cubicBezTo>
                    <a:pt x="135720" y="136259"/>
                    <a:pt x="131485" y="139775"/>
                    <a:pt x="127602" y="139775"/>
                  </a:cubicBezTo>
                  <a:cubicBezTo>
                    <a:pt x="122308" y="139775"/>
                    <a:pt x="119132" y="135204"/>
                    <a:pt x="116661" y="125358"/>
                  </a:cubicBezTo>
                  <a:cubicBezTo>
                    <a:pt x="115955" y="122545"/>
                    <a:pt x="115602" y="120435"/>
                    <a:pt x="115249" y="119380"/>
                  </a:cubicBezTo>
                  <a:cubicBezTo>
                    <a:pt x="106425" y="83866"/>
                    <a:pt x="102543" y="67690"/>
                    <a:pt x="102543" y="62416"/>
                  </a:cubicBezTo>
                  <a:cubicBezTo>
                    <a:pt x="118073" y="35340"/>
                    <a:pt x="130779" y="19869"/>
                    <a:pt x="137132" y="19869"/>
                  </a:cubicBezTo>
                  <a:cubicBezTo>
                    <a:pt x="139250" y="19869"/>
                    <a:pt x="142073" y="20924"/>
                    <a:pt x="145603" y="22682"/>
                  </a:cubicBezTo>
                  <a:cubicBezTo>
                    <a:pt x="149838" y="25143"/>
                    <a:pt x="152309" y="25846"/>
                    <a:pt x="155132" y="25846"/>
                  </a:cubicBezTo>
                  <a:cubicBezTo>
                    <a:pt x="162544" y="25846"/>
                    <a:pt x="167485" y="20572"/>
                    <a:pt x="167485" y="13188"/>
                  </a:cubicBezTo>
                  <a:cubicBezTo>
                    <a:pt x="167485" y="5803"/>
                    <a:pt x="161485" y="177"/>
                    <a:pt x="153015" y="177"/>
                  </a:cubicBezTo>
                  <a:cubicBezTo>
                    <a:pt x="137485" y="177"/>
                    <a:pt x="124073" y="12836"/>
                    <a:pt x="99719" y="50461"/>
                  </a:cubicBezTo>
                  <a:lnTo>
                    <a:pt x="95837" y="31121"/>
                  </a:lnTo>
                  <a:cubicBezTo>
                    <a:pt x="90896" y="7210"/>
                    <a:pt x="87013" y="177"/>
                    <a:pt x="77484" y="177"/>
                  </a:cubicBezTo>
                  <a:cubicBezTo>
                    <a:pt x="69719" y="177"/>
                    <a:pt x="57719" y="3342"/>
                    <a:pt x="36189" y="10375"/>
                  </a:cubicBezTo>
                  <a:lnTo>
                    <a:pt x="32306" y="11781"/>
                  </a:lnTo>
                  <a:lnTo>
                    <a:pt x="33718" y="17056"/>
                  </a:lnTo>
                  <a:cubicBezTo>
                    <a:pt x="47130" y="13891"/>
                    <a:pt x="50307" y="13188"/>
                    <a:pt x="53483" y="13188"/>
                  </a:cubicBezTo>
                  <a:cubicBezTo>
                    <a:pt x="62307" y="13188"/>
                    <a:pt x="64425" y="16352"/>
                    <a:pt x="69366" y="37450"/>
                  </a:cubicBezTo>
                  <a:lnTo>
                    <a:pt x="79601" y="80701"/>
                  </a:lnTo>
                  <a:lnTo>
                    <a:pt x="50660" y="121842"/>
                  </a:lnTo>
                  <a:cubicBezTo>
                    <a:pt x="43601" y="132391"/>
                    <a:pt x="36542" y="138720"/>
                    <a:pt x="32659" y="138720"/>
                  </a:cubicBezTo>
                  <a:cubicBezTo>
                    <a:pt x="30542" y="138720"/>
                    <a:pt x="27012" y="137665"/>
                    <a:pt x="23483" y="135555"/>
                  </a:cubicBezTo>
                  <a:cubicBezTo>
                    <a:pt x="18894" y="133094"/>
                    <a:pt x="15012" y="132039"/>
                    <a:pt x="12188" y="132039"/>
                  </a:cubicBezTo>
                  <a:cubicBezTo>
                    <a:pt x="5482" y="132039"/>
                    <a:pt x="188" y="137313"/>
                    <a:pt x="188" y="144346"/>
                  </a:cubicBezTo>
                  <a:cubicBezTo>
                    <a:pt x="188" y="153488"/>
                    <a:pt x="7247" y="159115"/>
                    <a:pt x="17835" y="159115"/>
                  </a:cubicBezTo>
                  <a:cubicBezTo>
                    <a:pt x="28777" y="159115"/>
                    <a:pt x="33012" y="155950"/>
                    <a:pt x="50660" y="134500"/>
                  </a:cubicBezTo>
                  <a:cubicBezTo>
                    <a:pt x="60189" y="123248"/>
                    <a:pt x="67601" y="113754"/>
                    <a:pt x="82425" y="93360"/>
                  </a:cubicBezTo>
                  <a:lnTo>
                    <a:pt x="93013" y="135555"/>
                  </a:lnTo>
                  <a:cubicBezTo>
                    <a:pt x="97602" y="153488"/>
                    <a:pt x="102190" y="159115"/>
                    <a:pt x="113484" y="159115"/>
                  </a:cubicBezTo>
                  <a:cubicBezTo>
                    <a:pt x="126896" y="159115"/>
                    <a:pt x="136073" y="150675"/>
                    <a:pt x="156544" y="119029"/>
                  </a:cubicBezTo>
                  <a:lnTo>
                    <a:pt x="151603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1" name="Freeform: Shape 2030">
              <a:extLst>
                <a:ext uri="{FF2B5EF4-FFF2-40B4-BE49-F238E27FC236}">
                  <a16:creationId xmlns:a16="http://schemas.microsoft.com/office/drawing/2014/main" id="{DD9993EB-C8CE-ADD7-9886-262DA5FEAD30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9441184" y="7227408"/>
              <a:ext cx="118053" cy="179542"/>
            </a:xfrm>
            <a:custGeom>
              <a:avLst/>
              <a:gdLst>
                <a:gd name="connsiteX0" fmla="*/ 60264 w 118053"/>
                <a:gd name="connsiteY0" fmla="*/ 180 h 179542"/>
                <a:gd name="connsiteX1" fmla="*/ 25265 w 118053"/>
                <a:gd name="connsiteY1" fmla="*/ 13710 h 179542"/>
                <a:gd name="connsiteX2" fmla="*/ 192 w 118053"/>
                <a:gd name="connsiteY2" fmla="*/ 88650 h 179542"/>
                <a:gd name="connsiteX3" fmla="*/ 21086 w 118053"/>
                <a:gd name="connsiteY3" fmla="*/ 162028 h 179542"/>
                <a:gd name="connsiteX4" fmla="*/ 59219 w 118053"/>
                <a:gd name="connsiteY4" fmla="*/ 179722 h 179542"/>
                <a:gd name="connsiteX5" fmla="*/ 93172 w 118053"/>
                <a:gd name="connsiteY5" fmla="*/ 166192 h 179542"/>
                <a:gd name="connsiteX6" fmla="*/ 118246 w 118053"/>
                <a:gd name="connsiteY6" fmla="*/ 90211 h 179542"/>
                <a:gd name="connsiteX7" fmla="*/ 60264 w 118053"/>
                <a:gd name="connsiteY7" fmla="*/ 180 h 179542"/>
                <a:gd name="connsiteX8" fmla="*/ 59480 w 118053"/>
                <a:gd name="connsiteY8" fmla="*/ 6945 h 179542"/>
                <a:gd name="connsiteX9" fmla="*/ 93172 w 118053"/>
                <a:gd name="connsiteY9" fmla="*/ 90732 h 179542"/>
                <a:gd name="connsiteX10" fmla="*/ 59219 w 118053"/>
                <a:gd name="connsiteY10" fmla="*/ 172957 h 179542"/>
                <a:gd name="connsiteX11" fmla="*/ 25265 w 118053"/>
                <a:gd name="connsiteY11" fmla="*/ 90992 h 179542"/>
                <a:gd name="connsiteX12" fmla="*/ 59480 w 118053"/>
                <a:gd name="connsiteY12" fmla="*/ 6945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4" y="180"/>
                  </a:moveTo>
                  <a:cubicBezTo>
                    <a:pt x="45899" y="180"/>
                    <a:pt x="34929" y="4603"/>
                    <a:pt x="25265" y="13710"/>
                  </a:cubicBezTo>
                  <a:cubicBezTo>
                    <a:pt x="10117" y="28282"/>
                    <a:pt x="192" y="58206"/>
                    <a:pt x="192" y="88650"/>
                  </a:cubicBezTo>
                  <a:cubicBezTo>
                    <a:pt x="192" y="117012"/>
                    <a:pt x="8811" y="147457"/>
                    <a:pt x="21086" y="162028"/>
                  </a:cubicBezTo>
                  <a:cubicBezTo>
                    <a:pt x="30750" y="173477"/>
                    <a:pt x="44070" y="179722"/>
                    <a:pt x="59219" y="179722"/>
                  </a:cubicBezTo>
                  <a:cubicBezTo>
                    <a:pt x="72539" y="179722"/>
                    <a:pt x="83770" y="175299"/>
                    <a:pt x="93172" y="166192"/>
                  </a:cubicBezTo>
                  <a:cubicBezTo>
                    <a:pt x="108321" y="151880"/>
                    <a:pt x="118246" y="121696"/>
                    <a:pt x="118246" y="90211"/>
                  </a:cubicBezTo>
                  <a:cubicBezTo>
                    <a:pt x="118246" y="36869"/>
                    <a:pt x="94478" y="180"/>
                    <a:pt x="60264" y="180"/>
                  </a:cubicBezTo>
                  <a:close/>
                  <a:moveTo>
                    <a:pt x="59480" y="6945"/>
                  </a:moveTo>
                  <a:cubicBezTo>
                    <a:pt x="81419" y="6945"/>
                    <a:pt x="93172" y="36348"/>
                    <a:pt x="93172" y="90732"/>
                  </a:cubicBezTo>
                  <a:cubicBezTo>
                    <a:pt x="93172" y="145115"/>
                    <a:pt x="81680" y="172957"/>
                    <a:pt x="59219" y="172957"/>
                  </a:cubicBezTo>
                  <a:cubicBezTo>
                    <a:pt x="36757" y="172957"/>
                    <a:pt x="25265" y="145115"/>
                    <a:pt x="25265" y="90992"/>
                  </a:cubicBezTo>
                  <a:cubicBezTo>
                    <a:pt x="25265" y="35828"/>
                    <a:pt x="37018" y="6945"/>
                    <a:pt x="59480" y="694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2" name="Freeform: Shape 2031">
              <a:extLst>
                <a:ext uri="{FF2B5EF4-FFF2-40B4-BE49-F238E27FC236}">
                  <a16:creationId xmlns:a16="http://schemas.microsoft.com/office/drawing/2014/main" id="{298001F4-B09C-BC93-9752-7F8D723FA393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9603828" y="7086268"/>
              <a:ext cx="81883" cy="351630"/>
            </a:xfrm>
            <a:custGeom>
              <a:avLst/>
              <a:gdLst>
                <a:gd name="connsiteX0" fmla="*/ 82081 w 81883"/>
                <a:gd name="connsiteY0" fmla="*/ 175992 h 351630"/>
                <a:gd name="connsiteX1" fmla="*/ 58786 w 81883"/>
                <a:gd name="connsiteY1" fmla="*/ 66283 h 351630"/>
                <a:gd name="connsiteX2" fmla="*/ 3727 w 81883"/>
                <a:gd name="connsiteY2" fmla="*/ 177 h 351630"/>
                <a:gd name="connsiteX3" fmla="*/ 197 w 81883"/>
                <a:gd name="connsiteY3" fmla="*/ 3693 h 351630"/>
                <a:gd name="connsiteX4" fmla="*/ 6903 w 81883"/>
                <a:gd name="connsiteY4" fmla="*/ 11781 h 351630"/>
                <a:gd name="connsiteX5" fmla="*/ 61610 w 81883"/>
                <a:gd name="connsiteY5" fmla="*/ 175992 h 351630"/>
                <a:gd name="connsiteX6" fmla="*/ 4785 w 81883"/>
                <a:gd name="connsiteY6" fmla="*/ 342313 h 351630"/>
                <a:gd name="connsiteX7" fmla="*/ 197 w 81883"/>
                <a:gd name="connsiteY7" fmla="*/ 348291 h 351630"/>
                <a:gd name="connsiteX8" fmla="*/ 3727 w 81883"/>
                <a:gd name="connsiteY8" fmla="*/ 351808 h 351630"/>
                <a:gd name="connsiteX9" fmla="*/ 59845 w 81883"/>
                <a:gd name="connsiteY9" fmla="*/ 283240 h 351630"/>
                <a:gd name="connsiteX10" fmla="*/ 82081 w 81883"/>
                <a:gd name="connsiteY10" fmla="*/ 17599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1" y="175992"/>
                  </a:moveTo>
                  <a:cubicBezTo>
                    <a:pt x="82081" y="148565"/>
                    <a:pt x="78199" y="106018"/>
                    <a:pt x="58786" y="66283"/>
                  </a:cubicBezTo>
                  <a:cubicBezTo>
                    <a:pt x="37610" y="23033"/>
                    <a:pt x="7256" y="177"/>
                    <a:pt x="3727" y="177"/>
                  </a:cubicBezTo>
                  <a:cubicBezTo>
                    <a:pt x="1609" y="177"/>
                    <a:pt x="197" y="1583"/>
                    <a:pt x="197" y="3693"/>
                  </a:cubicBezTo>
                  <a:cubicBezTo>
                    <a:pt x="197" y="4748"/>
                    <a:pt x="197" y="5451"/>
                    <a:pt x="6903" y="11781"/>
                  </a:cubicBezTo>
                  <a:cubicBezTo>
                    <a:pt x="41492" y="46592"/>
                    <a:pt x="61610" y="102501"/>
                    <a:pt x="61610" y="175992"/>
                  </a:cubicBezTo>
                  <a:cubicBezTo>
                    <a:pt x="61610" y="236121"/>
                    <a:pt x="48551" y="298008"/>
                    <a:pt x="4785" y="342313"/>
                  </a:cubicBezTo>
                  <a:cubicBezTo>
                    <a:pt x="197" y="346533"/>
                    <a:pt x="197" y="347236"/>
                    <a:pt x="197" y="348291"/>
                  </a:cubicBezTo>
                  <a:cubicBezTo>
                    <a:pt x="197" y="350401"/>
                    <a:pt x="1609" y="351808"/>
                    <a:pt x="3727" y="351808"/>
                  </a:cubicBezTo>
                  <a:cubicBezTo>
                    <a:pt x="7256" y="351808"/>
                    <a:pt x="39021" y="327897"/>
                    <a:pt x="59845" y="283240"/>
                  </a:cubicBezTo>
                  <a:cubicBezTo>
                    <a:pt x="77846" y="244560"/>
                    <a:pt x="82081" y="205529"/>
                    <a:pt x="82081" y="1759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3" name="Freeform: Shape 2032">
              <a:extLst>
                <a:ext uri="{FF2B5EF4-FFF2-40B4-BE49-F238E27FC236}">
                  <a16:creationId xmlns:a16="http://schemas.microsoft.com/office/drawing/2014/main" id="{06530C85-963A-0EB1-9F96-06B280C5AB48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9756105" y="7086268"/>
              <a:ext cx="81883" cy="351630"/>
            </a:xfrm>
            <a:custGeom>
              <a:avLst/>
              <a:gdLst>
                <a:gd name="connsiteX0" fmla="*/ 82085 w 81883"/>
                <a:gd name="connsiteY0" fmla="*/ 348291 h 351630"/>
                <a:gd name="connsiteX1" fmla="*/ 76085 w 81883"/>
                <a:gd name="connsiteY1" fmla="*/ 340555 h 351630"/>
                <a:gd name="connsiteX2" fmla="*/ 20672 w 81883"/>
                <a:gd name="connsiteY2" fmla="*/ 175992 h 351630"/>
                <a:gd name="connsiteX3" fmla="*/ 77497 w 81883"/>
                <a:gd name="connsiteY3" fmla="*/ 9671 h 351630"/>
                <a:gd name="connsiteX4" fmla="*/ 82085 w 81883"/>
                <a:gd name="connsiteY4" fmla="*/ 3693 h 351630"/>
                <a:gd name="connsiteX5" fmla="*/ 78555 w 81883"/>
                <a:gd name="connsiteY5" fmla="*/ 177 h 351630"/>
                <a:gd name="connsiteX6" fmla="*/ 22437 w 81883"/>
                <a:gd name="connsiteY6" fmla="*/ 68745 h 351630"/>
                <a:gd name="connsiteX7" fmla="*/ 201 w 81883"/>
                <a:gd name="connsiteY7" fmla="*/ 175992 h 351630"/>
                <a:gd name="connsiteX8" fmla="*/ 23496 w 81883"/>
                <a:gd name="connsiteY8" fmla="*/ 285701 h 351630"/>
                <a:gd name="connsiteX9" fmla="*/ 78555 w 81883"/>
                <a:gd name="connsiteY9" fmla="*/ 351808 h 351630"/>
                <a:gd name="connsiteX10" fmla="*/ 82085 w 81883"/>
                <a:gd name="connsiteY10" fmla="*/ 34829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348291"/>
                  </a:moveTo>
                  <a:cubicBezTo>
                    <a:pt x="82085" y="347236"/>
                    <a:pt x="82085" y="346533"/>
                    <a:pt x="76085" y="340555"/>
                  </a:cubicBezTo>
                  <a:cubicBezTo>
                    <a:pt x="31966" y="296250"/>
                    <a:pt x="20672" y="229792"/>
                    <a:pt x="20672" y="175992"/>
                  </a:cubicBezTo>
                  <a:cubicBezTo>
                    <a:pt x="20672" y="114808"/>
                    <a:pt x="34084" y="53625"/>
                    <a:pt x="77497" y="9671"/>
                  </a:cubicBezTo>
                  <a:cubicBezTo>
                    <a:pt x="82085" y="5451"/>
                    <a:pt x="82085" y="4748"/>
                    <a:pt x="82085" y="3693"/>
                  </a:cubicBezTo>
                  <a:cubicBezTo>
                    <a:pt x="82085" y="1232"/>
                    <a:pt x="80673" y="177"/>
                    <a:pt x="78555" y="177"/>
                  </a:cubicBezTo>
                  <a:cubicBezTo>
                    <a:pt x="75026" y="177"/>
                    <a:pt x="43261" y="24088"/>
                    <a:pt x="22437" y="68745"/>
                  </a:cubicBezTo>
                  <a:cubicBezTo>
                    <a:pt x="4436" y="107424"/>
                    <a:pt x="201" y="146455"/>
                    <a:pt x="201" y="175992"/>
                  </a:cubicBezTo>
                  <a:cubicBezTo>
                    <a:pt x="201" y="203419"/>
                    <a:pt x="4084" y="245967"/>
                    <a:pt x="23496" y="285701"/>
                  </a:cubicBezTo>
                  <a:cubicBezTo>
                    <a:pt x="44672" y="328952"/>
                    <a:pt x="75026" y="351808"/>
                    <a:pt x="78555" y="351808"/>
                  </a:cubicBezTo>
                  <a:cubicBezTo>
                    <a:pt x="80673" y="351808"/>
                    <a:pt x="82085" y="350753"/>
                    <a:pt x="82085" y="34829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4" name="Freeform: Shape 2033">
              <a:extLst>
                <a:ext uri="{FF2B5EF4-FFF2-40B4-BE49-F238E27FC236}">
                  <a16:creationId xmlns:a16="http://schemas.microsoft.com/office/drawing/2014/main" id="{AF03AE30-6437-28D8-D80D-069477637B97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9849087" y="7194922"/>
              <a:ext cx="167297" cy="158937"/>
            </a:xfrm>
            <a:custGeom>
              <a:avLst/>
              <a:gdLst>
                <a:gd name="connsiteX0" fmla="*/ 151619 w 167297"/>
                <a:gd name="connsiteY0" fmla="*/ 116216 h 158937"/>
                <a:gd name="connsiteX1" fmla="*/ 143854 w 167297"/>
                <a:gd name="connsiteY1" fmla="*/ 125710 h 158937"/>
                <a:gd name="connsiteX2" fmla="*/ 127619 w 167297"/>
                <a:gd name="connsiteY2" fmla="*/ 139775 h 158937"/>
                <a:gd name="connsiteX3" fmla="*/ 116677 w 167297"/>
                <a:gd name="connsiteY3" fmla="*/ 125358 h 158937"/>
                <a:gd name="connsiteX4" fmla="*/ 115265 w 167297"/>
                <a:gd name="connsiteY4" fmla="*/ 119380 h 158937"/>
                <a:gd name="connsiteX5" fmla="*/ 102559 w 167297"/>
                <a:gd name="connsiteY5" fmla="*/ 62416 h 158937"/>
                <a:gd name="connsiteX6" fmla="*/ 137148 w 167297"/>
                <a:gd name="connsiteY6" fmla="*/ 19869 h 158937"/>
                <a:gd name="connsiteX7" fmla="*/ 145619 w 167297"/>
                <a:gd name="connsiteY7" fmla="*/ 22682 h 158937"/>
                <a:gd name="connsiteX8" fmla="*/ 155149 w 167297"/>
                <a:gd name="connsiteY8" fmla="*/ 25846 h 158937"/>
                <a:gd name="connsiteX9" fmla="*/ 167502 w 167297"/>
                <a:gd name="connsiteY9" fmla="*/ 13188 h 158937"/>
                <a:gd name="connsiteX10" fmla="*/ 153031 w 167297"/>
                <a:gd name="connsiteY10" fmla="*/ 177 h 158937"/>
                <a:gd name="connsiteX11" fmla="*/ 99736 w 167297"/>
                <a:gd name="connsiteY11" fmla="*/ 50461 h 158937"/>
                <a:gd name="connsiteX12" fmla="*/ 95853 w 167297"/>
                <a:gd name="connsiteY12" fmla="*/ 31121 h 158937"/>
                <a:gd name="connsiteX13" fmla="*/ 77500 w 167297"/>
                <a:gd name="connsiteY13" fmla="*/ 177 h 158937"/>
                <a:gd name="connsiteX14" fmla="*/ 36205 w 167297"/>
                <a:gd name="connsiteY14" fmla="*/ 10375 h 158937"/>
                <a:gd name="connsiteX15" fmla="*/ 32323 w 167297"/>
                <a:gd name="connsiteY15" fmla="*/ 11781 h 158937"/>
                <a:gd name="connsiteX16" fmla="*/ 33734 w 167297"/>
                <a:gd name="connsiteY16" fmla="*/ 17056 h 158937"/>
                <a:gd name="connsiteX17" fmla="*/ 53500 w 167297"/>
                <a:gd name="connsiteY17" fmla="*/ 13188 h 158937"/>
                <a:gd name="connsiteX18" fmla="*/ 69382 w 167297"/>
                <a:gd name="connsiteY18" fmla="*/ 37450 h 158937"/>
                <a:gd name="connsiteX19" fmla="*/ 79618 w 167297"/>
                <a:gd name="connsiteY19" fmla="*/ 80701 h 158937"/>
                <a:gd name="connsiteX20" fmla="*/ 50676 w 167297"/>
                <a:gd name="connsiteY20" fmla="*/ 121842 h 158937"/>
                <a:gd name="connsiteX21" fmla="*/ 32676 w 167297"/>
                <a:gd name="connsiteY21" fmla="*/ 138720 h 158937"/>
                <a:gd name="connsiteX22" fmla="*/ 23499 w 167297"/>
                <a:gd name="connsiteY22" fmla="*/ 135555 h 158937"/>
                <a:gd name="connsiteX23" fmla="*/ 12205 w 167297"/>
                <a:gd name="connsiteY23" fmla="*/ 132039 h 158937"/>
                <a:gd name="connsiteX24" fmla="*/ 204 w 167297"/>
                <a:gd name="connsiteY24" fmla="*/ 144346 h 158937"/>
                <a:gd name="connsiteX25" fmla="*/ 17852 w 167297"/>
                <a:gd name="connsiteY25" fmla="*/ 159115 h 158937"/>
                <a:gd name="connsiteX26" fmla="*/ 50676 w 167297"/>
                <a:gd name="connsiteY26" fmla="*/ 134500 h 158937"/>
                <a:gd name="connsiteX27" fmla="*/ 82441 w 167297"/>
                <a:gd name="connsiteY27" fmla="*/ 93360 h 158937"/>
                <a:gd name="connsiteX28" fmla="*/ 93030 w 167297"/>
                <a:gd name="connsiteY28" fmla="*/ 135555 h 158937"/>
                <a:gd name="connsiteX29" fmla="*/ 113501 w 167297"/>
                <a:gd name="connsiteY29" fmla="*/ 159115 h 158937"/>
                <a:gd name="connsiteX30" fmla="*/ 156560 w 167297"/>
                <a:gd name="connsiteY30" fmla="*/ 119029 h 158937"/>
                <a:gd name="connsiteX31" fmla="*/ 151619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19" y="116216"/>
                  </a:moveTo>
                  <a:cubicBezTo>
                    <a:pt x="148796" y="119380"/>
                    <a:pt x="147031" y="121490"/>
                    <a:pt x="143854" y="125710"/>
                  </a:cubicBezTo>
                  <a:cubicBezTo>
                    <a:pt x="135736" y="136259"/>
                    <a:pt x="131501" y="139775"/>
                    <a:pt x="127619" y="139775"/>
                  </a:cubicBezTo>
                  <a:cubicBezTo>
                    <a:pt x="122324" y="139775"/>
                    <a:pt x="119148" y="135204"/>
                    <a:pt x="116677" y="125358"/>
                  </a:cubicBezTo>
                  <a:cubicBezTo>
                    <a:pt x="115971" y="122545"/>
                    <a:pt x="115618" y="120435"/>
                    <a:pt x="115265" y="119380"/>
                  </a:cubicBezTo>
                  <a:cubicBezTo>
                    <a:pt x="106442" y="83866"/>
                    <a:pt x="102559" y="67690"/>
                    <a:pt x="102559" y="62416"/>
                  </a:cubicBezTo>
                  <a:cubicBezTo>
                    <a:pt x="118089" y="35340"/>
                    <a:pt x="130795" y="19869"/>
                    <a:pt x="137148" y="19869"/>
                  </a:cubicBezTo>
                  <a:cubicBezTo>
                    <a:pt x="139266" y="19869"/>
                    <a:pt x="142089" y="20924"/>
                    <a:pt x="145619" y="22682"/>
                  </a:cubicBezTo>
                  <a:cubicBezTo>
                    <a:pt x="149854" y="25143"/>
                    <a:pt x="152325" y="25846"/>
                    <a:pt x="155149" y="25846"/>
                  </a:cubicBezTo>
                  <a:cubicBezTo>
                    <a:pt x="162561" y="25846"/>
                    <a:pt x="167502" y="20572"/>
                    <a:pt x="167502" y="13188"/>
                  </a:cubicBezTo>
                  <a:cubicBezTo>
                    <a:pt x="167502" y="5803"/>
                    <a:pt x="161502" y="177"/>
                    <a:pt x="153031" y="177"/>
                  </a:cubicBezTo>
                  <a:cubicBezTo>
                    <a:pt x="137501" y="177"/>
                    <a:pt x="124089" y="12836"/>
                    <a:pt x="99736" y="50461"/>
                  </a:cubicBezTo>
                  <a:lnTo>
                    <a:pt x="95853" y="31121"/>
                  </a:lnTo>
                  <a:cubicBezTo>
                    <a:pt x="90912" y="7210"/>
                    <a:pt x="87030" y="177"/>
                    <a:pt x="77500" y="177"/>
                  </a:cubicBezTo>
                  <a:cubicBezTo>
                    <a:pt x="69735" y="177"/>
                    <a:pt x="57735" y="3342"/>
                    <a:pt x="36205" y="10375"/>
                  </a:cubicBezTo>
                  <a:lnTo>
                    <a:pt x="32323" y="11781"/>
                  </a:lnTo>
                  <a:lnTo>
                    <a:pt x="33734" y="17056"/>
                  </a:lnTo>
                  <a:cubicBezTo>
                    <a:pt x="47146" y="13891"/>
                    <a:pt x="50323" y="13188"/>
                    <a:pt x="53500" y="13188"/>
                  </a:cubicBezTo>
                  <a:cubicBezTo>
                    <a:pt x="62323" y="13188"/>
                    <a:pt x="64441" y="16352"/>
                    <a:pt x="69382" y="37450"/>
                  </a:cubicBezTo>
                  <a:lnTo>
                    <a:pt x="79618" y="80701"/>
                  </a:lnTo>
                  <a:lnTo>
                    <a:pt x="50676" y="121842"/>
                  </a:lnTo>
                  <a:cubicBezTo>
                    <a:pt x="43617" y="132391"/>
                    <a:pt x="36558" y="138720"/>
                    <a:pt x="32676" y="138720"/>
                  </a:cubicBezTo>
                  <a:cubicBezTo>
                    <a:pt x="30558" y="138720"/>
                    <a:pt x="27028" y="137665"/>
                    <a:pt x="23499" y="135555"/>
                  </a:cubicBezTo>
                  <a:cubicBezTo>
                    <a:pt x="18911" y="133094"/>
                    <a:pt x="15028" y="132039"/>
                    <a:pt x="12205" y="132039"/>
                  </a:cubicBezTo>
                  <a:cubicBezTo>
                    <a:pt x="5499" y="132039"/>
                    <a:pt x="204" y="137313"/>
                    <a:pt x="204" y="144346"/>
                  </a:cubicBezTo>
                  <a:cubicBezTo>
                    <a:pt x="204" y="153488"/>
                    <a:pt x="7263" y="159115"/>
                    <a:pt x="17852" y="159115"/>
                  </a:cubicBezTo>
                  <a:cubicBezTo>
                    <a:pt x="28793" y="159115"/>
                    <a:pt x="33029" y="155950"/>
                    <a:pt x="50676" y="134500"/>
                  </a:cubicBezTo>
                  <a:cubicBezTo>
                    <a:pt x="60206" y="123248"/>
                    <a:pt x="67617" y="113754"/>
                    <a:pt x="82441" y="93360"/>
                  </a:cubicBezTo>
                  <a:lnTo>
                    <a:pt x="93030" y="135555"/>
                  </a:lnTo>
                  <a:cubicBezTo>
                    <a:pt x="97618" y="153488"/>
                    <a:pt x="102206" y="159115"/>
                    <a:pt x="113501" y="159115"/>
                  </a:cubicBezTo>
                  <a:cubicBezTo>
                    <a:pt x="126913" y="159115"/>
                    <a:pt x="136089" y="150675"/>
                    <a:pt x="156560" y="119029"/>
                  </a:cubicBezTo>
                  <a:lnTo>
                    <a:pt x="151619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5" name="Freeform: Shape 2034">
              <a:extLst>
                <a:ext uri="{FF2B5EF4-FFF2-40B4-BE49-F238E27FC236}">
                  <a16:creationId xmlns:a16="http://schemas.microsoft.com/office/drawing/2014/main" id="{CF796CD6-EDFB-B144-22BE-88FB98114912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0027142" y="7227408"/>
              <a:ext cx="101599" cy="179542"/>
            </a:xfrm>
            <a:custGeom>
              <a:avLst/>
              <a:gdLst>
                <a:gd name="connsiteX0" fmla="*/ 28938 w 101599"/>
                <a:gd name="connsiteY0" fmla="*/ 90211 h 179542"/>
                <a:gd name="connsiteX1" fmla="*/ 56623 w 101599"/>
                <a:gd name="connsiteY1" fmla="*/ 93073 h 179542"/>
                <a:gd name="connsiteX2" fmla="*/ 83003 w 101599"/>
                <a:gd name="connsiteY2" fmla="*/ 131584 h 179542"/>
                <a:gd name="connsiteX3" fmla="*/ 48788 w 101599"/>
                <a:gd name="connsiteY3" fmla="*/ 170355 h 179542"/>
                <a:gd name="connsiteX4" fmla="*/ 26849 w 101599"/>
                <a:gd name="connsiteY4" fmla="*/ 162288 h 179542"/>
                <a:gd name="connsiteX5" fmla="*/ 10133 w 101599"/>
                <a:gd name="connsiteY5" fmla="*/ 155783 h 179542"/>
                <a:gd name="connsiteX6" fmla="*/ 208 w 101599"/>
                <a:gd name="connsiteY6" fmla="*/ 164890 h 179542"/>
                <a:gd name="connsiteX7" fmla="*/ 29722 w 101599"/>
                <a:gd name="connsiteY7" fmla="*/ 179722 h 179542"/>
                <a:gd name="connsiteX8" fmla="*/ 82741 w 101599"/>
                <a:gd name="connsiteY8" fmla="*/ 162288 h 179542"/>
                <a:gd name="connsiteX9" fmla="*/ 101808 w 101599"/>
                <a:gd name="connsiteY9" fmla="*/ 119094 h 179542"/>
                <a:gd name="connsiteX10" fmla="*/ 90055 w 101599"/>
                <a:gd name="connsiteY10" fmla="*/ 85527 h 179542"/>
                <a:gd name="connsiteX11" fmla="*/ 68377 w 101599"/>
                <a:gd name="connsiteY11" fmla="*/ 71737 h 179542"/>
                <a:gd name="connsiteX12" fmla="*/ 92928 w 101599"/>
                <a:gd name="connsiteY12" fmla="*/ 35828 h 179542"/>
                <a:gd name="connsiteX13" fmla="*/ 52183 w 101599"/>
                <a:gd name="connsiteY13" fmla="*/ 180 h 179542"/>
                <a:gd name="connsiteX14" fmla="*/ 18230 w 101599"/>
                <a:gd name="connsiteY14" fmla="*/ 12930 h 179542"/>
                <a:gd name="connsiteX15" fmla="*/ 731 w 101599"/>
                <a:gd name="connsiteY15" fmla="*/ 42333 h 179542"/>
                <a:gd name="connsiteX16" fmla="*/ 4648 w 101599"/>
                <a:gd name="connsiteY16" fmla="*/ 43374 h 179542"/>
                <a:gd name="connsiteX17" fmla="*/ 43564 w 101599"/>
                <a:gd name="connsiteY17" fmla="*/ 15792 h 179542"/>
                <a:gd name="connsiteX18" fmla="*/ 72294 w 101599"/>
                <a:gd name="connsiteY18" fmla="*/ 43634 h 179542"/>
                <a:gd name="connsiteX19" fmla="*/ 61847 w 101599"/>
                <a:gd name="connsiteY19" fmla="*/ 68874 h 179542"/>
                <a:gd name="connsiteX20" fmla="*/ 28938 w 101599"/>
                <a:gd name="connsiteY20" fmla="*/ 86829 h 179542"/>
                <a:gd name="connsiteX21" fmla="*/ 28938 w 101599"/>
                <a:gd name="connsiteY21" fmla="*/ 90211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38" y="90211"/>
                  </a:moveTo>
                  <a:cubicBezTo>
                    <a:pt x="44348" y="90211"/>
                    <a:pt x="50355" y="90732"/>
                    <a:pt x="56623" y="93073"/>
                  </a:cubicBezTo>
                  <a:cubicBezTo>
                    <a:pt x="72817" y="98798"/>
                    <a:pt x="83003" y="113630"/>
                    <a:pt x="83003" y="131584"/>
                  </a:cubicBezTo>
                  <a:cubicBezTo>
                    <a:pt x="83003" y="153441"/>
                    <a:pt x="68115" y="170355"/>
                    <a:pt x="48788" y="170355"/>
                  </a:cubicBezTo>
                  <a:cubicBezTo>
                    <a:pt x="41736" y="170355"/>
                    <a:pt x="36512" y="168533"/>
                    <a:pt x="26849" y="162288"/>
                  </a:cubicBezTo>
                  <a:cubicBezTo>
                    <a:pt x="19013" y="157605"/>
                    <a:pt x="14573" y="155783"/>
                    <a:pt x="10133" y="155783"/>
                  </a:cubicBezTo>
                  <a:cubicBezTo>
                    <a:pt x="4126" y="155783"/>
                    <a:pt x="208" y="159426"/>
                    <a:pt x="208" y="164890"/>
                  </a:cubicBezTo>
                  <a:cubicBezTo>
                    <a:pt x="208" y="173998"/>
                    <a:pt x="11439" y="179722"/>
                    <a:pt x="29722" y="179722"/>
                  </a:cubicBezTo>
                  <a:cubicBezTo>
                    <a:pt x="49833" y="179722"/>
                    <a:pt x="70466" y="172957"/>
                    <a:pt x="82741" y="162288"/>
                  </a:cubicBezTo>
                  <a:cubicBezTo>
                    <a:pt x="95017" y="151620"/>
                    <a:pt x="101808" y="136528"/>
                    <a:pt x="101808" y="119094"/>
                  </a:cubicBezTo>
                  <a:cubicBezTo>
                    <a:pt x="101808" y="105824"/>
                    <a:pt x="97629" y="93594"/>
                    <a:pt x="90055" y="85527"/>
                  </a:cubicBezTo>
                  <a:cubicBezTo>
                    <a:pt x="84831" y="79803"/>
                    <a:pt x="79868" y="76680"/>
                    <a:pt x="68377" y="71737"/>
                  </a:cubicBezTo>
                  <a:cubicBezTo>
                    <a:pt x="86398" y="59507"/>
                    <a:pt x="92928" y="49879"/>
                    <a:pt x="92928" y="35828"/>
                  </a:cubicBezTo>
                  <a:cubicBezTo>
                    <a:pt x="92928" y="14751"/>
                    <a:pt x="76212" y="180"/>
                    <a:pt x="52183" y="180"/>
                  </a:cubicBezTo>
                  <a:cubicBezTo>
                    <a:pt x="39124" y="180"/>
                    <a:pt x="27632" y="4603"/>
                    <a:pt x="18230" y="12930"/>
                  </a:cubicBezTo>
                  <a:cubicBezTo>
                    <a:pt x="10394" y="19955"/>
                    <a:pt x="6477" y="26721"/>
                    <a:pt x="731" y="42333"/>
                  </a:cubicBezTo>
                  <a:lnTo>
                    <a:pt x="4648" y="43374"/>
                  </a:lnTo>
                  <a:cubicBezTo>
                    <a:pt x="15357" y="24379"/>
                    <a:pt x="27110" y="15792"/>
                    <a:pt x="43564" y="15792"/>
                  </a:cubicBezTo>
                  <a:cubicBezTo>
                    <a:pt x="60541" y="15792"/>
                    <a:pt x="72294" y="27241"/>
                    <a:pt x="72294" y="43634"/>
                  </a:cubicBezTo>
                  <a:cubicBezTo>
                    <a:pt x="72294" y="53002"/>
                    <a:pt x="68377" y="62369"/>
                    <a:pt x="61847" y="68874"/>
                  </a:cubicBezTo>
                  <a:cubicBezTo>
                    <a:pt x="54012" y="76680"/>
                    <a:pt x="46698" y="80584"/>
                    <a:pt x="28938" y="86829"/>
                  </a:cubicBezTo>
                  <a:lnTo>
                    <a:pt x="28938" y="9021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6" name="Freeform: Shape 2035">
              <a:extLst>
                <a:ext uri="{FF2B5EF4-FFF2-40B4-BE49-F238E27FC236}">
                  <a16:creationId xmlns:a16="http://schemas.microsoft.com/office/drawing/2014/main" id="{4FCE68DA-C942-30D6-9AAA-A00798A4C75A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0243203" y="7255051"/>
              <a:ext cx="215651" cy="14065"/>
            </a:xfrm>
            <a:custGeom>
              <a:avLst/>
              <a:gdLst>
                <a:gd name="connsiteX0" fmla="*/ 203512 w 215651"/>
                <a:gd name="connsiteY0" fmla="*/ 14243 h 14065"/>
                <a:gd name="connsiteX1" fmla="*/ 215866 w 215651"/>
                <a:gd name="connsiteY1" fmla="*/ 7210 h 14065"/>
                <a:gd name="connsiteX2" fmla="*/ 203512 w 215651"/>
                <a:gd name="connsiteY2" fmla="*/ 177 h 14065"/>
                <a:gd name="connsiteX3" fmla="*/ 12568 w 215651"/>
                <a:gd name="connsiteY3" fmla="*/ 177 h 14065"/>
                <a:gd name="connsiteX4" fmla="*/ 214 w 215651"/>
                <a:gd name="connsiteY4" fmla="*/ 7210 h 14065"/>
                <a:gd name="connsiteX5" fmla="*/ 12568 w 215651"/>
                <a:gd name="connsiteY5" fmla="*/ 14243 h 14065"/>
                <a:gd name="connsiteX6" fmla="*/ 203512 w 215651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243"/>
                  </a:moveTo>
                  <a:cubicBezTo>
                    <a:pt x="209513" y="14243"/>
                    <a:pt x="215866" y="14243"/>
                    <a:pt x="215866" y="7210"/>
                  </a:cubicBezTo>
                  <a:cubicBezTo>
                    <a:pt x="215866" y="177"/>
                    <a:pt x="209513" y="177"/>
                    <a:pt x="203512" y="177"/>
                  </a:cubicBezTo>
                  <a:lnTo>
                    <a:pt x="12568" y="177"/>
                  </a:lnTo>
                  <a:cubicBezTo>
                    <a:pt x="6567" y="177"/>
                    <a:pt x="214" y="177"/>
                    <a:pt x="214" y="7210"/>
                  </a:cubicBezTo>
                  <a:cubicBezTo>
                    <a:pt x="214" y="14243"/>
                    <a:pt x="6567" y="14243"/>
                    <a:pt x="12568" y="14243"/>
                  </a:cubicBezTo>
                  <a:lnTo>
                    <a:pt x="203512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7" name="Freeform: Shape 2036">
              <a:extLst>
                <a:ext uri="{FF2B5EF4-FFF2-40B4-BE49-F238E27FC236}">
                  <a16:creationId xmlns:a16="http://schemas.microsoft.com/office/drawing/2014/main" id="{20A7E04C-24A4-6209-C808-38F0517E30E7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0528847" y="7194922"/>
              <a:ext cx="167297" cy="158937"/>
            </a:xfrm>
            <a:custGeom>
              <a:avLst/>
              <a:gdLst>
                <a:gd name="connsiteX0" fmla="*/ 151638 w 167297"/>
                <a:gd name="connsiteY0" fmla="*/ 116216 h 158937"/>
                <a:gd name="connsiteX1" fmla="*/ 143873 w 167297"/>
                <a:gd name="connsiteY1" fmla="*/ 125710 h 158937"/>
                <a:gd name="connsiteX2" fmla="*/ 127638 w 167297"/>
                <a:gd name="connsiteY2" fmla="*/ 139775 h 158937"/>
                <a:gd name="connsiteX3" fmla="*/ 116696 w 167297"/>
                <a:gd name="connsiteY3" fmla="*/ 125358 h 158937"/>
                <a:gd name="connsiteX4" fmla="*/ 115285 w 167297"/>
                <a:gd name="connsiteY4" fmla="*/ 119380 h 158937"/>
                <a:gd name="connsiteX5" fmla="*/ 102578 w 167297"/>
                <a:gd name="connsiteY5" fmla="*/ 62416 h 158937"/>
                <a:gd name="connsiteX6" fmla="*/ 137167 w 167297"/>
                <a:gd name="connsiteY6" fmla="*/ 19869 h 158937"/>
                <a:gd name="connsiteX7" fmla="*/ 145638 w 167297"/>
                <a:gd name="connsiteY7" fmla="*/ 22682 h 158937"/>
                <a:gd name="connsiteX8" fmla="*/ 155168 w 167297"/>
                <a:gd name="connsiteY8" fmla="*/ 25846 h 158937"/>
                <a:gd name="connsiteX9" fmla="*/ 167521 w 167297"/>
                <a:gd name="connsiteY9" fmla="*/ 13188 h 158937"/>
                <a:gd name="connsiteX10" fmla="*/ 153050 w 167297"/>
                <a:gd name="connsiteY10" fmla="*/ 177 h 158937"/>
                <a:gd name="connsiteX11" fmla="*/ 99755 w 167297"/>
                <a:gd name="connsiteY11" fmla="*/ 50461 h 158937"/>
                <a:gd name="connsiteX12" fmla="*/ 95872 w 167297"/>
                <a:gd name="connsiteY12" fmla="*/ 31121 h 158937"/>
                <a:gd name="connsiteX13" fmla="*/ 77519 w 167297"/>
                <a:gd name="connsiteY13" fmla="*/ 177 h 158937"/>
                <a:gd name="connsiteX14" fmla="*/ 36224 w 167297"/>
                <a:gd name="connsiteY14" fmla="*/ 10375 h 158937"/>
                <a:gd name="connsiteX15" fmla="*/ 32342 w 167297"/>
                <a:gd name="connsiteY15" fmla="*/ 11781 h 158937"/>
                <a:gd name="connsiteX16" fmla="*/ 33754 w 167297"/>
                <a:gd name="connsiteY16" fmla="*/ 17056 h 158937"/>
                <a:gd name="connsiteX17" fmla="*/ 53519 w 167297"/>
                <a:gd name="connsiteY17" fmla="*/ 13188 h 158937"/>
                <a:gd name="connsiteX18" fmla="*/ 69401 w 167297"/>
                <a:gd name="connsiteY18" fmla="*/ 37450 h 158937"/>
                <a:gd name="connsiteX19" fmla="*/ 79637 w 167297"/>
                <a:gd name="connsiteY19" fmla="*/ 80701 h 158937"/>
                <a:gd name="connsiteX20" fmla="*/ 50695 w 167297"/>
                <a:gd name="connsiteY20" fmla="*/ 121842 h 158937"/>
                <a:gd name="connsiteX21" fmla="*/ 32695 w 167297"/>
                <a:gd name="connsiteY21" fmla="*/ 138720 h 158937"/>
                <a:gd name="connsiteX22" fmla="*/ 23518 w 167297"/>
                <a:gd name="connsiteY22" fmla="*/ 135555 h 158937"/>
                <a:gd name="connsiteX23" fmla="*/ 12224 w 167297"/>
                <a:gd name="connsiteY23" fmla="*/ 132039 h 158937"/>
                <a:gd name="connsiteX24" fmla="*/ 223 w 167297"/>
                <a:gd name="connsiteY24" fmla="*/ 144346 h 158937"/>
                <a:gd name="connsiteX25" fmla="*/ 17871 w 167297"/>
                <a:gd name="connsiteY25" fmla="*/ 159115 h 158937"/>
                <a:gd name="connsiteX26" fmla="*/ 50695 w 167297"/>
                <a:gd name="connsiteY26" fmla="*/ 134500 h 158937"/>
                <a:gd name="connsiteX27" fmla="*/ 82460 w 167297"/>
                <a:gd name="connsiteY27" fmla="*/ 93360 h 158937"/>
                <a:gd name="connsiteX28" fmla="*/ 93049 w 167297"/>
                <a:gd name="connsiteY28" fmla="*/ 135555 h 158937"/>
                <a:gd name="connsiteX29" fmla="*/ 113520 w 167297"/>
                <a:gd name="connsiteY29" fmla="*/ 159115 h 158937"/>
                <a:gd name="connsiteX30" fmla="*/ 156580 w 167297"/>
                <a:gd name="connsiteY30" fmla="*/ 119029 h 158937"/>
                <a:gd name="connsiteX31" fmla="*/ 151638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216"/>
                  </a:moveTo>
                  <a:cubicBezTo>
                    <a:pt x="148815" y="119380"/>
                    <a:pt x="147050" y="121490"/>
                    <a:pt x="143873" y="125710"/>
                  </a:cubicBezTo>
                  <a:cubicBezTo>
                    <a:pt x="135756" y="136259"/>
                    <a:pt x="131520" y="139775"/>
                    <a:pt x="127638" y="139775"/>
                  </a:cubicBezTo>
                  <a:cubicBezTo>
                    <a:pt x="122344" y="139775"/>
                    <a:pt x="119167" y="135204"/>
                    <a:pt x="116696" y="125358"/>
                  </a:cubicBezTo>
                  <a:cubicBezTo>
                    <a:pt x="115990" y="122545"/>
                    <a:pt x="115638" y="120435"/>
                    <a:pt x="115285" y="119380"/>
                  </a:cubicBezTo>
                  <a:cubicBezTo>
                    <a:pt x="106461" y="83866"/>
                    <a:pt x="102578" y="67690"/>
                    <a:pt x="102578" y="62416"/>
                  </a:cubicBezTo>
                  <a:cubicBezTo>
                    <a:pt x="118108" y="35340"/>
                    <a:pt x="130814" y="19869"/>
                    <a:pt x="137167" y="19869"/>
                  </a:cubicBezTo>
                  <a:cubicBezTo>
                    <a:pt x="139285" y="19869"/>
                    <a:pt x="142109" y="20924"/>
                    <a:pt x="145638" y="22682"/>
                  </a:cubicBezTo>
                  <a:cubicBezTo>
                    <a:pt x="149873" y="25143"/>
                    <a:pt x="152344" y="25846"/>
                    <a:pt x="155168" y="25846"/>
                  </a:cubicBezTo>
                  <a:cubicBezTo>
                    <a:pt x="162580" y="25846"/>
                    <a:pt x="167521" y="20572"/>
                    <a:pt x="167521" y="13188"/>
                  </a:cubicBezTo>
                  <a:cubicBezTo>
                    <a:pt x="167521" y="5803"/>
                    <a:pt x="161521" y="177"/>
                    <a:pt x="153050" y="177"/>
                  </a:cubicBezTo>
                  <a:cubicBezTo>
                    <a:pt x="137520" y="177"/>
                    <a:pt x="124108" y="12836"/>
                    <a:pt x="99755" y="50461"/>
                  </a:cubicBezTo>
                  <a:lnTo>
                    <a:pt x="95872" y="31121"/>
                  </a:lnTo>
                  <a:cubicBezTo>
                    <a:pt x="90931" y="7210"/>
                    <a:pt x="87049" y="177"/>
                    <a:pt x="77519" y="177"/>
                  </a:cubicBezTo>
                  <a:cubicBezTo>
                    <a:pt x="69754" y="177"/>
                    <a:pt x="57754" y="3342"/>
                    <a:pt x="36224" y="10375"/>
                  </a:cubicBezTo>
                  <a:lnTo>
                    <a:pt x="32342" y="11781"/>
                  </a:lnTo>
                  <a:lnTo>
                    <a:pt x="33754" y="17056"/>
                  </a:lnTo>
                  <a:cubicBezTo>
                    <a:pt x="47166" y="13891"/>
                    <a:pt x="50342" y="13188"/>
                    <a:pt x="53519" y="13188"/>
                  </a:cubicBezTo>
                  <a:cubicBezTo>
                    <a:pt x="62342" y="13188"/>
                    <a:pt x="64460" y="16352"/>
                    <a:pt x="69401" y="37450"/>
                  </a:cubicBezTo>
                  <a:lnTo>
                    <a:pt x="79637" y="80701"/>
                  </a:lnTo>
                  <a:lnTo>
                    <a:pt x="50695" y="121842"/>
                  </a:lnTo>
                  <a:cubicBezTo>
                    <a:pt x="43636" y="132391"/>
                    <a:pt x="36577" y="138720"/>
                    <a:pt x="32695" y="138720"/>
                  </a:cubicBezTo>
                  <a:cubicBezTo>
                    <a:pt x="30577" y="138720"/>
                    <a:pt x="27048" y="137665"/>
                    <a:pt x="23518" y="135555"/>
                  </a:cubicBezTo>
                  <a:cubicBezTo>
                    <a:pt x="18930" y="133094"/>
                    <a:pt x="15047" y="132039"/>
                    <a:pt x="12224" y="132039"/>
                  </a:cubicBezTo>
                  <a:cubicBezTo>
                    <a:pt x="5518" y="132039"/>
                    <a:pt x="223" y="137313"/>
                    <a:pt x="223" y="144346"/>
                  </a:cubicBezTo>
                  <a:cubicBezTo>
                    <a:pt x="223" y="153488"/>
                    <a:pt x="7282" y="159115"/>
                    <a:pt x="17871" y="159115"/>
                  </a:cubicBezTo>
                  <a:cubicBezTo>
                    <a:pt x="28812" y="159115"/>
                    <a:pt x="33048" y="155950"/>
                    <a:pt x="50695" y="134500"/>
                  </a:cubicBezTo>
                  <a:cubicBezTo>
                    <a:pt x="60225" y="123248"/>
                    <a:pt x="67637" y="113754"/>
                    <a:pt x="82460" y="93360"/>
                  </a:cubicBezTo>
                  <a:lnTo>
                    <a:pt x="93049" y="135555"/>
                  </a:lnTo>
                  <a:cubicBezTo>
                    <a:pt x="97637" y="153488"/>
                    <a:pt x="102225" y="159115"/>
                    <a:pt x="113520" y="159115"/>
                  </a:cubicBezTo>
                  <a:cubicBezTo>
                    <a:pt x="126932" y="159115"/>
                    <a:pt x="136108" y="150675"/>
                    <a:pt x="156580" y="119029"/>
                  </a:cubicBezTo>
                  <a:lnTo>
                    <a:pt x="151638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8" name="Freeform: Shape 2037">
              <a:extLst>
                <a:ext uri="{FF2B5EF4-FFF2-40B4-BE49-F238E27FC236}">
                  <a16:creationId xmlns:a16="http://schemas.microsoft.com/office/drawing/2014/main" id="{AD7BFD6D-9A4A-FA99-2E26-6BC6403705DF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0724662" y="7227408"/>
              <a:ext cx="73914" cy="175899"/>
            </a:xfrm>
            <a:custGeom>
              <a:avLst/>
              <a:gdLst>
                <a:gd name="connsiteX0" fmla="*/ 47240 w 73914"/>
                <a:gd name="connsiteY0" fmla="*/ 180 h 175899"/>
                <a:gd name="connsiteX1" fmla="*/ 227 w 73914"/>
                <a:gd name="connsiteY1" fmla="*/ 23859 h 175899"/>
                <a:gd name="connsiteX2" fmla="*/ 227 w 73914"/>
                <a:gd name="connsiteY2" fmla="*/ 27501 h 175899"/>
                <a:gd name="connsiteX3" fmla="*/ 7279 w 73914"/>
                <a:gd name="connsiteY3" fmla="*/ 24639 h 175899"/>
                <a:gd name="connsiteX4" fmla="*/ 19032 w 73914"/>
                <a:gd name="connsiteY4" fmla="*/ 21777 h 175899"/>
                <a:gd name="connsiteX5" fmla="*/ 26868 w 73914"/>
                <a:gd name="connsiteY5" fmla="*/ 34007 h 175899"/>
                <a:gd name="connsiteX6" fmla="*/ 26868 w 73914"/>
                <a:gd name="connsiteY6" fmla="*/ 151880 h 175899"/>
                <a:gd name="connsiteX7" fmla="*/ 20599 w 73914"/>
                <a:gd name="connsiteY7" fmla="*/ 168794 h 175899"/>
                <a:gd name="connsiteX8" fmla="*/ 2056 w 73914"/>
                <a:gd name="connsiteY8" fmla="*/ 172176 h 175899"/>
                <a:gd name="connsiteX9" fmla="*/ 2056 w 73914"/>
                <a:gd name="connsiteY9" fmla="*/ 176079 h 175899"/>
                <a:gd name="connsiteX10" fmla="*/ 74142 w 73914"/>
                <a:gd name="connsiteY10" fmla="*/ 176079 h 175899"/>
                <a:gd name="connsiteX11" fmla="*/ 74142 w 73914"/>
                <a:gd name="connsiteY11" fmla="*/ 172176 h 175899"/>
                <a:gd name="connsiteX12" fmla="*/ 49329 w 73914"/>
                <a:gd name="connsiteY12" fmla="*/ 156824 h 175899"/>
                <a:gd name="connsiteX13" fmla="*/ 49329 w 73914"/>
                <a:gd name="connsiteY13" fmla="*/ 700 h 175899"/>
                <a:gd name="connsiteX14" fmla="*/ 47240 w 73914"/>
                <a:gd name="connsiteY14" fmla="*/ 180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40" y="180"/>
                  </a:moveTo>
                  <a:lnTo>
                    <a:pt x="227" y="23859"/>
                  </a:lnTo>
                  <a:lnTo>
                    <a:pt x="227" y="27501"/>
                  </a:lnTo>
                  <a:cubicBezTo>
                    <a:pt x="3361" y="26200"/>
                    <a:pt x="6234" y="25160"/>
                    <a:pt x="7279" y="24639"/>
                  </a:cubicBezTo>
                  <a:cubicBezTo>
                    <a:pt x="11980" y="22818"/>
                    <a:pt x="16421" y="21777"/>
                    <a:pt x="19032" y="21777"/>
                  </a:cubicBezTo>
                  <a:cubicBezTo>
                    <a:pt x="24517" y="21777"/>
                    <a:pt x="26868" y="25680"/>
                    <a:pt x="26868" y="34007"/>
                  </a:cubicBezTo>
                  <a:lnTo>
                    <a:pt x="26868" y="151880"/>
                  </a:lnTo>
                  <a:cubicBezTo>
                    <a:pt x="26868" y="160467"/>
                    <a:pt x="24778" y="166452"/>
                    <a:pt x="20599" y="168794"/>
                  </a:cubicBezTo>
                  <a:cubicBezTo>
                    <a:pt x="16682" y="171135"/>
                    <a:pt x="13025" y="171916"/>
                    <a:pt x="2056" y="172176"/>
                  </a:cubicBezTo>
                  <a:lnTo>
                    <a:pt x="2056" y="176079"/>
                  </a:lnTo>
                  <a:lnTo>
                    <a:pt x="74142" y="176079"/>
                  </a:lnTo>
                  <a:lnTo>
                    <a:pt x="74142" y="172176"/>
                  </a:lnTo>
                  <a:cubicBezTo>
                    <a:pt x="53508" y="171916"/>
                    <a:pt x="49329" y="169314"/>
                    <a:pt x="49329" y="156824"/>
                  </a:cubicBezTo>
                  <a:lnTo>
                    <a:pt x="49329" y="700"/>
                  </a:lnTo>
                  <a:lnTo>
                    <a:pt x="47240" y="18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9" name="Freeform: Shape 2038">
              <a:extLst>
                <a:ext uri="{FF2B5EF4-FFF2-40B4-BE49-F238E27FC236}">
                  <a16:creationId xmlns:a16="http://schemas.microsoft.com/office/drawing/2014/main" id="{20232862-5FCB-E9C4-1AA5-9F3D1240659A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0864583" y="7086268"/>
              <a:ext cx="81883" cy="351630"/>
            </a:xfrm>
            <a:custGeom>
              <a:avLst/>
              <a:gdLst>
                <a:gd name="connsiteX0" fmla="*/ 82116 w 81883"/>
                <a:gd name="connsiteY0" fmla="*/ 175992 h 351630"/>
                <a:gd name="connsiteX1" fmla="*/ 58822 w 81883"/>
                <a:gd name="connsiteY1" fmla="*/ 66283 h 351630"/>
                <a:gd name="connsiteX2" fmla="*/ 3762 w 81883"/>
                <a:gd name="connsiteY2" fmla="*/ 177 h 351630"/>
                <a:gd name="connsiteX3" fmla="*/ 233 w 81883"/>
                <a:gd name="connsiteY3" fmla="*/ 3693 h 351630"/>
                <a:gd name="connsiteX4" fmla="*/ 6939 w 81883"/>
                <a:gd name="connsiteY4" fmla="*/ 11781 h 351630"/>
                <a:gd name="connsiteX5" fmla="*/ 61646 w 81883"/>
                <a:gd name="connsiteY5" fmla="*/ 175992 h 351630"/>
                <a:gd name="connsiteX6" fmla="*/ 4821 w 81883"/>
                <a:gd name="connsiteY6" fmla="*/ 342313 h 351630"/>
                <a:gd name="connsiteX7" fmla="*/ 233 w 81883"/>
                <a:gd name="connsiteY7" fmla="*/ 348291 h 351630"/>
                <a:gd name="connsiteX8" fmla="*/ 3762 w 81883"/>
                <a:gd name="connsiteY8" fmla="*/ 351808 h 351630"/>
                <a:gd name="connsiteX9" fmla="*/ 59881 w 81883"/>
                <a:gd name="connsiteY9" fmla="*/ 283240 h 351630"/>
                <a:gd name="connsiteX10" fmla="*/ 82116 w 81883"/>
                <a:gd name="connsiteY10" fmla="*/ 17599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5992"/>
                  </a:moveTo>
                  <a:cubicBezTo>
                    <a:pt x="82116" y="148565"/>
                    <a:pt x="78234" y="106018"/>
                    <a:pt x="58822" y="66283"/>
                  </a:cubicBezTo>
                  <a:cubicBezTo>
                    <a:pt x="37645" y="23033"/>
                    <a:pt x="7292" y="177"/>
                    <a:pt x="3762" y="177"/>
                  </a:cubicBezTo>
                  <a:cubicBezTo>
                    <a:pt x="1644" y="177"/>
                    <a:pt x="233" y="1583"/>
                    <a:pt x="233" y="3693"/>
                  </a:cubicBezTo>
                  <a:cubicBezTo>
                    <a:pt x="233" y="4748"/>
                    <a:pt x="233" y="5451"/>
                    <a:pt x="6939" y="11781"/>
                  </a:cubicBezTo>
                  <a:cubicBezTo>
                    <a:pt x="41527" y="46592"/>
                    <a:pt x="61646" y="102501"/>
                    <a:pt x="61646" y="175992"/>
                  </a:cubicBezTo>
                  <a:cubicBezTo>
                    <a:pt x="61646" y="236121"/>
                    <a:pt x="48586" y="298008"/>
                    <a:pt x="4821" y="342313"/>
                  </a:cubicBezTo>
                  <a:cubicBezTo>
                    <a:pt x="233" y="346533"/>
                    <a:pt x="233" y="347236"/>
                    <a:pt x="233" y="348291"/>
                  </a:cubicBezTo>
                  <a:cubicBezTo>
                    <a:pt x="233" y="350401"/>
                    <a:pt x="1644" y="351808"/>
                    <a:pt x="3762" y="351808"/>
                  </a:cubicBezTo>
                  <a:cubicBezTo>
                    <a:pt x="7292" y="351808"/>
                    <a:pt x="39057" y="327897"/>
                    <a:pt x="59881" y="283240"/>
                  </a:cubicBezTo>
                  <a:cubicBezTo>
                    <a:pt x="77881" y="244560"/>
                    <a:pt x="82116" y="205529"/>
                    <a:pt x="82116" y="1759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0" name="Freeform: Shape 2039">
              <a:extLst>
                <a:ext uri="{FF2B5EF4-FFF2-40B4-BE49-F238E27FC236}">
                  <a16:creationId xmlns:a16="http://schemas.microsoft.com/office/drawing/2014/main" id="{35F2FC31-AB6B-B927-99DA-1B77A37EBA55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11016860" y="7086268"/>
              <a:ext cx="81883" cy="351630"/>
            </a:xfrm>
            <a:custGeom>
              <a:avLst/>
              <a:gdLst>
                <a:gd name="connsiteX0" fmla="*/ 82120 w 81883"/>
                <a:gd name="connsiteY0" fmla="*/ 348291 h 351630"/>
                <a:gd name="connsiteX1" fmla="*/ 76120 w 81883"/>
                <a:gd name="connsiteY1" fmla="*/ 340555 h 351630"/>
                <a:gd name="connsiteX2" fmla="*/ 20707 w 81883"/>
                <a:gd name="connsiteY2" fmla="*/ 175992 h 351630"/>
                <a:gd name="connsiteX3" fmla="*/ 77532 w 81883"/>
                <a:gd name="connsiteY3" fmla="*/ 9671 h 351630"/>
                <a:gd name="connsiteX4" fmla="*/ 82120 w 81883"/>
                <a:gd name="connsiteY4" fmla="*/ 3693 h 351630"/>
                <a:gd name="connsiteX5" fmla="*/ 78591 w 81883"/>
                <a:gd name="connsiteY5" fmla="*/ 177 h 351630"/>
                <a:gd name="connsiteX6" fmla="*/ 22472 w 81883"/>
                <a:gd name="connsiteY6" fmla="*/ 68745 h 351630"/>
                <a:gd name="connsiteX7" fmla="*/ 237 w 81883"/>
                <a:gd name="connsiteY7" fmla="*/ 175992 h 351630"/>
                <a:gd name="connsiteX8" fmla="*/ 23531 w 81883"/>
                <a:gd name="connsiteY8" fmla="*/ 285701 h 351630"/>
                <a:gd name="connsiteX9" fmla="*/ 78591 w 81883"/>
                <a:gd name="connsiteY9" fmla="*/ 351808 h 351630"/>
                <a:gd name="connsiteX10" fmla="*/ 82120 w 81883"/>
                <a:gd name="connsiteY10" fmla="*/ 34829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291"/>
                  </a:moveTo>
                  <a:cubicBezTo>
                    <a:pt x="82120" y="347236"/>
                    <a:pt x="82120" y="346533"/>
                    <a:pt x="76120" y="340555"/>
                  </a:cubicBezTo>
                  <a:cubicBezTo>
                    <a:pt x="32002" y="296250"/>
                    <a:pt x="20707" y="229792"/>
                    <a:pt x="20707" y="175992"/>
                  </a:cubicBezTo>
                  <a:cubicBezTo>
                    <a:pt x="20707" y="114808"/>
                    <a:pt x="34120" y="53625"/>
                    <a:pt x="77532" y="9671"/>
                  </a:cubicBezTo>
                  <a:cubicBezTo>
                    <a:pt x="82120" y="5451"/>
                    <a:pt x="82120" y="4748"/>
                    <a:pt x="82120" y="3693"/>
                  </a:cubicBezTo>
                  <a:cubicBezTo>
                    <a:pt x="82120" y="1232"/>
                    <a:pt x="80709" y="177"/>
                    <a:pt x="78591" y="177"/>
                  </a:cubicBezTo>
                  <a:cubicBezTo>
                    <a:pt x="75061" y="177"/>
                    <a:pt x="43296" y="24088"/>
                    <a:pt x="22472" y="68745"/>
                  </a:cubicBezTo>
                  <a:cubicBezTo>
                    <a:pt x="4472" y="107424"/>
                    <a:pt x="237" y="146455"/>
                    <a:pt x="237" y="175992"/>
                  </a:cubicBezTo>
                  <a:cubicBezTo>
                    <a:pt x="237" y="203419"/>
                    <a:pt x="4119" y="245967"/>
                    <a:pt x="23531" y="285701"/>
                  </a:cubicBezTo>
                  <a:cubicBezTo>
                    <a:pt x="44708" y="328952"/>
                    <a:pt x="75061" y="351808"/>
                    <a:pt x="78591" y="351808"/>
                  </a:cubicBezTo>
                  <a:cubicBezTo>
                    <a:pt x="80709" y="351808"/>
                    <a:pt x="82120" y="350753"/>
                    <a:pt x="82120" y="34829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1" name="Freeform: Shape 2040">
              <a:extLst>
                <a:ext uri="{FF2B5EF4-FFF2-40B4-BE49-F238E27FC236}">
                  <a16:creationId xmlns:a16="http://schemas.microsoft.com/office/drawing/2014/main" id="{E6C416CB-ABCB-A6BF-19D9-535EBB625145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11109842" y="7194922"/>
              <a:ext cx="167297" cy="158937"/>
            </a:xfrm>
            <a:custGeom>
              <a:avLst/>
              <a:gdLst>
                <a:gd name="connsiteX0" fmla="*/ 151655 w 167297"/>
                <a:gd name="connsiteY0" fmla="*/ 116216 h 158937"/>
                <a:gd name="connsiteX1" fmla="*/ 143890 w 167297"/>
                <a:gd name="connsiteY1" fmla="*/ 125710 h 158937"/>
                <a:gd name="connsiteX2" fmla="*/ 127654 w 167297"/>
                <a:gd name="connsiteY2" fmla="*/ 139775 h 158937"/>
                <a:gd name="connsiteX3" fmla="*/ 116713 w 167297"/>
                <a:gd name="connsiteY3" fmla="*/ 125358 h 158937"/>
                <a:gd name="connsiteX4" fmla="*/ 115301 w 167297"/>
                <a:gd name="connsiteY4" fmla="*/ 119380 h 158937"/>
                <a:gd name="connsiteX5" fmla="*/ 102595 w 167297"/>
                <a:gd name="connsiteY5" fmla="*/ 62416 h 158937"/>
                <a:gd name="connsiteX6" fmla="*/ 137184 w 167297"/>
                <a:gd name="connsiteY6" fmla="*/ 19869 h 158937"/>
                <a:gd name="connsiteX7" fmla="*/ 145654 w 167297"/>
                <a:gd name="connsiteY7" fmla="*/ 22682 h 158937"/>
                <a:gd name="connsiteX8" fmla="*/ 155184 w 167297"/>
                <a:gd name="connsiteY8" fmla="*/ 25846 h 158937"/>
                <a:gd name="connsiteX9" fmla="*/ 167537 w 167297"/>
                <a:gd name="connsiteY9" fmla="*/ 13188 h 158937"/>
                <a:gd name="connsiteX10" fmla="*/ 153066 w 167297"/>
                <a:gd name="connsiteY10" fmla="*/ 177 h 158937"/>
                <a:gd name="connsiteX11" fmla="*/ 99771 w 167297"/>
                <a:gd name="connsiteY11" fmla="*/ 50461 h 158937"/>
                <a:gd name="connsiteX12" fmla="*/ 95889 w 167297"/>
                <a:gd name="connsiteY12" fmla="*/ 31121 h 158937"/>
                <a:gd name="connsiteX13" fmla="*/ 77535 w 167297"/>
                <a:gd name="connsiteY13" fmla="*/ 177 h 158937"/>
                <a:gd name="connsiteX14" fmla="*/ 36241 w 167297"/>
                <a:gd name="connsiteY14" fmla="*/ 10375 h 158937"/>
                <a:gd name="connsiteX15" fmla="*/ 32358 w 167297"/>
                <a:gd name="connsiteY15" fmla="*/ 11781 h 158937"/>
                <a:gd name="connsiteX16" fmla="*/ 33770 w 167297"/>
                <a:gd name="connsiteY16" fmla="*/ 17056 h 158937"/>
                <a:gd name="connsiteX17" fmla="*/ 53535 w 167297"/>
                <a:gd name="connsiteY17" fmla="*/ 13188 h 158937"/>
                <a:gd name="connsiteX18" fmla="*/ 69418 w 167297"/>
                <a:gd name="connsiteY18" fmla="*/ 37450 h 158937"/>
                <a:gd name="connsiteX19" fmla="*/ 79653 w 167297"/>
                <a:gd name="connsiteY19" fmla="*/ 80701 h 158937"/>
                <a:gd name="connsiteX20" fmla="*/ 50711 w 167297"/>
                <a:gd name="connsiteY20" fmla="*/ 121842 h 158937"/>
                <a:gd name="connsiteX21" fmla="*/ 32711 w 167297"/>
                <a:gd name="connsiteY21" fmla="*/ 138720 h 158937"/>
                <a:gd name="connsiteX22" fmla="*/ 23534 w 167297"/>
                <a:gd name="connsiteY22" fmla="*/ 135555 h 158937"/>
                <a:gd name="connsiteX23" fmla="*/ 12240 w 167297"/>
                <a:gd name="connsiteY23" fmla="*/ 132039 h 158937"/>
                <a:gd name="connsiteX24" fmla="*/ 240 w 167297"/>
                <a:gd name="connsiteY24" fmla="*/ 144346 h 158937"/>
                <a:gd name="connsiteX25" fmla="*/ 17887 w 167297"/>
                <a:gd name="connsiteY25" fmla="*/ 159115 h 158937"/>
                <a:gd name="connsiteX26" fmla="*/ 50711 w 167297"/>
                <a:gd name="connsiteY26" fmla="*/ 134500 h 158937"/>
                <a:gd name="connsiteX27" fmla="*/ 82477 w 167297"/>
                <a:gd name="connsiteY27" fmla="*/ 93360 h 158937"/>
                <a:gd name="connsiteX28" fmla="*/ 93065 w 167297"/>
                <a:gd name="connsiteY28" fmla="*/ 135555 h 158937"/>
                <a:gd name="connsiteX29" fmla="*/ 113536 w 167297"/>
                <a:gd name="connsiteY29" fmla="*/ 159115 h 158937"/>
                <a:gd name="connsiteX30" fmla="*/ 156596 w 167297"/>
                <a:gd name="connsiteY30" fmla="*/ 119029 h 158937"/>
                <a:gd name="connsiteX31" fmla="*/ 151655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216"/>
                  </a:moveTo>
                  <a:cubicBezTo>
                    <a:pt x="148831" y="119380"/>
                    <a:pt x="147066" y="121490"/>
                    <a:pt x="143890" y="125710"/>
                  </a:cubicBezTo>
                  <a:cubicBezTo>
                    <a:pt x="135772" y="136259"/>
                    <a:pt x="131537" y="139775"/>
                    <a:pt x="127654" y="139775"/>
                  </a:cubicBezTo>
                  <a:cubicBezTo>
                    <a:pt x="122360" y="139775"/>
                    <a:pt x="119183" y="135204"/>
                    <a:pt x="116713" y="125358"/>
                  </a:cubicBezTo>
                  <a:cubicBezTo>
                    <a:pt x="116007" y="122545"/>
                    <a:pt x="115654" y="120435"/>
                    <a:pt x="115301" y="119380"/>
                  </a:cubicBezTo>
                  <a:cubicBezTo>
                    <a:pt x="106477" y="83866"/>
                    <a:pt x="102595" y="67690"/>
                    <a:pt x="102595" y="62416"/>
                  </a:cubicBezTo>
                  <a:cubicBezTo>
                    <a:pt x="118124" y="35340"/>
                    <a:pt x="130831" y="19869"/>
                    <a:pt x="137184" y="19869"/>
                  </a:cubicBezTo>
                  <a:cubicBezTo>
                    <a:pt x="139301" y="19869"/>
                    <a:pt x="142125" y="20924"/>
                    <a:pt x="145654" y="22682"/>
                  </a:cubicBezTo>
                  <a:cubicBezTo>
                    <a:pt x="149890" y="25143"/>
                    <a:pt x="152360" y="25846"/>
                    <a:pt x="155184" y="25846"/>
                  </a:cubicBezTo>
                  <a:cubicBezTo>
                    <a:pt x="162596" y="25846"/>
                    <a:pt x="167537" y="20572"/>
                    <a:pt x="167537" y="13188"/>
                  </a:cubicBezTo>
                  <a:cubicBezTo>
                    <a:pt x="167537" y="5803"/>
                    <a:pt x="161537" y="177"/>
                    <a:pt x="153066" y="177"/>
                  </a:cubicBezTo>
                  <a:cubicBezTo>
                    <a:pt x="137537" y="177"/>
                    <a:pt x="124125" y="12836"/>
                    <a:pt x="99771" y="50461"/>
                  </a:cubicBezTo>
                  <a:lnTo>
                    <a:pt x="95889" y="31121"/>
                  </a:lnTo>
                  <a:cubicBezTo>
                    <a:pt x="90947" y="7210"/>
                    <a:pt x="87065" y="177"/>
                    <a:pt x="77535" y="177"/>
                  </a:cubicBezTo>
                  <a:cubicBezTo>
                    <a:pt x="69771" y="177"/>
                    <a:pt x="57770" y="3342"/>
                    <a:pt x="36241" y="10375"/>
                  </a:cubicBezTo>
                  <a:lnTo>
                    <a:pt x="32358" y="11781"/>
                  </a:lnTo>
                  <a:lnTo>
                    <a:pt x="33770" y="17056"/>
                  </a:lnTo>
                  <a:cubicBezTo>
                    <a:pt x="47182" y="13891"/>
                    <a:pt x="50358" y="13188"/>
                    <a:pt x="53535" y="13188"/>
                  </a:cubicBezTo>
                  <a:cubicBezTo>
                    <a:pt x="62359" y="13188"/>
                    <a:pt x="64476" y="16352"/>
                    <a:pt x="69418" y="37450"/>
                  </a:cubicBezTo>
                  <a:lnTo>
                    <a:pt x="79653" y="80701"/>
                  </a:lnTo>
                  <a:lnTo>
                    <a:pt x="50711" y="121842"/>
                  </a:lnTo>
                  <a:cubicBezTo>
                    <a:pt x="43652" y="132391"/>
                    <a:pt x="36593" y="138720"/>
                    <a:pt x="32711" y="138720"/>
                  </a:cubicBezTo>
                  <a:cubicBezTo>
                    <a:pt x="30593" y="138720"/>
                    <a:pt x="27064" y="137665"/>
                    <a:pt x="23534" y="135555"/>
                  </a:cubicBezTo>
                  <a:cubicBezTo>
                    <a:pt x="18946" y="133094"/>
                    <a:pt x="15064" y="132039"/>
                    <a:pt x="12240" y="132039"/>
                  </a:cubicBezTo>
                  <a:cubicBezTo>
                    <a:pt x="5534" y="132039"/>
                    <a:pt x="240" y="137313"/>
                    <a:pt x="240" y="144346"/>
                  </a:cubicBezTo>
                  <a:cubicBezTo>
                    <a:pt x="240" y="153488"/>
                    <a:pt x="7299" y="159115"/>
                    <a:pt x="17887" y="159115"/>
                  </a:cubicBezTo>
                  <a:cubicBezTo>
                    <a:pt x="28829" y="159115"/>
                    <a:pt x="33064" y="155950"/>
                    <a:pt x="50711" y="134500"/>
                  </a:cubicBezTo>
                  <a:cubicBezTo>
                    <a:pt x="60241" y="123248"/>
                    <a:pt x="67653" y="113754"/>
                    <a:pt x="82477" y="93360"/>
                  </a:cubicBezTo>
                  <a:lnTo>
                    <a:pt x="93065" y="135555"/>
                  </a:lnTo>
                  <a:cubicBezTo>
                    <a:pt x="97654" y="153488"/>
                    <a:pt x="102242" y="159115"/>
                    <a:pt x="113536" y="159115"/>
                  </a:cubicBezTo>
                  <a:cubicBezTo>
                    <a:pt x="126948" y="159115"/>
                    <a:pt x="136125" y="150675"/>
                    <a:pt x="156596" y="119029"/>
                  </a:cubicBezTo>
                  <a:lnTo>
                    <a:pt x="151655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2" name="Freeform: Shape 2041">
              <a:extLst>
                <a:ext uri="{FF2B5EF4-FFF2-40B4-BE49-F238E27FC236}">
                  <a16:creationId xmlns:a16="http://schemas.microsoft.com/office/drawing/2014/main" id="{F29F15AD-59D9-76FF-3801-A4F1ACD7D6A4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1287897" y="7227408"/>
              <a:ext cx="101599" cy="179542"/>
            </a:xfrm>
            <a:custGeom>
              <a:avLst/>
              <a:gdLst>
                <a:gd name="connsiteX0" fmla="*/ 28974 w 101599"/>
                <a:gd name="connsiteY0" fmla="*/ 90211 h 179542"/>
                <a:gd name="connsiteX1" fmla="*/ 56659 w 101599"/>
                <a:gd name="connsiteY1" fmla="*/ 93073 h 179542"/>
                <a:gd name="connsiteX2" fmla="*/ 83038 w 101599"/>
                <a:gd name="connsiteY2" fmla="*/ 131584 h 179542"/>
                <a:gd name="connsiteX3" fmla="*/ 48823 w 101599"/>
                <a:gd name="connsiteY3" fmla="*/ 170355 h 179542"/>
                <a:gd name="connsiteX4" fmla="*/ 26884 w 101599"/>
                <a:gd name="connsiteY4" fmla="*/ 162288 h 179542"/>
                <a:gd name="connsiteX5" fmla="*/ 10169 w 101599"/>
                <a:gd name="connsiteY5" fmla="*/ 155783 h 179542"/>
                <a:gd name="connsiteX6" fmla="*/ 244 w 101599"/>
                <a:gd name="connsiteY6" fmla="*/ 164890 h 179542"/>
                <a:gd name="connsiteX7" fmla="*/ 29757 w 101599"/>
                <a:gd name="connsiteY7" fmla="*/ 179722 h 179542"/>
                <a:gd name="connsiteX8" fmla="*/ 82777 w 101599"/>
                <a:gd name="connsiteY8" fmla="*/ 162288 h 179542"/>
                <a:gd name="connsiteX9" fmla="*/ 101843 w 101599"/>
                <a:gd name="connsiteY9" fmla="*/ 119094 h 179542"/>
                <a:gd name="connsiteX10" fmla="*/ 90090 w 101599"/>
                <a:gd name="connsiteY10" fmla="*/ 85527 h 179542"/>
                <a:gd name="connsiteX11" fmla="*/ 68412 w 101599"/>
                <a:gd name="connsiteY11" fmla="*/ 71737 h 179542"/>
                <a:gd name="connsiteX12" fmla="*/ 92963 w 101599"/>
                <a:gd name="connsiteY12" fmla="*/ 35828 h 179542"/>
                <a:gd name="connsiteX13" fmla="*/ 52219 w 101599"/>
                <a:gd name="connsiteY13" fmla="*/ 180 h 179542"/>
                <a:gd name="connsiteX14" fmla="*/ 18265 w 101599"/>
                <a:gd name="connsiteY14" fmla="*/ 12930 h 179542"/>
                <a:gd name="connsiteX15" fmla="*/ 766 w 101599"/>
                <a:gd name="connsiteY15" fmla="*/ 42333 h 179542"/>
                <a:gd name="connsiteX16" fmla="*/ 4684 w 101599"/>
                <a:gd name="connsiteY16" fmla="*/ 43374 h 179542"/>
                <a:gd name="connsiteX17" fmla="*/ 43600 w 101599"/>
                <a:gd name="connsiteY17" fmla="*/ 15792 h 179542"/>
                <a:gd name="connsiteX18" fmla="*/ 72330 w 101599"/>
                <a:gd name="connsiteY18" fmla="*/ 43634 h 179542"/>
                <a:gd name="connsiteX19" fmla="*/ 61882 w 101599"/>
                <a:gd name="connsiteY19" fmla="*/ 68874 h 179542"/>
                <a:gd name="connsiteX20" fmla="*/ 28974 w 101599"/>
                <a:gd name="connsiteY20" fmla="*/ 86829 h 179542"/>
                <a:gd name="connsiteX21" fmla="*/ 28974 w 101599"/>
                <a:gd name="connsiteY21" fmla="*/ 90211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8974" y="90211"/>
                  </a:moveTo>
                  <a:cubicBezTo>
                    <a:pt x="44383" y="90211"/>
                    <a:pt x="50390" y="90732"/>
                    <a:pt x="56659" y="93073"/>
                  </a:cubicBezTo>
                  <a:cubicBezTo>
                    <a:pt x="72852" y="98798"/>
                    <a:pt x="83038" y="113630"/>
                    <a:pt x="83038" y="131584"/>
                  </a:cubicBezTo>
                  <a:cubicBezTo>
                    <a:pt x="83038" y="153441"/>
                    <a:pt x="68151" y="170355"/>
                    <a:pt x="48823" y="170355"/>
                  </a:cubicBezTo>
                  <a:cubicBezTo>
                    <a:pt x="41771" y="170355"/>
                    <a:pt x="36548" y="168533"/>
                    <a:pt x="26884" y="162288"/>
                  </a:cubicBezTo>
                  <a:cubicBezTo>
                    <a:pt x="19049" y="157605"/>
                    <a:pt x="14609" y="155783"/>
                    <a:pt x="10169" y="155783"/>
                  </a:cubicBezTo>
                  <a:cubicBezTo>
                    <a:pt x="4161" y="155783"/>
                    <a:pt x="244" y="159426"/>
                    <a:pt x="244" y="164890"/>
                  </a:cubicBezTo>
                  <a:cubicBezTo>
                    <a:pt x="244" y="173998"/>
                    <a:pt x="11474" y="179722"/>
                    <a:pt x="29757" y="179722"/>
                  </a:cubicBezTo>
                  <a:cubicBezTo>
                    <a:pt x="49868" y="179722"/>
                    <a:pt x="70501" y="172957"/>
                    <a:pt x="82777" y="162288"/>
                  </a:cubicBezTo>
                  <a:cubicBezTo>
                    <a:pt x="95052" y="151620"/>
                    <a:pt x="101843" y="136528"/>
                    <a:pt x="101843" y="119094"/>
                  </a:cubicBezTo>
                  <a:cubicBezTo>
                    <a:pt x="101843" y="105824"/>
                    <a:pt x="97664" y="93594"/>
                    <a:pt x="90090" y="85527"/>
                  </a:cubicBezTo>
                  <a:cubicBezTo>
                    <a:pt x="84866" y="79803"/>
                    <a:pt x="79904" y="76680"/>
                    <a:pt x="68412" y="71737"/>
                  </a:cubicBezTo>
                  <a:cubicBezTo>
                    <a:pt x="86433" y="59507"/>
                    <a:pt x="92963" y="49879"/>
                    <a:pt x="92963" y="35828"/>
                  </a:cubicBezTo>
                  <a:cubicBezTo>
                    <a:pt x="92963" y="14751"/>
                    <a:pt x="76247" y="180"/>
                    <a:pt x="52219" y="180"/>
                  </a:cubicBezTo>
                  <a:cubicBezTo>
                    <a:pt x="39160" y="180"/>
                    <a:pt x="27668" y="4603"/>
                    <a:pt x="18265" y="12930"/>
                  </a:cubicBezTo>
                  <a:cubicBezTo>
                    <a:pt x="10430" y="19955"/>
                    <a:pt x="6512" y="26721"/>
                    <a:pt x="766" y="42333"/>
                  </a:cubicBezTo>
                  <a:lnTo>
                    <a:pt x="4684" y="43374"/>
                  </a:lnTo>
                  <a:cubicBezTo>
                    <a:pt x="15392" y="24379"/>
                    <a:pt x="27145" y="15792"/>
                    <a:pt x="43600" y="15792"/>
                  </a:cubicBezTo>
                  <a:cubicBezTo>
                    <a:pt x="60577" y="15792"/>
                    <a:pt x="72330" y="27241"/>
                    <a:pt x="72330" y="43634"/>
                  </a:cubicBezTo>
                  <a:cubicBezTo>
                    <a:pt x="72330" y="53002"/>
                    <a:pt x="68412" y="62369"/>
                    <a:pt x="61882" y="68874"/>
                  </a:cubicBezTo>
                  <a:cubicBezTo>
                    <a:pt x="54047" y="76680"/>
                    <a:pt x="46734" y="80584"/>
                    <a:pt x="28974" y="86829"/>
                  </a:cubicBezTo>
                  <a:lnTo>
                    <a:pt x="28974" y="9021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3" name="Freeform: Shape 2042">
              <a:extLst>
                <a:ext uri="{FF2B5EF4-FFF2-40B4-BE49-F238E27FC236}">
                  <a16:creationId xmlns:a16="http://schemas.microsoft.com/office/drawing/2014/main" id="{1CE3AD01-98DD-A2A6-94AF-F9DBFCE8E506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1503958" y="7255051"/>
              <a:ext cx="215651" cy="14065"/>
            </a:xfrm>
            <a:custGeom>
              <a:avLst/>
              <a:gdLst>
                <a:gd name="connsiteX0" fmla="*/ 203548 w 215651"/>
                <a:gd name="connsiteY0" fmla="*/ 14243 h 14065"/>
                <a:gd name="connsiteX1" fmla="*/ 215901 w 215651"/>
                <a:gd name="connsiteY1" fmla="*/ 7210 h 14065"/>
                <a:gd name="connsiteX2" fmla="*/ 203548 w 215651"/>
                <a:gd name="connsiteY2" fmla="*/ 177 h 14065"/>
                <a:gd name="connsiteX3" fmla="*/ 12603 w 215651"/>
                <a:gd name="connsiteY3" fmla="*/ 177 h 14065"/>
                <a:gd name="connsiteX4" fmla="*/ 250 w 215651"/>
                <a:gd name="connsiteY4" fmla="*/ 7210 h 14065"/>
                <a:gd name="connsiteX5" fmla="*/ 12603 w 215651"/>
                <a:gd name="connsiteY5" fmla="*/ 14243 h 14065"/>
                <a:gd name="connsiteX6" fmla="*/ 203548 w 215651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8" y="14243"/>
                  </a:moveTo>
                  <a:cubicBezTo>
                    <a:pt x="209548" y="14243"/>
                    <a:pt x="215901" y="14243"/>
                    <a:pt x="215901" y="7210"/>
                  </a:cubicBezTo>
                  <a:cubicBezTo>
                    <a:pt x="215901" y="177"/>
                    <a:pt x="209548" y="177"/>
                    <a:pt x="203548" y="177"/>
                  </a:cubicBezTo>
                  <a:lnTo>
                    <a:pt x="12603" y="177"/>
                  </a:lnTo>
                  <a:cubicBezTo>
                    <a:pt x="6603" y="177"/>
                    <a:pt x="250" y="177"/>
                    <a:pt x="250" y="7210"/>
                  </a:cubicBezTo>
                  <a:cubicBezTo>
                    <a:pt x="250" y="14243"/>
                    <a:pt x="6603" y="14243"/>
                    <a:pt x="12603" y="14243"/>
                  </a:cubicBezTo>
                  <a:lnTo>
                    <a:pt x="203548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4" name="Freeform: Shape 2043">
              <a:extLst>
                <a:ext uri="{FF2B5EF4-FFF2-40B4-BE49-F238E27FC236}">
                  <a16:creationId xmlns:a16="http://schemas.microsoft.com/office/drawing/2014/main" id="{15850AD4-A42D-A211-3D67-D042F9859E57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1789603" y="7194922"/>
              <a:ext cx="167297" cy="158937"/>
            </a:xfrm>
            <a:custGeom>
              <a:avLst/>
              <a:gdLst>
                <a:gd name="connsiteX0" fmla="*/ 151674 w 167297"/>
                <a:gd name="connsiteY0" fmla="*/ 116216 h 158937"/>
                <a:gd name="connsiteX1" fmla="*/ 143909 w 167297"/>
                <a:gd name="connsiteY1" fmla="*/ 125710 h 158937"/>
                <a:gd name="connsiteX2" fmla="*/ 127673 w 167297"/>
                <a:gd name="connsiteY2" fmla="*/ 139775 h 158937"/>
                <a:gd name="connsiteX3" fmla="*/ 116732 w 167297"/>
                <a:gd name="connsiteY3" fmla="*/ 125358 h 158937"/>
                <a:gd name="connsiteX4" fmla="*/ 115320 w 167297"/>
                <a:gd name="connsiteY4" fmla="*/ 119380 h 158937"/>
                <a:gd name="connsiteX5" fmla="*/ 102614 w 167297"/>
                <a:gd name="connsiteY5" fmla="*/ 62416 h 158937"/>
                <a:gd name="connsiteX6" fmla="*/ 137203 w 167297"/>
                <a:gd name="connsiteY6" fmla="*/ 19869 h 158937"/>
                <a:gd name="connsiteX7" fmla="*/ 145674 w 167297"/>
                <a:gd name="connsiteY7" fmla="*/ 22682 h 158937"/>
                <a:gd name="connsiteX8" fmla="*/ 155203 w 167297"/>
                <a:gd name="connsiteY8" fmla="*/ 25846 h 158937"/>
                <a:gd name="connsiteX9" fmla="*/ 167556 w 167297"/>
                <a:gd name="connsiteY9" fmla="*/ 13188 h 158937"/>
                <a:gd name="connsiteX10" fmla="*/ 153085 w 167297"/>
                <a:gd name="connsiteY10" fmla="*/ 177 h 158937"/>
                <a:gd name="connsiteX11" fmla="*/ 99790 w 167297"/>
                <a:gd name="connsiteY11" fmla="*/ 50461 h 158937"/>
                <a:gd name="connsiteX12" fmla="*/ 95908 w 167297"/>
                <a:gd name="connsiteY12" fmla="*/ 31121 h 158937"/>
                <a:gd name="connsiteX13" fmla="*/ 77555 w 167297"/>
                <a:gd name="connsiteY13" fmla="*/ 177 h 158937"/>
                <a:gd name="connsiteX14" fmla="*/ 36260 w 167297"/>
                <a:gd name="connsiteY14" fmla="*/ 10375 h 158937"/>
                <a:gd name="connsiteX15" fmla="*/ 32377 w 167297"/>
                <a:gd name="connsiteY15" fmla="*/ 11781 h 158937"/>
                <a:gd name="connsiteX16" fmla="*/ 33789 w 167297"/>
                <a:gd name="connsiteY16" fmla="*/ 17056 h 158937"/>
                <a:gd name="connsiteX17" fmla="*/ 53554 w 167297"/>
                <a:gd name="connsiteY17" fmla="*/ 13188 h 158937"/>
                <a:gd name="connsiteX18" fmla="*/ 69437 w 167297"/>
                <a:gd name="connsiteY18" fmla="*/ 37450 h 158937"/>
                <a:gd name="connsiteX19" fmla="*/ 79672 w 167297"/>
                <a:gd name="connsiteY19" fmla="*/ 80701 h 158937"/>
                <a:gd name="connsiteX20" fmla="*/ 50731 w 167297"/>
                <a:gd name="connsiteY20" fmla="*/ 121842 h 158937"/>
                <a:gd name="connsiteX21" fmla="*/ 32730 w 167297"/>
                <a:gd name="connsiteY21" fmla="*/ 138720 h 158937"/>
                <a:gd name="connsiteX22" fmla="*/ 23554 w 167297"/>
                <a:gd name="connsiteY22" fmla="*/ 135555 h 158937"/>
                <a:gd name="connsiteX23" fmla="*/ 12259 w 167297"/>
                <a:gd name="connsiteY23" fmla="*/ 132039 h 158937"/>
                <a:gd name="connsiteX24" fmla="*/ 259 w 167297"/>
                <a:gd name="connsiteY24" fmla="*/ 144346 h 158937"/>
                <a:gd name="connsiteX25" fmla="*/ 17906 w 167297"/>
                <a:gd name="connsiteY25" fmla="*/ 159115 h 158937"/>
                <a:gd name="connsiteX26" fmla="*/ 50731 w 167297"/>
                <a:gd name="connsiteY26" fmla="*/ 134500 h 158937"/>
                <a:gd name="connsiteX27" fmla="*/ 82496 w 167297"/>
                <a:gd name="connsiteY27" fmla="*/ 93360 h 158937"/>
                <a:gd name="connsiteX28" fmla="*/ 93084 w 167297"/>
                <a:gd name="connsiteY28" fmla="*/ 135555 h 158937"/>
                <a:gd name="connsiteX29" fmla="*/ 113555 w 167297"/>
                <a:gd name="connsiteY29" fmla="*/ 159115 h 158937"/>
                <a:gd name="connsiteX30" fmla="*/ 156615 w 167297"/>
                <a:gd name="connsiteY30" fmla="*/ 119029 h 158937"/>
                <a:gd name="connsiteX31" fmla="*/ 151674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4" y="116216"/>
                  </a:moveTo>
                  <a:cubicBezTo>
                    <a:pt x="148850" y="119380"/>
                    <a:pt x="147085" y="121490"/>
                    <a:pt x="143909" y="125710"/>
                  </a:cubicBezTo>
                  <a:cubicBezTo>
                    <a:pt x="135791" y="136259"/>
                    <a:pt x="131556" y="139775"/>
                    <a:pt x="127673" y="139775"/>
                  </a:cubicBezTo>
                  <a:cubicBezTo>
                    <a:pt x="122379" y="139775"/>
                    <a:pt x="119202" y="135204"/>
                    <a:pt x="116732" y="125358"/>
                  </a:cubicBezTo>
                  <a:cubicBezTo>
                    <a:pt x="116026" y="122545"/>
                    <a:pt x="115673" y="120435"/>
                    <a:pt x="115320" y="119380"/>
                  </a:cubicBezTo>
                  <a:cubicBezTo>
                    <a:pt x="106496" y="83866"/>
                    <a:pt x="102614" y="67690"/>
                    <a:pt x="102614" y="62416"/>
                  </a:cubicBezTo>
                  <a:cubicBezTo>
                    <a:pt x="118144" y="35340"/>
                    <a:pt x="130850" y="19869"/>
                    <a:pt x="137203" y="19869"/>
                  </a:cubicBezTo>
                  <a:cubicBezTo>
                    <a:pt x="139320" y="19869"/>
                    <a:pt x="142144" y="20924"/>
                    <a:pt x="145674" y="22682"/>
                  </a:cubicBezTo>
                  <a:cubicBezTo>
                    <a:pt x="149909" y="25143"/>
                    <a:pt x="152380" y="25846"/>
                    <a:pt x="155203" y="25846"/>
                  </a:cubicBezTo>
                  <a:cubicBezTo>
                    <a:pt x="162615" y="25846"/>
                    <a:pt x="167556" y="20572"/>
                    <a:pt x="167556" y="13188"/>
                  </a:cubicBezTo>
                  <a:cubicBezTo>
                    <a:pt x="167556" y="5803"/>
                    <a:pt x="161556" y="177"/>
                    <a:pt x="153085" y="177"/>
                  </a:cubicBezTo>
                  <a:cubicBezTo>
                    <a:pt x="137556" y="177"/>
                    <a:pt x="124144" y="12836"/>
                    <a:pt x="99790" y="50461"/>
                  </a:cubicBezTo>
                  <a:lnTo>
                    <a:pt x="95908" y="31121"/>
                  </a:lnTo>
                  <a:cubicBezTo>
                    <a:pt x="90967" y="7210"/>
                    <a:pt x="87084" y="177"/>
                    <a:pt x="77555" y="177"/>
                  </a:cubicBezTo>
                  <a:cubicBezTo>
                    <a:pt x="69790" y="177"/>
                    <a:pt x="57789" y="3342"/>
                    <a:pt x="36260" y="10375"/>
                  </a:cubicBezTo>
                  <a:lnTo>
                    <a:pt x="32377" y="11781"/>
                  </a:lnTo>
                  <a:lnTo>
                    <a:pt x="33789" y="17056"/>
                  </a:lnTo>
                  <a:cubicBezTo>
                    <a:pt x="47201" y="13891"/>
                    <a:pt x="50378" y="13188"/>
                    <a:pt x="53554" y="13188"/>
                  </a:cubicBezTo>
                  <a:cubicBezTo>
                    <a:pt x="62378" y="13188"/>
                    <a:pt x="64495" y="16352"/>
                    <a:pt x="69437" y="37450"/>
                  </a:cubicBezTo>
                  <a:lnTo>
                    <a:pt x="79672" y="80701"/>
                  </a:lnTo>
                  <a:lnTo>
                    <a:pt x="50731" y="121842"/>
                  </a:lnTo>
                  <a:cubicBezTo>
                    <a:pt x="43672" y="132391"/>
                    <a:pt x="36613" y="138720"/>
                    <a:pt x="32730" y="138720"/>
                  </a:cubicBezTo>
                  <a:cubicBezTo>
                    <a:pt x="30612" y="138720"/>
                    <a:pt x="27083" y="137665"/>
                    <a:pt x="23554" y="135555"/>
                  </a:cubicBezTo>
                  <a:cubicBezTo>
                    <a:pt x="18965" y="133094"/>
                    <a:pt x="15083" y="132039"/>
                    <a:pt x="12259" y="132039"/>
                  </a:cubicBezTo>
                  <a:cubicBezTo>
                    <a:pt x="5553" y="132039"/>
                    <a:pt x="259" y="137313"/>
                    <a:pt x="259" y="144346"/>
                  </a:cubicBezTo>
                  <a:cubicBezTo>
                    <a:pt x="259" y="153488"/>
                    <a:pt x="7318" y="159115"/>
                    <a:pt x="17906" y="159115"/>
                  </a:cubicBezTo>
                  <a:cubicBezTo>
                    <a:pt x="28848" y="159115"/>
                    <a:pt x="33083" y="155950"/>
                    <a:pt x="50731" y="134500"/>
                  </a:cubicBezTo>
                  <a:cubicBezTo>
                    <a:pt x="60260" y="123248"/>
                    <a:pt x="67672" y="113754"/>
                    <a:pt x="82496" y="93360"/>
                  </a:cubicBezTo>
                  <a:lnTo>
                    <a:pt x="93084" y="135555"/>
                  </a:lnTo>
                  <a:cubicBezTo>
                    <a:pt x="97673" y="153488"/>
                    <a:pt x="102261" y="159115"/>
                    <a:pt x="113555" y="159115"/>
                  </a:cubicBezTo>
                  <a:cubicBezTo>
                    <a:pt x="126967" y="159115"/>
                    <a:pt x="136144" y="150675"/>
                    <a:pt x="156615" y="119029"/>
                  </a:cubicBezTo>
                  <a:lnTo>
                    <a:pt x="151674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5" name="Freeform: Shape 2044">
              <a:extLst>
                <a:ext uri="{FF2B5EF4-FFF2-40B4-BE49-F238E27FC236}">
                  <a16:creationId xmlns:a16="http://schemas.microsoft.com/office/drawing/2014/main" id="{413D3774-2CCF-5BDB-BD86-27B8FFE032AA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1964262" y="7227408"/>
              <a:ext cx="116225" cy="175899"/>
            </a:xfrm>
            <a:custGeom>
              <a:avLst/>
              <a:gdLst>
                <a:gd name="connsiteX0" fmla="*/ 116488 w 116225"/>
                <a:gd name="connsiteY0" fmla="*/ 140431 h 175899"/>
                <a:gd name="connsiteX1" fmla="*/ 113093 w 116225"/>
                <a:gd name="connsiteY1" fmla="*/ 139130 h 175899"/>
                <a:gd name="connsiteX2" fmla="*/ 88281 w 116225"/>
                <a:gd name="connsiteY2" fmla="*/ 156304 h 175899"/>
                <a:gd name="connsiteX3" fmla="*/ 25858 w 116225"/>
                <a:gd name="connsiteY3" fmla="*/ 156304 h 175899"/>
                <a:gd name="connsiteX4" fmla="*/ 69737 w 116225"/>
                <a:gd name="connsiteY4" fmla="*/ 110507 h 175899"/>
                <a:gd name="connsiteX5" fmla="*/ 103168 w 116225"/>
                <a:gd name="connsiteY5" fmla="*/ 46236 h 175899"/>
                <a:gd name="connsiteX6" fmla="*/ 54850 w 116225"/>
                <a:gd name="connsiteY6" fmla="*/ 180 h 175899"/>
                <a:gd name="connsiteX7" fmla="*/ 17239 w 116225"/>
                <a:gd name="connsiteY7" fmla="*/ 16313 h 175899"/>
                <a:gd name="connsiteX8" fmla="*/ 524 w 116225"/>
                <a:gd name="connsiteY8" fmla="*/ 51961 h 175899"/>
                <a:gd name="connsiteX9" fmla="*/ 6009 w 116225"/>
                <a:gd name="connsiteY9" fmla="*/ 53262 h 175899"/>
                <a:gd name="connsiteX10" fmla="*/ 43880 w 116225"/>
                <a:gd name="connsiteY10" fmla="*/ 19435 h 175899"/>
                <a:gd name="connsiteX11" fmla="*/ 80707 w 116225"/>
                <a:gd name="connsiteY11" fmla="*/ 56124 h 175899"/>
                <a:gd name="connsiteX12" fmla="*/ 46753 w 116225"/>
                <a:gd name="connsiteY12" fmla="*/ 123778 h 175899"/>
                <a:gd name="connsiteX13" fmla="*/ 263 w 116225"/>
                <a:gd name="connsiteY13" fmla="*/ 172957 h 175899"/>
                <a:gd name="connsiteX14" fmla="*/ 263 w 116225"/>
                <a:gd name="connsiteY14" fmla="*/ 176079 h 175899"/>
                <a:gd name="connsiteX15" fmla="*/ 102123 w 116225"/>
                <a:gd name="connsiteY15" fmla="*/ 176079 h 175899"/>
                <a:gd name="connsiteX16" fmla="*/ 116488 w 116225"/>
                <a:gd name="connsiteY16" fmla="*/ 140431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88" y="140431"/>
                  </a:moveTo>
                  <a:lnTo>
                    <a:pt x="113093" y="139130"/>
                  </a:lnTo>
                  <a:cubicBezTo>
                    <a:pt x="103429" y="153962"/>
                    <a:pt x="100034" y="156304"/>
                    <a:pt x="88281" y="156304"/>
                  </a:cubicBezTo>
                  <a:lnTo>
                    <a:pt x="25858" y="156304"/>
                  </a:lnTo>
                  <a:lnTo>
                    <a:pt x="69737" y="110507"/>
                  </a:lnTo>
                  <a:cubicBezTo>
                    <a:pt x="92982" y="86308"/>
                    <a:pt x="103168" y="66532"/>
                    <a:pt x="103168" y="46236"/>
                  </a:cubicBezTo>
                  <a:cubicBezTo>
                    <a:pt x="103168" y="20216"/>
                    <a:pt x="82012" y="180"/>
                    <a:pt x="54850" y="180"/>
                  </a:cubicBezTo>
                  <a:cubicBezTo>
                    <a:pt x="40485" y="180"/>
                    <a:pt x="26903" y="5904"/>
                    <a:pt x="17239" y="16313"/>
                  </a:cubicBezTo>
                  <a:cubicBezTo>
                    <a:pt x="8882" y="25160"/>
                    <a:pt x="4964" y="33486"/>
                    <a:pt x="524" y="51961"/>
                  </a:cubicBezTo>
                  <a:lnTo>
                    <a:pt x="6009" y="53262"/>
                  </a:lnTo>
                  <a:cubicBezTo>
                    <a:pt x="16456" y="27762"/>
                    <a:pt x="25858" y="19435"/>
                    <a:pt x="43880" y="19435"/>
                  </a:cubicBezTo>
                  <a:cubicBezTo>
                    <a:pt x="65819" y="19435"/>
                    <a:pt x="80707" y="34267"/>
                    <a:pt x="80707" y="56124"/>
                  </a:cubicBezTo>
                  <a:cubicBezTo>
                    <a:pt x="80707" y="76420"/>
                    <a:pt x="68692" y="100619"/>
                    <a:pt x="46753" y="123778"/>
                  </a:cubicBezTo>
                  <a:lnTo>
                    <a:pt x="263" y="172957"/>
                  </a:lnTo>
                  <a:lnTo>
                    <a:pt x="263" y="176079"/>
                  </a:lnTo>
                  <a:lnTo>
                    <a:pt x="102123" y="176079"/>
                  </a:lnTo>
                  <a:lnTo>
                    <a:pt x="116488" y="14043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6" name="Freeform: Shape 2045">
              <a:extLst>
                <a:ext uri="{FF2B5EF4-FFF2-40B4-BE49-F238E27FC236}">
                  <a16:creationId xmlns:a16="http://schemas.microsoft.com/office/drawing/2014/main" id="{1D6740EA-FB1C-88BF-15C6-0D523AF2BC38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2125339" y="7086268"/>
              <a:ext cx="81883" cy="351630"/>
            </a:xfrm>
            <a:custGeom>
              <a:avLst/>
              <a:gdLst>
                <a:gd name="connsiteX0" fmla="*/ 82152 w 81883"/>
                <a:gd name="connsiteY0" fmla="*/ 175992 h 351630"/>
                <a:gd name="connsiteX1" fmla="*/ 58857 w 81883"/>
                <a:gd name="connsiteY1" fmla="*/ 66283 h 351630"/>
                <a:gd name="connsiteX2" fmla="*/ 3797 w 81883"/>
                <a:gd name="connsiteY2" fmla="*/ 177 h 351630"/>
                <a:gd name="connsiteX3" fmla="*/ 268 w 81883"/>
                <a:gd name="connsiteY3" fmla="*/ 3693 h 351630"/>
                <a:gd name="connsiteX4" fmla="*/ 6974 w 81883"/>
                <a:gd name="connsiteY4" fmla="*/ 11781 h 351630"/>
                <a:gd name="connsiteX5" fmla="*/ 61681 w 81883"/>
                <a:gd name="connsiteY5" fmla="*/ 175992 h 351630"/>
                <a:gd name="connsiteX6" fmla="*/ 4856 w 81883"/>
                <a:gd name="connsiteY6" fmla="*/ 342313 h 351630"/>
                <a:gd name="connsiteX7" fmla="*/ 268 w 81883"/>
                <a:gd name="connsiteY7" fmla="*/ 348291 h 351630"/>
                <a:gd name="connsiteX8" fmla="*/ 3797 w 81883"/>
                <a:gd name="connsiteY8" fmla="*/ 351808 h 351630"/>
                <a:gd name="connsiteX9" fmla="*/ 59916 w 81883"/>
                <a:gd name="connsiteY9" fmla="*/ 283240 h 351630"/>
                <a:gd name="connsiteX10" fmla="*/ 82152 w 81883"/>
                <a:gd name="connsiteY10" fmla="*/ 17599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175992"/>
                  </a:moveTo>
                  <a:cubicBezTo>
                    <a:pt x="82152" y="148565"/>
                    <a:pt x="78270" y="106018"/>
                    <a:pt x="58857" y="66283"/>
                  </a:cubicBezTo>
                  <a:cubicBezTo>
                    <a:pt x="37680" y="23033"/>
                    <a:pt x="7327" y="177"/>
                    <a:pt x="3797" y="177"/>
                  </a:cubicBezTo>
                  <a:cubicBezTo>
                    <a:pt x="1680" y="177"/>
                    <a:pt x="268" y="1583"/>
                    <a:pt x="268" y="3693"/>
                  </a:cubicBezTo>
                  <a:cubicBezTo>
                    <a:pt x="268" y="4748"/>
                    <a:pt x="268" y="5451"/>
                    <a:pt x="6974" y="11781"/>
                  </a:cubicBezTo>
                  <a:cubicBezTo>
                    <a:pt x="41563" y="46592"/>
                    <a:pt x="61681" y="102501"/>
                    <a:pt x="61681" y="175992"/>
                  </a:cubicBezTo>
                  <a:cubicBezTo>
                    <a:pt x="61681" y="236121"/>
                    <a:pt x="48622" y="298008"/>
                    <a:pt x="4856" y="342313"/>
                  </a:cubicBezTo>
                  <a:cubicBezTo>
                    <a:pt x="268" y="346533"/>
                    <a:pt x="268" y="347236"/>
                    <a:pt x="268" y="348291"/>
                  </a:cubicBezTo>
                  <a:cubicBezTo>
                    <a:pt x="268" y="350401"/>
                    <a:pt x="1680" y="351808"/>
                    <a:pt x="3797" y="351808"/>
                  </a:cubicBezTo>
                  <a:cubicBezTo>
                    <a:pt x="7327" y="351808"/>
                    <a:pt x="39092" y="327897"/>
                    <a:pt x="59916" y="283240"/>
                  </a:cubicBezTo>
                  <a:cubicBezTo>
                    <a:pt x="77917" y="244560"/>
                    <a:pt x="82152" y="205529"/>
                    <a:pt x="82152" y="1759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7" name="Freeform: Shape 2046">
              <a:extLst>
                <a:ext uri="{FF2B5EF4-FFF2-40B4-BE49-F238E27FC236}">
                  <a16:creationId xmlns:a16="http://schemas.microsoft.com/office/drawing/2014/main" id="{4B146C17-F383-EB1B-3783-5AAF1D93D3F2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2277616" y="7086268"/>
              <a:ext cx="81883" cy="351630"/>
            </a:xfrm>
            <a:custGeom>
              <a:avLst/>
              <a:gdLst>
                <a:gd name="connsiteX0" fmla="*/ 82156 w 81883"/>
                <a:gd name="connsiteY0" fmla="*/ 348291 h 351630"/>
                <a:gd name="connsiteX1" fmla="*/ 76156 w 81883"/>
                <a:gd name="connsiteY1" fmla="*/ 340555 h 351630"/>
                <a:gd name="connsiteX2" fmla="*/ 20743 w 81883"/>
                <a:gd name="connsiteY2" fmla="*/ 175992 h 351630"/>
                <a:gd name="connsiteX3" fmla="*/ 77568 w 81883"/>
                <a:gd name="connsiteY3" fmla="*/ 9671 h 351630"/>
                <a:gd name="connsiteX4" fmla="*/ 82156 w 81883"/>
                <a:gd name="connsiteY4" fmla="*/ 3693 h 351630"/>
                <a:gd name="connsiteX5" fmla="*/ 78626 w 81883"/>
                <a:gd name="connsiteY5" fmla="*/ 177 h 351630"/>
                <a:gd name="connsiteX6" fmla="*/ 22508 w 81883"/>
                <a:gd name="connsiteY6" fmla="*/ 68745 h 351630"/>
                <a:gd name="connsiteX7" fmla="*/ 272 w 81883"/>
                <a:gd name="connsiteY7" fmla="*/ 175992 h 351630"/>
                <a:gd name="connsiteX8" fmla="*/ 23567 w 81883"/>
                <a:gd name="connsiteY8" fmla="*/ 285701 h 351630"/>
                <a:gd name="connsiteX9" fmla="*/ 78626 w 81883"/>
                <a:gd name="connsiteY9" fmla="*/ 351808 h 351630"/>
                <a:gd name="connsiteX10" fmla="*/ 82156 w 81883"/>
                <a:gd name="connsiteY10" fmla="*/ 348291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6" y="348291"/>
                  </a:moveTo>
                  <a:cubicBezTo>
                    <a:pt x="82156" y="347236"/>
                    <a:pt x="82156" y="346533"/>
                    <a:pt x="76156" y="340555"/>
                  </a:cubicBezTo>
                  <a:cubicBezTo>
                    <a:pt x="32037" y="296250"/>
                    <a:pt x="20743" y="229792"/>
                    <a:pt x="20743" y="175992"/>
                  </a:cubicBezTo>
                  <a:cubicBezTo>
                    <a:pt x="20743" y="114808"/>
                    <a:pt x="34155" y="53625"/>
                    <a:pt x="77568" y="9671"/>
                  </a:cubicBezTo>
                  <a:cubicBezTo>
                    <a:pt x="82156" y="5451"/>
                    <a:pt x="82156" y="4748"/>
                    <a:pt x="82156" y="3693"/>
                  </a:cubicBezTo>
                  <a:cubicBezTo>
                    <a:pt x="82156" y="1232"/>
                    <a:pt x="80744" y="177"/>
                    <a:pt x="78626" y="177"/>
                  </a:cubicBezTo>
                  <a:cubicBezTo>
                    <a:pt x="75097" y="177"/>
                    <a:pt x="43332" y="24088"/>
                    <a:pt x="22508" y="68745"/>
                  </a:cubicBezTo>
                  <a:cubicBezTo>
                    <a:pt x="4507" y="107424"/>
                    <a:pt x="272" y="146455"/>
                    <a:pt x="272" y="175992"/>
                  </a:cubicBezTo>
                  <a:cubicBezTo>
                    <a:pt x="272" y="203419"/>
                    <a:pt x="4154" y="245967"/>
                    <a:pt x="23567" y="285701"/>
                  </a:cubicBezTo>
                  <a:cubicBezTo>
                    <a:pt x="44743" y="328952"/>
                    <a:pt x="75097" y="351808"/>
                    <a:pt x="78626" y="351808"/>
                  </a:cubicBezTo>
                  <a:cubicBezTo>
                    <a:pt x="80744" y="351808"/>
                    <a:pt x="82156" y="350753"/>
                    <a:pt x="82156" y="34829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B17D21ED-7221-A72C-7726-337A134A7A0E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12370598" y="7194922"/>
              <a:ext cx="167297" cy="158937"/>
            </a:xfrm>
            <a:custGeom>
              <a:avLst/>
              <a:gdLst>
                <a:gd name="connsiteX0" fmla="*/ 151690 w 167297"/>
                <a:gd name="connsiteY0" fmla="*/ 116216 h 158937"/>
                <a:gd name="connsiteX1" fmla="*/ 143925 w 167297"/>
                <a:gd name="connsiteY1" fmla="*/ 125710 h 158937"/>
                <a:gd name="connsiteX2" fmla="*/ 127690 w 167297"/>
                <a:gd name="connsiteY2" fmla="*/ 139775 h 158937"/>
                <a:gd name="connsiteX3" fmla="*/ 116748 w 167297"/>
                <a:gd name="connsiteY3" fmla="*/ 125358 h 158937"/>
                <a:gd name="connsiteX4" fmla="*/ 115336 w 167297"/>
                <a:gd name="connsiteY4" fmla="*/ 119380 h 158937"/>
                <a:gd name="connsiteX5" fmla="*/ 102630 w 167297"/>
                <a:gd name="connsiteY5" fmla="*/ 62416 h 158937"/>
                <a:gd name="connsiteX6" fmla="*/ 137219 w 167297"/>
                <a:gd name="connsiteY6" fmla="*/ 19869 h 158937"/>
                <a:gd name="connsiteX7" fmla="*/ 145690 w 167297"/>
                <a:gd name="connsiteY7" fmla="*/ 22682 h 158937"/>
                <a:gd name="connsiteX8" fmla="*/ 155219 w 167297"/>
                <a:gd name="connsiteY8" fmla="*/ 25846 h 158937"/>
                <a:gd name="connsiteX9" fmla="*/ 167573 w 167297"/>
                <a:gd name="connsiteY9" fmla="*/ 13188 h 158937"/>
                <a:gd name="connsiteX10" fmla="*/ 153102 w 167297"/>
                <a:gd name="connsiteY10" fmla="*/ 177 h 158937"/>
                <a:gd name="connsiteX11" fmla="*/ 99807 w 167297"/>
                <a:gd name="connsiteY11" fmla="*/ 50461 h 158937"/>
                <a:gd name="connsiteX12" fmla="*/ 95924 w 167297"/>
                <a:gd name="connsiteY12" fmla="*/ 31121 h 158937"/>
                <a:gd name="connsiteX13" fmla="*/ 77571 w 167297"/>
                <a:gd name="connsiteY13" fmla="*/ 177 h 158937"/>
                <a:gd name="connsiteX14" fmla="*/ 36276 w 167297"/>
                <a:gd name="connsiteY14" fmla="*/ 10375 h 158937"/>
                <a:gd name="connsiteX15" fmla="*/ 32394 w 167297"/>
                <a:gd name="connsiteY15" fmla="*/ 11781 h 158937"/>
                <a:gd name="connsiteX16" fmla="*/ 33805 w 167297"/>
                <a:gd name="connsiteY16" fmla="*/ 17056 h 158937"/>
                <a:gd name="connsiteX17" fmla="*/ 53570 w 167297"/>
                <a:gd name="connsiteY17" fmla="*/ 13188 h 158937"/>
                <a:gd name="connsiteX18" fmla="*/ 69453 w 167297"/>
                <a:gd name="connsiteY18" fmla="*/ 37450 h 158937"/>
                <a:gd name="connsiteX19" fmla="*/ 79689 w 167297"/>
                <a:gd name="connsiteY19" fmla="*/ 80701 h 158937"/>
                <a:gd name="connsiteX20" fmla="*/ 50747 w 167297"/>
                <a:gd name="connsiteY20" fmla="*/ 121842 h 158937"/>
                <a:gd name="connsiteX21" fmla="*/ 32746 w 167297"/>
                <a:gd name="connsiteY21" fmla="*/ 138720 h 158937"/>
                <a:gd name="connsiteX22" fmla="*/ 23570 w 167297"/>
                <a:gd name="connsiteY22" fmla="*/ 135555 h 158937"/>
                <a:gd name="connsiteX23" fmla="*/ 12276 w 167297"/>
                <a:gd name="connsiteY23" fmla="*/ 132039 h 158937"/>
                <a:gd name="connsiteX24" fmla="*/ 275 w 167297"/>
                <a:gd name="connsiteY24" fmla="*/ 144346 h 158937"/>
                <a:gd name="connsiteX25" fmla="*/ 17923 w 167297"/>
                <a:gd name="connsiteY25" fmla="*/ 159115 h 158937"/>
                <a:gd name="connsiteX26" fmla="*/ 50747 w 167297"/>
                <a:gd name="connsiteY26" fmla="*/ 134500 h 158937"/>
                <a:gd name="connsiteX27" fmla="*/ 82512 w 167297"/>
                <a:gd name="connsiteY27" fmla="*/ 93360 h 158937"/>
                <a:gd name="connsiteX28" fmla="*/ 93101 w 167297"/>
                <a:gd name="connsiteY28" fmla="*/ 135555 h 158937"/>
                <a:gd name="connsiteX29" fmla="*/ 113572 w 167297"/>
                <a:gd name="connsiteY29" fmla="*/ 159115 h 158937"/>
                <a:gd name="connsiteX30" fmla="*/ 156631 w 167297"/>
                <a:gd name="connsiteY30" fmla="*/ 119029 h 158937"/>
                <a:gd name="connsiteX31" fmla="*/ 151690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90" y="116216"/>
                  </a:moveTo>
                  <a:cubicBezTo>
                    <a:pt x="148866" y="119380"/>
                    <a:pt x="147102" y="121490"/>
                    <a:pt x="143925" y="125710"/>
                  </a:cubicBezTo>
                  <a:cubicBezTo>
                    <a:pt x="135807" y="136259"/>
                    <a:pt x="131572" y="139775"/>
                    <a:pt x="127690" y="139775"/>
                  </a:cubicBezTo>
                  <a:cubicBezTo>
                    <a:pt x="122395" y="139775"/>
                    <a:pt x="119219" y="135204"/>
                    <a:pt x="116748" y="125358"/>
                  </a:cubicBezTo>
                  <a:cubicBezTo>
                    <a:pt x="116042" y="122545"/>
                    <a:pt x="115689" y="120435"/>
                    <a:pt x="115336" y="119380"/>
                  </a:cubicBezTo>
                  <a:cubicBezTo>
                    <a:pt x="106513" y="83866"/>
                    <a:pt x="102630" y="67690"/>
                    <a:pt x="102630" y="62416"/>
                  </a:cubicBezTo>
                  <a:cubicBezTo>
                    <a:pt x="118160" y="35340"/>
                    <a:pt x="130866" y="19869"/>
                    <a:pt x="137219" y="19869"/>
                  </a:cubicBezTo>
                  <a:cubicBezTo>
                    <a:pt x="139337" y="19869"/>
                    <a:pt x="142160" y="20924"/>
                    <a:pt x="145690" y="22682"/>
                  </a:cubicBezTo>
                  <a:cubicBezTo>
                    <a:pt x="149925" y="25143"/>
                    <a:pt x="152396" y="25846"/>
                    <a:pt x="155219" y="25846"/>
                  </a:cubicBezTo>
                  <a:cubicBezTo>
                    <a:pt x="162631" y="25846"/>
                    <a:pt x="167573" y="20572"/>
                    <a:pt x="167573" y="13188"/>
                  </a:cubicBezTo>
                  <a:cubicBezTo>
                    <a:pt x="167573" y="5803"/>
                    <a:pt x="161573" y="177"/>
                    <a:pt x="153102" y="177"/>
                  </a:cubicBezTo>
                  <a:cubicBezTo>
                    <a:pt x="137572" y="177"/>
                    <a:pt x="124160" y="12836"/>
                    <a:pt x="99807" y="50461"/>
                  </a:cubicBezTo>
                  <a:lnTo>
                    <a:pt x="95924" y="31121"/>
                  </a:lnTo>
                  <a:cubicBezTo>
                    <a:pt x="90983" y="7210"/>
                    <a:pt x="87101" y="177"/>
                    <a:pt x="77571" y="177"/>
                  </a:cubicBezTo>
                  <a:cubicBezTo>
                    <a:pt x="69806" y="177"/>
                    <a:pt x="57806" y="3342"/>
                    <a:pt x="36276" y="10375"/>
                  </a:cubicBezTo>
                  <a:lnTo>
                    <a:pt x="32394" y="11781"/>
                  </a:lnTo>
                  <a:lnTo>
                    <a:pt x="33805" y="17056"/>
                  </a:lnTo>
                  <a:cubicBezTo>
                    <a:pt x="47217" y="13891"/>
                    <a:pt x="50394" y="13188"/>
                    <a:pt x="53570" y="13188"/>
                  </a:cubicBezTo>
                  <a:cubicBezTo>
                    <a:pt x="62394" y="13188"/>
                    <a:pt x="64512" y="16352"/>
                    <a:pt x="69453" y="37450"/>
                  </a:cubicBezTo>
                  <a:lnTo>
                    <a:pt x="79689" y="80701"/>
                  </a:lnTo>
                  <a:lnTo>
                    <a:pt x="50747" y="121842"/>
                  </a:lnTo>
                  <a:cubicBezTo>
                    <a:pt x="43688" y="132391"/>
                    <a:pt x="36629" y="138720"/>
                    <a:pt x="32746" y="138720"/>
                  </a:cubicBezTo>
                  <a:cubicBezTo>
                    <a:pt x="30629" y="138720"/>
                    <a:pt x="27099" y="137665"/>
                    <a:pt x="23570" y="135555"/>
                  </a:cubicBezTo>
                  <a:cubicBezTo>
                    <a:pt x="18982" y="133094"/>
                    <a:pt x="15099" y="132039"/>
                    <a:pt x="12276" y="132039"/>
                  </a:cubicBezTo>
                  <a:cubicBezTo>
                    <a:pt x="5570" y="132039"/>
                    <a:pt x="275" y="137313"/>
                    <a:pt x="275" y="144346"/>
                  </a:cubicBezTo>
                  <a:cubicBezTo>
                    <a:pt x="275" y="153488"/>
                    <a:pt x="7334" y="159115"/>
                    <a:pt x="17923" y="159115"/>
                  </a:cubicBezTo>
                  <a:cubicBezTo>
                    <a:pt x="28864" y="159115"/>
                    <a:pt x="33099" y="155950"/>
                    <a:pt x="50747" y="134500"/>
                  </a:cubicBezTo>
                  <a:cubicBezTo>
                    <a:pt x="60276" y="123248"/>
                    <a:pt x="67688" y="113754"/>
                    <a:pt x="82512" y="93360"/>
                  </a:cubicBezTo>
                  <a:lnTo>
                    <a:pt x="93101" y="135555"/>
                  </a:lnTo>
                  <a:cubicBezTo>
                    <a:pt x="97689" y="153488"/>
                    <a:pt x="102277" y="159115"/>
                    <a:pt x="113572" y="159115"/>
                  </a:cubicBezTo>
                  <a:cubicBezTo>
                    <a:pt x="126984" y="159115"/>
                    <a:pt x="136160" y="150675"/>
                    <a:pt x="156631" y="119029"/>
                  </a:cubicBezTo>
                  <a:lnTo>
                    <a:pt x="151690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11A0D137-DAAB-1548-08FE-D070652B054C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12548653" y="7227408"/>
              <a:ext cx="101599" cy="179542"/>
            </a:xfrm>
            <a:custGeom>
              <a:avLst/>
              <a:gdLst>
                <a:gd name="connsiteX0" fmla="*/ 29009 w 101599"/>
                <a:gd name="connsiteY0" fmla="*/ 90211 h 179542"/>
                <a:gd name="connsiteX1" fmla="*/ 56694 w 101599"/>
                <a:gd name="connsiteY1" fmla="*/ 93073 h 179542"/>
                <a:gd name="connsiteX2" fmla="*/ 83074 w 101599"/>
                <a:gd name="connsiteY2" fmla="*/ 131584 h 179542"/>
                <a:gd name="connsiteX3" fmla="*/ 48859 w 101599"/>
                <a:gd name="connsiteY3" fmla="*/ 170355 h 179542"/>
                <a:gd name="connsiteX4" fmla="*/ 26920 w 101599"/>
                <a:gd name="connsiteY4" fmla="*/ 162288 h 179542"/>
                <a:gd name="connsiteX5" fmla="*/ 10204 w 101599"/>
                <a:gd name="connsiteY5" fmla="*/ 155783 h 179542"/>
                <a:gd name="connsiteX6" fmla="*/ 279 w 101599"/>
                <a:gd name="connsiteY6" fmla="*/ 164890 h 179542"/>
                <a:gd name="connsiteX7" fmla="*/ 29793 w 101599"/>
                <a:gd name="connsiteY7" fmla="*/ 179722 h 179542"/>
                <a:gd name="connsiteX8" fmla="*/ 82812 w 101599"/>
                <a:gd name="connsiteY8" fmla="*/ 162288 h 179542"/>
                <a:gd name="connsiteX9" fmla="*/ 101879 w 101599"/>
                <a:gd name="connsiteY9" fmla="*/ 119094 h 179542"/>
                <a:gd name="connsiteX10" fmla="*/ 90125 w 101599"/>
                <a:gd name="connsiteY10" fmla="*/ 85527 h 179542"/>
                <a:gd name="connsiteX11" fmla="*/ 68447 w 101599"/>
                <a:gd name="connsiteY11" fmla="*/ 71737 h 179542"/>
                <a:gd name="connsiteX12" fmla="*/ 92998 w 101599"/>
                <a:gd name="connsiteY12" fmla="*/ 35828 h 179542"/>
                <a:gd name="connsiteX13" fmla="*/ 52254 w 101599"/>
                <a:gd name="connsiteY13" fmla="*/ 180 h 179542"/>
                <a:gd name="connsiteX14" fmla="*/ 18301 w 101599"/>
                <a:gd name="connsiteY14" fmla="*/ 12930 h 179542"/>
                <a:gd name="connsiteX15" fmla="*/ 801 w 101599"/>
                <a:gd name="connsiteY15" fmla="*/ 42333 h 179542"/>
                <a:gd name="connsiteX16" fmla="*/ 4719 w 101599"/>
                <a:gd name="connsiteY16" fmla="*/ 43374 h 179542"/>
                <a:gd name="connsiteX17" fmla="*/ 43635 w 101599"/>
                <a:gd name="connsiteY17" fmla="*/ 15792 h 179542"/>
                <a:gd name="connsiteX18" fmla="*/ 72365 w 101599"/>
                <a:gd name="connsiteY18" fmla="*/ 43634 h 179542"/>
                <a:gd name="connsiteX19" fmla="*/ 61918 w 101599"/>
                <a:gd name="connsiteY19" fmla="*/ 68874 h 179542"/>
                <a:gd name="connsiteX20" fmla="*/ 29009 w 101599"/>
                <a:gd name="connsiteY20" fmla="*/ 86829 h 179542"/>
                <a:gd name="connsiteX21" fmla="*/ 29009 w 101599"/>
                <a:gd name="connsiteY21" fmla="*/ 90211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9009" y="90211"/>
                  </a:moveTo>
                  <a:cubicBezTo>
                    <a:pt x="44419" y="90211"/>
                    <a:pt x="50426" y="90732"/>
                    <a:pt x="56694" y="93073"/>
                  </a:cubicBezTo>
                  <a:cubicBezTo>
                    <a:pt x="72887" y="98798"/>
                    <a:pt x="83074" y="113630"/>
                    <a:pt x="83074" y="131584"/>
                  </a:cubicBezTo>
                  <a:cubicBezTo>
                    <a:pt x="83074" y="153441"/>
                    <a:pt x="68186" y="170355"/>
                    <a:pt x="48859" y="170355"/>
                  </a:cubicBezTo>
                  <a:cubicBezTo>
                    <a:pt x="41807" y="170355"/>
                    <a:pt x="36583" y="168533"/>
                    <a:pt x="26920" y="162288"/>
                  </a:cubicBezTo>
                  <a:cubicBezTo>
                    <a:pt x="19084" y="157605"/>
                    <a:pt x="14644" y="155783"/>
                    <a:pt x="10204" y="155783"/>
                  </a:cubicBezTo>
                  <a:cubicBezTo>
                    <a:pt x="4197" y="155783"/>
                    <a:pt x="279" y="159426"/>
                    <a:pt x="279" y="164890"/>
                  </a:cubicBezTo>
                  <a:cubicBezTo>
                    <a:pt x="279" y="173998"/>
                    <a:pt x="11510" y="179722"/>
                    <a:pt x="29793" y="179722"/>
                  </a:cubicBezTo>
                  <a:cubicBezTo>
                    <a:pt x="49904" y="179722"/>
                    <a:pt x="70537" y="172957"/>
                    <a:pt x="82812" y="162288"/>
                  </a:cubicBezTo>
                  <a:cubicBezTo>
                    <a:pt x="95088" y="151620"/>
                    <a:pt x="101879" y="136528"/>
                    <a:pt x="101879" y="119094"/>
                  </a:cubicBezTo>
                  <a:cubicBezTo>
                    <a:pt x="101879" y="105824"/>
                    <a:pt x="97700" y="93594"/>
                    <a:pt x="90125" y="85527"/>
                  </a:cubicBezTo>
                  <a:cubicBezTo>
                    <a:pt x="84902" y="79803"/>
                    <a:pt x="79939" y="76680"/>
                    <a:pt x="68447" y="71737"/>
                  </a:cubicBezTo>
                  <a:cubicBezTo>
                    <a:pt x="86469" y="59507"/>
                    <a:pt x="92998" y="49879"/>
                    <a:pt x="92998" y="35828"/>
                  </a:cubicBezTo>
                  <a:cubicBezTo>
                    <a:pt x="92998" y="14751"/>
                    <a:pt x="76283" y="180"/>
                    <a:pt x="52254" y="180"/>
                  </a:cubicBezTo>
                  <a:cubicBezTo>
                    <a:pt x="39195" y="180"/>
                    <a:pt x="27703" y="4603"/>
                    <a:pt x="18301" y="12930"/>
                  </a:cubicBezTo>
                  <a:cubicBezTo>
                    <a:pt x="10465" y="19955"/>
                    <a:pt x="6547" y="26721"/>
                    <a:pt x="801" y="42333"/>
                  </a:cubicBezTo>
                  <a:lnTo>
                    <a:pt x="4719" y="43374"/>
                  </a:lnTo>
                  <a:cubicBezTo>
                    <a:pt x="15428" y="24379"/>
                    <a:pt x="27181" y="15792"/>
                    <a:pt x="43635" y="15792"/>
                  </a:cubicBezTo>
                  <a:cubicBezTo>
                    <a:pt x="60612" y="15792"/>
                    <a:pt x="72365" y="27241"/>
                    <a:pt x="72365" y="43634"/>
                  </a:cubicBezTo>
                  <a:cubicBezTo>
                    <a:pt x="72365" y="53002"/>
                    <a:pt x="68447" y="62369"/>
                    <a:pt x="61918" y="68874"/>
                  </a:cubicBezTo>
                  <a:cubicBezTo>
                    <a:pt x="54082" y="76680"/>
                    <a:pt x="46769" y="80584"/>
                    <a:pt x="29009" y="86829"/>
                  </a:cubicBezTo>
                  <a:lnTo>
                    <a:pt x="29009" y="9021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0" name="Freeform: Shape 2049">
              <a:extLst>
                <a:ext uri="{FF2B5EF4-FFF2-40B4-BE49-F238E27FC236}">
                  <a16:creationId xmlns:a16="http://schemas.microsoft.com/office/drawing/2014/main" id="{F3B182E5-AE5E-6816-B71F-99B0A58F7CDB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12764714" y="7255051"/>
              <a:ext cx="215651" cy="14065"/>
            </a:xfrm>
            <a:custGeom>
              <a:avLst/>
              <a:gdLst>
                <a:gd name="connsiteX0" fmla="*/ 203583 w 215651"/>
                <a:gd name="connsiteY0" fmla="*/ 14243 h 14065"/>
                <a:gd name="connsiteX1" fmla="*/ 215937 w 215651"/>
                <a:gd name="connsiteY1" fmla="*/ 7210 h 14065"/>
                <a:gd name="connsiteX2" fmla="*/ 203583 w 215651"/>
                <a:gd name="connsiteY2" fmla="*/ 177 h 14065"/>
                <a:gd name="connsiteX3" fmla="*/ 12638 w 215651"/>
                <a:gd name="connsiteY3" fmla="*/ 177 h 14065"/>
                <a:gd name="connsiteX4" fmla="*/ 285 w 215651"/>
                <a:gd name="connsiteY4" fmla="*/ 7210 h 14065"/>
                <a:gd name="connsiteX5" fmla="*/ 12638 w 215651"/>
                <a:gd name="connsiteY5" fmla="*/ 14243 h 14065"/>
                <a:gd name="connsiteX6" fmla="*/ 203583 w 215651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83" y="14243"/>
                  </a:moveTo>
                  <a:cubicBezTo>
                    <a:pt x="209584" y="14243"/>
                    <a:pt x="215937" y="14243"/>
                    <a:pt x="215937" y="7210"/>
                  </a:cubicBezTo>
                  <a:cubicBezTo>
                    <a:pt x="215937" y="177"/>
                    <a:pt x="209584" y="177"/>
                    <a:pt x="203583" y="177"/>
                  </a:cubicBezTo>
                  <a:lnTo>
                    <a:pt x="12638" y="177"/>
                  </a:lnTo>
                  <a:cubicBezTo>
                    <a:pt x="6638" y="177"/>
                    <a:pt x="285" y="177"/>
                    <a:pt x="285" y="7210"/>
                  </a:cubicBezTo>
                  <a:cubicBezTo>
                    <a:pt x="285" y="14243"/>
                    <a:pt x="6638" y="14243"/>
                    <a:pt x="12638" y="14243"/>
                  </a:cubicBezTo>
                  <a:lnTo>
                    <a:pt x="203583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13064F94-61C8-6C36-07BA-7E7853E1F6EE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3050358" y="7194922"/>
              <a:ext cx="167297" cy="158937"/>
            </a:xfrm>
            <a:custGeom>
              <a:avLst/>
              <a:gdLst>
                <a:gd name="connsiteX0" fmla="*/ 151709 w 167297"/>
                <a:gd name="connsiteY0" fmla="*/ 116216 h 158937"/>
                <a:gd name="connsiteX1" fmla="*/ 143944 w 167297"/>
                <a:gd name="connsiteY1" fmla="*/ 125710 h 158937"/>
                <a:gd name="connsiteX2" fmla="*/ 127709 w 167297"/>
                <a:gd name="connsiteY2" fmla="*/ 139775 h 158937"/>
                <a:gd name="connsiteX3" fmla="*/ 116767 w 167297"/>
                <a:gd name="connsiteY3" fmla="*/ 125358 h 158937"/>
                <a:gd name="connsiteX4" fmla="*/ 115355 w 167297"/>
                <a:gd name="connsiteY4" fmla="*/ 119380 h 158937"/>
                <a:gd name="connsiteX5" fmla="*/ 102649 w 167297"/>
                <a:gd name="connsiteY5" fmla="*/ 62416 h 158937"/>
                <a:gd name="connsiteX6" fmla="*/ 137238 w 167297"/>
                <a:gd name="connsiteY6" fmla="*/ 19869 h 158937"/>
                <a:gd name="connsiteX7" fmla="*/ 145709 w 167297"/>
                <a:gd name="connsiteY7" fmla="*/ 22682 h 158937"/>
                <a:gd name="connsiteX8" fmla="*/ 155239 w 167297"/>
                <a:gd name="connsiteY8" fmla="*/ 25846 h 158937"/>
                <a:gd name="connsiteX9" fmla="*/ 167592 w 167297"/>
                <a:gd name="connsiteY9" fmla="*/ 13188 h 158937"/>
                <a:gd name="connsiteX10" fmla="*/ 153121 w 167297"/>
                <a:gd name="connsiteY10" fmla="*/ 177 h 158937"/>
                <a:gd name="connsiteX11" fmla="*/ 99826 w 167297"/>
                <a:gd name="connsiteY11" fmla="*/ 50461 h 158937"/>
                <a:gd name="connsiteX12" fmla="*/ 95943 w 167297"/>
                <a:gd name="connsiteY12" fmla="*/ 31121 h 158937"/>
                <a:gd name="connsiteX13" fmla="*/ 77590 w 167297"/>
                <a:gd name="connsiteY13" fmla="*/ 177 h 158937"/>
                <a:gd name="connsiteX14" fmla="*/ 36295 w 167297"/>
                <a:gd name="connsiteY14" fmla="*/ 10375 h 158937"/>
                <a:gd name="connsiteX15" fmla="*/ 32413 w 167297"/>
                <a:gd name="connsiteY15" fmla="*/ 11781 h 158937"/>
                <a:gd name="connsiteX16" fmla="*/ 33824 w 167297"/>
                <a:gd name="connsiteY16" fmla="*/ 17056 h 158937"/>
                <a:gd name="connsiteX17" fmla="*/ 53590 w 167297"/>
                <a:gd name="connsiteY17" fmla="*/ 13188 h 158937"/>
                <a:gd name="connsiteX18" fmla="*/ 69472 w 167297"/>
                <a:gd name="connsiteY18" fmla="*/ 37450 h 158937"/>
                <a:gd name="connsiteX19" fmla="*/ 79708 w 167297"/>
                <a:gd name="connsiteY19" fmla="*/ 80701 h 158937"/>
                <a:gd name="connsiteX20" fmla="*/ 50766 w 167297"/>
                <a:gd name="connsiteY20" fmla="*/ 121842 h 158937"/>
                <a:gd name="connsiteX21" fmla="*/ 32766 w 167297"/>
                <a:gd name="connsiteY21" fmla="*/ 138720 h 158937"/>
                <a:gd name="connsiteX22" fmla="*/ 23589 w 167297"/>
                <a:gd name="connsiteY22" fmla="*/ 135555 h 158937"/>
                <a:gd name="connsiteX23" fmla="*/ 12295 w 167297"/>
                <a:gd name="connsiteY23" fmla="*/ 132039 h 158937"/>
                <a:gd name="connsiteX24" fmla="*/ 294 w 167297"/>
                <a:gd name="connsiteY24" fmla="*/ 144346 h 158937"/>
                <a:gd name="connsiteX25" fmla="*/ 17942 w 167297"/>
                <a:gd name="connsiteY25" fmla="*/ 159115 h 158937"/>
                <a:gd name="connsiteX26" fmla="*/ 50766 w 167297"/>
                <a:gd name="connsiteY26" fmla="*/ 134500 h 158937"/>
                <a:gd name="connsiteX27" fmla="*/ 82531 w 167297"/>
                <a:gd name="connsiteY27" fmla="*/ 93360 h 158937"/>
                <a:gd name="connsiteX28" fmla="*/ 93120 w 167297"/>
                <a:gd name="connsiteY28" fmla="*/ 135555 h 158937"/>
                <a:gd name="connsiteX29" fmla="*/ 113591 w 167297"/>
                <a:gd name="connsiteY29" fmla="*/ 159115 h 158937"/>
                <a:gd name="connsiteX30" fmla="*/ 156650 w 167297"/>
                <a:gd name="connsiteY30" fmla="*/ 119029 h 158937"/>
                <a:gd name="connsiteX31" fmla="*/ 151709 w 167297"/>
                <a:gd name="connsiteY31" fmla="*/ 11621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9" y="116216"/>
                  </a:moveTo>
                  <a:cubicBezTo>
                    <a:pt x="148886" y="119380"/>
                    <a:pt x="147121" y="121490"/>
                    <a:pt x="143944" y="125710"/>
                  </a:cubicBezTo>
                  <a:cubicBezTo>
                    <a:pt x="135826" y="136259"/>
                    <a:pt x="131591" y="139775"/>
                    <a:pt x="127709" y="139775"/>
                  </a:cubicBezTo>
                  <a:cubicBezTo>
                    <a:pt x="122414" y="139775"/>
                    <a:pt x="119238" y="135204"/>
                    <a:pt x="116767" y="125358"/>
                  </a:cubicBezTo>
                  <a:cubicBezTo>
                    <a:pt x="116061" y="122545"/>
                    <a:pt x="115708" y="120435"/>
                    <a:pt x="115355" y="119380"/>
                  </a:cubicBezTo>
                  <a:cubicBezTo>
                    <a:pt x="106532" y="83866"/>
                    <a:pt x="102649" y="67690"/>
                    <a:pt x="102649" y="62416"/>
                  </a:cubicBezTo>
                  <a:cubicBezTo>
                    <a:pt x="118179" y="35340"/>
                    <a:pt x="130885" y="19869"/>
                    <a:pt x="137238" y="19869"/>
                  </a:cubicBezTo>
                  <a:cubicBezTo>
                    <a:pt x="139356" y="19869"/>
                    <a:pt x="142180" y="20924"/>
                    <a:pt x="145709" y="22682"/>
                  </a:cubicBezTo>
                  <a:cubicBezTo>
                    <a:pt x="149944" y="25143"/>
                    <a:pt x="152415" y="25846"/>
                    <a:pt x="155239" y="25846"/>
                  </a:cubicBezTo>
                  <a:cubicBezTo>
                    <a:pt x="162651" y="25846"/>
                    <a:pt x="167592" y="20572"/>
                    <a:pt x="167592" y="13188"/>
                  </a:cubicBezTo>
                  <a:cubicBezTo>
                    <a:pt x="167592" y="5803"/>
                    <a:pt x="161592" y="177"/>
                    <a:pt x="153121" y="177"/>
                  </a:cubicBezTo>
                  <a:cubicBezTo>
                    <a:pt x="137591" y="177"/>
                    <a:pt x="124179" y="12836"/>
                    <a:pt x="99826" y="50461"/>
                  </a:cubicBezTo>
                  <a:lnTo>
                    <a:pt x="95943" y="31121"/>
                  </a:lnTo>
                  <a:cubicBezTo>
                    <a:pt x="91002" y="7210"/>
                    <a:pt x="87120" y="177"/>
                    <a:pt x="77590" y="177"/>
                  </a:cubicBezTo>
                  <a:cubicBezTo>
                    <a:pt x="69825" y="177"/>
                    <a:pt x="57825" y="3342"/>
                    <a:pt x="36295" y="10375"/>
                  </a:cubicBezTo>
                  <a:lnTo>
                    <a:pt x="32413" y="11781"/>
                  </a:lnTo>
                  <a:lnTo>
                    <a:pt x="33824" y="17056"/>
                  </a:lnTo>
                  <a:cubicBezTo>
                    <a:pt x="47236" y="13891"/>
                    <a:pt x="50413" y="13188"/>
                    <a:pt x="53590" y="13188"/>
                  </a:cubicBezTo>
                  <a:cubicBezTo>
                    <a:pt x="62413" y="13188"/>
                    <a:pt x="64531" y="16352"/>
                    <a:pt x="69472" y="37450"/>
                  </a:cubicBezTo>
                  <a:lnTo>
                    <a:pt x="79708" y="80701"/>
                  </a:lnTo>
                  <a:lnTo>
                    <a:pt x="50766" y="121842"/>
                  </a:lnTo>
                  <a:cubicBezTo>
                    <a:pt x="43707" y="132391"/>
                    <a:pt x="36648" y="138720"/>
                    <a:pt x="32766" y="138720"/>
                  </a:cubicBezTo>
                  <a:cubicBezTo>
                    <a:pt x="30648" y="138720"/>
                    <a:pt x="27118" y="137665"/>
                    <a:pt x="23589" y="135555"/>
                  </a:cubicBezTo>
                  <a:cubicBezTo>
                    <a:pt x="19001" y="133094"/>
                    <a:pt x="15118" y="132039"/>
                    <a:pt x="12295" y="132039"/>
                  </a:cubicBezTo>
                  <a:cubicBezTo>
                    <a:pt x="5589" y="132039"/>
                    <a:pt x="294" y="137313"/>
                    <a:pt x="294" y="144346"/>
                  </a:cubicBezTo>
                  <a:cubicBezTo>
                    <a:pt x="294" y="153488"/>
                    <a:pt x="7353" y="159115"/>
                    <a:pt x="17942" y="159115"/>
                  </a:cubicBezTo>
                  <a:cubicBezTo>
                    <a:pt x="28883" y="159115"/>
                    <a:pt x="33119" y="155950"/>
                    <a:pt x="50766" y="134500"/>
                  </a:cubicBezTo>
                  <a:cubicBezTo>
                    <a:pt x="60296" y="123248"/>
                    <a:pt x="67707" y="113754"/>
                    <a:pt x="82531" y="93360"/>
                  </a:cubicBezTo>
                  <a:lnTo>
                    <a:pt x="93120" y="135555"/>
                  </a:lnTo>
                  <a:cubicBezTo>
                    <a:pt x="97708" y="153488"/>
                    <a:pt x="102296" y="159115"/>
                    <a:pt x="113591" y="159115"/>
                  </a:cubicBezTo>
                  <a:cubicBezTo>
                    <a:pt x="127003" y="159115"/>
                    <a:pt x="136179" y="150675"/>
                    <a:pt x="156650" y="119029"/>
                  </a:cubicBezTo>
                  <a:lnTo>
                    <a:pt x="151709" y="1162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0FA20FB4-CE21-AB13-8EB3-1061EB9946E1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3220317" y="7227408"/>
              <a:ext cx="120143" cy="175899"/>
            </a:xfrm>
            <a:custGeom>
              <a:avLst/>
              <a:gdLst>
                <a:gd name="connsiteX0" fmla="*/ 120442 w 120143"/>
                <a:gd name="connsiteY0" fmla="*/ 115972 h 175899"/>
                <a:gd name="connsiteX1" fmla="*/ 93801 w 120143"/>
                <a:gd name="connsiteY1" fmla="*/ 115972 h 175899"/>
                <a:gd name="connsiteX2" fmla="*/ 93801 w 120143"/>
                <a:gd name="connsiteY2" fmla="*/ 180 h 175899"/>
                <a:gd name="connsiteX3" fmla="*/ 82309 w 120143"/>
                <a:gd name="connsiteY3" fmla="*/ 180 h 175899"/>
                <a:gd name="connsiteX4" fmla="*/ 298 w 120143"/>
                <a:gd name="connsiteY4" fmla="*/ 115972 h 175899"/>
                <a:gd name="connsiteX5" fmla="*/ 298 w 120143"/>
                <a:gd name="connsiteY5" fmla="*/ 132625 h 175899"/>
                <a:gd name="connsiteX6" fmla="*/ 73690 w 120143"/>
                <a:gd name="connsiteY6" fmla="*/ 132625 h 175899"/>
                <a:gd name="connsiteX7" fmla="*/ 73690 w 120143"/>
                <a:gd name="connsiteY7" fmla="*/ 176079 h 175899"/>
                <a:gd name="connsiteX8" fmla="*/ 93801 w 120143"/>
                <a:gd name="connsiteY8" fmla="*/ 176079 h 175899"/>
                <a:gd name="connsiteX9" fmla="*/ 93801 w 120143"/>
                <a:gd name="connsiteY9" fmla="*/ 132625 h 175899"/>
                <a:gd name="connsiteX10" fmla="*/ 120442 w 120143"/>
                <a:gd name="connsiteY10" fmla="*/ 132625 h 175899"/>
                <a:gd name="connsiteX11" fmla="*/ 120442 w 120143"/>
                <a:gd name="connsiteY11" fmla="*/ 115972 h 175899"/>
                <a:gd name="connsiteX12" fmla="*/ 73429 w 120143"/>
                <a:gd name="connsiteY12" fmla="*/ 115972 h 175899"/>
                <a:gd name="connsiteX13" fmla="*/ 10745 w 120143"/>
                <a:gd name="connsiteY13" fmla="*/ 115972 h 175899"/>
                <a:gd name="connsiteX14" fmla="*/ 73429 w 120143"/>
                <a:gd name="connsiteY14" fmla="*/ 26721 h 175899"/>
                <a:gd name="connsiteX15" fmla="*/ 73429 w 120143"/>
                <a:gd name="connsiteY15" fmla="*/ 115972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42" y="115972"/>
                  </a:moveTo>
                  <a:lnTo>
                    <a:pt x="93801" y="115972"/>
                  </a:lnTo>
                  <a:lnTo>
                    <a:pt x="93801" y="180"/>
                  </a:lnTo>
                  <a:lnTo>
                    <a:pt x="82309" y="180"/>
                  </a:lnTo>
                  <a:lnTo>
                    <a:pt x="298" y="115972"/>
                  </a:lnTo>
                  <a:lnTo>
                    <a:pt x="298" y="132625"/>
                  </a:lnTo>
                  <a:lnTo>
                    <a:pt x="73690" y="132625"/>
                  </a:lnTo>
                  <a:lnTo>
                    <a:pt x="73690" y="176079"/>
                  </a:lnTo>
                  <a:lnTo>
                    <a:pt x="93801" y="176079"/>
                  </a:lnTo>
                  <a:lnTo>
                    <a:pt x="93801" y="132625"/>
                  </a:lnTo>
                  <a:lnTo>
                    <a:pt x="120442" y="132625"/>
                  </a:lnTo>
                  <a:lnTo>
                    <a:pt x="120442" y="115972"/>
                  </a:lnTo>
                  <a:close/>
                  <a:moveTo>
                    <a:pt x="73429" y="115972"/>
                  </a:moveTo>
                  <a:lnTo>
                    <a:pt x="10745" y="115972"/>
                  </a:lnTo>
                  <a:lnTo>
                    <a:pt x="73429" y="26721"/>
                  </a:lnTo>
                  <a:lnTo>
                    <a:pt x="73429" y="11597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FD24C5DB-ECB1-725C-68C3-7FEFA1BC3E0F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3386094" y="7086268"/>
              <a:ext cx="81883" cy="351630"/>
            </a:xfrm>
            <a:custGeom>
              <a:avLst/>
              <a:gdLst>
                <a:gd name="connsiteX0" fmla="*/ 82187 w 81883"/>
                <a:gd name="connsiteY0" fmla="*/ 175992 h 351630"/>
                <a:gd name="connsiteX1" fmla="*/ 58893 w 81883"/>
                <a:gd name="connsiteY1" fmla="*/ 66283 h 351630"/>
                <a:gd name="connsiteX2" fmla="*/ 3833 w 81883"/>
                <a:gd name="connsiteY2" fmla="*/ 177 h 351630"/>
                <a:gd name="connsiteX3" fmla="*/ 303 w 81883"/>
                <a:gd name="connsiteY3" fmla="*/ 3693 h 351630"/>
                <a:gd name="connsiteX4" fmla="*/ 7009 w 81883"/>
                <a:gd name="connsiteY4" fmla="*/ 11781 h 351630"/>
                <a:gd name="connsiteX5" fmla="*/ 61716 w 81883"/>
                <a:gd name="connsiteY5" fmla="*/ 175992 h 351630"/>
                <a:gd name="connsiteX6" fmla="*/ 4892 w 81883"/>
                <a:gd name="connsiteY6" fmla="*/ 342313 h 351630"/>
                <a:gd name="connsiteX7" fmla="*/ 303 w 81883"/>
                <a:gd name="connsiteY7" fmla="*/ 348291 h 351630"/>
                <a:gd name="connsiteX8" fmla="*/ 3833 w 81883"/>
                <a:gd name="connsiteY8" fmla="*/ 351808 h 351630"/>
                <a:gd name="connsiteX9" fmla="*/ 59952 w 81883"/>
                <a:gd name="connsiteY9" fmla="*/ 283240 h 351630"/>
                <a:gd name="connsiteX10" fmla="*/ 82187 w 81883"/>
                <a:gd name="connsiteY10" fmla="*/ 17599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87" y="175992"/>
                  </a:moveTo>
                  <a:cubicBezTo>
                    <a:pt x="82187" y="148565"/>
                    <a:pt x="78305" y="106018"/>
                    <a:pt x="58893" y="66283"/>
                  </a:cubicBezTo>
                  <a:cubicBezTo>
                    <a:pt x="37716" y="23033"/>
                    <a:pt x="7362" y="177"/>
                    <a:pt x="3833" y="177"/>
                  </a:cubicBezTo>
                  <a:cubicBezTo>
                    <a:pt x="1715" y="177"/>
                    <a:pt x="303" y="1583"/>
                    <a:pt x="303" y="3693"/>
                  </a:cubicBezTo>
                  <a:cubicBezTo>
                    <a:pt x="303" y="4748"/>
                    <a:pt x="303" y="5451"/>
                    <a:pt x="7009" y="11781"/>
                  </a:cubicBezTo>
                  <a:cubicBezTo>
                    <a:pt x="41598" y="46592"/>
                    <a:pt x="61716" y="102501"/>
                    <a:pt x="61716" y="175992"/>
                  </a:cubicBezTo>
                  <a:cubicBezTo>
                    <a:pt x="61716" y="236121"/>
                    <a:pt x="48657" y="298008"/>
                    <a:pt x="4892" y="342313"/>
                  </a:cubicBezTo>
                  <a:cubicBezTo>
                    <a:pt x="303" y="346533"/>
                    <a:pt x="303" y="347236"/>
                    <a:pt x="303" y="348291"/>
                  </a:cubicBezTo>
                  <a:cubicBezTo>
                    <a:pt x="303" y="350401"/>
                    <a:pt x="1715" y="351808"/>
                    <a:pt x="3833" y="351808"/>
                  </a:cubicBezTo>
                  <a:cubicBezTo>
                    <a:pt x="7362" y="351808"/>
                    <a:pt x="39128" y="327897"/>
                    <a:pt x="59952" y="283240"/>
                  </a:cubicBezTo>
                  <a:cubicBezTo>
                    <a:pt x="77952" y="244560"/>
                    <a:pt x="82187" y="205529"/>
                    <a:pt x="82187" y="1759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4" name="Freeform: Shape 2053">
              <a:extLst>
                <a:ext uri="{FF2B5EF4-FFF2-40B4-BE49-F238E27FC236}">
                  <a16:creationId xmlns:a16="http://schemas.microsoft.com/office/drawing/2014/main" id="{A00589F5-18DE-E4E0-BAF6-E6E77CE6568D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3547194" y="6869463"/>
              <a:ext cx="201533" cy="311193"/>
            </a:xfrm>
            <a:custGeom>
              <a:avLst/>
              <a:gdLst>
                <a:gd name="connsiteX0" fmla="*/ 64546 w 201533"/>
                <a:gd name="connsiteY0" fmla="*/ 99330 h 311193"/>
                <a:gd name="connsiteX1" fmla="*/ 96311 w 201533"/>
                <a:gd name="connsiteY1" fmla="*/ 99330 h 311193"/>
                <a:gd name="connsiteX2" fmla="*/ 65252 w 201533"/>
                <a:gd name="connsiteY2" fmla="*/ 247015 h 311193"/>
                <a:gd name="connsiteX3" fmla="*/ 31016 w 201533"/>
                <a:gd name="connsiteY3" fmla="*/ 303980 h 311193"/>
                <a:gd name="connsiteX4" fmla="*/ 23957 w 201533"/>
                <a:gd name="connsiteY4" fmla="*/ 298354 h 311193"/>
                <a:gd name="connsiteX5" fmla="*/ 25369 w 201533"/>
                <a:gd name="connsiteY5" fmla="*/ 294486 h 311193"/>
                <a:gd name="connsiteX6" fmla="*/ 27134 w 201533"/>
                <a:gd name="connsiteY6" fmla="*/ 288860 h 311193"/>
                <a:gd name="connsiteX7" fmla="*/ 13369 w 201533"/>
                <a:gd name="connsiteY7" fmla="*/ 275498 h 311193"/>
                <a:gd name="connsiteX8" fmla="*/ 310 w 201533"/>
                <a:gd name="connsiteY8" fmla="*/ 289914 h 311193"/>
                <a:gd name="connsiteX9" fmla="*/ 28192 w 201533"/>
                <a:gd name="connsiteY9" fmla="*/ 311364 h 311193"/>
                <a:gd name="connsiteX10" fmla="*/ 98782 w 201533"/>
                <a:gd name="connsiteY10" fmla="*/ 211852 h 311193"/>
                <a:gd name="connsiteX11" fmla="*/ 124194 w 201533"/>
                <a:gd name="connsiteY11" fmla="*/ 99330 h 311193"/>
                <a:gd name="connsiteX12" fmla="*/ 162666 w 201533"/>
                <a:gd name="connsiteY12" fmla="*/ 99330 h 311193"/>
                <a:gd name="connsiteX13" fmla="*/ 164783 w 201533"/>
                <a:gd name="connsiteY13" fmla="*/ 88078 h 311193"/>
                <a:gd name="connsiteX14" fmla="*/ 126665 w 201533"/>
                <a:gd name="connsiteY14" fmla="*/ 88078 h 311193"/>
                <a:gd name="connsiteX15" fmla="*/ 169725 w 201533"/>
                <a:gd name="connsiteY15" fmla="*/ 7906 h 311193"/>
                <a:gd name="connsiteX16" fmla="*/ 177490 w 201533"/>
                <a:gd name="connsiteY16" fmla="*/ 12126 h 311193"/>
                <a:gd name="connsiteX17" fmla="*/ 176078 w 201533"/>
                <a:gd name="connsiteY17" fmla="*/ 15642 h 311193"/>
                <a:gd name="connsiteX18" fmla="*/ 173960 w 201533"/>
                <a:gd name="connsiteY18" fmla="*/ 23027 h 311193"/>
                <a:gd name="connsiteX19" fmla="*/ 187019 w 201533"/>
                <a:gd name="connsiteY19" fmla="*/ 37092 h 311193"/>
                <a:gd name="connsiteX20" fmla="*/ 201843 w 201533"/>
                <a:gd name="connsiteY20" fmla="*/ 23027 h 311193"/>
                <a:gd name="connsiteX21" fmla="*/ 171489 w 201533"/>
                <a:gd name="connsiteY21" fmla="*/ 171 h 311193"/>
                <a:gd name="connsiteX22" fmla="*/ 127724 w 201533"/>
                <a:gd name="connsiteY22" fmla="*/ 24433 h 311193"/>
                <a:gd name="connsiteX23" fmla="*/ 99488 w 201533"/>
                <a:gd name="connsiteY23" fmla="*/ 88078 h 311193"/>
                <a:gd name="connsiteX24" fmla="*/ 67017 w 201533"/>
                <a:gd name="connsiteY24" fmla="*/ 88078 h 311193"/>
                <a:gd name="connsiteX25" fmla="*/ 64546 w 201533"/>
                <a:gd name="connsiteY25" fmla="*/ 99330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11193">
                  <a:moveTo>
                    <a:pt x="64546" y="99330"/>
                  </a:moveTo>
                  <a:lnTo>
                    <a:pt x="96311" y="99330"/>
                  </a:lnTo>
                  <a:lnTo>
                    <a:pt x="65252" y="247015"/>
                  </a:lnTo>
                  <a:cubicBezTo>
                    <a:pt x="57487" y="284640"/>
                    <a:pt x="45840" y="303980"/>
                    <a:pt x="31016" y="303980"/>
                  </a:cubicBezTo>
                  <a:cubicBezTo>
                    <a:pt x="26781" y="303980"/>
                    <a:pt x="23957" y="301518"/>
                    <a:pt x="23957" y="298354"/>
                  </a:cubicBezTo>
                  <a:cubicBezTo>
                    <a:pt x="23957" y="297299"/>
                    <a:pt x="24310" y="296244"/>
                    <a:pt x="25369" y="294486"/>
                  </a:cubicBezTo>
                  <a:cubicBezTo>
                    <a:pt x="26781" y="292376"/>
                    <a:pt x="27134" y="290969"/>
                    <a:pt x="27134" y="288860"/>
                  </a:cubicBezTo>
                  <a:cubicBezTo>
                    <a:pt x="27134" y="281475"/>
                    <a:pt x="20781" y="275498"/>
                    <a:pt x="13369" y="275498"/>
                  </a:cubicBezTo>
                  <a:cubicBezTo>
                    <a:pt x="5957" y="275498"/>
                    <a:pt x="310" y="281827"/>
                    <a:pt x="310" y="289914"/>
                  </a:cubicBezTo>
                  <a:cubicBezTo>
                    <a:pt x="310" y="301870"/>
                    <a:pt x="12663" y="311364"/>
                    <a:pt x="28192" y="311364"/>
                  </a:cubicBezTo>
                  <a:cubicBezTo>
                    <a:pt x="59605" y="311364"/>
                    <a:pt x="84311" y="276552"/>
                    <a:pt x="98782" y="211852"/>
                  </a:cubicBezTo>
                  <a:lnTo>
                    <a:pt x="124194" y="99330"/>
                  </a:lnTo>
                  <a:lnTo>
                    <a:pt x="162666" y="99330"/>
                  </a:lnTo>
                  <a:lnTo>
                    <a:pt x="164783" y="88078"/>
                  </a:lnTo>
                  <a:lnTo>
                    <a:pt x="126665" y="88078"/>
                  </a:lnTo>
                  <a:cubicBezTo>
                    <a:pt x="136901" y="32872"/>
                    <a:pt x="149960" y="7906"/>
                    <a:pt x="169725" y="7906"/>
                  </a:cubicBezTo>
                  <a:cubicBezTo>
                    <a:pt x="174313" y="7906"/>
                    <a:pt x="177490" y="9665"/>
                    <a:pt x="177490" y="12126"/>
                  </a:cubicBezTo>
                  <a:cubicBezTo>
                    <a:pt x="177490" y="13181"/>
                    <a:pt x="177137" y="13884"/>
                    <a:pt x="176078" y="15642"/>
                  </a:cubicBezTo>
                  <a:cubicBezTo>
                    <a:pt x="174666" y="18807"/>
                    <a:pt x="173960" y="20565"/>
                    <a:pt x="173960" y="23027"/>
                  </a:cubicBezTo>
                  <a:cubicBezTo>
                    <a:pt x="173960" y="31466"/>
                    <a:pt x="179254" y="37092"/>
                    <a:pt x="187019" y="37092"/>
                  </a:cubicBezTo>
                  <a:cubicBezTo>
                    <a:pt x="195137" y="37092"/>
                    <a:pt x="201843" y="30762"/>
                    <a:pt x="201843" y="23027"/>
                  </a:cubicBezTo>
                  <a:cubicBezTo>
                    <a:pt x="201843" y="10016"/>
                    <a:pt x="188784" y="171"/>
                    <a:pt x="171489" y="171"/>
                  </a:cubicBezTo>
                  <a:cubicBezTo>
                    <a:pt x="154195" y="171"/>
                    <a:pt x="140430" y="7906"/>
                    <a:pt x="127724" y="24433"/>
                  </a:cubicBezTo>
                  <a:cubicBezTo>
                    <a:pt x="117135" y="38147"/>
                    <a:pt x="110076" y="54322"/>
                    <a:pt x="99488" y="88078"/>
                  </a:cubicBezTo>
                  <a:lnTo>
                    <a:pt x="67017" y="88078"/>
                  </a:lnTo>
                  <a:lnTo>
                    <a:pt x="64546" y="993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5" name="Freeform: Shape 2054">
              <a:extLst>
                <a:ext uri="{FF2B5EF4-FFF2-40B4-BE49-F238E27FC236}">
                  <a16:creationId xmlns:a16="http://schemas.microsoft.com/office/drawing/2014/main" id="{AE5B4D64-CA72-D45B-C2A9-FE0487963CC8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3784226" y="6844145"/>
              <a:ext cx="81883" cy="351630"/>
            </a:xfrm>
            <a:custGeom>
              <a:avLst/>
              <a:gdLst>
                <a:gd name="connsiteX0" fmla="*/ 82198 w 81883"/>
                <a:gd name="connsiteY0" fmla="*/ 348284 h 351630"/>
                <a:gd name="connsiteX1" fmla="*/ 76198 w 81883"/>
                <a:gd name="connsiteY1" fmla="*/ 340549 h 351630"/>
                <a:gd name="connsiteX2" fmla="*/ 20785 w 81883"/>
                <a:gd name="connsiteY2" fmla="*/ 175985 h 351630"/>
                <a:gd name="connsiteX3" fmla="*/ 77610 w 81883"/>
                <a:gd name="connsiteY3" fmla="*/ 9664 h 351630"/>
                <a:gd name="connsiteX4" fmla="*/ 82198 w 81883"/>
                <a:gd name="connsiteY4" fmla="*/ 3686 h 351630"/>
                <a:gd name="connsiteX5" fmla="*/ 78669 w 81883"/>
                <a:gd name="connsiteY5" fmla="*/ 170 h 351630"/>
                <a:gd name="connsiteX6" fmla="*/ 22550 w 81883"/>
                <a:gd name="connsiteY6" fmla="*/ 68738 h 351630"/>
                <a:gd name="connsiteX7" fmla="*/ 314 w 81883"/>
                <a:gd name="connsiteY7" fmla="*/ 175985 h 351630"/>
                <a:gd name="connsiteX8" fmla="*/ 23609 w 81883"/>
                <a:gd name="connsiteY8" fmla="*/ 285694 h 351630"/>
                <a:gd name="connsiteX9" fmla="*/ 78669 w 81883"/>
                <a:gd name="connsiteY9" fmla="*/ 351801 h 351630"/>
                <a:gd name="connsiteX10" fmla="*/ 82198 w 81883"/>
                <a:gd name="connsiteY10" fmla="*/ 348284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98" y="348284"/>
                  </a:moveTo>
                  <a:cubicBezTo>
                    <a:pt x="82198" y="347230"/>
                    <a:pt x="82198" y="346526"/>
                    <a:pt x="76198" y="340549"/>
                  </a:cubicBezTo>
                  <a:cubicBezTo>
                    <a:pt x="32080" y="296243"/>
                    <a:pt x="20785" y="229785"/>
                    <a:pt x="20785" y="175985"/>
                  </a:cubicBezTo>
                  <a:cubicBezTo>
                    <a:pt x="20785" y="114802"/>
                    <a:pt x="34197" y="53618"/>
                    <a:pt x="77610" y="9664"/>
                  </a:cubicBezTo>
                  <a:cubicBezTo>
                    <a:pt x="82198" y="5444"/>
                    <a:pt x="82198" y="4741"/>
                    <a:pt x="82198" y="3686"/>
                  </a:cubicBezTo>
                  <a:cubicBezTo>
                    <a:pt x="82198" y="1225"/>
                    <a:pt x="80786" y="170"/>
                    <a:pt x="78669" y="170"/>
                  </a:cubicBezTo>
                  <a:cubicBezTo>
                    <a:pt x="75139" y="170"/>
                    <a:pt x="43374" y="24081"/>
                    <a:pt x="22550" y="68738"/>
                  </a:cubicBezTo>
                  <a:cubicBezTo>
                    <a:pt x="4550" y="107417"/>
                    <a:pt x="314" y="146448"/>
                    <a:pt x="314" y="175985"/>
                  </a:cubicBezTo>
                  <a:cubicBezTo>
                    <a:pt x="314" y="203413"/>
                    <a:pt x="4197" y="245960"/>
                    <a:pt x="23609" y="285694"/>
                  </a:cubicBezTo>
                  <a:cubicBezTo>
                    <a:pt x="44786" y="328945"/>
                    <a:pt x="75139" y="351801"/>
                    <a:pt x="78669" y="351801"/>
                  </a:cubicBezTo>
                  <a:cubicBezTo>
                    <a:pt x="80786" y="351801"/>
                    <a:pt x="82198" y="350746"/>
                    <a:pt x="82198" y="34828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6" name="Freeform: Shape 2055">
              <a:extLst>
                <a:ext uri="{FF2B5EF4-FFF2-40B4-BE49-F238E27FC236}">
                  <a16:creationId xmlns:a16="http://schemas.microsoft.com/office/drawing/2014/main" id="{719F20BD-8A64-04E2-2DFD-5E19D8ABA533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13877207" y="6952799"/>
              <a:ext cx="167297" cy="158937"/>
            </a:xfrm>
            <a:custGeom>
              <a:avLst/>
              <a:gdLst>
                <a:gd name="connsiteX0" fmla="*/ 151732 w 167297"/>
                <a:gd name="connsiteY0" fmla="*/ 116209 h 158937"/>
                <a:gd name="connsiteX1" fmla="*/ 143968 w 167297"/>
                <a:gd name="connsiteY1" fmla="*/ 125703 h 158937"/>
                <a:gd name="connsiteX2" fmla="*/ 127732 w 167297"/>
                <a:gd name="connsiteY2" fmla="*/ 139768 h 158937"/>
                <a:gd name="connsiteX3" fmla="*/ 116791 w 167297"/>
                <a:gd name="connsiteY3" fmla="*/ 125351 h 158937"/>
                <a:gd name="connsiteX4" fmla="*/ 115379 w 167297"/>
                <a:gd name="connsiteY4" fmla="*/ 119373 h 158937"/>
                <a:gd name="connsiteX5" fmla="*/ 102673 w 167297"/>
                <a:gd name="connsiteY5" fmla="*/ 62409 h 158937"/>
                <a:gd name="connsiteX6" fmla="*/ 137262 w 167297"/>
                <a:gd name="connsiteY6" fmla="*/ 19862 h 158937"/>
                <a:gd name="connsiteX7" fmla="*/ 145732 w 167297"/>
                <a:gd name="connsiteY7" fmla="*/ 22675 h 158937"/>
                <a:gd name="connsiteX8" fmla="*/ 155262 w 167297"/>
                <a:gd name="connsiteY8" fmla="*/ 25840 h 158937"/>
                <a:gd name="connsiteX9" fmla="*/ 167615 w 167297"/>
                <a:gd name="connsiteY9" fmla="*/ 13181 h 158937"/>
                <a:gd name="connsiteX10" fmla="*/ 153144 w 167297"/>
                <a:gd name="connsiteY10" fmla="*/ 171 h 158937"/>
                <a:gd name="connsiteX11" fmla="*/ 99849 w 167297"/>
                <a:gd name="connsiteY11" fmla="*/ 50454 h 158937"/>
                <a:gd name="connsiteX12" fmla="*/ 95967 w 167297"/>
                <a:gd name="connsiteY12" fmla="*/ 31114 h 158937"/>
                <a:gd name="connsiteX13" fmla="*/ 77613 w 167297"/>
                <a:gd name="connsiteY13" fmla="*/ 171 h 158937"/>
                <a:gd name="connsiteX14" fmla="*/ 36318 w 167297"/>
                <a:gd name="connsiteY14" fmla="*/ 10368 h 158937"/>
                <a:gd name="connsiteX15" fmla="*/ 32436 w 167297"/>
                <a:gd name="connsiteY15" fmla="*/ 11774 h 158937"/>
                <a:gd name="connsiteX16" fmla="*/ 33848 w 167297"/>
                <a:gd name="connsiteY16" fmla="*/ 17049 h 158937"/>
                <a:gd name="connsiteX17" fmla="*/ 53613 w 167297"/>
                <a:gd name="connsiteY17" fmla="*/ 13181 h 158937"/>
                <a:gd name="connsiteX18" fmla="*/ 69495 w 167297"/>
                <a:gd name="connsiteY18" fmla="*/ 37443 h 158937"/>
                <a:gd name="connsiteX19" fmla="*/ 79731 w 167297"/>
                <a:gd name="connsiteY19" fmla="*/ 80694 h 158937"/>
                <a:gd name="connsiteX20" fmla="*/ 50789 w 167297"/>
                <a:gd name="connsiteY20" fmla="*/ 121835 h 158937"/>
                <a:gd name="connsiteX21" fmla="*/ 32789 w 167297"/>
                <a:gd name="connsiteY21" fmla="*/ 138713 h 158937"/>
                <a:gd name="connsiteX22" fmla="*/ 23612 w 167297"/>
                <a:gd name="connsiteY22" fmla="*/ 135548 h 158937"/>
                <a:gd name="connsiteX23" fmla="*/ 12318 w 167297"/>
                <a:gd name="connsiteY23" fmla="*/ 132032 h 158937"/>
                <a:gd name="connsiteX24" fmla="*/ 318 w 167297"/>
                <a:gd name="connsiteY24" fmla="*/ 144339 h 158937"/>
                <a:gd name="connsiteX25" fmla="*/ 17965 w 167297"/>
                <a:gd name="connsiteY25" fmla="*/ 159108 h 158937"/>
                <a:gd name="connsiteX26" fmla="*/ 50789 w 167297"/>
                <a:gd name="connsiteY26" fmla="*/ 134494 h 158937"/>
                <a:gd name="connsiteX27" fmla="*/ 82555 w 167297"/>
                <a:gd name="connsiteY27" fmla="*/ 93353 h 158937"/>
                <a:gd name="connsiteX28" fmla="*/ 93143 w 167297"/>
                <a:gd name="connsiteY28" fmla="*/ 135548 h 158937"/>
                <a:gd name="connsiteX29" fmla="*/ 113614 w 167297"/>
                <a:gd name="connsiteY29" fmla="*/ 159108 h 158937"/>
                <a:gd name="connsiteX30" fmla="*/ 156674 w 167297"/>
                <a:gd name="connsiteY30" fmla="*/ 119022 h 158937"/>
                <a:gd name="connsiteX31" fmla="*/ 151732 w 167297"/>
                <a:gd name="connsiteY31" fmla="*/ 11620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32" y="116209"/>
                  </a:moveTo>
                  <a:cubicBezTo>
                    <a:pt x="148909" y="119373"/>
                    <a:pt x="147144" y="121483"/>
                    <a:pt x="143968" y="125703"/>
                  </a:cubicBezTo>
                  <a:cubicBezTo>
                    <a:pt x="135850" y="136252"/>
                    <a:pt x="131614" y="139768"/>
                    <a:pt x="127732" y="139768"/>
                  </a:cubicBezTo>
                  <a:cubicBezTo>
                    <a:pt x="122438" y="139768"/>
                    <a:pt x="119261" y="135197"/>
                    <a:pt x="116791" y="125351"/>
                  </a:cubicBezTo>
                  <a:cubicBezTo>
                    <a:pt x="116085" y="122538"/>
                    <a:pt x="115732" y="120428"/>
                    <a:pt x="115379" y="119373"/>
                  </a:cubicBezTo>
                  <a:cubicBezTo>
                    <a:pt x="106555" y="83859"/>
                    <a:pt x="102673" y="67684"/>
                    <a:pt x="102673" y="62409"/>
                  </a:cubicBezTo>
                  <a:cubicBezTo>
                    <a:pt x="118202" y="35334"/>
                    <a:pt x="130908" y="19862"/>
                    <a:pt x="137262" y="19862"/>
                  </a:cubicBezTo>
                  <a:cubicBezTo>
                    <a:pt x="139379" y="19862"/>
                    <a:pt x="142203" y="20917"/>
                    <a:pt x="145732" y="22675"/>
                  </a:cubicBezTo>
                  <a:cubicBezTo>
                    <a:pt x="149968" y="25136"/>
                    <a:pt x="152438" y="25840"/>
                    <a:pt x="155262" y="25840"/>
                  </a:cubicBezTo>
                  <a:cubicBezTo>
                    <a:pt x="162674" y="25840"/>
                    <a:pt x="167615" y="20565"/>
                    <a:pt x="167615" y="13181"/>
                  </a:cubicBezTo>
                  <a:cubicBezTo>
                    <a:pt x="167615" y="5797"/>
                    <a:pt x="161615" y="171"/>
                    <a:pt x="153144" y="171"/>
                  </a:cubicBezTo>
                  <a:cubicBezTo>
                    <a:pt x="137614" y="171"/>
                    <a:pt x="124202" y="12829"/>
                    <a:pt x="99849" y="50454"/>
                  </a:cubicBezTo>
                  <a:lnTo>
                    <a:pt x="95967" y="31114"/>
                  </a:lnTo>
                  <a:cubicBezTo>
                    <a:pt x="91025" y="7203"/>
                    <a:pt x="87143" y="171"/>
                    <a:pt x="77613" y="171"/>
                  </a:cubicBezTo>
                  <a:cubicBezTo>
                    <a:pt x="69848" y="171"/>
                    <a:pt x="57848" y="3335"/>
                    <a:pt x="36318" y="10368"/>
                  </a:cubicBezTo>
                  <a:lnTo>
                    <a:pt x="32436" y="11774"/>
                  </a:lnTo>
                  <a:lnTo>
                    <a:pt x="33848" y="17049"/>
                  </a:lnTo>
                  <a:cubicBezTo>
                    <a:pt x="47260" y="13884"/>
                    <a:pt x="50436" y="13181"/>
                    <a:pt x="53613" y="13181"/>
                  </a:cubicBezTo>
                  <a:cubicBezTo>
                    <a:pt x="62437" y="13181"/>
                    <a:pt x="64554" y="16346"/>
                    <a:pt x="69495" y="37443"/>
                  </a:cubicBezTo>
                  <a:lnTo>
                    <a:pt x="79731" y="80694"/>
                  </a:lnTo>
                  <a:lnTo>
                    <a:pt x="50789" y="121835"/>
                  </a:lnTo>
                  <a:cubicBezTo>
                    <a:pt x="43730" y="132384"/>
                    <a:pt x="36671" y="138713"/>
                    <a:pt x="32789" y="138713"/>
                  </a:cubicBezTo>
                  <a:cubicBezTo>
                    <a:pt x="30671" y="138713"/>
                    <a:pt x="27142" y="137658"/>
                    <a:pt x="23612" y="135548"/>
                  </a:cubicBezTo>
                  <a:cubicBezTo>
                    <a:pt x="19024" y="133087"/>
                    <a:pt x="15141" y="132032"/>
                    <a:pt x="12318" y="132032"/>
                  </a:cubicBezTo>
                  <a:cubicBezTo>
                    <a:pt x="5612" y="132032"/>
                    <a:pt x="318" y="137307"/>
                    <a:pt x="318" y="144339"/>
                  </a:cubicBezTo>
                  <a:cubicBezTo>
                    <a:pt x="318" y="153482"/>
                    <a:pt x="7377" y="159108"/>
                    <a:pt x="17965" y="159108"/>
                  </a:cubicBezTo>
                  <a:cubicBezTo>
                    <a:pt x="28906" y="159108"/>
                    <a:pt x="33142" y="155943"/>
                    <a:pt x="50789" y="134494"/>
                  </a:cubicBezTo>
                  <a:cubicBezTo>
                    <a:pt x="60319" y="123241"/>
                    <a:pt x="67731" y="113747"/>
                    <a:pt x="82555" y="93353"/>
                  </a:cubicBezTo>
                  <a:lnTo>
                    <a:pt x="93143" y="135548"/>
                  </a:lnTo>
                  <a:cubicBezTo>
                    <a:pt x="97731" y="153482"/>
                    <a:pt x="102320" y="159108"/>
                    <a:pt x="113614" y="159108"/>
                  </a:cubicBezTo>
                  <a:cubicBezTo>
                    <a:pt x="127026" y="159108"/>
                    <a:pt x="136203" y="150669"/>
                    <a:pt x="156674" y="119022"/>
                  </a:cubicBezTo>
                  <a:lnTo>
                    <a:pt x="151732" y="11620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7" name="Freeform: Shape 2056">
              <a:extLst>
                <a:ext uri="{FF2B5EF4-FFF2-40B4-BE49-F238E27FC236}">
                  <a16:creationId xmlns:a16="http://schemas.microsoft.com/office/drawing/2014/main" id="{76319A05-404C-6392-4844-A4B3AB86DC06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14055262" y="6985285"/>
              <a:ext cx="101599" cy="179542"/>
            </a:xfrm>
            <a:custGeom>
              <a:avLst/>
              <a:gdLst>
                <a:gd name="connsiteX0" fmla="*/ 29051 w 101599"/>
                <a:gd name="connsiteY0" fmla="*/ 90204 h 179542"/>
                <a:gd name="connsiteX1" fmla="*/ 56737 w 101599"/>
                <a:gd name="connsiteY1" fmla="*/ 93067 h 179542"/>
                <a:gd name="connsiteX2" fmla="*/ 83116 w 101599"/>
                <a:gd name="connsiteY2" fmla="*/ 131577 h 179542"/>
                <a:gd name="connsiteX3" fmla="*/ 48901 w 101599"/>
                <a:gd name="connsiteY3" fmla="*/ 170348 h 179542"/>
                <a:gd name="connsiteX4" fmla="*/ 26962 w 101599"/>
                <a:gd name="connsiteY4" fmla="*/ 162282 h 179542"/>
                <a:gd name="connsiteX5" fmla="*/ 10246 w 101599"/>
                <a:gd name="connsiteY5" fmla="*/ 155776 h 179542"/>
                <a:gd name="connsiteX6" fmla="*/ 321 w 101599"/>
                <a:gd name="connsiteY6" fmla="*/ 164884 h 179542"/>
                <a:gd name="connsiteX7" fmla="*/ 29835 w 101599"/>
                <a:gd name="connsiteY7" fmla="*/ 179715 h 179542"/>
                <a:gd name="connsiteX8" fmla="*/ 82855 w 101599"/>
                <a:gd name="connsiteY8" fmla="*/ 162282 h 179542"/>
                <a:gd name="connsiteX9" fmla="*/ 101921 w 101599"/>
                <a:gd name="connsiteY9" fmla="*/ 119087 h 179542"/>
                <a:gd name="connsiteX10" fmla="*/ 90168 w 101599"/>
                <a:gd name="connsiteY10" fmla="*/ 85521 h 179542"/>
                <a:gd name="connsiteX11" fmla="*/ 68490 w 101599"/>
                <a:gd name="connsiteY11" fmla="*/ 71730 h 179542"/>
                <a:gd name="connsiteX12" fmla="*/ 93041 w 101599"/>
                <a:gd name="connsiteY12" fmla="*/ 35821 h 179542"/>
                <a:gd name="connsiteX13" fmla="*/ 52297 w 101599"/>
                <a:gd name="connsiteY13" fmla="*/ 173 h 179542"/>
                <a:gd name="connsiteX14" fmla="*/ 18343 w 101599"/>
                <a:gd name="connsiteY14" fmla="*/ 12923 h 179542"/>
                <a:gd name="connsiteX15" fmla="*/ 844 w 101599"/>
                <a:gd name="connsiteY15" fmla="*/ 42326 h 179542"/>
                <a:gd name="connsiteX16" fmla="*/ 4762 w 101599"/>
                <a:gd name="connsiteY16" fmla="*/ 43367 h 179542"/>
                <a:gd name="connsiteX17" fmla="*/ 43678 w 101599"/>
                <a:gd name="connsiteY17" fmla="*/ 15785 h 179542"/>
                <a:gd name="connsiteX18" fmla="*/ 72407 w 101599"/>
                <a:gd name="connsiteY18" fmla="*/ 43627 h 179542"/>
                <a:gd name="connsiteX19" fmla="*/ 61960 w 101599"/>
                <a:gd name="connsiteY19" fmla="*/ 68867 h 179542"/>
                <a:gd name="connsiteX20" fmla="*/ 29051 w 101599"/>
                <a:gd name="connsiteY20" fmla="*/ 86822 h 179542"/>
                <a:gd name="connsiteX21" fmla="*/ 29051 w 101599"/>
                <a:gd name="connsiteY21" fmla="*/ 90204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9051" y="90204"/>
                  </a:moveTo>
                  <a:cubicBezTo>
                    <a:pt x="44461" y="90204"/>
                    <a:pt x="50468" y="90725"/>
                    <a:pt x="56737" y="93067"/>
                  </a:cubicBezTo>
                  <a:cubicBezTo>
                    <a:pt x="72930" y="98791"/>
                    <a:pt x="83116" y="113623"/>
                    <a:pt x="83116" y="131577"/>
                  </a:cubicBezTo>
                  <a:cubicBezTo>
                    <a:pt x="83116" y="153435"/>
                    <a:pt x="68229" y="170348"/>
                    <a:pt x="48901" y="170348"/>
                  </a:cubicBezTo>
                  <a:cubicBezTo>
                    <a:pt x="41849" y="170348"/>
                    <a:pt x="36626" y="168527"/>
                    <a:pt x="26962" y="162282"/>
                  </a:cubicBezTo>
                  <a:cubicBezTo>
                    <a:pt x="19127" y="157598"/>
                    <a:pt x="14686" y="155776"/>
                    <a:pt x="10246" y="155776"/>
                  </a:cubicBezTo>
                  <a:cubicBezTo>
                    <a:pt x="4239" y="155776"/>
                    <a:pt x="321" y="159419"/>
                    <a:pt x="321" y="164884"/>
                  </a:cubicBezTo>
                  <a:cubicBezTo>
                    <a:pt x="321" y="173991"/>
                    <a:pt x="11552" y="179715"/>
                    <a:pt x="29835" y="179715"/>
                  </a:cubicBezTo>
                  <a:cubicBezTo>
                    <a:pt x="49946" y="179715"/>
                    <a:pt x="70579" y="172950"/>
                    <a:pt x="82855" y="162282"/>
                  </a:cubicBezTo>
                  <a:cubicBezTo>
                    <a:pt x="95130" y="151613"/>
                    <a:pt x="101921" y="136521"/>
                    <a:pt x="101921" y="119087"/>
                  </a:cubicBezTo>
                  <a:cubicBezTo>
                    <a:pt x="101921" y="105817"/>
                    <a:pt x="97742" y="93587"/>
                    <a:pt x="90168" y="85521"/>
                  </a:cubicBezTo>
                  <a:cubicBezTo>
                    <a:pt x="84944" y="79796"/>
                    <a:pt x="79982" y="76674"/>
                    <a:pt x="68490" y="71730"/>
                  </a:cubicBezTo>
                  <a:cubicBezTo>
                    <a:pt x="86511" y="59500"/>
                    <a:pt x="93041" y="49872"/>
                    <a:pt x="93041" y="35821"/>
                  </a:cubicBezTo>
                  <a:cubicBezTo>
                    <a:pt x="93041" y="14744"/>
                    <a:pt x="76325" y="173"/>
                    <a:pt x="52297" y="173"/>
                  </a:cubicBezTo>
                  <a:cubicBezTo>
                    <a:pt x="39237" y="173"/>
                    <a:pt x="27745" y="4596"/>
                    <a:pt x="18343" y="12923"/>
                  </a:cubicBezTo>
                  <a:cubicBezTo>
                    <a:pt x="10508" y="19949"/>
                    <a:pt x="6590" y="26714"/>
                    <a:pt x="844" y="42326"/>
                  </a:cubicBezTo>
                  <a:lnTo>
                    <a:pt x="4762" y="43367"/>
                  </a:lnTo>
                  <a:cubicBezTo>
                    <a:pt x="15470" y="24372"/>
                    <a:pt x="27223" y="15785"/>
                    <a:pt x="43678" y="15785"/>
                  </a:cubicBezTo>
                  <a:cubicBezTo>
                    <a:pt x="60654" y="15785"/>
                    <a:pt x="72407" y="27234"/>
                    <a:pt x="72407" y="43627"/>
                  </a:cubicBezTo>
                  <a:cubicBezTo>
                    <a:pt x="72407" y="52995"/>
                    <a:pt x="68490" y="62362"/>
                    <a:pt x="61960" y="68867"/>
                  </a:cubicBezTo>
                  <a:cubicBezTo>
                    <a:pt x="54125" y="76674"/>
                    <a:pt x="46812" y="80577"/>
                    <a:pt x="29051" y="86822"/>
                  </a:cubicBezTo>
                  <a:lnTo>
                    <a:pt x="29051" y="9020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43C2506F-1BE3-D559-1760-F8334454EA47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14212944" y="6844145"/>
              <a:ext cx="81883" cy="351630"/>
            </a:xfrm>
            <a:custGeom>
              <a:avLst/>
              <a:gdLst>
                <a:gd name="connsiteX0" fmla="*/ 82211 w 81883"/>
                <a:gd name="connsiteY0" fmla="*/ 175985 h 351630"/>
                <a:gd name="connsiteX1" fmla="*/ 58916 w 81883"/>
                <a:gd name="connsiteY1" fmla="*/ 66276 h 351630"/>
                <a:gd name="connsiteX2" fmla="*/ 3856 w 81883"/>
                <a:gd name="connsiteY2" fmla="*/ 170 h 351630"/>
                <a:gd name="connsiteX3" fmla="*/ 327 w 81883"/>
                <a:gd name="connsiteY3" fmla="*/ 3686 h 351630"/>
                <a:gd name="connsiteX4" fmla="*/ 7033 w 81883"/>
                <a:gd name="connsiteY4" fmla="*/ 11774 h 351630"/>
                <a:gd name="connsiteX5" fmla="*/ 61740 w 81883"/>
                <a:gd name="connsiteY5" fmla="*/ 175985 h 351630"/>
                <a:gd name="connsiteX6" fmla="*/ 4915 w 81883"/>
                <a:gd name="connsiteY6" fmla="*/ 342307 h 351630"/>
                <a:gd name="connsiteX7" fmla="*/ 327 w 81883"/>
                <a:gd name="connsiteY7" fmla="*/ 348284 h 351630"/>
                <a:gd name="connsiteX8" fmla="*/ 3856 w 81883"/>
                <a:gd name="connsiteY8" fmla="*/ 351801 h 351630"/>
                <a:gd name="connsiteX9" fmla="*/ 59975 w 81883"/>
                <a:gd name="connsiteY9" fmla="*/ 283233 h 351630"/>
                <a:gd name="connsiteX10" fmla="*/ 82211 w 81883"/>
                <a:gd name="connsiteY10" fmla="*/ 17598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211" y="175985"/>
                  </a:moveTo>
                  <a:cubicBezTo>
                    <a:pt x="82211" y="148558"/>
                    <a:pt x="78328" y="106011"/>
                    <a:pt x="58916" y="66276"/>
                  </a:cubicBezTo>
                  <a:cubicBezTo>
                    <a:pt x="37739" y="23026"/>
                    <a:pt x="7386" y="170"/>
                    <a:pt x="3856" y="170"/>
                  </a:cubicBezTo>
                  <a:cubicBezTo>
                    <a:pt x="1738" y="170"/>
                    <a:pt x="327" y="1576"/>
                    <a:pt x="327" y="3686"/>
                  </a:cubicBezTo>
                  <a:cubicBezTo>
                    <a:pt x="327" y="4741"/>
                    <a:pt x="327" y="5444"/>
                    <a:pt x="7033" y="11774"/>
                  </a:cubicBezTo>
                  <a:cubicBezTo>
                    <a:pt x="41622" y="46585"/>
                    <a:pt x="61740" y="102494"/>
                    <a:pt x="61740" y="175985"/>
                  </a:cubicBezTo>
                  <a:cubicBezTo>
                    <a:pt x="61740" y="236114"/>
                    <a:pt x="48681" y="298001"/>
                    <a:pt x="4915" y="342307"/>
                  </a:cubicBezTo>
                  <a:cubicBezTo>
                    <a:pt x="327" y="346526"/>
                    <a:pt x="327" y="347230"/>
                    <a:pt x="327" y="348284"/>
                  </a:cubicBezTo>
                  <a:cubicBezTo>
                    <a:pt x="327" y="350394"/>
                    <a:pt x="1738" y="351801"/>
                    <a:pt x="3856" y="351801"/>
                  </a:cubicBezTo>
                  <a:cubicBezTo>
                    <a:pt x="7386" y="351801"/>
                    <a:pt x="39151" y="327890"/>
                    <a:pt x="59975" y="283233"/>
                  </a:cubicBezTo>
                  <a:cubicBezTo>
                    <a:pt x="77975" y="244553"/>
                    <a:pt x="82211" y="205522"/>
                    <a:pt x="82211" y="17598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C5BC150C-497D-DE11-6D8C-2C354E915B6D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8113191" y="7878063"/>
              <a:ext cx="234710" cy="234186"/>
            </a:xfrm>
            <a:custGeom>
              <a:avLst/>
              <a:gdLst>
                <a:gd name="connsiteX0" fmla="*/ 124746 w 234710"/>
                <a:gd name="connsiteY0" fmla="*/ 124323 h 234186"/>
                <a:gd name="connsiteX1" fmla="*/ 223219 w 234710"/>
                <a:gd name="connsiteY1" fmla="*/ 124323 h 234186"/>
                <a:gd name="connsiteX2" fmla="*/ 234866 w 234710"/>
                <a:gd name="connsiteY2" fmla="*/ 117290 h 234186"/>
                <a:gd name="connsiteX3" fmla="*/ 223219 w 234710"/>
                <a:gd name="connsiteY3" fmla="*/ 110258 h 234186"/>
                <a:gd name="connsiteX4" fmla="*/ 124746 w 234710"/>
                <a:gd name="connsiteY4" fmla="*/ 110258 h 234186"/>
                <a:gd name="connsiteX5" fmla="*/ 124746 w 234710"/>
                <a:gd name="connsiteY5" fmla="*/ 11801 h 234186"/>
                <a:gd name="connsiteX6" fmla="*/ 117687 w 234710"/>
                <a:gd name="connsiteY6" fmla="*/ 197 h 234186"/>
                <a:gd name="connsiteX7" fmla="*/ 110628 w 234710"/>
                <a:gd name="connsiteY7" fmla="*/ 11801 h 234186"/>
                <a:gd name="connsiteX8" fmla="*/ 110628 w 234710"/>
                <a:gd name="connsiteY8" fmla="*/ 110258 h 234186"/>
                <a:gd name="connsiteX9" fmla="*/ 11803 w 234710"/>
                <a:gd name="connsiteY9" fmla="*/ 110258 h 234186"/>
                <a:gd name="connsiteX10" fmla="*/ 156 w 234710"/>
                <a:gd name="connsiteY10" fmla="*/ 117290 h 234186"/>
                <a:gd name="connsiteX11" fmla="*/ 11803 w 234710"/>
                <a:gd name="connsiteY11" fmla="*/ 124323 h 234186"/>
                <a:gd name="connsiteX12" fmla="*/ 110628 w 234710"/>
                <a:gd name="connsiteY12" fmla="*/ 124323 h 234186"/>
                <a:gd name="connsiteX13" fmla="*/ 110628 w 234710"/>
                <a:gd name="connsiteY13" fmla="*/ 222780 h 234186"/>
                <a:gd name="connsiteX14" fmla="*/ 117687 w 234710"/>
                <a:gd name="connsiteY14" fmla="*/ 234384 h 234186"/>
                <a:gd name="connsiteX15" fmla="*/ 124746 w 234710"/>
                <a:gd name="connsiteY15" fmla="*/ 222780 h 234186"/>
                <a:gd name="connsiteX16" fmla="*/ 124746 w 234710"/>
                <a:gd name="connsiteY16" fmla="*/ 124323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34186">
                  <a:moveTo>
                    <a:pt x="124746" y="124323"/>
                  </a:moveTo>
                  <a:lnTo>
                    <a:pt x="223219" y="124323"/>
                  </a:lnTo>
                  <a:cubicBezTo>
                    <a:pt x="228160" y="124323"/>
                    <a:pt x="234866" y="124323"/>
                    <a:pt x="234866" y="117290"/>
                  </a:cubicBezTo>
                  <a:cubicBezTo>
                    <a:pt x="234866" y="110258"/>
                    <a:pt x="228160" y="110258"/>
                    <a:pt x="223219" y="110258"/>
                  </a:cubicBezTo>
                  <a:lnTo>
                    <a:pt x="124746" y="110258"/>
                  </a:lnTo>
                  <a:lnTo>
                    <a:pt x="124746" y="11801"/>
                  </a:lnTo>
                  <a:cubicBezTo>
                    <a:pt x="124746" y="6878"/>
                    <a:pt x="124746" y="197"/>
                    <a:pt x="117687" y="197"/>
                  </a:cubicBezTo>
                  <a:cubicBezTo>
                    <a:pt x="110628" y="197"/>
                    <a:pt x="110628" y="6878"/>
                    <a:pt x="110628" y="11801"/>
                  </a:cubicBezTo>
                  <a:lnTo>
                    <a:pt x="110628" y="110258"/>
                  </a:lnTo>
                  <a:lnTo>
                    <a:pt x="11803" y="110258"/>
                  </a:lnTo>
                  <a:cubicBezTo>
                    <a:pt x="6862" y="110258"/>
                    <a:pt x="156" y="110258"/>
                    <a:pt x="156" y="117290"/>
                  </a:cubicBezTo>
                  <a:cubicBezTo>
                    <a:pt x="156" y="124323"/>
                    <a:pt x="6862" y="124323"/>
                    <a:pt x="11803" y="124323"/>
                  </a:cubicBezTo>
                  <a:lnTo>
                    <a:pt x="110628" y="124323"/>
                  </a:lnTo>
                  <a:lnTo>
                    <a:pt x="110628" y="222780"/>
                  </a:lnTo>
                  <a:cubicBezTo>
                    <a:pt x="110628" y="227703"/>
                    <a:pt x="110628" y="234384"/>
                    <a:pt x="117687" y="234384"/>
                  </a:cubicBezTo>
                  <a:cubicBezTo>
                    <a:pt x="124746" y="234384"/>
                    <a:pt x="124746" y="227703"/>
                    <a:pt x="124746" y="222780"/>
                  </a:cubicBezTo>
                  <a:lnTo>
                    <a:pt x="124746" y="12432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930B653D-0695-242B-16C4-A7BEE9B1EDF7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8790819" y="7580398"/>
              <a:ext cx="81883" cy="351630"/>
            </a:xfrm>
            <a:custGeom>
              <a:avLst/>
              <a:gdLst>
                <a:gd name="connsiteX0" fmla="*/ 82058 w 81883"/>
                <a:gd name="connsiteY0" fmla="*/ 348305 h 351630"/>
                <a:gd name="connsiteX1" fmla="*/ 76058 w 81883"/>
                <a:gd name="connsiteY1" fmla="*/ 340569 h 351630"/>
                <a:gd name="connsiteX2" fmla="*/ 20645 w 81883"/>
                <a:gd name="connsiteY2" fmla="*/ 176006 h 351630"/>
                <a:gd name="connsiteX3" fmla="*/ 77470 w 81883"/>
                <a:gd name="connsiteY3" fmla="*/ 9685 h 351630"/>
                <a:gd name="connsiteX4" fmla="*/ 82058 w 81883"/>
                <a:gd name="connsiteY4" fmla="*/ 3707 h 351630"/>
                <a:gd name="connsiteX5" fmla="*/ 78528 w 81883"/>
                <a:gd name="connsiteY5" fmla="*/ 191 h 351630"/>
                <a:gd name="connsiteX6" fmla="*/ 22410 w 81883"/>
                <a:gd name="connsiteY6" fmla="*/ 68759 h 351630"/>
                <a:gd name="connsiteX7" fmla="*/ 174 w 81883"/>
                <a:gd name="connsiteY7" fmla="*/ 176006 h 351630"/>
                <a:gd name="connsiteX8" fmla="*/ 23468 w 81883"/>
                <a:gd name="connsiteY8" fmla="*/ 285715 h 351630"/>
                <a:gd name="connsiteX9" fmla="*/ 78528 w 81883"/>
                <a:gd name="connsiteY9" fmla="*/ 351821 h 351630"/>
                <a:gd name="connsiteX10" fmla="*/ 82058 w 81883"/>
                <a:gd name="connsiteY10" fmla="*/ 34830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8" y="348305"/>
                  </a:moveTo>
                  <a:cubicBezTo>
                    <a:pt x="82058" y="347250"/>
                    <a:pt x="82058" y="346547"/>
                    <a:pt x="76058" y="340569"/>
                  </a:cubicBezTo>
                  <a:cubicBezTo>
                    <a:pt x="31939" y="296264"/>
                    <a:pt x="20645" y="229806"/>
                    <a:pt x="20645" y="176006"/>
                  </a:cubicBezTo>
                  <a:cubicBezTo>
                    <a:pt x="20645" y="114822"/>
                    <a:pt x="34057" y="53639"/>
                    <a:pt x="77470" y="9685"/>
                  </a:cubicBezTo>
                  <a:cubicBezTo>
                    <a:pt x="82058" y="5465"/>
                    <a:pt x="82058" y="4762"/>
                    <a:pt x="82058" y="3707"/>
                  </a:cubicBezTo>
                  <a:cubicBezTo>
                    <a:pt x="82058" y="1246"/>
                    <a:pt x="80646" y="191"/>
                    <a:pt x="78528" y="191"/>
                  </a:cubicBezTo>
                  <a:cubicBezTo>
                    <a:pt x="74999" y="191"/>
                    <a:pt x="43234" y="24102"/>
                    <a:pt x="22410" y="68759"/>
                  </a:cubicBezTo>
                  <a:cubicBezTo>
                    <a:pt x="4409" y="107438"/>
                    <a:pt x="174" y="146469"/>
                    <a:pt x="174" y="176006"/>
                  </a:cubicBezTo>
                  <a:cubicBezTo>
                    <a:pt x="174" y="203433"/>
                    <a:pt x="4056" y="245981"/>
                    <a:pt x="23468" y="285715"/>
                  </a:cubicBezTo>
                  <a:cubicBezTo>
                    <a:pt x="44645" y="328965"/>
                    <a:pt x="74999" y="351821"/>
                    <a:pt x="78528" y="351821"/>
                  </a:cubicBezTo>
                  <a:cubicBezTo>
                    <a:pt x="80646" y="351821"/>
                    <a:pt x="82058" y="350767"/>
                    <a:pt x="82058" y="34830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5DB7DA46-132D-5D01-38F7-5D4C8A11D4E4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8883801" y="7689051"/>
              <a:ext cx="167297" cy="158937"/>
            </a:xfrm>
            <a:custGeom>
              <a:avLst/>
              <a:gdLst>
                <a:gd name="connsiteX0" fmla="*/ 151592 w 167297"/>
                <a:gd name="connsiteY0" fmla="*/ 116230 h 158937"/>
                <a:gd name="connsiteX1" fmla="*/ 143827 w 167297"/>
                <a:gd name="connsiteY1" fmla="*/ 125724 h 158937"/>
                <a:gd name="connsiteX2" fmla="*/ 127591 w 167297"/>
                <a:gd name="connsiteY2" fmla="*/ 139789 h 158937"/>
                <a:gd name="connsiteX3" fmla="*/ 116650 w 167297"/>
                <a:gd name="connsiteY3" fmla="*/ 125372 h 158937"/>
                <a:gd name="connsiteX4" fmla="*/ 115238 w 167297"/>
                <a:gd name="connsiteY4" fmla="*/ 119394 h 158937"/>
                <a:gd name="connsiteX5" fmla="*/ 102532 w 167297"/>
                <a:gd name="connsiteY5" fmla="*/ 62430 h 158937"/>
                <a:gd name="connsiteX6" fmla="*/ 137121 w 167297"/>
                <a:gd name="connsiteY6" fmla="*/ 19883 h 158937"/>
                <a:gd name="connsiteX7" fmla="*/ 145592 w 167297"/>
                <a:gd name="connsiteY7" fmla="*/ 22696 h 158937"/>
                <a:gd name="connsiteX8" fmla="*/ 155121 w 167297"/>
                <a:gd name="connsiteY8" fmla="*/ 25860 h 158937"/>
                <a:gd name="connsiteX9" fmla="*/ 167475 w 167297"/>
                <a:gd name="connsiteY9" fmla="*/ 13202 h 158937"/>
                <a:gd name="connsiteX10" fmla="*/ 153004 w 167297"/>
                <a:gd name="connsiteY10" fmla="*/ 191 h 158937"/>
                <a:gd name="connsiteX11" fmla="*/ 99709 w 167297"/>
                <a:gd name="connsiteY11" fmla="*/ 50475 h 158937"/>
                <a:gd name="connsiteX12" fmla="*/ 95826 w 167297"/>
                <a:gd name="connsiteY12" fmla="*/ 31135 h 158937"/>
                <a:gd name="connsiteX13" fmla="*/ 77473 w 167297"/>
                <a:gd name="connsiteY13" fmla="*/ 191 h 158937"/>
                <a:gd name="connsiteX14" fmla="*/ 36178 w 167297"/>
                <a:gd name="connsiteY14" fmla="*/ 10389 h 158937"/>
                <a:gd name="connsiteX15" fmla="*/ 32296 w 167297"/>
                <a:gd name="connsiteY15" fmla="*/ 11795 h 158937"/>
                <a:gd name="connsiteX16" fmla="*/ 33707 w 167297"/>
                <a:gd name="connsiteY16" fmla="*/ 17070 h 158937"/>
                <a:gd name="connsiteX17" fmla="*/ 53472 w 167297"/>
                <a:gd name="connsiteY17" fmla="*/ 13202 h 158937"/>
                <a:gd name="connsiteX18" fmla="*/ 69355 w 167297"/>
                <a:gd name="connsiteY18" fmla="*/ 37464 h 158937"/>
                <a:gd name="connsiteX19" fmla="*/ 79591 w 167297"/>
                <a:gd name="connsiteY19" fmla="*/ 80715 h 158937"/>
                <a:gd name="connsiteX20" fmla="*/ 50649 w 167297"/>
                <a:gd name="connsiteY20" fmla="*/ 121856 h 158937"/>
                <a:gd name="connsiteX21" fmla="*/ 32648 w 167297"/>
                <a:gd name="connsiteY21" fmla="*/ 138734 h 158937"/>
                <a:gd name="connsiteX22" fmla="*/ 23472 w 167297"/>
                <a:gd name="connsiteY22" fmla="*/ 135569 h 158937"/>
                <a:gd name="connsiteX23" fmla="*/ 12177 w 167297"/>
                <a:gd name="connsiteY23" fmla="*/ 132053 h 158937"/>
                <a:gd name="connsiteX24" fmla="*/ 177 w 167297"/>
                <a:gd name="connsiteY24" fmla="*/ 144360 h 158937"/>
                <a:gd name="connsiteX25" fmla="*/ 17825 w 167297"/>
                <a:gd name="connsiteY25" fmla="*/ 159129 h 158937"/>
                <a:gd name="connsiteX26" fmla="*/ 50649 w 167297"/>
                <a:gd name="connsiteY26" fmla="*/ 134514 h 158937"/>
                <a:gd name="connsiteX27" fmla="*/ 82414 w 167297"/>
                <a:gd name="connsiteY27" fmla="*/ 93374 h 158937"/>
                <a:gd name="connsiteX28" fmla="*/ 93003 w 167297"/>
                <a:gd name="connsiteY28" fmla="*/ 135569 h 158937"/>
                <a:gd name="connsiteX29" fmla="*/ 113474 w 167297"/>
                <a:gd name="connsiteY29" fmla="*/ 159129 h 158937"/>
                <a:gd name="connsiteX30" fmla="*/ 156533 w 167297"/>
                <a:gd name="connsiteY30" fmla="*/ 119043 h 158937"/>
                <a:gd name="connsiteX31" fmla="*/ 151592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92" y="116230"/>
                  </a:moveTo>
                  <a:cubicBezTo>
                    <a:pt x="148768" y="119394"/>
                    <a:pt x="147004" y="121504"/>
                    <a:pt x="143827" y="125724"/>
                  </a:cubicBezTo>
                  <a:cubicBezTo>
                    <a:pt x="135709" y="136272"/>
                    <a:pt x="131474" y="139789"/>
                    <a:pt x="127591" y="139789"/>
                  </a:cubicBezTo>
                  <a:cubicBezTo>
                    <a:pt x="122297" y="139789"/>
                    <a:pt x="119121" y="135218"/>
                    <a:pt x="116650" y="125372"/>
                  </a:cubicBezTo>
                  <a:cubicBezTo>
                    <a:pt x="115944" y="122559"/>
                    <a:pt x="115591" y="120449"/>
                    <a:pt x="115238" y="119394"/>
                  </a:cubicBezTo>
                  <a:cubicBezTo>
                    <a:pt x="106415" y="83879"/>
                    <a:pt x="102532" y="67704"/>
                    <a:pt x="102532" y="62430"/>
                  </a:cubicBezTo>
                  <a:cubicBezTo>
                    <a:pt x="118062" y="35354"/>
                    <a:pt x="130768" y="19883"/>
                    <a:pt x="137121" y="19883"/>
                  </a:cubicBezTo>
                  <a:cubicBezTo>
                    <a:pt x="139239" y="19883"/>
                    <a:pt x="142062" y="20938"/>
                    <a:pt x="145592" y="22696"/>
                  </a:cubicBezTo>
                  <a:cubicBezTo>
                    <a:pt x="149827" y="25157"/>
                    <a:pt x="152298" y="25860"/>
                    <a:pt x="155121" y="25860"/>
                  </a:cubicBezTo>
                  <a:cubicBezTo>
                    <a:pt x="162533" y="25860"/>
                    <a:pt x="167475" y="20586"/>
                    <a:pt x="167475" y="13202"/>
                  </a:cubicBezTo>
                  <a:cubicBezTo>
                    <a:pt x="167475" y="5817"/>
                    <a:pt x="161475" y="191"/>
                    <a:pt x="153004" y="191"/>
                  </a:cubicBezTo>
                  <a:cubicBezTo>
                    <a:pt x="137474" y="191"/>
                    <a:pt x="124062" y="12850"/>
                    <a:pt x="99709" y="50475"/>
                  </a:cubicBezTo>
                  <a:lnTo>
                    <a:pt x="95826" y="31135"/>
                  </a:lnTo>
                  <a:cubicBezTo>
                    <a:pt x="90885" y="7224"/>
                    <a:pt x="87002" y="191"/>
                    <a:pt x="77473" y="191"/>
                  </a:cubicBezTo>
                  <a:cubicBezTo>
                    <a:pt x="69708" y="191"/>
                    <a:pt x="57708" y="3356"/>
                    <a:pt x="36178" y="10389"/>
                  </a:cubicBezTo>
                  <a:lnTo>
                    <a:pt x="32296" y="11795"/>
                  </a:lnTo>
                  <a:lnTo>
                    <a:pt x="33707" y="17070"/>
                  </a:lnTo>
                  <a:cubicBezTo>
                    <a:pt x="47119" y="13905"/>
                    <a:pt x="50296" y="13202"/>
                    <a:pt x="53472" y="13202"/>
                  </a:cubicBezTo>
                  <a:cubicBezTo>
                    <a:pt x="62296" y="13202"/>
                    <a:pt x="64414" y="16366"/>
                    <a:pt x="69355" y="37464"/>
                  </a:cubicBezTo>
                  <a:lnTo>
                    <a:pt x="79591" y="80715"/>
                  </a:lnTo>
                  <a:lnTo>
                    <a:pt x="50649" y="121856"/>
                  </a:lnTo>
                  <a:cubicBezTo>
                    <a:pt x="43590" y="132405"/>
                    <a:pt x="36531" y="138734"/>
                    <a:pt x="32648" y="138734"/>
                  </a:cubicBezTo>
                  <a:cubicBezTo>
                    <a:pt x="30531" y="138734"/>
                    <a:pt x="27001" y="137679"/>
                    <a:pt x="23472" y="135569"/>
                  </a:cubicBezTo>
                  <a:cubicBezTo>
                    <a:pt x="18883" y="133108"/>
                    <a:pt x="15001" y="132053"/>
                    <a:pt x="12177" y="132053"/>
                  </a:cubicBezTo>
                  <a:cubicBezTo>
                    <a:pt x="5471" y="132053"/>
                    <a:pt x="177" y="137327"/>
                    <a:pt x="177" y="144360"/>
                  </a:cubicBezTo>
                  <a:cubicBezTo>
                    <a:pt x="177" y="153502"/>
                    <a:pt x="7236" y="159129"/>
                    <a:pt x="17825" y="159129"/>
                  </a:cubicBezTo>
                  <a:cubicBezTo>
                    <a:pt x="28766" y="159129"/>
                    <a:pt x="33001" y="155964"/>
                    <a:pt x="50649" y="134514"/>
                  </a:cubicBezTo>
                  <a:cubicBezTo>
                    <a:pt x="60178" y="123262"/>
                    <a:pt x="67590" y="113768"/>
                    <a:pt x="82414" y="93374"/>
                  </a:cubicBezTo>
                  <a:lnTo>
                    <a:pt x="93003" y="135569"/>
                  </a:lnTo>
                  <a:cubicBezTo>
                    <a:pt x="97591" y="153502"/>
                    <a:pt x="102179" y="159129"/>
                    <a:pt x="113474" y="159129"/>
                  </a:cubicBezTo>
                  <a:cubicBezTo>
                    <a:pt x="126886" y="159129"/>
                    <a:pt x="136062" y="150689"/>
                    <a:pt x="156533" y="119043"/>
                  </a:cubicBezTo>
                  <a:lnTo>
                    <a:pt x="151592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5BFD12BA-91CE-2566-96CF-F3C22736B0C3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9130182" y="7749180"/>
              <a:ext cx="215651" cy="14065"/>
            </a:xfrm>
            <a:custGeom>
              <a:avLst/>
              <a:gdLst>
                <a:gd name="connsiteX0" fmla="*/ 203481 w 215651"/>
                <a:gd name="connsiteY0" fmla="*/ 14257 h 14065"/>
                <a:gd name="connsiteX1" fmla="*/ 215834 w 215651"/>
                <a:gd name="connsiteY1" fmla="*/ 7224 h 14065"/>
                <a:gd name="connsiteX2" fmla="*/ 203481 w 215651"/>
                <a:gd name="connsiteY2" fmla="*/ 191 h 14065"/>
                <a:gd name="connsiteX3" fmla="*/ 12536 w 215651"/>
                <a:gd name="connsiteY3" fmla="*/ 191 h 14065"/>
                <a:gd name="connsiteX4" fmla="*/ 183 w 215651"/>
                <a:gd name="connsiteY4" fmla="*/ 7224 h 14065"/>
                <a:gd name="connsiteX5" fmla="*/ 12536 w 215651"/>
                <a:gd name="connsiteY5" fmla="*/ 14257 h 14065"/>
                <a:gd name="connsiteX6" fmla="*/ 203481 w 215651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81" y="14257"/>
                  </a:moveTo>
                  <a:cubicBezTo>
                    <a:pt x="209481" y="14257"/>
                    <a:pt x="215834" y="14257"/>
                    <a:pt x="215834" y="7224"/>
                  </a:cubicBezTo>
                  <a:cubicBezTo>
                    <a:pt x="215834" y="191"/>
                    <a:pt x="209481" y="191"/>
                    <a:pt x="203481" y="191"/>
                  </a:cubicBezTo>
                  <a:lnTo>
                    <a:pt x="12536" y="191"/>
                  </a:lnTo>
                  <a:cubicBezTo>
                    <a:pt x="6536" y="191"/>
                    <a:pt x="183" y="191"/>
                    <a:pt x="183" y="7224"/>
                  </a:cubicBezTo>
                  <a:cubicBezTo>
                    <a:pt x="183" y="14257"/>
                    <a:pt x="6536" y="14257"/>
                    <a:pt x="12536" y="14257"/>
                  </a:cubicBezTo>
                  <a:lnTo>
                    <a:pt x="203481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2D7B4482-7410-7C6F-7544-43DC185B43C8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9415827" y="7689051"/>
              <a:ext cx="167297" cy="158937"/>
            </a:xfrm>
            <a:custGeom>
              <a:avLst/>
              <a:gdLst>
                <a:gd name="connsiteX0" fmla="*/ 151607 w 167297"/>
                <a:gd name="connsiteY0" fmla="*/ 116230 h 158937"/>
                <a:gd name="connsiteX1" fmla="*/ 143842 w 167297"/>
                <a:gd name="connsiteY1" fmla="*/ 125724 h 158937"/>
                <a:gd name="connsiteX2" fmla="*/ 127606 w 167297"/>
                <a:gd name="connsiteY2" fmla="*/ 139789 h 158937"/>
                <a:gd name="connsiteX3" fmla="*/ 116665 w 167297"/>
                <a:gd name="connsiteY3" fmla="*/ 125372 h 158937"/>
                <a:gd name="connsiteX4" fmla="*/ 115253 w 167297"/>
                <a:gd name="connsiteY4" fmla="*/ 119394 h 158937"/>
                <a:gd name="connsiteX5" fmla="*/ 102547 w 167297"/>
                <a:gd name="connsiteY5" fmla="*/ 62430 h 158937"/>
                <a:gd name="connsiteX6" fmla="*/ 137136 w 167297"/>
                <a:gd name="connsiteY6" fmla="*/ 19883 h 158937"/>
                <a:gd name="connsiteX7" fmla="*/ 145607 w 167297"/>
                <a:gd name="connsiteY7" fmla="*/ 22696 h 158937"/>
                <a:gd name="connsiteX8" fmla="*/ 155136 w 167297"/>
                <a:gd name="connsiteY8" fmla="*/ 25860 h 158937"/>
                <a:gd name="connsiteX9" fmla="*/ 167490 w 167297"/>
                <a:gd name="connsiteY9" fmla="*/ 13202 h 158937"/>
                <a:gd name="connsiteX10" fmla="*/ 153019 w 167297"/>
                <a:gd name="connsiteY10" fmla="*/ 191 h 158937"/>
                <a:gd name="connsiteX11" fmla="*/ 99724 w 167297"/>
                <a:gd name="connsiteY11" fmla="*/ 50475 h 158937"/>
                <a:gd name="connsiteX12" fmla="*/ 95841 w 167297"/>
                <a:gd name="connsiteY12" fmla="*/ 31135 h 158937"/>
                <a:gd name="connsiteX13" fmla="*/ 77488 w 167297"/>
                <a:gd name="connsiteY13" fmla="*/ 191 h 158937"/>
                <a:gd name="connsiteX14" fmla="*/ 36193 w 167297"/>
                <a:gd name="connsiteY14" fmla="*/ 10389 h 158937"/>
                <a:gd name="connsiteX15" fmla="*/ 32310 w 167297"/>
                <a:gd name="connsiteY15" fmla="*/ 11795 h 158937"/>
                <a:gd name="connsiteX16" fmla="*/ 33722 w 167297"/>
                <a:gd name="connsiteY16" fmla="*/ 17070 h 158937"/>
                <a:gd name="connsiteX17" fmla="*/ 53487 w 167297"/>
                <a:gd name="connsiteY17" fmla="*/ 13202 h 158937"/>
                <a:gd name="connsiteX18" fmla="*/ 69370 w 167297"/>
                <a:gd name="connsiteY18" fmla="*/ 37464 h 158937"/>
                <a:gd name="connsiteX19" fmla="*/ 79606 w 167297"/>
                <a:gd name="connsiteY19" fmla="*/ 80715 h 158937"/>
                <a:gd name="connsiteX20" fmla="*/ 50664 w 167297"/>
                <a:gd name="connsiteY20" fmla="*/ 121856 h 158937"/>
                <a:gd name="connsiteX21" fmla="*/ 32663 w 167297"/>
                <a:gd name="connsiteY21" fmla="*/ 138734 h 158937"/>
                <a:gd name="connsiteX22" fmla="*/ 23487 w 167297"/>
                <a:gd name="connsiteY22" fmla="*/ 135569 h 158937"/>
                <a:gd name="connsiteX23" fmla="*/ 12192 w 167297"/>
                <a:gd name="connsiteY23" fmla="*/ 132053 h 158937"/>
                <a:gd name="connsiteX24" fmla="*/ 192 w 167297"/>
                <a:gd name="connsiteY24" fmla="*/ 144360 h 158937"/>
                <a:gd name="connsiteX25" fmla="*/ 17840 w 167297"/>
                <a:gd name="connsiteY25" fmla="*/ 159129 h 158937"/>
                <a:gd name="connsiteX26" fmla="*/ 50664 w 167297"/>
                <a:gd name="connsiteY26" fmla="*/ 134514 h 158937"/>
                <a:gd name="connsiteX27" fmla="*/ 82429 w 167297"/>
                <a:gd name="connsiteY27" fmla="*/ 93374 h 158937"/>
                <a:gd name="connsiteX28" fmla="*/ 93018 w 167297"/>
                <a:gd name="connsiteY28" fmla="*/ 135569 h 158937"/>
                <a:gd name="connsiteX29" fmla="*/ 113489 w 167297"/>
                <a:gd name="connsiteY29" fmla="*/ 159129 h 158937"/>
                <a:gd name="connsiteX30" fmla="*/ 156548 w 167297"/>
                <a:gd name="connsiteY30" fmla="*/ 119043 h 158937"/>
                <a:gd name="connsiteX31" fmla="*/ 151607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7" y="116230"/>
                  </a:moveTo>
                  <a:cubicBezTo>
                    <a:pt x="148783" y="119394"/>
                    <a:pt x="147019" y="121504"/>
                    <a:pt x="143842" y="125724"/>
                  </a:cubicBezTo>
                  <a:cubicBezTo>
                    <a:pt x="135724" y="136272"/>
                    <a:pt x="131489" y="139789"/>
                    <a:pt x="127606" y="139789"/>
                  </a:cubicBezTo>
                  <a:cubicBezTo>
                    <a:pt x="122312" y="139789"/>
                    <a:pt x="119136" y="135218"/>
                    <a:pt x="116665" y="125372"/>
                  </a:cubicBezTo>
                  <a:cubicBezTo>
                    <a:pt x="115959" y="122559"/>
                    <a:pt x="115606" y="120449"/>
                    <a:pt x="115253" y="119394"/>
                  </a:cubicBezTo>
                  <a:cubicBezTo>
                    <a:pt x="106430" y="83879"/>
                    <a:pt x="102547" y="67704"/>
                    <a:pt x="102547" y="62430"/>
                  </a:cubicBezTo>
                  <a:cubicBezTo>
                    <a:pt x="118077" y="35354"/>
                    <a:pt x="130783" y="19883"/>
                    <a:pt x="137136" y="19883"/>
                  </a:cubicBezTo>
                  <a:cubicBezTo>
                    <a:pt x="139254" y="19883"/>
                    <a:pt x="142077" y="20938"/>
                    <a:pt x="145607" y="22696"/>
                  </a:cubicBezTo>
                  <a:cubicBezTo>
                    <a:pt x="149842" y="25157"/>
                    <a:pt x="152313" y="25860"/>
                    <a:pt x="155136" y="25860"/>
                  </a:cubicBezTo>
                  <a:cubicBezTo>
                    <a:pt x="162548" y="25860"/>
                    <a:pt x="167490" y="20586"/>
                    <a:pt x="167490" y="13202"/>
                  </a:cubicBezTo>
                  <a:cubicBezTo>
                    <a:pt x="167490" y="5817"/>
                    <a:pt x="161489" y="191"/>
                    <a:pt x="153019" y="191"/>
                  </a:cubicBezTo>
                  <a:cubicBezTo>
                    <a:pt x="137489" y="191"/>
                    <a:pt x="124077" y="12850"/>
                    <a:pt x="99724" y="50475"/>
                  </a:cubicBezTo>
                  <a:lnTo>
                    <a:pt x="95841" y="31135"/>
                  </a:lnTo>
                  <a:cubicBezTo>
                    <a:pt x="90900" y="7224"/>
                    <a:pt x="87017" y="191"/>
                    <a:pt x="77488" y="191"/>
                  </a:cubicBezTo>
                  <a:cubicBezTo>
                    <a:pt x="69723" y="191"/>
                    <a:pt x="57723" y="3356"/>
                    <a:pt x="36193" y="10389"/>
                  </a:cubicBezTo>
                  <a:lnTo>
                    <a:pt x="32310" y="11795"/>
                  </a:lnTo>
                  <a:lnTo>
                    <a:pt x="33722" y="17070"/>
                  </a:lnTo>
                  <a:cubicBezTo>
                    <a:pt x="47134" y="13905"/>
                    <a:pt x="50311" y="13202"/>
                    <a:pt x="53487" y="13202"/>
                  </a:cubicBezTo>
                  <a:cubicBezTo>
                    <a:pt x="62311" y="13202"/>
                    <a:pt x="64429" y="16366"/>
                    <a:pt x="69370" y="37464"/>
                  </a:cubicBezTo>
                  <a:lnTo>
                    <a:pt x="79606" y="80715"/>
                  </a:lnTo>
                  <a:lnTo>
                    <a:pt x="50664" y="121856"/>
                  </a:lnTo>
                  <a:cubicBezTo>
                    <a:pt x="43605" y="132405"/>
                    <a:pt x="36546" y="138734"/>
                    <a:pt x="32663" y="138734"/>
                  </a:cubicBezTo>
                  <a:cubicBezTo>
                    <a:pt x="30546" y="138734"/>
                    <a:pt x="27016" y="137679"/>
                    <a:pt x="23487" y="135569"/>
                  </a:cubicBezTo>
                  <a:cubicBezTo>
                    <a:pt x="18898" y="133108"/>
                    <a:pt x="15016" y="132053"/>
                    <a:pt x="12192" y="132053"/>
                  </a:cubicBezTo>
                  <a:cubicBezTo>
                    <a:pt x="5486" y="132053"/>
                    <a:pt x="192" y="137327"/>
                    <a:pt x="192" y="144360"/>
                  </a:cubicBezTo>
                  <a:cubicBezTo>
                    <a:pt x="192" y="153502"/>
                    <a:pt x="7251" y="159129"/>
                    <a:pt x="17840" y="159129"/>
                  </a:cubicBezTo>
                  <a:cubicBezTo>
                    <a:pt x="28781" y="159129"/>
                    <a:pt x="33016" y="155964"/>
                    <a:pt x="50664" y="134514"/>
                  </a:cubicBezTo>
                  <a:cubicBezTo>
                    <a:pt x="60193" y="123262"/>
                    <a:pt x="67605" y="113768"/>
                    <a:pt x="82429" y="93374"/>
                  </a:cubicBezTo>
                  <a:lnTo>
                    <a:pt x="93018" y="135569"/>
                  </a:lnTo>
                  <a:cubicBezTo>
                    <a:pt x="97606" y="153502"/>
                    <a:pt x="102194" y="159129"/>
                    <a:pt x="113489" y="159129"/>
                  </a:cubicBezTo>
                  <a:cubicBezTo>
                    <a:pt x="126901" y="159129"/>
                    <a:pt x="136077" y="150689"/>
                    <a:pt x="156548" y="119043"/>
                  </a:cubicBezTo>
                  <a:lnTo>
                    <a:pt x="151607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6B88C3B7-0053-111E-7B2C-EB5067C0DF20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9588919" y="7721538"/>
              <a:ext cx="118053" cy="179542"/>
            </a:xfrm>
            <a:custGeom>
              <a:avLst/>
              <a:gdLst>
                <a:gd name="connsiteX0" fmla="*/ 60268 w 118053"/>
                <a:gd name="connsiteY0" fmla="*/ 194 h 179542"/>
                <a:gd name="connsiteX1" fmla="*/ 25269 w 118053"/>
                <a:gd name="connsiteY1" fmla="*/ 13724 h 179542"/>
                <a:gd name="connsiteX2" fmla="*/ 196 w 118053"/>
                <a:gd name="connsiteY2" fmla="*/ 88664 h 179542"/>
                <a:gd name="connsiteX3" fmla="*/ 21090 w 118053"/>
                <a:gd name="connsiteY3" fmla="*/ 162042 h 179542"/>
                <a:gd name="connsiteX4" fmla="*/ 59223 w 118053"/>
                <a:gd name="connsiteY4" fmla="*/ 179736 h 179542"/>
                <a:gd name="connsiteX5" fmla="*/ 93177 w 118053"/>
                <a:gd name="connsiteY5" fmla="*/ 166205 h 179542"/>
                <a:gd name="connsiteX6" fmla="*/ 118250 w 118053"/>
                <a:gd name="connsiteY6" fmla="*/ 90225 h 179542"/>
                <a:gd name="connsiteX7" fmla="*/ 60268 w 118053"/>
                <a:gd name="connsiteY7" fmla="*/ 194 h 179542"/>
                <a:gd name="connsiteX8" fmla="*/ 59484 w 118053"/>
                <a:gd name="connsiteY8" fmla="*/ 6959 h 179542"/>
                <a:gd name="connsiteX9" fmla="*/ 93177 w 118053"/>
                <a:gd name="connsiteY9" fmla="*/ 90746 h 179542"/>
                <a:gd name="connsiteX10" fmla="*/ 59223 w 118053"/>
                <a:gd name="connsiteY10" fmla="*/ 172971 h 179542"/>
                <a:gd name="connsiteX11" fmla="*/ 25269 w 118053"/>
                <a:gd name="connsiteY11" fmla="*/ 91006 h 179542"/>
                <a:gd name="connsiteX12" fmla="*/ 59484 w 118053"/>
                <a:gd name="connsiteY12" fmla="*/ 6959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8" y="194"/>
                  </a:moveTo>
                  <a:cubicBezTo>
                    <a:pt x="45903" y="194"/>
                    <a:pt x="34933" y="4617"/>
                    <a:pt x="25269" y="13724"/>
                  </a:cubicBezTo>
                  <a:cubicBezTo>
                    <a:pt x="10121" y="28296"/>
                    <a:pt x="196" y="58220"/>
                    <a:pt x="196" y="88664"/>
                  </a:cubicBezTo>
                  <a:cubicBezTo>
                    <a:pt x="196" y="117026"/>
                    <a:pt x="8815" y="147471"/>
                    <a:pt x="21090" y="162042"/>
                  </a:cubicBezTo>
                  <a:cubicBezTo>
                    <a:pt x="30754" y="173491"/>
                    <a:pt x="44074" y="179736"/>
                    <a:pt x="59223" y="179736"/>
                  </a:cubicBezTo>
                  <a:cubicBezTo>
                    <a:pt x="72543" y="179736"/>
                    <a:pt x="83774" y="175313"/>
                    <a:pt x="93177" y="166205"/>
                  </a:cubicBezTo>
                  <a:cubicBezTo>
                    <a:pt x="108325" y="151894"/>
                    <a:pt x="118250" y="121710"/>
                    <a:pt x="118250" y="90225"/>
                  </a:cubicBezTo>
                  <a:cubicBezTo>
                    <a:pt x="118250" y="36883"/>
                    <a:pt x="94482" y="194"/>
                    <a:pt x="60268" y="194"/>
                  </a:cubicBezTo>
                  <a:close/>
                  <a:moveTo>
                    <a:pt x="59484" y="6959"/>
                  </a:moveTo>
                  <a:cubicBezTo>
                    <a:pt x="81423" y="6959"/>
                    <a:pt x="93177" y="36362"/>
                    <a:pt x="93177" y="90746"/>
                  </a:cubicBezTo>
                  <a:cubicBezTo>
                    <a:pt x="93177" y="145129"/>
                    <a:pt x="81685" y="172971"/>
                    <a:pt x="59223" y="172971"/>
                  </a:cubicBezTo>
                  <a:cubicBezTo>
                    <a:pt x="36761" y="172971"/>
                    <a:pt x="25269" y="145129"/>
                    <a:pt x="25269" y="91006"/>
                  </a:cubicBezTo>
                  <a:cubicBezTo>
                    <a:pt x="25269" y="35842"/>
                    <a:pt x="37023" y="6959"/>
                    <a:pt x="59484" y="695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4C7739C5-C647-FA51-3773-39788512E369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9751563" y="7580398"/>
              <a:ext cx="81883" cy="351630"/>
            </a:xfrm>
            <a:custGeom>
              <a:avLst/>
              <a:gdLst>
                <a:gd name="connsiteX0" fmla="*/ 82085 w 81883"/>
                <a:gd name="connsiteY0" fmla="*/ 176006 h 351630"/>
                <a:gd name="connsiteX1" fmla="*/ 58791 w 81883"/>
                <a:gd name="connsiteY1" fmla="*/ 66297 h 351630"/>
                <a:gd name="connsiteX2" fmla="*/ 3731 w 81883"/>
                <a:gd name="connsiteY2" fmla="*/ 191 h 351630"/>
                <a:gd name="connsiteX3" fmla="*/ 201 w 81883"/>
                <a:gd name="connsiteY3" fmla="*/ 3707 h 351630"/>
                <a:gd name="connsiteX4" fmla="*/ 6907 w 81883"/>
                <a:gd name="connsiteY4" fmla="*/ 11794 h 351630"/>
                <a:gd name="connsiteX5" fmla="*/ 61614 w 81883"/>
                <a:gd name="connsiteY5" fmla="*/ 176006 h 351630"/>
                <a:gd name="connsiteX6" fmla="*/ 4790 w 81883"/>
                <a:gd name="connsiteY6" fmla="*/ 342327 h 351630"/>
                <a:gd name="connsiteX7" fmla="*/ 201 w 81883"/>
                <a:gd name="connsiteY7" fmla="*/ 348305 h 351630"/>
                <a:gd name="connsiteX8" fmla="*/ 3731 w 81883"/>
                <a:gd name="connsiteY8" fmla="*/ 351821 h 351630"/>
                <a:gd name="connsiteX9" fmla="*/ 59849 w 81883"/>
                <a:gd name="connsiteY9" fmla="*/ 283253 h 351630"/>
                <a:gd name="connsiteX10" fmla="*/ 82085 w 81883"/>
                <a:gd name="connsiteY10" fmla="*/ 17600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176006"/>
                  </a:moveTo>
                  <a:cubicBezTo>
                    <a:pt x="82085" y="148579"/>
                    <a:pt x="78203" y="106032"/>
                    <a:pt x="58791" y="66297"/>
                  </a:cubicBezTo>
                  <a:cubicBezTo>
                    <a:pt x="37614" y="23047"/>
                    <a:pt x="7260" y="191"/>
                    <a:pt x="3731" y="191"/>
                  </a:cubicBezTo>
                  <a:cubicBezTo>
                    <a:pt x="1613" y="191"/>
                    <a:pt x="201" y="1597"/>
                    <a:pt x="201" y="3707"/>
                  </a:cubicBezTo>
                  <a:cubicBezTo>
                    <a:pt x="201" y="4762"/>
                    <a:pt x="201" y="5465"/>
                    <a:pt x="6907" y="11794"/>
                  </a:cubicBezTo>
                  <a:cubicBezTo>
                    <a:pt x="41496" y="46606"/>
                    <a:pt x="61614" y="102515"/>
                    <a:pt x="61614" y="176006"/>
                  </a:cubicBezTo>
                  <a:cubicBezTo>
                    <a:pt x="61614" y="236135"/>
                    <a:pt x="48555" y="298022"/>
                    <a:pt x="4790" y="342327"/>
                  </a:cubicBezTo>
                  <a:cubicBezTo>
                    <a:pt x="201" y="346547"/>
                    <a:pt x="201" y="347250"/>
                    <a:pt x="201" y="348305"/>
                  </a:cubicBezTo>
                  <a:cubicBezTo>
                    <a:pt x="201" y="350415"/>
                    <a:pt x="1613" y="351821"/>
                    <a:pt x="3731" y="351821"/>
                  </a:cubicBezTo>
                  <a:cubicBezTo>
                    <a:pt x="7260" y="351821"/>
                    <a:pt x="39026" y="327911"/>
                    <a:pt x="59849" y="283253"/>
                  </a:cubicBezTo>
                  <a:cubicBezTo>
                    <a:pt x="77850" y="244574"/>
                    <a:pt x="82085" y="205543"/>
                    <a:pt x="82085" y="1760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5CB8F3C1-B856-C3FC-842D-BEE42D43B100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9903840" y="7580398"/>
              <a:ext cx="81883" cy="351630"/>
            </a:xfrm>
            <a:custGeom>
              <a:avLst/>
              <a:gdLst>
                <a:gd name="connsiteX0" fmla="*/ 82089 w 81883"/>
                <a:gd name="connsiteY0" fmla="*/ 348305 h 351630"/>
                <a:gd name="connsiteX1" fmla="*/ 76089 w 81883"/>
                <a:gd name="connsiteY1" fmla="*/ 340569 h 351630"/>
                <a:gd name="connsiteX2" fmla="*/ 20676 w 81883"/>
                <a:gd name="connsiteY2" fmla="*/ 176006 h 351630"/>
                <a:gd name="connsiteX3" fmla="*/ 77501 w 81883"/>
                <a:gd name="connsiteY3" fmla="*/ 9685 h 351630"/>
                <a:gd name="connsiteX4" fmla="*/ 82089 w 81883"/>
                <a:gd name="connsiteY4" fmla="*/ 3707 h 351630"/>
                <a:gd name="connsiteX5" fmla="*/ 78560 w 81883"/>
                <a:gd name="connsiteY5" fmla="*/ 191 h 351630"/>
                <a:gd name="connsiteX6" fmla="*/ 22441 w 81883"/>
                <a:gd name="connsiteY6" fmla="*/ 68759 h 351630"/>
                <a:gd name="connsiteX7" fmla="*/ 205 w 81883"/>
                <a:gd name="connsiteY7" fmla="*/ 176006 h 351630"/>
                <a:gd name="connsiteX8" fmla="*/ 23500 w 81883"/>
                <a:gd name="connsiteY8" fmla="*/ 285715 h 351630"/>
                <a:gd name="connsiteX9" fmla="*/ 78560 w 81883"/>
                <a:gd name="connsiteY9" fmla="*/ 351821 h 351630"/>
                <a:gd name="connsiteX10" fmla="*/ 82089 w 81883"/>
                <a:gd name="connsiteY10" fmla="*/ 34830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9" y="348305"/>
                  </a:moveTo>
                  <a:cubicBezTo>
                    <a:pt x="82089" y="347250"/>
                    <a:pt x="82089" y="346547"/>
                    <a:pt x="76089" y="340569"/>
                  </a:cubicBezTo>
                  <a:cubicBezTo>
                    <a:pt x="31971" y="296264"/>
                    <a:pt x="20676" y="229806"/>
                    <a:pt x="20676" y="176006"/>
                  </a:cubicBezTo>
                  <a:cubicBezTo>
                    <a:pt x="20676" y="114822"/>
                    <a:pt x="34088" y="53639"/>
                    <a:pt x="77501" y="9685"/>
                  </a:cubicBezTo>
                  <a:cubicBezTo>
                    <a:pt x="82089" y="5465"/>
                    <a:pt x="82089" y="4762"/>
                    <a:pt x="82089" y="3707"/>
                  </a:cubicBezTo>
                  <a:cubicBezTo>
                    <a:pt x="82089" y="1246"/>
                    <a:pt x="80677" y="191"/>
                    <a:pt x="78560" y="191"/>
                  </a:cubicBezTo>
                  <a:cubicBezTo>
                    <a:pt x="75030" y="191"/>
                    <a:pt x="43265" y="24102"/>
                    <a:pt x="22441" y="68759"/>
                  </a:cubicBezTo>
                  <a:cubicBezTo>
                    <a:pt x="4441" y="107438"/>
                    <a:pt x="205" y="146469"/>
                    <a:pt x="205" y="176006"/>
                  </a:cubicBezTo>
                  <a:cubicBezTo>
                    <a:pt x="205" y="203433"/>
                    <a:pt x="4088" y="245981"/>
                    <a:pt x="23500" y="285715"/>
                  </a:cubicBezTo>
                  <a:cubicBezTo>
                    <a:pt x="44677" y="328965"/>
                    <a:pt x="75030" y="351821"/>
                    <a:pt x="78560" y="351821"/>
                  </a:cubicBezTo>
                  <a:cubicBezTo>
                    <a:pt x="80677" y="351821"/>
                    <a:pt x="82089" y="350767"/>
                    <a:pt x="82089" y="34830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EA833577-96C8-3866-F161-D0A9B10C6CE2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9996822" y="7689051"/>
              <a:ext cx="167297" cy="158937"/>
            </a:xfrm>
            <a:custGeom>
              <a:avLst/>
              <a:gdLst>
                <a:gd name="connsiteX0" fmla="*/ 151623 w 167297"/>
                <a:gd name="connsiteY0" fmla="*/ 116230 h 158937"/>
                <a:gd name="connsiteX1" fmla="*/ 143858 w 167297"/>
                <a:gd name="connsiteY1" fmla="*/ 125724 h 158937"/>
                <a:gd name="connsiteX2" fmla="*/ 127623 w 167297"/>
                <a:gd name="connsiteY2" fmla="*/ 139789 h 158937"/>
                <a:gd name="connsiteX3" fmla="*/ 116681 w 167297"/>
                <a:gd name="connsiteY3" fmla="*/ 125372 h 158937"/>
                <a:gd name="connsiteX4" fmla="*/ 115270 w 167297"/>
                <a:gd name="connsiteY4" fmla="*/ 119394 h 158937"/>
                <a:gd name="connsiteX5" fmla="*/ 102563 w 167297"/>
                <a:gd name="connsiteY5" fmla="*/ 62430 h 158937"/>
                <a:gd name="connsiteX6" fmla="*/ 137152 w 167297"/>
                <a:gd name="connsiteY6" fmla="*/ 19883 h 158937"/>
                <a:gd name="connsiteX7" fmla="*/ 145623 w 167297"/>
                <a:gd name="connsiteY7" fmla="*/ 22696 h 158937"/>
                <a:gd name="connsiteX8" fmla="*/ 155153 w 167297"/>
                <a:gd name="connsiteY8" fmla="*/ 25860 h 158937"/>
                <a:gd name="connsiteX9" fmla="*/ 167506 w 167297"/>
                <a:gd name="connsiteY9" fmla="*/ 13202 h 158937"/>
                <a:gd name="connsiteX10" fmla="*/ 153035 w 167297"/>
                <a:gd name="connsiteY10" fmla="*/ 191 h 158937"/>
                <a:gd name="connsiteX11" fmla="*/ 99740 w 167297"/>
                <a:gd name="connsiteY11" fmla="*/ 50475 h 158937"/>
                <a:gd name="connsiteX12" fmla="*/ 95857 w 167297"/>
                <a:gd name="connsiteY12" fmla="*/ 31135 h 158937"/>
                <a:gd name="connsiteX13" fmla="*/ 77504 w 167297"/>
                <a:gd name="connsiteY13" fmla="*/ 191 h 158937"/>
                <a:gd name="connsiteX14" fmla="*/ 36209 w 167297"/>
                <a:gd name="connsiteY14" fmla="*/ 10389 h 158937"/>
                <a:gd name="connsiteX15" fmla="*/ 32327 w 167297"/>
                <a:gd name="connsiteY15" fmla="*/ 11795 h 158937"/>
                <a:gd name="connsiteX16" fmla="*/ 33739 w 167297"/>
                <a:gd name="connsiteY16" fmla="*/ 17070 h 158937"/>
                <a:gd name="connsiteX17" fmla="*/ 53504 w 167297"/>
                <a:gd name="connsiteY17" fmla="*/ 13202 h 158937"/>
                <a:gd name="connsiteX18" fmla="*/ 69386 w 167297"/>
                <a:gd name="connsiteY18" fmla="*/ 37464 h 158937"/>
                <a:gd name="connsiteX19" fmla="*/ 79622 w 167297"/>
                <a:gd name="connsiteY19" fmla="*/ 80715 h 158937"/>
                <a:gd name="connsiteX20" fmla="*/ 50680 w 167297"/>
                <a:gd name="connsiteY20" fmla="*/ 121856 h 158937"/>
                <a:gd name="connsiteX21" fmla="*/ 32680 w 167297"/>
                <a:gd name="connsiteY21" fmla="*/ 138734 h 158937"/>
                <a:gd name="connsiteX22" fmla="*/ 23503 w 167297"/>
                <a:gd name="connsiteY22" fmla="*/ 135569 h 158937"/>
                <a:gd name="connsiteX23" fmla="*/ 12209 w 167297"/>
                <a:gd name="connsiteY23" fmla="*/ 132053 h 158937"/>
                <a:gd name="connsiteX24" fmla="*/ 209 w 167297"/>
                <a:gd name="connsiteY24" fmla="*/ 144360 h 158937"/>
                <a:gd name="connsiteX25" fmla="*/ 17856 w 167297"/>
                <a:gd name="connsiteY25" fmla="*/ 159129 h 158937"/>
                <a:gd name="connsiteX26" fmla="*/ 50680 w 167297"/>
                <a:gd name="connsiteY26" fmla="*/ 134514 h 158937"/>
                <a:gd name="connsiteX27" fmla="*/ 82445 w 167297"/>
                <a:gd name="connsiteY27" fmla="*/ 93374 h 158937"/>
                <a:gd name="connsiteX28" fmla="*/ 93034 w 167297"/>
                <a:gd name="connsiteY28" fmla="*/ 135569 h 158937"/>
                <a:gd name="connsiteX29" fmla="*/ 113505 w 167297"/>
                <a:gd name="connsiteY29" fmla="*/ 159129 h 158937"/>
                <a:gd name="connsiteX30" fmla="*/ 156565 w 167297"/>
                <a:gd name="connsiteY30" fmla="*/ 119043 h 158937"/>
                <a:gd name="connsiteX31" fmla="*/ 151623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23" y="116230"/>
                  </a:moveTo>
                  <a:cubicBezTo>
                    <a:pt x="148800" y="119394"/>
                    <a:pt x="147035" y="121504"/>
                    <a:pt x="143858" y="125724"/>
                  </a:cubicBezTo>
                  <a:cubicBezTo>
                    <a:pt x="135741" y="136272"/>
                    <a:pt x="131505" y="139789"/>
                    <a:pt x="127623" y="139789"/>
                  </a:cubicBezTo>
                  <a:cubicBezTo>
                    <a:pt x="122329" y="139789"/>
                    <a:pt x="119152" y="135218"/>
                    <a:pt x="116681" y="125372"/>
                  </a:cubicBezTo>
                  <a:cubicBezTo>
                    <a:pt x="115975" y="122559"/>
                    <a:pt x="115623" y="120449"/>
                    <a:pt x="115270" y="119394"/>
                  </a:cubicBezTo>
                  <a:cubicBezTo>
                    <a:pt x="106446" y="83879"/>
                    <a:pt x="102563" y="67704"/>
                    <a:pt x="102563" y="62430"/>
                  </a:cubicBezTo>
                  <a:cubicBezTo>
                    <a:pt x="118093" y="35354"/>
                    <a:pt x="130799" y="19883"/>
                    <a:pt x="137152" y="19883"/>
                  </a:cubicBezTo>
                  <a:cubicBezTo>
                    <a:pt x="139270" y="19883"/>
                    <a:pt x="142094" y="20938"/>
                    <a:pt x="145623" y="22696"/>
                  </a:cubicBezTo>
                  <a:cubicBezTo>
                    <a:pt x="149859" y="25157"/>
                    <a:pt x="152329" y="25860"/>
                    <a:pt x="155153" y="25860"/>
                  </a:cubicBezTo>
                  <a:cubicBezTo>
                    <a:pt x="162565" y="25860"/>
                    <a:pt x="167506" y="20586"/>
                    <a:pt x="167506" y="13202"/>
                  </a:cubicBezTo>
                  <a:cubicBezTo>
                    <a:pt x="167506" y="5817"/>
                    <a:pt x="161506" y="191"/>
                    <a:pt x="153035" y="191"/>
                  </a:cubicBezTo>
                  <a:cubicBezTo>
                    <a:pt x="137505" y="191"/>
                    <a:pt x="124093" y="12850"/>
                    <a:pt x="99740" y="50475"/>
                  </a:cubicBezTo>
                  <a:lnTo>
                    <a:pt x="95857" y="31135"/>
                  </a:lnTo>
                  <a:cubicBezTo>
                    <a:pt x="90916" y="7224"/>
                    <a:pt x="87034" y="191"/>
                    <a:pt x="77504" y="191"/>
                  </a:cubicBezTo>
                  <a:cubicBezTo>
                    <a:pt x="69739" y="191"/>
                    <a:pt x="57739" y="3356"/>
                    <a:pt x="36209" y="10389"/>
                  </a:cubicBezTo>
                  <a:lnTo>
                    <a:pt x="32327" y="11795"/>
                  </a:lnTo>
                  <a:lnTo>
                    <a:pt x="33739" y="17070"/>
                  </a:lnTo>
                  <a:cubicBezTo>
                    <a:pt x="47151" y="13905"/>
                    <a:pt x="50327" y="13202"/>
                    <a:pt x="53504" y="13202"/>
                  </a:cubicBezTo>
                  <a:cubicBezTo>
                    <a:pt x="62327" y="13202"/>
                    <a:pt x="64445" y="16366"/>
                    <a:pt x="69386" y="37464"/>
                  </a:cubicBezTo>
                  <a:lnTo>
                    <a:pt x="79622" y="80715"/>
                  </a:lnTo>
                  <a:lnTo>
                    <a:pt x="50680" y="121856"/>
                  </a:lnTo>
                  <a:cubicBezTo>
                    <a:pt x="43621" y="132405"/>
                    <a:pt x="36562" y="138734"/>
                    <a:pt x="32680" y="138734"/>
                  </a:cubicBezTo>
                  <a:cubicBezTo>
                    <a:pt x="30562" y="138734"/>
                    <a:pt x="27033" y="137679"/>
                    <a:pt x="23503" y="135569"/>
                  </a:cubicBezTo>
                  <a:cubicBezTo>
                    <a:pt x="18915" y="133108"/>
                    <a:pt x="15032" y="132053"/>
                    <a:pt x="12209" y="132053"/>
                  </a:cubicBezTo>
                  <a:cubicBezTo>
                    <a:pt x="5503" y="132053"/>
                    <a:pt x="209" y="137327"/>
                    <a:pt x="209" y="144360"/>
                  </a:cubicBezTo>
                  <a:cubicBezTo>
                    <a:pt x="209" y="153502"/>
                    <a:pt x="7267" y="159129"/>
                    <a:pt x="17856" y="159129"/>
                  </a:cubicBezTo>
                  <a:cubicBezTo>
                    <a:pt x="28797" y="159129"/>
                    <a:pt x="33033" y="155964"/>
                    <a:pt x="50680" y="134514"/>
                  </a:cubicBezTo>
                  <a:cubicBezTo>
                    <a:pt x="60210" y="123262"/>
                    <a:pt x="67622" y="113768"/>
                    <a:pt x="82445" y="93374"/>
                  </a:cubicBezTo>
                  <a:lnTo>
                    <a:pt x="93034" y="135569"/>
                  </a:lnTo>
                  <a:cubicBezTo>
                    <a:pt x="97622" y="153502"/>
                    <a:pt x="102211" y="159129"/>
                    <a:pt x="113505" y="159129"/>
                  </a:cubicBezTo>
                  <a:cubicBezTo>
                    <a:pt x="126917" y="159129"/>
                    <a:pt x="136094" y="150689"/>
                    <a:pt x="156565" y="119043"/>
                  </a:cubicBezTo>
                  <a:lnTo>
                    <a:pt x="151623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BC827663-EA20-8622-321E-1F3DDD4B2522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10243203" y="7749180"/>
              <a:ext cx="215651" cy="14065"/>
            </a:xfrm>
            <a:custGeom>
              <a:avLst/>
              <a:gdLst>
                <a:gd name="connsiteX0" fmla="*/ 203512 w 215651"/>
                <a:gd name="connsiteY0" fmla="*/ 14257 h 14065"/>
                <a:gd name="connsiteX1" fmla="*/ 215866 w 215651"/>
                <a:gd name="connsiteY1" fmla="*/ 7224 h 14065"/>
                <a:gd name="connsiteX2" fmla="*/ 203512 w 215651"/>
                <a:gd name="connsiteY2" fmla="*/ 191 h 14065"/>
                <a:gd name="connsiteX3" fmla="*/ 12568 w 215651"/>
                <a:gd name="connsiteY3" fmla="*/ 191 h 14065"/>
                <a:gd name="connsiteX4" fmla="*/ 214 w 215651"/>
                <a:gd name="connsiteY4" fmla="*/ 7224 h 14065"/>
                <a:gd name="connsiteX5" fmla="*/ 12568 w 215651"/>
                <a:gd name="connsiteY5" fmla="*/ 14257 h 14065"/>
                <a:gd name="connsiteX6" fmla="*/ 203512 w 215651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257"/>
                  </a:moveTo>
                  <a:cubicBezTo>
                    <a:pt x="209513" y="14257"/>
                    <a:pt x="215866" y="14257"/>
                    <a:pt x="215866" y="7224"/>
                  </a:cubicBezTo>
                  <a:cubicBezTo>
                    <a:pt x="215866" y="191"/>
                    <a:pt x="209513" y="191"/>
                    <a:pt x="203512" y="191"/>
                  </a:cubicBezTo>
                  <a:lnTo>
                    <a:pt x="12568" y="191"/>
                  </a:lnTo>
                  <a:cubicBezTo>
                    <a:pt x="6567" y="191"/>
                    <a:pt x="214" y="191"/>
                    <a:pt x="214" y="7224"/>
                  </a:cubicBezTo>
                  <a:cubicBezTo>
                    <a:pt x="214" y="14257"/>
                    <a:pt x="6567" y="14257"/>
                    <a:pt x="12568" y="14257"/>
                  </a:cubicBezTo>
                  <a:lnTo>
                    <a:pt x="203512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891BB57C-3F42-4B05-05C6-F60A2A7665F3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10528847" y="7689051"/>
              <a:ext cx="167297" cy="158937"/>
            </a:xfrm>
            <a:custGeom>
              <a:avLst/>
              <a:gdLst>
                <a:gd name="connsiteX0" fmla="*/ 151638 w 167297"/>
                <a:gd name="connsiteY0" fmla="*/ 116230 h 158937"/>
                <a:gd name="connsiteX1" fmla="*/ 143873 w 167297"/>
                <a:gd name="connsiteY1" fmla="*/ 125724 h 158937"/>
                <a:gd name="connsiteX2" fmla="*/ 127638 w 167297"/>
                <a:gd name="connsiteY2" fmla="*/ 139789 h 158937"/>
                <a:gd name="connsiteX3" fmla="*/ 116696 w 167297"/>
                <a:gd name="connsiteY3" fmla="*/ 125372 h 158937"/>
                <a:gd name="connsiteX4" fmla="*/ 115285 w 167297"/>
                <a:gd name="connsiteY4" fmla="*/ 119394 h 158937"/>
                <a:gd name="connsiteX5" fmla="*/ 102578 w 167297"/>
                <a:gd name="connsiteY5" fmla="*/ 62430 h 158937"/>
                <a:gd name="connsiteX6" fmla="*/ 137167 w 167297"/>
                <a:gd name="connsiteY6" fmla="*/ 19883 h 158937"/>
                <a:gd name="connsiteX7" fmla="*/ 145638 w 167297"/>
                <a:gd name="connsiteY7" fmla="*/ 22696 h 158937"/>
                <a:gd name="connsiteX8" fmla="*/ 155168 w 167297"/>
                <a:gd name="connsiteY8" fmla="*/ 25860 h 158937"/>
                <a:gd name="connsiteX9" fmla="*/ 167521 w 167297"/>
                <a:gd name="connsiteY9" fmla="*/ 13202 h 158937"/>
                <a:gd name="connsiteX10" fmla="*/ 153050 w 167297"/>
                <a:gd name="connsiteY10" fmla="*/ 191 h 158937"/>
                <a:gd name="connsiteX11" fmla="*/ 99755 w 167297"/>
                <a:gd name="connsiteY11" fmla="*/ 50475 h 158937"/>
                <a:gd name="connsiteX12" fmla="*/ 95872 w 167297"/>
                <a:gd name="connsiteY12" fmla="*/ 31135 h 158937"/>
                <a:gd name="connsiteX13" fmla="*/ 77519 w 167297"/>
                <a:gd name="connsiteY13" fmla="*/ 191 h 158937"/>
                <a:gd name="connsiteX14" fmla="*/ 36224 w 167297"/>
                <a:gd name="connsiteY14" fmla="*/ 10389 h 158937"/>
                <a:gd name="connsiteX15" fmla="*/ 32342 w 167297"/>
                <a:gd name="connsiteY15" fmla="*/ 11795 h 158937"/>
                <a:gd name="connsiteX16" fmla="*/ 33754 w 167297"/>
                <a:gd name="connsiteY16" fmla="*/ 17070 h 158937"/>
                <a:gd name="connsiteX17" fmla="*/ 53519 w 167297"/>
                <a:gd name="connsiteY17" fmla="*/ 13202 h 158937"/>
                <a:gd name="connsiteX18" fmla="*/ 69401 w 167297"/>
                <a:gd name="connsiteY18" fmla="*/ 37464 h 158937"/>
                <a:gd name="connsiteX19" fmla="*/ 79637 w 167297"/>
                <a:gd name="connsiteY19" fmla="*/ 80715 h 158937"/>
                <a:gd name="connsiteX20" fmla="*/ 50695 w 167297"/>
                <a:gd name="connsiteY20" fmla="*/ 121856 h 158937"/>
                <a:gd name="connsiteX21" fmla="*/ 32695 w 167297"/>
                <a:gd name="connsiteY21" fmla="*/ 138734 h 158937"/>
                <a:gd name="connsiteX22" fmla="*/ 23518 w 167297"/>
                <a:gd name="connsiteY22" fmla="*/ 135569 h 158937"/>
                <a:gd name="connsiteX23" fmla="*/ 12224 w 167297"/>
                <a:gd name="connsiteY23" fmla="*/ 132053 h 158937"/>
                <a:gd name="connsiteX24" fmla="*/ 223 w 167297"/>
                <a:gd name="connsiteY24" fmla="*/ 144360 h 158937"/>
                <a:gd name="connsiteX25" fmla="*/ 17871 w 167297"/>
                <a:gd name="connsiteY25" fmla="*/ 159129 h 158937"/>
                <a:gd name="connsiteX26" fmla="*/ 50695 w 167297"/>
                <a:gd name="connsiteY26" fmla="*/ 134514 h 158937"/>
                <a:gd name="connsiteX27" fmla="*/ 82460 w 167297"/>
                <a:gd name="connsiteY27" fmla="*/ 93374 h 158937"/>
                <a:gd name="connsiteX28" fmla="*/ 93049 w 167297"/>
                <a:gd name="connsiteY28" fmla="*/ 135569 h 158937"/>
                <a:gd name="connsiteX29" fmla="*/ 113520 w 167297"/>
                <a:gd name="connsiteY29" fmla="*/ 159129 h 158937"/>
                <a:gd name="connsiteX30" fmla="*/ 156580 w 167297"/>
                <a:gd name="connsiteY30" fmla="*/ 119043 h 158937"/>
                <a:gd name="connsiteX31" fmla="*/ 151638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230"/>
                  </a:moveTo>
                  <a:cubicBezTo>
                    <a:pt x="148815" y="119394"/>
                    <a:pt x="147050" y="121504"/>
                    <a:pt x="143873" y="125724"/>
                  </a:cubicBezTo>
                  <a:cubicBezTo>
                    <a:pt x="135756" y="136272"/>
                    <a:pt x="131520" y="139789"/>
                    <a:pt x="127638" y="139789"/>
                  </a:cubicBezTo>
                  <a:cubicBezTo>
                    <a:pt x="122344" y="139789"/>
                    <a:pt x="119167" y="135218"/>
                    <a:pt x="116696" y="125372"/>
                  </a:cubicBezTo>
                  <a:cubicBezTo>
                    <a:pt x="115990" y="122559"/>
                    <a:pt x="115638" y="120449"/>
                    <a:pt x="115285" y="119394"/>
                  </a:cubicBezTo>
                  <a:cubicBezTo>
                    <a:pt x="106461" y="83879"/>
                    <a:pt x="102578" y="67704"/>
                    <a:pt x="102578" y="62430"/>
                  </a:cubicBezTo>
                  <a:cubicBezTo>
                    <a:pt x="118108" y="35354"/>
                    <a:pt x="130814" y="19883"/>
                    <a:pt x="137167" y="19883"/>
                  </a:cubicBezTo>
                  <a:cubicBezTo>
                    <a:pt x="139285" y="19883"/>
                    <a:pt x="142109" y="20938"/>
                    <a:pt x="145638" y="22696"/>
                  </a:cubicBezTo>
                  <a:cubicBezTo>
                    <a:pt x="149873" y="25157"/>
                    <a:pt x="152344" y="25860"/>
                    <a:pt x="155168" y="25860"/>
                  </a:cubicBezTo>
                  <a:cubicBezTo>
                    <a:pt x="162580" y="25860"/>
                    <a:pt x="167521" y="20586"/>
                    <a:pt x="167521" y="13202"/>
                  </a:cubicBezTo>
                  <a:cubicBezTo>
                    <a:pt x="167521" y="5817"/>
                    <a:pt x="161521" y="191"/>
                    <a:pt x="153050" y="191"/>
                  </a:cubicBezTo>
                  <a:cubicBezTo>
                    <a:pt x="137520" y="191"/>
                    <a:pt x="124108" y="12850"/>
                    <a:pt x="99755" y="50475"/>
                  </a:cubicBezTo>
                  <a:lnTo>
                    <a:pt x="95872" y="31135"/>
                  </a:lnTo>
                  <a:cubicBezTo>
                    <a:pt x="90931" y="7224"/>
                    <a:pt x="87049" y="191"/>
                    <a:pt x="77519" y="191"/>
                  </a:cubicBezTo>
                  <a:cubicBezTo>
                    <a:pt x="69754" y="191"/>
                    <a:pt x="57754" y="3356"/>
                    <a:pt x="36224" y="10389"/>
                  </a:cubicBezTo>
                  <a:lnTo>
                    <a:pt x="32342" y="11795"/>
                  </a:lnTo>
                  <a:lnTo>
                    <a:pt x="33754" y="17070"/>
                  </a:lnTo>
                  <a:cubicBezTo>
                    <a:pt x="47166" y="13905"/>
                    <a:pt x="50342" y="13202"/>
                    <a:pt x="53519" y="13202"/>
                  </a:cubicBezTo>
                  <a:cubicBezTo>
                    <a:pt x="62342" y="13202"/>
                    <a:pt x="64460" y="16366"/>
                    <a:pt x="69401" y="37464"/>
                  </a:cubicBezTo>
                  <a:lnTo>
                    <a:pt x="79637" y="80715"/>
                  </a:lnTo>
                  <a:lnTo>
                    <a:pt x="50695" y="121856"/>
                  </a:lnTo>
                  <a:cubicBezTo>
                    <a:pt x="43636" y="132405"/>
                    <a:pt x="36577" y="138734"/>
                    <a:pt x="32695" y="138734"/>
                  </a:cubicBezTo>
                  <a:cubicBezTo>
                    <a:pt x="30577" y="138734"/>
                    <a:pt x="27048" y="137679"/>
                    <a:pt x="23518" y="135569"/>
                  </a:cubicBezTo>
                  <a:cubicBezTo>
                    <a:pt x="18930" y="133108"/>
                    <a:pt x="15047" y="132053"/>
                    <a:pt x="12224" y="132053"/>
                  </a:cubicBezTo>
                  <a:cubicBezTo>
                    <a:pt x="5518" y="132053"/>
                    <a:pt x="223" y="137327"/>
                    <a:pt x="223" y="144360"/>
                  </a:cubicBezTo>
                  <a:cubicBezTo>
                    <a:pt x="223" y="153502"/>
                    <a:pt x="7282" y="159129"/>
                    <a:pt x="17871" y="159129"/>
                  </a:cubicBezTo>
                  <a:cubicBezTo>
                    <a:pt x="28812" y="159129"/>
                    <a:pt x="33048" y="155964"/>
                    <a:pt x="50695" y="134514"/>
                  </a:cubicBezTo>
                  <a:cubicBezTo>
                    <a:pt x="60225" y="123262"/>
                    <a:pt x="67637" y="113768"/>
                    <a:pt x="82460" y="93374"/>
                  </a:cubicBezTo>
                  <a:lnTo>
                    <a:pt x="93049" y="135569"/>
                  </a:lnTo>
                  <a:cubicBezTo>
                    <a:pt x="97637" y="153502"/>
                    <a:pt x="102225" y="159129"/>
                    <a:pt x="113520" y="159129"/>
                  </a:cubicBezTo>
                  <a:cubicBezTo>
                    <a:pt x="126932" y="159129"/>
                    <a:pt x="136108" y="150689"/>
                    <a:pt x="156580" y="119043"/>
                  </a:cubicBezTo>
                  <a:lnTo>
                    <a:pt x="151638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955F076B-D112-208F-9AC9-A97E7C2C469D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10724662" y="7721538"/>
              <a:ext cx="73914" cy="175899"/>
            </a:xfrm>
            <a:custGeom>
              <a:avLst/>
              <a:gdLst>
                <a:gd name="connsiteX0" fmla="*/ 47240 w 73914"/>
                <a:gd name="connsiteY0" fmla="*/ 194 h 175899"/>
                <a:gd name="connsiteX1" fmla="*/ 227 w 73914"/>
                <a:gd name="connsiteY1" fmla="*/ 23872 h 175899"/>
                <a:gd name="connsiteX2" fmla="*/ 227 w 73914"/>
                <a:gd name="connsiteY2" fmla="*/ 27515 h 175899"/>
                <a:gd name="connsiteX3" fmla="*/ 7279 w 73914"/>
                <a:gd name="connsiteY3" fmla="*/ 24653 h 175899"/>
                <a:gd name="connsiteX4" fmla="*/ 19032 w 73914"/>
                <a:gd name="connsiteY4" fmla="*/ 21791 h 175899"/>
                <a:gd name="connsiteX5" fmla="*/ 26868 w 73914"/>
                <a:gd name="connsiteY5" fmla="*/ 34021 h 175899"/>
                <a:gd name="connsiteX6" fmla="*/ 26868 w 73914"/>
                <a:gd name="connsiteY6" fmla="*/ 151894 h 175899"/>
                <a:gd name="connsiteX7" fmla="*/ 20599 w 73914"/>
                <a:gd name="connsiteY7" fmla="*/ 168808 h 175899"/>
                <a:gd name="connsiteX8" fmla="*/ 2056 w 73914"/>
                <a:gd name="connsiteY8" fmla="*/ 172190 h 175899"/>
                <a:gd name="connsiteX9" fmla="*/ 2056 w 73914"/>
                <a:gd name="connsiteY9" fmla="*/ 176093 h 175899"/>
                <a:gd name="connsiteX10" fmla="*/ 74142 w 73914"/>
                <a:gd name="connsiteY10" fmla="*/ 176093 h 175899"/>
                <a:gd name="connsiteX11" fmla="*/ 74142 w 73914"/>
                <a:gd name="connsiteY11" fmla="*/ 172190 h 175899"/>
                <a:gd name="connsiteX12" fmla="*/ 49329 w 73914"/>
                <a:gd name="connsiteY12" fmla="*/ 156838 h 175899"/>
                <a:gd name="connsiteX13" fmla="*/ 49329 w 73914"/>
                <a:gd name="connsiteY13" fmla="*/ 714 h 175899"/>
                <a:gd name="connsiteX14" fmla="*/ 47240 w 73914"/>
                <a:gd name="connsiteY14" fmla="*/ 194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40" y="194"/>
                  </a:moveTo>
                  <a:lnTo>
                    <a:pt x="227" y="23872"/>
                  </a:lnTo>
                  <a:lnTo>
                    <a:pt x="227" y="27515"/>
                  </a:lnTo>
                  <a:cubicBezTo>
                    <a:pt x="3361" y="26214"/>
                    <a:pt x="6234" y="25174"/>
                    <a:pt x="7279" y="24653"/>
                  </a:cubicBezTo>
                  <a:cubicBezTo>
                    <a:pt x="11980" y="22832"/>
                    <a:pt x="16421" y="21791"/>
                    <a:pt x="19032" y="21791"/>
                  </a:cubicBezTo>
                  <a:cubicBezTo>
                    <a:pt x="24517" y="21791"/>
                    <a:pt x="26868" y="25694"/>
                    <a:pt x="26868" y="34021"/>
                  </a:cubicBezTo>
                  <a:lnTo>
                    <a:pt x="26868" y="151894"/>
                  </a:lnTo>
                  <a:cubicBezTo>
                    <a:pt x="26868" y="160481"/>
                    <a:pt x="24778" y="166466"/>
                    <a:pt x="20599" y="168808"/>
                  </a:cubicBezTo>
                  <a:cubicBezTo>
                    <a:pt x="16682" y="171149"/>
                    <a:pt x="13025" y="171930"/>
                    <a:pt x="2056" y="172190"/>
                  </a:cubicBezTo>
                  <a:lnTo>
                    <a:pt x="2056" y="176093"/>
                  </a:lnTo>
                  <a:lnTo>
                    <a:pt x="74142" y="176093"/>
                  </a:lnTo>
                  <a:lnTo>
                    <a:pt x="74142" y="172190"/>
                  </a:lnTo>
                  <a:cubicBezTo>
                    <a:pt x="53508" y="171930"/>
                    <a:pt x="49329" y="169328"/>
                    <a:pt x="49329" y="156838"/>
                  </a:cubicBezTo>
                  <a:lnTo>
                    <a:pt x="49329" y="714"/>
                  </a:lnTo>
                  <a:lnTo>
                    <a:pt x="47240" y="19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83AD2EF7-B706-2671-7728-66237EEF1542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10864583" y="7580398"/>
              <a:ext cx="81883" cy="351630"/>
            </a:xfrm>
            <a:custGeom>
              <a:avLst/>
              <a:gdLst>
                <a:gd name="connsiteX0" fmla="*/ 82116 w 81883"/>
                <a:gd name="connsiteY0" fmla="*/ 176006 h 351630"/>
                <a:gd name="connsiteX1" fmla="*/ 58822 w 81883"/>
                <a:gd name="connsiteY1" fmla="*/ 66297 h 351630"/>
                <a:gd name="connsiteX2" fmla="*/ 3762 w 81883"/>
                <a:gd name="connsiteY2" fmla="*/ 191 h 351630"/>
                <a:gd name="connsiteX3" fmla="*/ 233 w 81883"/>
                <a:gd name="connsiteY3" fmla="*/ 3707 h 351630"/>
                <a:gd name="connsiteX4" fmla="*/ 6939 w 81883"/>
                <a:gd name="connsiteY4" fmla="*/ 11794 h 351630"/>
                <a:gd name="connsiteX5" fmla="*/ 61646 w 81883"/>
                <a:gd name="connsiteY5" fmla="*/ 176006 h 351630"/>
                <a:gd name="connsiteX6" fmla="*/ 4821 w 81883"/>
                <a:gd name="connsiteY6" fmla="*/ 342327 h 351630"/>
                <a:gd name="connsiteX7" fmla="*/ 233 w 81883"/>
                <a:gd name="connsiteY7" fmla="*/ 348305 h 351630"/>
                <a:gd name="connsiteX8" fmla="*/ 3762 w 81883"/>
                <a:gd name="connsiteY8" fmla="*/ 351821 h 351630"/>
                <a:gd name="connsiteX9" fmla="*/ 59881 w 81883"/>
                <a:gd name="connsiteY9" fmla="*/ 283253 h 351630"/>
                <a:gd name="connsiteX10" fmla="*/ 82116 w 81883"/>
                <a:gd name="connsiteY10" fmla="*/ 17600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6006"/>
                  </a:moveTo>
                  <a:cubicBezTo>
                    <a:pt x="82116" y="148579"/>
                    <a:pt x="78234" y="106032"/>
                    <a:pt x="58822" y="66297"/>
                  </a:cubicBezTo>
                  <a:cubicBezTo>
                    <a:pt x="37645" y="23047"/>
                    <a:pt x="7292" y="191"/>
                    <a:pt x="3762" y="191"/>
                  </a:cubicBezTo>
                  <a:cubicBezTo>
                    <a:pt x="1644" y="191"/>
                    <a:pt x="233" y="1597"/>
                    <a:pt x="233" y="3707"/>
                  </a:cubicBezTo>
                  <a:cubicBezTo>
                    <a:pt x="233" y="4762"/>
                    <a:pt x="233" y="5465"/>
                    <a:pt x="6939" y="11794"/>
                  </a:cubicBezTo>
                  <a:cubicBezTo>
                    <a:pt x="41527" y="46606"/>
                    <a:pt x="61646" y="102515"/>
                    <a:pt x="61646" y="176006"/>
                  </a:cubicBezTo>
                  <a:cubicBezTo>
                    <a:pt x="61646" y="236135"/>
                    <a:pt x="48586" y="298022"/>
                    <a:pt x="4821" y="342327"/>
                  </a:cubicBezTo>
                  <a:cubicBezTo>
                    <a:pt x="233" y="346547"/>
                    <a:pt x="233" y="347250"/>
                    <a:pt x="233" y="348305"/>
                  </a:cubicBezTo>
                  <a:cubicBezTo>
                    <a:pt x="233" y="350415"/>
                    <a:pt x="1644" y="351821"/>
                    <a:pt x="3762" y="351821"/>
                  </a:cubicBezTo>
                  <a:cubicBezTo>
                    <a:pt x="7292" y="351821"/>
                    <a:pt x="39057" y="327911"/>
                    <a:pt x="59881" y="283253"/>
                  </a:cubicBezTo>
                  <a:cubicBezTo>
                    <a:pt x="77881" y="244574"/>
                    <a:pt x="82116" y="205543"/>
                    <a:pt x="82116" y="1760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7B647E5F-3A0F-E1AE-F75C-DDE795169E05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11016860" y="7580398"/>
              <a:ext cx="81883" cy="351630"/>
            </a:xfrm>
            <a:custGeom>
              <a:avLst/>
              <a:gdLst>
                <a:gd name="connsiteX0" fmla="*/ 82120 w 81883"/>
                <a:gd name="connsiteY0" fmla="*/ 348305 h 351630"/>
                <a:gd name="connsiteX1" fmla="*/ 76120 w 81883"/>
                <a:gd name="connsiteY1" fmla="*/ 340569 h 351630"/>
                <a:gd name="connsiteX2" fmla="*/ 20707 w 81883"/>
                <a:gd name="connsiteY2" fmla="*/ 176006 h 351630"/>
                <a:gd name="connsiteX3" fmla="*/ 77532 w 81883"/>
                <a:gd name="connsiteY3" fmla="*/ 9685 h 351630"/>
                <a:gd name="connsiteX4" fmla="*/ 82120 w 81883"/>
                <a:gd name="connsiteY4" fmla="*/ 3707 h 351630"/>
                <a:gd name="connsiteX5" fmla="*/ 78591 w 81883"/>
                <a:gd name="connsiteY5" fmla="*/ 191 h 351630"/>
                <a:gd name="connsiteX6" fmla="*/ 22472 w 81883"/>
                <a:gd name="connsiteY6" fmla="*/ 68759 h 351630"/>
                <a:gd name="connsiteX7" fmla="*/ 237 w 81883"/>
                <a:gd name="connsiteY7" fmla="*/ 176006 h 351630"/>
                <a:gd name="connsiteX8" fmla="*/ 23531 w 81883"/>
                <a:gd name="connsiteY8" fmla="*/ 285715 h 351630"/>
                <a:gd name="connsiteX9" fmla="*/ 78591 w 81883"/>
                <a:gd name="connsiteY9" fmla="*/ 351821 h 351630"/>
                <a:gd name="connsiteX10" fmla="*/ 82120 w 81883"/>
                <a:gd name="connsiteY10" fmla="*/ 34830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305"/>
                  </a:moveTo>
                  <a:cubicBezTo>
                    <a:pt x="82120" y="347250"/>
                    <a:pt x="82120" y="346547"/>
                    <a:pt x="76120" y="340569"/>
                  </a:cubicBezTo>
                  <a:cubicBezTo>
                    <a:pt x="32002" y="296264"/>
                    <a:pt x="20707" y="229806"/>
                    <a:pt x="20707" y="176006"/>
                  </a:cubicBezTo>
                  <a:cubicBezTo>
                    <a:pt x="20707" y="114822"/>
                    <a:pt x="34120" y="53639"/>
                    <a:pt x="77532" y="9685"/>
                  </a:cubicBezTo>
                  <a:cubicBezTo>
                    <a:pt x="82120" y="5465"/>
                    <a:pt x="82120" y="4762"/>
                    <a:pt x="82120" y="3707"/>
                  </a:cubicBezTo>
                  <a:cubicBezTo>
                    <a:pt x="82120" y="1246"/>
                    <a:pt x="80709" y="191"/>
                    <a:pt x="78591" y="191"/>
                  </a:cubicBezTo>
                  <a:cubicBezTo>
                    <a:pt x="75061" y="191"/>
                    <a:pt x="43296" y="24102"/>
                    <a:pt x="22472" y="68759"/>
                  </a:cubicBezTo>
                  <a:cubicBezTo>
                    <a:pt x="4472" y="107438"/>
                    <a:pt x="237" y="146469"/>
                    <a:pt x="237" y="176006"/>
                  </a:cubicBezTo>
                  <a:cubicBezTo>
                    <a:pt x="237" y="203433"/>
                    <a:pt x="4119" y="245981"/>
                    <a:pt x="23531" y="285715"/>
                  </a:cubicBezTo>
                  <a:cubicBezTo>
                    <a:pt x="44708" y="328965"/>
                    <a:pt x="75061" y="351821"/>
                    <a:pt x="78591" y="351821"/>
                  </a:cubicBezTo>
                  <a:cubicBezTo>
                    <a:pt x="80709" y="351821"/>
                    <a:pt x="82120" y="350767"/>
                    <a:pt x="82120" y="34830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F20FB42C-6063-995A-1F5D-A2E520AA48F2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11109842" y="7689051"/>
              <a:ext cx="167297" cy="158937"/>
            </a:xfrm>
            <a:custGeom>
              <a:avLst/>
              <a:gdLst>
                <a:gd name="connsiteX0" fmla="*/ 151655 w 167297"/>
                <a:gd name="connsiteY0" fmla="*/ 116230 h 158937"/>
                <a:gd name="connsiteX1" fmla="*/ 143890 w 167297"/>
                <a:gd name="connsiteY1" fmla="*/ 125724 h 158937"/>
                <a:gd name="connsiteX2" fmla="*/ 127654 w 167297"/>
                <a:gd name="connsiteY2" fmla="*/ 139789 h 158937"/>
                <a:gd name="connsiteX3" fmla="*/ 116713 w 167297"/>
                <a:gd name="connsiteY3" fmla="*/ 125372 h 158937"/>
                <a:gd name="connsiteX4" fmla="*/ 115301 w 167297"/>
                <a:gd name="connsiteY4" fmla="*/ 119394 h 158937"/>
                <a:gd name="connsiteX5" fmla="*/ 102595 w 167297"/>
                <a:gd name="connsiteY5" fmla="*/ 62430 h 158937"/>
                <a:gd name="connsiteX6" fmla="*/ 137184 w 167297"/>
                <a:gd name="connsiteY6" fmla="*/ 19883 h 158937"/>
                <a:gd name="connsiteX7" fmla="*/ 145654 w 167297"/>
                <a:gd name="connsiteY7" fmla="*/ 22696 h 158937"/>
                <a:gd name="connsiteX8" fmla="*/ 155184 w 167297"/>
                <a:gd name="connsiteY8" fmla="*/ 25860 h 158937"/>
                <a:gd name="connsiteX9" fmla="*/ 167537 w 167297"/>
                <a:gd name="connsiteY9" fmla="*/ 13202 h 158937"/>
                <a:gd name="connsiteX10" fmla="*/ 153066 w 167297"/>
                <a:gd name="connsiteY10" fmla="*/ 191 h 158937"/>
                <a:gd name="connsiteX11" fmla="*/ 99771 w 167297"/>
                <a:gd name="connsiteY11" fmla="*/ 50475 h 158937"/>
                <a:gd name="connsiteX12" fmla="*/ 95889 w 167297"/>
                <a:gd name="connsiteY12" fmla="*/ 31135 h 158937"/>
                <a:gd name="connsiteX13" fmla="*/ 77535 w 167297"/>
                <a:gd name="connsiteY13" fmla="*/ 191 h 158937"/>
                <a:gd name="connsiteX14" fmla="*/ 36241 w 167297"/>
                <a:gd name="connsiteY14" fmla="*/ 10389 h 158937"/>
                <a:gd name="connsiteX15" fmla="*/ 32358 w 167297"/>
                <a:gd name="connsiteY15" fmla="*/ 11795 h 158937"/>
                <a:gd name="connsiteX16" fmla="*/ 33770 w 167297"/>
                <a:gd name="connsiteY16" fmla="*/ 17070 h 158937"/>
                <a:gd name="connsiteX17" fmla="*/ 53535 w 167297"/>
                <a:gd name="connsiteY17" fmla="*/ 13202 h 158937"/>
                <a:gd name="connsiteX18" fmla="*/ 69418 w 167297"/>
                <a:gd name="connsiteY18" fmla="*/ 37464 h 158937"/>
                <a:gd name="connsiteX19" fmla="*/ 79653 w 167297"/>
                <a:gd name="connsiteY19" fmla="*/ 80715 h 158937"/>
                <a:gd name="connsiteX20" fmla="*/ 50711 w 167297"/>
                <a:gd name="connsiteY20" fmla="*/ 121856 h 158937"/>
                <a:gd name="connsiteX21" fmla="*/ 32711 w 167297"/>
                <a:gd name="connsiteY21" fmla="*/ 138734 h 158937"/>
                <a:gd name="connsiteX22" fmla="*/ 23534 w 167297"/>
                <a:gd name="connsiteY22" fmla="*/ 135569 h 158937"/>
                <a:gd name="connsiteX23" fmla="*/ 12240 w 167297"/>
                <a:gd name="connsiteY23" fmla="*/ 132053 h 158937"/>
                <a:gd name="connsiteX24" fmla="*/ 240 w 167297"/>
                <a:gd name="connsiteY24" fmla="*/ 144360 h 158937"/>
                <a:gd name="connsiteX25" fmla="*/ 17887 w 167297"/>
                <a:gd name="connsiteY25" fmla="*/ 159129 h 158937"/>
                <a:gd name="connsiteX26" fmla="*/ 50711 w 167297"/>
                <a:gd name="connsiteY26" fmla="*/ 134514 h 158937"/>
                <a:gd name="connsiteX27" fmla="*/ 82477 w 167297"/>
                <a:gd name="connsiteY27" fmla="*/ 93374 h 158937"/>
                <a:gd name="connsiteX28" fmla="*/ 93065 w 167297"/>
                <a:gd name="connsiteY28" fmla="*/ 135569 h 158937"/>
                <a:gd name="connsiteX29" fmla="*/ 113536 w 167297"/>
                <a:gd name="connsiteY29" fmla="*/ 159129 h 158937"/>
                <a:gd name="connsiteX30" fmla="*/ 156596 w 167297"/>
                <a:gd name="connsiteY30" fmla="*/ 119043 h 158937"/>
                <a:gd name="connsiteX31" fmla="*/ 151655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230"/>
                  </a:moveTo>
                  <a:cubicBezTo>
                    <a:pt x="148831" y="119394"/>
                    <a:pt x="147066" y="121504"/>
                    <a:pt x="143890" y="125724"/>
                  </a:cubicBezTo>
                  <a:cubicBezTo>
                    <a:pt x="135772" y="136272"/>
                    <a:pt x="131537" y="139789"/>
                    <a:pt x="127654" y="139789"/>
                  </a:cubicBezTo>
                  <a:cubicBezTo>
                    <a:pt x="122360" y="139789"/>
                    <a:pt x="119183" y="135218"/>
                    <a:pt x="116713" y="125372"/>
                  </a:cubicBezTo>
                  <a:cubicBezTo>
                    <a:pt x="116007" y="122559"/>
                    <a:pt x="115654" y="120449"/>
                    <a:pt x="115301" y="119394"/>
                  </a:cubicBezTo>
                  <a:cubicBezTo>
                    <a:pt x="106477" y="83879"/>
                    <a:pt x="102595" y="67704"/>
                    <a:pt x="102595" y="62430"/>
                  </a:cubicBezTo>
                  <a:cubicBezTo>
                    <a:pt x="118124" y="35354"/>
                    <a:pt x="130831" y="19883"/>
                    <a:pt x="137184" y="19883"/>
                  </a:cubicBezTo>
                  <a:cubicBezTo>
                    <a:pt x="139301" y="19883"/>
                    <a:pt x="142125" y="20938"/>
                    <a:pt x="145654" y="22696"/>
                  </a:cubicBezTo>
                  <a:cubicBezTo>
                    <a:pt x="149890" y="25157"/>
                    <a:pt x="152360" y="25860"/>
                    <a:pt x="155184" y="25860"/>
                  </a:cubicBezTo>
                  <a:cubicBezTo>
                    <a:pt x="162596" y="25860"/>
                    <a:pt x="167537" y="20586"/>
                    <a:pt x="167537" y="13202"/>
                  </a:cubicBezTo>
                  <a:cubicBezTo>
                    <a:pt x="167537" y="5817"/>
                    <a:pt x="161537" y="191"/>
                    <a:pt x="153066" y="191"/>
                  </a:cubicBezTo>
                  <a:cubicBezTo>
                    <a:pt x="137537" y="191"/>
                    <a:pt x="124125" y="12850"/>
                    <a:pt x="99771" y="50475"/>
                  </a:cubicBezTo>
                  <a:lnTo>
                    <a:pt x="95889" y="31135"/>
                  </a:lnTo>
                  <a:cubicBezTo>
                    <a:pt x="90947" y="7224"/>
                    <a:pt x="87065" y="191"/>
                    <a:pt x="77535" y="191"/>
                  </a:cubicBezTo>
                  <a:cubicBezTo>
                    <a:pt x="69771" y="191"/>
                    <a:pt x="57770" y="3356"/>
                    <a:pt x="36241" y="10389"/>
                  </a:cubicBezTo>
                  <a:lnTo>
                    <a:pt x="32358" y="11795"/>
                  </a:lnTo>
                  <a:lnTo>
                    <a:pt x="33770" y="17070"/>
                  </a:lnTo>
                  <a:cubicBezTo>
                    <a:pt x="47182" y="13905"/>
                    <a:pt x="50358" y="13202"/>
                    <a:pt x="53535" y="13202"/>
                  </a:cubicBezTo>
                  <a:cubicBezTo>
                    <a:pt x="62359" y="13202"/>
                    <a:pt x="64476" y="16366"/>
                    <a:pt x="69418" y="37464"/>
                  </a:cubicBezTo>
                  <a:lnTo>
                    <a:pt x="79653" y="80715"/>
                  </a:lnTo>
                  <a:lnTo>
                    <a:pt x="50711" y="121856"/>
                  </a:lnTo>
                  <a:cubicBezTo>
                    <a:pt x="43652" y="132405"/>
                    <a:pt x="36593" y="138734"/>
                    <a:pt x="32711" y="138734"/>
                  </a:cubicBezTo>
                  <a:cubicBezTo>
                    <a:pt x="30593" y="138734"/>
                    <a:pt x="27064" y="137679"/>
                    <a:pt x="23534" y="135569"/>
                  </a:cubicBezTo>
                  <a:cubicBezTo>
                    <a:pt x="18946" y="133108"/>
                    <a:pt x="15064" y="132053"/>
                    <a:pt x="12240" y="132053"/>
                  </a:cubicBezTo>
                  <a:cubicBezTo>
                    <a:pt x="5534" y="132053"/>
                    <a:pt x="240" y="137327"/>
                    <a:pt x="240" y="144360"/>
                  </a:cubicBezTo>
                  <a:cubicBezTo>
                    <a:pt x="240" y="153502"/>
                    <a:pt x="7299" y="159129"/>
                    <a:pt x="17887" y="159129"/>
                  </a:cubicBezTo>
                  <a:cubicBezTo>
                    <a:pt x="28829" y="159129"/>
                    <a:pt x="33064" y="155964"/>
                    <a:pt x="50711" y="134514"/>
                  </a:cubicBezTo>
                  <a:cubicBezTo>
                    <a:pt x="60241" y="123262"/>
                    <a:pt x="67653" y="113768"/>
                    <a:pt x="82477" y="93374"/>
                  </a:cubicBezTo>
                  <a:lnTo>
                    <a:pt x="93065" y="135569"/>
                  </a:lnTo>
                  <a:cubicBezTo>
                    <a:pt x="97654" y="153502"/>
                    <a:pt x="102242" y="159129"/>
                    <a:pt x="113536" y="159129"/>
                  </a:cubicBezTo>
                  <a:cubicBezTo>
                    <a:pt x="126948" y="159129"/>
                    <a:pt x="136125" y="150689"/>
                    <a:pt x="156596" y="119043"/>
                  </a:cubicBezTo>
                  <a:lnTo>
                    <a:pt x="151655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8263305A-3BB9-6C34-3EEC-190A9BAA1CC1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11356223" y="7749180"/>
              <a:ext cx="215651" cy="14065"/>
            </a:xfrm>
            <a:custGeom>
              <a:avLst/>
              <a:gdLst>
                <a:gd name="connsiteX0" fmla="*/ 203544 w 215651"/>
                <a:gd name="connsiteY0" fmla="*/ 14257 h 14065"/>
                <a:gd name="connsiteX1" fmla="*/ 215897 w 215651"/>
                <a:gd name="connsiteY1" fmla="*/ 7224 h 14065"/>
                <a:gd name="connsiteX2" fmla="*/ 203544 w 215651"/>
                <a:gd name="connsiteY2" fmla="*/ 191 h 14065"/>
                <a:gd name="connsiteX3" fmla="*/ 12599 w 215651"/>
                <a:gd name="connsiteY3" fmla="*/ 191 h 14065"/>
                <a:gd name="connsiteX4" fmla="*/ 246 w 215651"/>
                <a:gd name="connsiteY4" fmla="*/ 7224 h 14065"/>
                <a:gd name="connsiteX5" fmla="*/ 12599 w 215651"/>
                <a:gd name="connsiteY5" fmla="*/ 14257 h 14065"/>
                <a:gd name="connsiteX6" fmla="*/ 203544 w 215651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4" y="14257"/>
                  </a:moveTo>
                  <a:cubicBezTo>
                    <a:pt x="209544" y="14257"/>
                    <a:pt x="215897" y="14257"/>
                    <a:pt x="215897" y="7224"/>
                  </a:cubicBezTo>
                  <a:cubicBezTo>
                    <a:pt x="215897" y="191"/>
                    <a:pt x="209544" y="191"/>
                    <a:pt x="203544" y="191"/>
                  </a:cubicBezTo>
                  <a:lnTo>
                    <a:pt x="12599" y="191"/>
                  </a:lnTo>
                  <a:cubicBezTo>
                    <a:pt x="6599" y="191"/>
                    <a:pt x="246" y="191"/>
                    <a:pt x="246" y="7224"/>
                  </a:cubicBezTo>
                  <a:cubicBezTo>
                    <a:pt x="246" y="14257"/>
                    <a:pt x="6599" y="14257"/>
                    <a:pt x="12599" y="14257"/>
                  </a:cubicBezTo>
                  <a:lnTo>
                    <a:pt x="203544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10DD041D-81E3-17A3-F25A-E6E28305C005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11641868" y="7689051"/>
              <a:ext cx="167297" cy="158937"/>
            </a:xfrm>
            <a:custGeom>
              <a:avLst/>
              <a:gdLst>
                <a:gd name="connsiteX0" fmla="*/ 151670 w 167297"/>
                <a:gd name="connsiteY0" fmla="*/ 116230 h 158937"/>
                <a:gd name="connsiteX1" fmla="*/ 143905 w 167297"/>
                <a:gd name="connsiteY1" fmla="*/ 125724 h 158937"/>
                <a:gd name="connsiteX2" fmla="*/ 127669 w 167297"/>
                <a:gd name="connsiteY2" fmla="*/ 139789 h 158937"/>
                <a:gd name="connsiteX3" fmla="*/ 116728 w 167297"/>
                <a:gd name="connsiteY3" fmla="*/ 125372 h 158937"/>
                <a:gd name="connsiteX4" fmla="*/ 115316 w 167297"/>
                <a:gd name="connsiteY4" fmla="*/ 119394 h 158937"/>
                <a:gd name="connsiteX5" fmla="*/ 102610 w 167297"/>
                <a:gd name="connsiteY5" fmla="*/ 62430 h 158937"/>
                <a:gd name="connsiteX6" fmla="*/ 137199 w 167297"/>
                <a:gd name="connsiteY6" fmla="*/ 19883 h 158937"/>
                <a:gd name="connsiteX7" fmla="*/ 145669 w 167297"/>
                <a:gd name="connsiteY7" fmla="*/ 22696 h 158937"/>
                <a:gd name="connsiteX8" fmla="*/ 155199 w 167297"/>
                <a:gd name="connsiteY8" fmla="*/ 25860 h 158937"/>
                <a:gd name="connsiteX9" fmla="*/ 167552 w 167297"/>
                <a:gd name="connsiteY9" fmla="*/ 13202 h 158937"/>
                <a:gd name="connsiteX10" fmla="*/ 153081 w 167297"/>
                <a:gd name="connsiteY10" fmla="*/ 191 h 158937"/>
                <a:gd name="connsiteX11" fmla="*/ 99786 w 167297"/>
                <a:gd name="connsiteY11" fmla="*/ 50475 h 158937"/>
                <a:gd name="connsiteX12" fmla="*/ 95904 w 167297"/>
                <a:gd name="connsiteY12" fmla="*/ 31135 h 158937"/>
                <a:gd name="connsiteX13" fmla="*/ 77550 w 167297"/>
                <a:gd name="connsiteY13" fmla="*/ 191 h 158937"/>
                <a:gd name="connsiteX14" fmla="*/ 36255 w 167297"/>
                <a:gd name="connsiteY14" fmla="*/ 10389 h 158937"/>
                <a:gd name="connsiteX15" fmla="*/ 32373 w 167297"/>
                <a:gd name="connsiteY15" fmla="*/ 11795 h 158937"/>
                <a:gd name="connsiteX16" fmla="*/ 33785 w 167297"/>
                <a:gd name="connsiteY16" fmla="*/ 17070 h 158937"/>
                <a:gd name="connsiteX17" fmla="*/ 53550 w 167297"/>
                <a:gd name="connsiteY17" fmla="*/ 13202 h 158937"/>
                <a:gd name="connsiteX18" fmla="*/ 69433 w 167297"/>
                <a:gd name="connsiteY18" fmla="*/ 37464 h 158937"/>
                <a:gd name="connsiteX19" fmla="*/ 79668 w 167297"/>
                <a:gd name="connsiteY19" fmla="*/ 80715 h 158937"/>
                <a:gd name="connsiteX20" fmla="*/ 50726 w 167297"/>
                <a:gd name="connsiteY20" fmla="*/ 121856 h 158937"/>
                <a:gd name="connsiteX21" fmla="*/ 32726 w 167297"/>
                <a:gd name="connsiteY21" fmla="*/ 138734 h 158937"/>
                <a:gd name="connsiteX22" fmla="*/ 23549 w 167297"/>
                <a:gd name="connsiteY22" fmla="*/ 135569 h 158937"/>
                <a:gd name="connsiteX23" fmla="*/ 12255 w 167297"/>
                <a:gd name="connsiteY23" fmla="*/ 132053 h 158937"/>
                <a:gd name="connsiteX24" fmla="*/ 255 w 167297"/>
                <a:gd name="connsiteY24" fmla="*/ 144360 h 158937"/>
                <a:gd name="connsiteX25" fmla="*/ 17902 w 167297"/>
                <a:gd name="connsiteY25" fmla="*/ 159129 h 158937"/>
                <a:gd name="connsiteX26" fmla="*/ 50726 w 167297"/>
                <a:gd name="connsiteY26" fmla="*/ 134514 h 158937"/>
                <a:gd name="connsiteX27" fmla="*/ 82492 w 167297"/>
                <a:gd name="connsiteY27" fmla="*/ 93374 h 158937"/>
                <a:gd name="connsiteX28" fmla="*/ 93080 w 167297"/>
                <a:gd name="connsiteY28" fmla="*/ 135569 h 158937"/>
                <a:gd name="connsiteX29" fmla="*/ 113551 w 167297"/>
                <a:gd name="connsiteY29" fmla="*/ 159129 h 158937"/>
                <a:gd name="connsiteX30" fmla="*/ 156611 w 167297"/>
                <a:gd name="connsiteY30" fmla="*/ 119043 h 158937"/>
                <a:gd name="connsiteX31" fmla="*/ 151670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0" y="116230"/>
                  </a:moveTo>
                  <a:cubicBezTo>
                    <a:pt x="148846" y="119394"/>
                    <a:pt x="147081" y="121504"/>
                    <a:pt x="143905" y="125724"/>
                  </a:cubicBezTo>
                  <a:cubicBezTo>
                    <a:pt x="135787" y="136272"/>
                    <a:pt x="131551" y="139789"/>
                    <a:pt x="127669" y="139789"/>
                  </a:cubicBezTo>
                  <a:cubicBezTo>
                    <a:pt x="122375" y="139789"/>
                    <a:pt x="119198" y="135218"/>
                    <a:pt x="116728" y="125372"/>
                  </a:cubicBezTo>
                  <a:cubicBezTo>
                    <a:pt x="116022" y="122559"/>
                    <a:pt x="115669" y="120449"/>
                    <a:pt x="115316" y="119394"/>
                  </a:cubicBezTo>
                  <a:cubicBezTo>
                    <a:pt x="106492" y="83879"/>
                    <a:pt x="102610" y="67704"/>
                    <a:pt x="102610" y="62430"/>
                  </a:cubicBezTo>
                  <a:cubicBezTo>
                    <a:pt x="118139" y="35354"/>
                    <a:pt x="130846" y="19883"/>
                    <a:pt x="137199" y="19883"/>
                  </a:cubicBezTo>
                  <a:cubicBezTo>
                    <a:pt x="139316" y="19883"/>
                    <a:pt x="142140" y="20938"/>
                    <a:pt x="145669" y="22696"/>
                  </a:cubicBezTo>
                  <a:cubicBezTo>
                    <a:pt x="149905" y="25157"/>
                    <a:pt x="152375" y="25860"/>
                    <a:pt x="155199" y="25860"/>
                  </a:cubicBezTo>
                  <a:cubicBezTo>
                    <a:pt x="162611" y="25860"/>
                    <a:pt x="167552" y="20586"/>
                    <a:pt x="167552" y="13202"/>
                  </a:cubicBezTo>
                  <a:cubicBezTo>
                    <a:pt x="167552" y="5817"/>
                    <a:pt x="161552" y="191"/>
                    <a:pt x="153081" y="191"/>
                  </a:cubicBezTo>
                  <a:cubicBezTo>
                    <a:pt x="137552" y="191"/>
                    <a:pt x="124140" y="12850"/>
                    <a:pt x="99786" y="50475"/>
                  </a:cubicBezTo>
                  <a:lnTo>
                    <a:pt x="95904" y="31135"/>
                  </a:lnTo>
                  <a:cubicBezTo>
                    <a:pt x="90962" y="7224"/>
                    <a:pt x="87080" y="191"/>
                    <a:pt x="77550" y="191"/>
                  </a:cubicBezTo>
                  <a:cubicBezTo>
                    <a:pt x="69786" y="191"/>
                    <a:pt x="57785" y="3356"/>
                    <a:pt x="36255" y="10389"/>
                  </a:cubicBezTo>
                  <a:lnTo>
                    <a:pt x="32373" y="11795"/>
                  </a:lnTo>
                  <a:lnTo>
                    <a:pt x="33785" y="17070"/>
                  </a:lnTo>
                  <a:cubicBezTo>
                    <a:pt x="47197" y="13905"/>
                    <a:pt x="50373" y="13202"/>
                    <a:pt x="53550" y="13202"/>
                  </a:cubicBezTo>
                  <a:cubicBezTo>
                    <a:pt x="62374" y="13202"/>
                    <a:pt x="64491" y="16366"/>
                    <a:pt x="69433" y="37464"/>
                  </a:cubicBezTo>
                  <a:lnTo>
                    <a:pt x="79668" y="80715"/>
                  </a:lnTo>
                  <a:lnTo>
                    <a:pt x="50726" y="121856"/>
                  </a:lnTo>
                  <a:cubicBezTo>
                    <a:pt x="43667" y="132405"/>
                    <a:pt x="36608" y="138734"/>
                    <a:pt x="32726" y="138734"/>
                  </a:cubicBezTo>
                  <a:cubicBezTo>
                    <a:pt x="30608" y="138734"/>
                    <a:pt x="27079" y="137679"/>
                    <a:pt x="23549" y="135569"/>
                  </a:cubicBezTo>
                  <a:cubicBezTo>
                    <a:pt x="18961" y="133108"/>
                    <a:pt x="15079" y="132053"/>
                    <a:pt x="12255" y="132053"/>
                  </a:cubicBezTo>
                  <a:cubicBezTo>
                    <a:pt x="5549" y="132053"/>
                    <a:pt x="255" y="137327"/>
                    <a:pt x="255" y="144360"/>
                  </a:cubicBezTo>
                  <a:cubicBezTo>
                    <a:pt x="255" y="153502"/>
                    <a:pt x="7314" y="159129"/>
                    <a:pt x="17902" y="159129"/>
                  </a:cubicBezTo>
                  <a:cubicBezTo>
                    <a:pt x="28844" y="159129"/>
                    <a:pt x="33079" y="155964"/>
                    <a:pt x="50726" y="134514"/>
                  </a:cubicBezTo>
                  <a:cubicBezTo>
                    <a:pt x="60256" y="123262"/>
                    <a:pt x="67668" y="113768"/>
                    <a:pt x="82492" y="93374"/>
                  </a:cubicBezTo>
                  <a:lnTo>
                    <a:pt x="93080" y="135569"/>
                  </a:lnTo>
                  <a:cubicBezTo>
                    <a:pt x="97668" y="153502"/>
                    <a:pt x="102257" y="159129"/>
                    <a:pt x="113551" y="159129"/>
                  </a:cubicBezTo>
                  <a:cubicBezTo>
                    <a:pt x="126963" y="159129"/>
                    <a:pt x="136140" y="150689"/>
                    <a:pt x="156611" y="119043"/>
                  </a:cubicBezTo>
                  <a:lnTo>
                    <a:pt x="151670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54E85E33-6E80-ABDE-EC69-3516C09D6F98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11816527" y="7721538"/>
              <a:ext cx="116225" cy="175899"/>
            </a:xfrm>
            <a:custGeom>
              <a:avLst/>
              <a:gdLst>
                <a:gd name="connsiteX0" fmla="*/ 116484 w 116225"/>
                <a:gd name="connsiteY0" fmla="*/ 140445 h 175899"/>
                <a:gd name="connsiteX1" fmla="*/ 113089 w 116225"/>
                <a:gd name="connsiteY1" fmla="*/ 139144 h 175899"/>
                <a:gd name="connsiteX2" fmla="*/ 88277 w 116225"/>
                <a:gd name="connsiteY2" fmla="*/ 156318 h 175899"/>
                <a:gd name="connsiteX3" fmla="*/ 25854 w 116225"/>
                <a:gd name="connsiteY3" fmla="*/ 156318 h 175899"/>
                <a:gd name="connsiteX4" fmla="*/ 69733 w 116225"/>
                <a:gd name="connsiteY4" fmla="*/ 110521 h 175899"/>
                <a:gd name="connsiteX5" fmla="*/ 103164 w 116225"/>
                <a:gd name="connsiteY5" fmla="*/ 46250 h 175899"/>
                <a:gd name="connsiteX6" fmla="*/ 54845 w 116225"/>
                <a:gd name="connsiteY6" fmla="*/ 194 h 175899"/>
                <a:gd name="connsiteX7" fmla="*/ 17235 w 116225"/>
                <a:gd name="connsiteY7" fmla="*/ 16326 h 175899"/>
                <a:gd name="connsiteX8" fmla="*/ 520 w 116225"/>
                <a:gd name="connsiteY8" fmla="*/ 51975 h 175899"/>
                <a:gd name="connsiteX9" fmla="*/ 6005 w 116225"/>
                <a:gd name="connsiteY9" fmla="*/ 53276 h 175899"/>
                <a:gd name="connsiteX10" fmla="*/ 43876 w 116225"/>
                <a:gd name="connsiteY10" fmla="*/ 19449 h 175899"/>
                <a:gd name="connsiteX11" fmla="*/ 80702 w 116225"/>
                <a:gd name="connsiteY11" fmla="*/ 56138 h 175899"/>
                <a:gd name="connsiteX12" fmla="*/ 46749 w 116225"/>
                <a:gd name="connsiteY12" fmla="*/ 123792 h 175899"/>
                <a:gd name="connsiteX13" fmla="*/ 259 w 116225"/>
                <a:gd name="connsiteY13" fmla="*/ 172971 h 175899"/>
                <a:gd name="connsiteX14" fmla="*/ 259 w 116225"/>
                <a:gd name="connsiteY14" fmla="*/ 176093 h 175899"/>
                <a:gd name="connsiteX15" fmla="*/ 102119 w 116225"/>
                <a:gd name="connsiteY15" fmla="*/ 176093 h 175899"/>
                <a:gd name="connsiteX16" fmla="*/ 116484 w 116225"/>
                <a:gd name="connsiteY16" fmla="*/ 140445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84" y="140445"/>
                  </a:moveTo>
                  <a:lnTo>
                    <a:pt x="113089" y="139144"/>
                  </a:lnTo>
                  <a:cubicBezTo>
                    <a:pt x="103425" y="153976"/>
                    <a:pt x="100030" y="156318"/>
                    <a:pt x="88277" y="156318"/>
                  </a:cubicBezTo>
                  <a:lnTo>
                    <a:pt x="25854" y="156318"/>
                  </a:lnTo>
                  <a:lnTo>
                    <a:pt x="69733" y="110521"/>
                  </a:lnTo>
                  <a:cubicBezTo>
                    <a:pt x="92978" y="86322"/>
                    <a:pt x="103164" y="66546"/>
                    <a:pt x="103164" y="46250"/>
                  </a:cubicBezTo>
                  <a:cubicBezTo>
                    <a:pt x="103164" y="20230"/>
                    <a:pt x="82008" y="194"/>
                    <a:pt x="54845" y="194"/>
                  </a:cubicBezTo>
                  <a:cubicBezTo>
                    <a:pt x="40480" y="194"/>
                    <a:pt x="26899" y="5918"/>
                    <a:pt x="17235" y="16326"/>
                  </a:cubicBezTo>
                  <a:cubicBezTo>
                    <a:pt x="8878" y="25174"/>
                    <a:pt x="4960" y="33500"/>
                    <a:pt x="520" y="51975"/>
                  </a:cubicBezTo>
                  <a:lnTo>
                    <a:pt x="6005" y="53276"/>
                  </a:lnTo>
                  <a:cubicBezTo>
                    <a:pt x="16452" y="27776"/>
                    <a:pt x="25854" y="19449"/>
                    <a:pt x="43876" y="19449"/>
                  </a:cubicBezTo>
                  <a:cubicBezTo>
                    <a:pt x="65815" y="19449"/>
                    <a:pt x="80702" y="34281"/>
                    <a:pt x="80702" y="56138"/>
                  </a:cubicBezTo>
                  <a:cubicBezTo>
                    <a:pt x="80702" y="76434"/>
                    <a:pt x="68688" y="100633"/>
                    <a:pt x="46749" y="123792"/>
                  </a:cubicBezTo>
                  <a:lnTo>
                    <a:pt x="259" y="172971"/>
                  </a:lnTo>
                  <a:lnTo>
                    <a:pt x="259" y="176093"/>
                  </a:lnTo>
                  <a:lnTo>
                    <a:pt x="102119" y="176093"/>
                  </a:lnTo>
                  <a:lnTo>
                    <a:pt x="116484" y="14044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C14BEC94-9947-4055-0163-E78D090C0545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11977604" y="7580398"/>
              <a:ext cx="81883" cy="351630"/>
            </a:xfrm>
            <a:custGeom>
              <a:avLst/>
              <a:gdLst>
                <a:gd name="connsiteX0" fmla="*/ 82148 w 81883"/>
                <a:gd name="connsiteY0" fmla="*/ 176006 h 351630"/>
                <a:gd name="connsiteX1" fmla="*/ 58853 w 81883"/>
                <a:gd name="connsiteY1" fmla="*/ 66297 h 351630"/>
                <a:gd name="connsiteX2" fmla="*/ 3793 w 81883"/>
                <a:gd name="connsiteY2" fmla="*/ 191 h 351630"/>
                <a:gd name="connsiteX3" fmla="*/ 264 w 81883"/>
                <a:gd name="connsiteY3" fmla="*/ 3707 h 351630"/>
                <a:gd name="connsiteX4" fmla="*/ 6970 w 81883"/>
                <a:gd name="connsiteY4" fmla="*/ 11794 h 351630"/>
                <a:gd name="connsiteX5" fmla="*/ 61677 w 81883"/>
                <a:gd name="connsiteY5" fmla="*/ 176006 h 351630"/>
                <a:gd name="connsiteX6" fmla="*/ 4852 w 81883"/>
                <a:gd name="connsiteY6" fmla="*/ 342327 h 351630"/>
                <a:gd name="connsiteX7" fmla="*/ 264 w 81883"/>
                <a:gd name="connsiteY7" fmla="*/ 348305 h 351630"/>
                <a:gd name="connsiteX8" fmla="*/ 3793 w 81883"/>
                <a:gd name="connsiteY8" fmla="*/ 351821 h 351630"/>
                <a:gd name="connsiteX9" fmla="*/ 59912 w 81883"/>
                <a:gd name="connsiteY9" fmla="*/ 283253 h 351630"/>
                <a:gd name="connsiteX10" fmla="*/ 82148 w 81883"/>
                <a:gd name="connsiteY10" fmla="*/ 17600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48" y="176006"/>
                  </a:moveTo>
                  <a:cubicBezTo>
                    <a:pt x="82148" y="148579"/>
                    <a:pt x="78265" y="106032"/>
                    <a:pt x="58853" y="66297"/>
                  </a:cubicBezTo>
                  <a:cubicBezTo>
                    <a:pt x="37676" y="23047"/>
                    <a:pt x="7323" y="191"/>
                    <a:pt x="3793" y="191"/>
                  </a:cubicBezTo>
                  <a:cubicBezTo>
                    <a:pt x="1676" y="191"/>
                    <a:pt x="264" y="1597"/>
                    <a:pt x="264" y="3707"/>
                  </a:cubicBezTo>
                  <a:cubicBezTo>
                    <a:pt x="264" y="4762"/>
                    <a:pt x="264" y="5465"/>
                    <a:pt x="6970" y="11794"/>
                  </a:cubicBezTo>
                  <a:cubicBezTo>
                    <a:pt x="41559" y="46606"/>
                    <a:pt x="61677" y="102515"/>
                    <a:pt x="61677" y="176006"/>
                  </a:cubicBezTo>
                  <a:cubicBezTo>
                    <a:pt x="61677" y="236135"/>
                    <a:pt x="48618" y="298022"/>
                    <a:pt x="4852" y="342327"/>
                  </a:cubicBezTo>
                  <a:cubicBezTo>
                    <a:pt x="264" y="346547"/>
                    <a:pt x="264" y="347250"/>
                    <a:pt x="264" y="348305"/>
                  </a:cubicBezTo>
                  <a:cubicBezTo>
                    <a:pt x="264" y="350415"/>
                    <a:pt x="1676" y="351821"/>
                    <a:pt x="3793" y="351821"/>
                  </a:cubicBezTo>
                  <a:cubicBezTo>
                    <a:pt x="7323" y="351821"/>
                    <a:pt x="39088" y="327911"/>
                    <a:pt x="59912" y="283253"/>
                  </a:cubicBezTo>
                  <a:cubicBezTo>
                    <a:pt x="77912" y="244574"/>
                    <a:pt x="82148" y="205543"/>
                    <a:pt x="82148" y="1760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A022348A-D3F2-06D8-BCE6-927A11252ABE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12129881" y="7580398"/>
              <a:ext cx="81883" cy="351630"/>
            </a:xfrm>
            <a:custGeom>
              <a:avLst/>
              <a:gdLst>
                <a:gd name="connsiteX0" fmla="*/ 82152 w 81883"/>
                <a:gd name="connsiteY0" fmla="*/ 348305 h 351630"/>
                <a:gd name="connsiteX1" fmla="*/ 76152 w 81883"/>
                <a:gd name="connsiteY1" fmla="*/ 340569 h 351630"/>
                <a:gd name="connsiteX2" fmla="*/ 20739 w 81883"/>
                <a:gd name="connsiteY2" fmla="*/ 176006 h 351630"/>
                <a:gd name="connsiteX3" fmla="*/ 77563 w 81883"/>
                <a:gd name="connsiteY3" fmla="*/ 9685 h 351630"/>
                <a:gd name="connsiteX4" fmla="*/ 82152 w 81883"/>
                <a:gd name="connsiteY4" fmla="*/ 3707 h 351630"/>
                <a:gd name="connsiteX5" fmla="*/ 78622 w 81883"/>
                <a:gd name="connsiteY5" fmla="*/ 191 h 351630"/>
                <a:gd name="connsiteX6" fmla="*/ 22504 w 81883"/>
                <a:gd name="connsiteY6" fmla="*/ 68759 h 351630"/>
                <a:gd name="connsiteX7" fmla="*/ 268 w 81883"/>
                <a:gd name="connsiteY7" fmla="*/ 176006 h 351630"/>
                <a:gd name="connsiteX8" fmla="*/ 23562 w 81883"/>
                <a:gd name="connsiteY8" fmla="*/ 285715 h 351630"/>
                <a:gd name="connsiteX9" fmla="*/ 78622 w 81883"/>
                <a:gd name="connsiteY9" fmla="*/ 351821 h 351630"/>
                <a:gd name="connsiteX10" fmla="*/ 82152 w 81883"/>
                <a:gd name="connsiteY10" fmla="*/ 348305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348305"/>
                  </a:moveTo>
                  <a:cubicBezTo>
                    <a:pt x="82152" y="347250"/>
                    <a:pt x="82152" y="346547"/>
                    <a:pt x="76152" y="340569"/>
                  </a:cubicBezTo>
                  <a:cubicBezTo>
                    <a:pt x="32033" y="296264"/>
                    <a:pt x="20739" y="229806"/>
                    <a:pt x="20739" y="176006"/>
                  </a:cubicBezTo>
                  <a:cubicBezTo>
                    <a:pt x="20739" y="114822"/>
                    <a:pt x="34151" y="53639"/>
                    <a:pt x="77563" y="9685"/>
                  </a:cubicBezTo>
                  <a:cubicBezTo>
                    <a:pt x="82152" y="5465"/>
                    <a:pt x="82152" y="4762"/>
                    <a:pt x="82152" y="3707"/>
                  </a:cubicBezTo>
                  <a:cubicBezTo>
                    <a:pt x="82152" y="1246"/>
                    <a:pt x="80740" y="191"/>
                    <a:pt x="78622" y="191"/>
                  </a:cubicBezTo>
                  <a:cubicBezTo>
                    <a:pt x="75093" y="191"/>
                    <a:pt x="43327" y="24102"/>
                    <a:pt x="22504" y="68759"/>
                  </a:cubicBezTo>
                  <a:cubicBezTo>
                    <a:pt x="4503" y="107438"/>
                    <a:pt x="268" y="146469"/>
                    <a:pt x="268" y="176006"/>
                  </a:cubicBezTo>
                  <a:cubicBezTo>
                    <a:pt x="268" y="203433"/>
                    <a:pt x="4150" y="245981"/>
                    <a:pt x="23562" y="285715"/>
                  </a:cubicBezTo>
                  <a:cubicBezTo>
                    <a:pt x="44739" y="328965"/>
                    <a:pt x="75093" y="351821"/>
                    <a:pt x="78622" y="351821"/>
                  </a:cubicBezTo>
                  <a:cubicBezTo>
                    <a:pt x="80740" y="351821"/>
                    <a:pt x="82152" y="350767"/>
                    <a:pt x="82152" y="34830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AE2087EF-3975-24CA-5A05-25F30537C048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12222863" y="7689051"/>
              <a:ext cx="167297" cy="158937"/>
            </a:xfrm>
            <a:custGeom>
              <a:avLst/>
              <a:gdLst>
                <a:gd name="connsiteX0" fmla="*/ 151686 w 167297"/>
                <a:gd name="connsiteY0" fmla="*/ 116230 h 158937"/>
                <a:gd name="connsiteX1" fmla="*/ 143921 w 167297"/>
                <a:gd name="connsiteY1" fmla="*/ 125724 h 158937"/>
                <a:gd name="connsiteX2" fmla="*/ 127685 w 167297"/>
                <a:gd name="connsiteY2" fmla="*/ 139789 h 158937"/>
                <a:gd name="connsiteX3" fmla="*/ 116744 w 167297"/>
                <a:gd name="connsiteY3" fmla="*/ 125372 h 158937"/>
                <a:gd name="connsiteX4" fmla="*/ 115332 w 167297"/>
                <a:gd name="connsiteY4" fmla="*/ 119394 h 158937"/>
                <a:gd name="connsiteX5" fmla="*/ 102626 w 167297"/>
                <a:gd name="connsiteY5" fmla="*/ 62430 h 158937"/>
                <a:gd name="connsiteX6" fmla="*/ 137215 w 167297"/>
                <a:gd name="connsiteY6" fmla="*/ 19883 h 158937"/>
                <a:gd name="connsiteX7" fmla="*/ 145686 w 167297"/>
                <a:gd name="connsiteY7" fmla="*/ 22696 h 158937"/>
                <a:gd name="connsiteX8" fmla="*/ 155215 w 167297"/>
                <a:gd name="connsiteY8" fmla="*/ 25860 h 158937"/>
                <a:gd name="connsiteX9" fmla="*/ 167569 w 167297"/>
                <a:gd name="connsiteY9" fmla="*/ 13202 h 158937"/>
                <a:gd name="connsiteX10" fmla="*/ 153098 w 167297"/>
                <a:gd name="connsiteY10" fmla="*/ 191 h 158937"/>
                <a:gd name="connsiteX11" fmla="*/ 99802 w 167297"/>
                <a:gd name="connsiteY11" fmla="*/ 50475 h 158937"/>
                <a:gd name="connsiteX12" fmla="*/ 95920 w 167297"/>
                <a:gd name="connsiteY12" fmla="*/ 31135 h 158937"/>
                <a:gd name="connsiteX13" fmla="*/ 77567 w 167297"/>
                <a:gd name="connsiteY13" fmla="*/ 191 h 158937"/>
                <a:gd name="connsiteX14" fmla="*/ 36272 w 167297"/>
                <a:gd name="connsiteY14" fmla="*/ 10389 h 158937"/>
                <a:gd name="connsiteX15" fmla="*/ 32389 w 167297"/>
                <a:gd name="connsiteY15" fmla="*/ 11795 h 158937"/>
                <a:gd name="connsiteX16" fmla="*/ 33801 w 167297"/>
                <a:gd name="connsiteY16" fmla="*/ 17070 h 158937"/>
                <a:gd name="connsiteX17" fmla="*/ 53566 w 167297"/>
                <a:gd name="connsiteY17" fmla="*/ 13202 h 158937"/>
                <a:gd name="connsiteX18" fmla="*/ 69449 w 167297"/>
                <a:gd name="connsiteY18" fmla="*/ 37464 h 158937"/>
                <a:gd name="connsiteX19" fmla="*/ 79684 w 167297"/>
                <a:gd name="connsiteY19" fmla="*/ 80715 h 158937"/>
                <a:gd name="connsiteX20" fmla="*/ 50743 w 167297"/>
                <a:gd name="connsiteY20" fmla="*/ 121856 h 158937"/>
                <a:gd name="connsiteX21" fmla="*/ 32742 w 167297"/>
                <a:gd name="connsiteY21" fmla="*/ 138734 h 158937"/>
                <a:gd name="connsiteX22" fmla="*/ 23566 w 167297"/>
                <a:gd name="connsiteY22" fmla="*/ 135569 h 158937"/>
                <a:gd name="connsiteX23" fmla="*/ 12271 w 167297"/>
                <a:gd name="connsiteY23" fmla="*/ 132053 h 158937"/>
                <a:gd name="connsiteX24" fmla="*/ 271 w 167297"/>
                <a:gd name="connsiteY24" fmla="*/ 144360 h 158937"/>
                <a:gd name="connsiteX25" fmla="*/ 17919 w 167297"/>
                <a:gd name="connsiteY25" fmla="*/ 159129 h 158937"/>
                <a:gd name="connsiteX26" fmla="*/ 50743 w 167297"/>
                <a:gd name="connsiteY26" fmla="*/ 134514 h 158937"/>
                <a:gd name="connsiteX27" fmla="*/ 82508 w 167297"/>
                <a:gd name="connsiteY27" fmla="*/ 93374 h 158937"/>
                <a:gd name="connsiteX28" fmla="*/ 93096 w 167297"/>
                <a:gd name="connsiteY28" fmla="*/ 135569 h 158937"/>
                <a:gd name="connsiteX29" fmla="*/ 113567 w 167297"/>
                <a:gd name="connsiteY29" fmla="*/ 159129 h 158937"/>
                <a:gd name="connsiteX30" fmla="*/ 156627 w 167297"/>
                <a:gd name="connsiteY30" fmla="*/ 119043 h 158937"/>
                <a:gd name="connsiteX31" fmla="*/ 151686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86" y="116230"/>
                  </a:moveTo>
                  <a:cubicBezTo>
                    <a:pt x="148862" y="119394"/>
                    <a:pt x="147098" y="121504"/>
                    <a:pt x="143921" y="125724"/>
                  </a:cubicBezTo>
                  <a:cubicBezTo>
                    <a:pt x="135803" y="136272"/>
                    <a:pt x="131568" y="139789"/>
                    <a:pt x="127685" y="139789"/>
                  </a:cubicBezTo>
                  <a:cubicBezTo>
                    <a:pt x="122391" y="139789"/>
                    <a:pt x="119215" y="135218"/>
                    <a:pt x="116744" y="125372"/>
                  </a:cubicBezTo>
                  <a:cubicBezTo>
                    <a:pt x="116038" y="122559"/>
                    <a:pt x="115685" y="120449"/>
                    <a:pt x="115332" y="119394"/>
                  </a:cubicBezTo>
                  <a:cubicBezTo>
                    <a:pt x="106508" y="83879"/>
                    <a:pt x="102626" y="67704"/>
                    <a:pt x="102626" y="62430"/>
                  </a:cubicBezTo>
                  <a:cubicBezTo>
                    <a:pt x="118156" y="35354"/>
                    <a:pt x="130862" y="19883"/>
                    <a:pt x="137215" y="19883"/>
                  </a:cubicBezTo>
                  <a:cubicBezTo>
                    <a:pt x="139333" y="19883"/>
                    <a:pt x="142156" y="20938"/>
                    <a:pt x="145686" y="22696"/>
                  </a:cubicBezTo>
                  <a:cubicBezTo>
                    <a:pt x="149921" y="25157"/>
                    <a:pt x="152392" y="25860"/>
                    <a:pt x="155215" y="25860"/>
                  </a:cubicBezTo>
                  <a:cubicBezTo>
                    <a:pt x="162627" y="25860"/>
                    <a:pt x="167569" y="20586"/>
                    <a:pt x="167569" y="13202"/>
                  </a:cubicBezTo>
                  <a:cubicBezTo>
                    <a:pt x="167569" y="5817"/>
                    <a:pt x="161568" y="191"/>
                    <a:pt x="153098" y="191"/>
                  </a:cubicBezTo>
                  <a:cubicBezTo>
                    <a:pt x="137568" y="191"/>
                    <a:pt x="124156" y="12850"/>
                    <a:pt x="99802" y="50475"/>
                  </a:cubicBezTo>
                  <a:lnTo>
                    <a:pt x="95920" y="31135"/>
                  </a:lnTo>
                  <a:cubicBezTo>
                    <a:pt x="90979" y="7224"/>
                    <a:pt x="87096" y="191"/>
                    <a:pt x="77567" y="191"/>
                  </a:cubicBezTo>
                  <a:cubicBezTo>
                    <a:pt x="69802" y="191"/>
                    <a:pt x="57802" y="3356"/>
                    <a:pt x="36272" y="10389"/>
                  </a:cubicBezTo>
                  <a:lnTo>
                    <a:pt x="32389" y="11795"/>
                  </a:lnTo>
                  <a:lnTo>
                    <a:pt x="33801" y="17070"/>
                  </a:lnTo>
                  <a:cubicBezTo>
                    <a:pt x="47213" y="13905"/>
                    <a:pt x="50390" y="13202"/>
                    <a:pt x="53566" y="13202"/>
                  </a:cubicBezTo>
                  <a:cubicBezTo>
                    <a:pt x="62390" y="13202"/>
                    <a:pt x="64508" y="16366"/>
                    <a:pt x="69449" y="37464"/>
                  </a:cubicBezTo>
                  <a:lnTo>
                    <a:pt x="79684" y="80715"/>
                  </a:lnTo>
                  <a:lnTo>
                    <a:pt x="50743" y="121856"/>
                  </a:lnTo>
                  <a:cubicBezTo>
                    <a:pt x="43684" y="132405"/>
                    <a:pt x="36625" y="138734"/>
                    <a:pt x="32742" y="138734"/>
                  </a:cubicBezTo>
                  <a:cubicBezTo>
                    <a:pt x="30625" y="138734"/>
                    <a:pt x="27095" y="137679"/>
                    <a:pt x="23566" y="135569"/>
                  </a:cubicBezTo>
                  <a:cubicBezTo>
                    <a:pt x="18977" y="133108"/>
                    <a:pt x="15095" y="132053"/>
                    <a:pt x="12271" y="132053"/>
                  </a:cubicBezTo>
                  <a:cubicBezTo>
                    <a:pt x="5565" y="132053"/>
                    <a:pt x="271" y="137327"/>
                    <a:pt x="271" y="144360"/>
                  </a:cubicBezTo>
                  <a:cubicBezTo>
                    <a:pt x="271" y="153502"/>
                    <a:pt x="7330" y="159129"/>
                    <a:pt x="17919" y="159129"/>
                  </a:cubicBezTo>
                  <a:cubicBezTo>
                    <a:pt x="28860" y="159129"/>
                    <a:pt x="33095" y="155964"/>
                    <a:pt x="50743" y="134514"/>
                  </a:cubicBezTo>
                  <a:cubicBezTo>
                    <a:pt x="60272" y="123262"/>
                    <a:pt x="67684" y="113768"/>
                    <a:pt x="82508" y="93374"/>
                  </a:cubicBezTo>
                  <a:lnTo>
                    <a:pt x="93096" y="135569"/>
                  </a:lnTo>
                  <a:cubicBezTo>
                    <a:pt x="97685" y="153502"/>
                    <a:pt x="102273" y="159129"/>
                    <a:pt x="113567" y="159129"/>
                  </a:cubicBezTo>
                  <a:cubicBezTo>
                    <a:pt x="126979" y="159129"/>
                    <a:pt x="136156" y="150689"/>
                    <a:pt x="156627" y="119043"/>
                  </a:cubicBezTo>
                  <a:lnTo>
                    <a:pt x="151686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AB5028DC-8CA3-5933-084A-31CB7977BBAD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12469244" y="7749180"/>
              <a:ext cx="215651" cy="14065"/>
            </a:xfrm>
            <a:custGeom>
              <a:avLst/>
              <a:gdLst>
                <a:gd name="connsiteX0" fmla="*/ 203575 w 215651"/>
                <a:gd name="connsiteY0" fmla="*/ 14257 h 14065"/>
                <a:gd name="connsiteX1" fmla="*/ 215928 w 215651"/>
                <a:gd name="connsiteY1" fmla="*/ 7224 h 14065"/>
                <a:gd name="connsiteX2" fmla="*/ 203575 w 215651"/>
                <a:gd name="connsiteY2" fmla="*/ 191 h 14065"/>
                <a:gd name="connsiteX3" fmla="*/ 12630 w 215651"/>
                <a:gd name="connsiteY3" fmla="*/ 191 h 14065"/>
                <a:gd name="connsiteX4" fmla="*/ 277 w 215651"/>
                <a:gd name="connsiteY4" fmla="*/ 7224 h 14065"/>
                <a:gd name="connsiteX5" fmla="*/ 12630 w 215651"/>
                <a:gd name="connsiteY5" fmla="*/ 14257 h 14065"/>
                <a:gd name="connsiteX6" fmla="*/ 203575 w 215651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75" y="14257"/>
                  </a:moveTo>
                  <a:cubicBezTo>
                    <a:pt x="209575" y="14257"/>
                    <a:pt x="215928" y="14257"/>
                    <a:pt x="215928" y="7224"/>
                  </a:cubicBezTo>
                  <a:cubicBezTo>
                    <a:pt x="215928" y="191"/>
                    <a:pt x="209575" y="191"/>
                    <a:pt x="203575" y="191"/>
                  </a:cubicBezTo>
                  <a:lnTo>
                    <a:pt x="12630" y="191"/>
                  </a:lnTo>
                  <a:cubicBezTo>
                    <a:pt x="6630" y="191"/>
                    <a:pt x="277" y="191"/>
                    <a:pt x="277" y="7224"/>
                  </a:cubicBezTo>
                  <a:cubicBezTo>
                    <a:pt x="277" y="14257"/>
                    <a:pt x="6630" y="14257"/>
                    <a:pt x="12630" y="14257"/>
                  </a:cubicBezTo>
                  <a:lnTo>
                    <a:pt x="203575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75C8E696-5D39-D982-36E9-50BA08E4A17D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12754888" y="7689051"/>
              <a:ext cx="167297" cy="158937"/>
            </a:xfrm>
            <a:custGeom>
              <a:avLst/>
              <a:gdLst>
                <a:gd name="connsiteX0" fmla="*/ 151701 w 167297"/>
                <a:gd name="connsiteY0" fmla="*/ 116230 h 158937"/>
                <a:gd name="connsiteX1" fmla="*/ 143936 w 167297"/>
                <a:gd name="connsiteY1" fmla="*/ 125724 h 158937"/>
                <a:gd name="connsiteX2" fmla="*/ 127700 w 167297"/>
                <a:gd name="connsiteY2" fmla="*/ 139789 h 158937"/>
                <a:gd name="connsiteX3" fmla="*/ 116759 w 167297"/>
                <a:gd name="connsiteY3" fmla="*/ 125372 h 158937"/>
                <a:gd name="connsiteX4" fmla="*/ 115347 w 167297"/>
                <a:gd name="connsiteY4" fmla="*/ 119394 h 158937"/>
                <a:gd name="connsiteX5" fmla="*/ 102641 w 167297"/>
                <a:gd name="connsiteY5" fmla="*/ 62430 h 158937"/>
                <a:gd name="connsiteX6" fmla="*/ 137230 w 167297"/>
                <a:gd name="connsiteY6" fmla="*/ 19883 h 158937"/>
                <a:gd name="connsiteX7" fmla="*/ 145701 w 167297"/>
                <a:gd name="connsiteY7" fmla="*/ 22696 h 158937"/>
                <a:gd name="connsiteX8" fmla="*/ 155230 w 167297"/>
                <a:gd name="connsiteY8" fmla="*/ 25860 h 158937"/>
                <a:gd name="connsiteX9" fmla="*/ 167584 w 167297"/>
                <a:gd name="connsiteY9" fmla="*/ 13202 h 158937"/>
                <a:gd name="connsiteX10" fmla="*/ 153113 w 167297"/>
                <a:gd name="connsiteY10" fmla="*/ 191 h 158937"/>
                <a:gd name="connsiteX11" fmla="*/ 99817 w 167297"/>
                <a:gd name="connsiteY11" fmla="*/ 50475 h 158937"/>
                <a:gd name="connsiteX12" fmla="*/ 95935 w 167297"/>
                <a:gd name="connsiteY12" fmla="*/ 31135 h 158937"/>
                <a:gd name="connsiteX13" fmla="*/ 77582 w 167297"/>
                <a:gd name="connsiteY13" fmla="*/ 191 h 158937"/>
                <a:gd name="connsiteX14" fmla="*/ 36287 w 167297"/>
                <a:gd name="connsiteY14" fmla="*/ 10389 h 158937"/>
                <a:gd name="connsiteX15" fmla="*/ 32404 w 167297"/>
                <a:gd name="connsiteY15" fmla="*/ 11795 h 158937"/>
                <a:gd name="connsiteX16" fmla="*/ 33816 w 167297"/>
                <a:gd name="connsiteY16" fmla="*/ 17070 h 158937"/>
                <a:gd name="connsiteX17" fmla="*/ 53581 w 167297"/>
                <a:gd name="connsiteY17" fmla="*/ 13202 h 158937"/>
                <a:gd name="connsiteX18" fmla="*/ 69464 w 167297"/>
                <a:gd name="connsiteY18" fmla="*/ 37464 h 158937"/>
                <a:gd name="connsiteX19" fmla="*/ 79699 w 167297"/>
                <a:gd name="connsiteY19" fmla="*/ 80715 h 158937"/>
                <a:gd name="connsiteX20" fmla="*/ 50758 w 167297"/>
                <a:gd name="connsiteY20" fmla="*/ 121856 h 158937"/>
                <a:gd name="connsiteX21" fmla="*/ 32757 w 167297"/>
                <a:gd name="connsiteY21" fmla="*/ 138734 h 158937"/>
                <a:gd name="connsiteX22" fmla="*/ 23581 w 167297"/>
                <a:gd name="connsiteY22" fmla="*/ 135569 h 158937"/>
                <a:gd name="connsiteX23" fmla="*/ 12286 w 167297"/>
                <a:gd name="connsiteY23" fmla="*/ 132053 h 158937"/>
                <a:gd name="connsiteX24" fmla="*/ 286 w 167297"/>
                <a:gd name="connsiteY24" fmla="*/ 144360 h 158937"/>
                <a:gd name="connsiteX25" fmla="*/ 17934 w 167297"/>
                <a:gd name="connsiteY25" fmla="*/ 159129 h 158937"/>
                <a:gd name="connsiteX26" fmla="*/ 50758 w 167297"/>
                <a:gd name="connsiteY26" fmla="*/ 134514 h 158937"/>
                <a:gd name="connsiteX27" fmla="*/ 82523 w 167297"/>
                <a:gd name="connsiteY27" fmla="*/ 93374 h 158937"/>
                <a:gd name="connsiteX28" fmla="*/ 93111 w 167297"/>
                <a:gd name="connsiteY28" fmla="*/ 135569 h 158937"/>
                <a:gd name="connsiteX29" fmla="*/ 113582 w 167297"/>
                <a:gd name="connsiteY29" fmla="*/ 159129 h 158937"/>
                <a:gd name="connsiteX30" fmla="*/ 156642 w 167297"/>
                <a:gd name="connsiteY30" fmla="*/ 119043 h 158937"/>
                <a:gd name="connsiteX31" fmla="*/ 151701 w 167297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1" y="116230"/>
                  </a:moveTo>
                  <a:cubicBezTo>
                    <a:pt x="148877" y="119394"/>
                    <a:pt x="147112" y="121504"/>
                    <a:pt x="143936" y="125724"/>
                  </a:cubicBezTo>
                  <a:cubicBezTo>
                    <a:pt x="135818" y="136272"/>
                    <a:pt x="131583" y="139789"/>
                    <a:pt x="127700" y="139789"/>
                  </a:cubicBezTo>
                  <a:cubicBezTo>
                    <a:pt x="122406" y="139789"/>
                    <a:pt x="119230" y="135218"/>
                    <a:pt x="116759" y="125372"/>
                  </a:cubicBezTo>
                  <a:cubicBezTo>
                    <a:pt x="116053" y="122559"/>
                    <a:pt x="115700" y="120449"/>
                    <a:pt x="115347" y="119394"/>
                  </a:cubicBezTo>
                  <a:cubicBezTo>
                    <a:pt x="106523" y="83879"/>
                    <a:pt x="102641" y="67704"/>
                    <a:pt x="102641" y="62430"/>
                  </a:cubicBezTo>
                  <a:cubicBezTo>
                    <a:pt x="118171" y="35354"/>
                    <a:pt x="130877" y="19883"/>
                    <a:pt x="137230" y="19883"/>
                  </a:cubicBezTo>
                  <a:cubicBezTo>
                    <a:pt x="139348" y="19883"/>
                    <a:pt x="142171" y="20938"/>
                    <a:pt x="145701" y="22696"/>
                  </a:cubicBezTo>
                  <a:cubicBezTo>
                    <a:pt x="149936" y="25157"/>
                    <a:pt x="152407" y="25860"/>
                    <a:pt x="155230" y="25860"/>
                  </a:cubicBezTo>
                  <a:cubicBezTo>
                    <a:pt x="162642" y="25860"/>
                    <a:pt x="167584" y="20586"/>
                    <a:pt x="167584" y="13202"/>
                  </a:cubicBezTo>
                  <a:cubicBezTo>
                    <a:pt x="167584" y="5817"/>
                    <a:pt x="161583" y="191"/>
                    <a:pt x="153113" y="191"/>
                  </a:cubicBezTo>
                  <a:cubicBezTo>
                    <a:pt x="137583" y="191"/>
                    <a:pt x="124171" y="12850"/>
                    <a:pt x="99817" y="50475"/>
                  </a:cubicBezTo>
                  <a:lnTo>
                    <a:pt x="95935" y="31135"/>
                  </a:lnTo>
                  <a:cubicBezTo>
                    <a:pt x="90994" y="7224"/>
                    <a:pt x="87111" y="191"/>
                    <a:pt x="77582" y="191"/>
                  </a:cubicBezTo>
                  <a:cubicBezTo>
                    <a:pt x="69817" y="191"/>
                    <a:pt x="57817" y="3356"/>
                    <a:pt x="36287" y="10389"/>
                  </a:cubicBezTo>
                  <a:lnTo>
                    <a:pt x="32404" y="11795"/>
                  </a:lnTo>
                  <a:lnTo>
                    <a:pt x="33816" y="17070"/>
                  </a:lnTo>
                  <a:cubicBezTo>
                    <a:pt x="47228" y="13905"/>
                    <a:pt x="50405" y="13202"/>
                    <a:pt x="53581" y="13202"/>
                  </a:cubicBezTo>
                  <a:cubicBezTo>
                    <a:pt x="62405" y="13202"/>
                    <a:pt x="64523" y="16366"/>
                    <a:pt x="69464" y="37464"/>
                  </a:cubicBezTo>
                  <a:lnTo>
                    <a:pt x="79699" y="80715"/>
                  </a:lnTo>
                  <a:lnTo>
                    <a:pt x="50758" y="121856"/>
                  </a:lnTo>
                  <a:cubicBezTo>
                    <a:pt x="43699" y="132405"/>
                    <a:pt x="36640" y="138734"/>
                    <a:pt x="32757" y="138734"/>
                  </a:cubicBezTo>
                  <a:cubicBezTo>
                    <a:pt x="30640" y="138734"/>
                    <a:pt x="27110" y="137679"/>
                    <a:pt x="23581" y="135569"/>
                  </a:cubicBezTo>
                  <a:cubicBezTo>
                    <a:pt x="18992" y="133108"/>
                    <a:pt x="15110" y="132053"/>
                    <a:pt x="12286" y="132053"/>
                  </a:cubicBezTo>
                  <a:cubicBezTo>
                    <a:pt x="5580" y="132053"/>
                    <a:pt x="286" y="137327"/>
                    <a:pt x="286" y="144360"/>
                  </a:cubicBezTo>
                  <a:cubicBezTo>
                    <a:pt x="286" y="153502"/>
                    <a:pt x="7345" y="159129"/>
                    <a:pt x="17934" y="159129"/>
                  </a:cubicBezTo>
                  <a:cubicBezTo>
                    <a:pt x="28875" y="159129"/>
                    <a:pt x="33110" y="155964"/>
                    <a:pt x="50758" y="134514"/>
                  </a:cubicBezTo>
                  <a:cubicBezTo>
                    <a:pt x="60287" y="123262"/>
                    <a:pt x="67699" y="113768"/>
                    <a:pt x="82523" y="93374"/>
                  </a:cubicBezTo>
                  <a:lnTo>
                    <a:pt x="93111" y="135569"/>
                  </a:lnTo>
                  <a:cubicBezTo>
                    <a:pt x="97700" y="153502"/>
                    <a:pt x="102288" y="159129"/>
                    <a:pt x="113582" y="159129"/>
                  </a:cubicBezTo>
                  <a:cubicBezTo>
                    <a:pt x="126994" y="159129"/>
                    <a:pt x="136171" y="150689"/>
                    <a:pt x="156642" y="119043"/>
                  </a:cubicBezTo>
                  <a:lnTo>
                    <a:pt x="151701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EE9206C7-2741-B460-A77A-19F6A73CF3F7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12932943" y="7721538"/>
              <a:ext cx="101599" cy="179542"/>
            </a:xfrm>
            <a:custGeom>
              <a:avLst/>
              <a:gdLst>
                <a:gd name="connsiteX0" fmla="*/ 29020 w 101599"/>
                <a:gd name="connsiteY0" fmla="*/ 90225 h 179542"/>
                <a:gd name="connsiteX1" fmla="*/ 56705 w 101599"/>
                <a:gd name="connsiteY1" fmla="*/ 93087 h 179542"/>
                <a:gd name="connsiteX2" fmla="*/ 83084 w 101599"/>
                <a:gd name="connsiteY2" fmla="*/ 131598 h 179542"/>
                <a:gd name="connsiteX3" fmla="*/ 48870 w 101599"/>
                <a:gd name="connsiteY3" fmla="*/ 170369 h 179542"/>
                <a:gd name="connsiteX4" fmla="*/ 26930 w 101599"/>
                <a:gd name="connsiteY4" fmla="*/ 162302 h 179542"/>
                <a:gd name="connsiteX5" fmla="*/ 10215 w 101599"/>
                <a:gd name="connsiteY5" fmla="*/ 155797 h 179542"/>
                <a:gd name="connsiteX6" fmla="*/ 290 w 101599"/>
                <a:gd name="connsiteY6" fmla="*/ 164904 h 179542"/>
                <a:gd name="connsiteX7" fmla="*/ 29803 w 101599"/>
                <a:gd name="connsiteY7" fmla="*/ 179736 h 179542"/>
                <a:gd name="connsiteX8" fmla="*/ 82823 w 101599"/>
                <a:gd name="connsiteY8" fmla="*/ 162302 h 179542"/>
                <a:gd name="connsiteX9" fmla="*/ 101889 w 101599"/>
                <a:gd name="connsiteY9" fmla="*/ 119108 h 179542"/>
                <a:gd name="connsiteX10" fmla="*/ 90136 w 101599"/>
                <a:gd name="connsiteY10" fmla="*/ 85541 h 179542"/>
                <a:gd name="connsiteX11" fmla="*/ 68458 w 101599"/>
                <a:gd name="connsiteY11" fmla="*/ 71750 h 179542"/>
                <a:gd name="connsiteX12" fmla="*/ 93009 w 101599"/>
                <a:gd name="connsiteY12" fmla="*/ 35842 h 179542"/>
                <a:gd name="connsiteX13" fmla="*/ 52265 w 101599"/>
                <a:gd name="connsiteY13" fmla="*/ 194 h 179542"/>
                <a:gd name="connsiteX14" fmla="*/ 18311 w 101599"/>
                <a:gd name="connsiteY14" fmla="*/ 12944 h 179542"/>
                <a:gd name="connsiteX15" fmla="*/ 812 w 101599"/>
                <a:gd name="connsiteY15" fmla="*/ 42347 h 179542"/>
                <a:gd name="connsiteX16" fmla="*/ 4730 w 101599"/>
                <a:gd name="connsiteY16" fmla="*/ 43388 h 179542"/>
                <a:gd name="connsiteX17" fmla="*/ 43646 w 101599"/>
                <a:gd name="connsiteY17" fmla="*/ 15806 h 179542"/>
                <a:gd name="connsiteX18" fmla="*/ 72376 w 101599"/>
                <a:gd name="connsiteY18" fmla="*/ 43648 h 179542"/>
                <a:gd name="connsiteX19" fmla="*/ 61929 w 101599"/>
                <a:gd name="connsiteY19" fmla="*/ 68888 h 179542"/>
                <a:gd name="connsiteX20" fmla="*/ 29020 w 101599"/>
                <a:gd name="connsiteY20" fmla="*/ 86842 h 179542"/>
                <a:gd name="connsiteX21" fmla="*/ 29020 w 101599"/>
                <a:gd name="connsiteY21" fmla="*/ 90225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9020" y="90225"/>
                  </a:moveTo>
                  <a:cubicBezTo>
                    <a:pt x="44430" y="90225"/>
                    <a:pt x="50437" y="90746"/>
                    <a:pt x="56705" y="93087"/>
                  </a:cubicBezTo>
                  <a:cubicBezTo>
                    <a:pt x="72898" y="98812"/>
                    <a:pt x="83084" y="113644"/>
                    <a:pt x="83084" y="131598"/>
                  </a:cubicBezTo>
                  <a:cubicBezTo>
                    <a:pt x="83084" y="153455"/>
                    <a:pt x="68197" y="170369"/>
                    <a:pt x="48870" y="170369"/>
                  </a:cubicBezTo>
                  <a:cubicBezTo>
                    <a:pt x="41818" y="170369"/>
                    <a:pt x="36594" y="168547"/>
                    <a:pt x="26930" y="162302"/>
                  </a:cubicBezTo>
                  <a:cubicBezTo>
                    <a:pt x="19095" y="157619"/>
                    <a:pt x="14655" y="155797"/>
                    <a:pt x="10215" y="155797"/>
                  </a:cubicBezTo>
                  <a:cubicBezTo>
                    <a:pt x="4208" y="155797"/>
                    <a:pt x="290" y="159440"/>
                    <a:pt x="290" y="164904"/>
                  </a:cubicBezTo>
                  <a:cubicBezTo>
                    <a:pt x="290" y="174012"/>
                    <a:pt x="11521" y="179736"/>
                    <a:pt x="29803" y="179736"/>
                  </a:cubicBezTo>
                  <a:cubicBezTo>
                    <a:pt x="49914" y="179736"/>
                    <a:pt x="70548" y="172971"/>
                    <a:pt x="82823" y="162302"/>
                  </a:cubicBezTo>
                  <a:cubicBezTo>
                    <a:pt x="95099" y="151634"/>
                    <a:pt x="101889" y="136542"/>
                    <a:pt x="101889" y="119108"/>
                  </a:cubicBezTo>
                  <a:cubicBezTo>
                    <a:pt x="101889" y="105838"/>
                    <a:pt x="97711" y="93608"/>
                    <a:pt x="90136" y="85541"/>
                  </a:cubicBezTo>
                  <a:cubicBezTo>
                    <a:pt x="84913" y="79817"/>
                    <a:pt x="79950" y="76694"/>
                    <a:pt x="68458" y="71750"/>
                  </a:cubicBezTo>
                  <a:cubicBezTo>
                    <a:pt x="86480" y="59521"/>
                    <a:pt x="93009" y="49893"/>
                    <a:pt x="93009" y="35842"/>
                  </a:cubicBezTo>
                  <a:cubicBezTo>
                    <a:pt x="93009" y="14765"/>
                    <a:pt x="76294" y="194"/>
                    <a:pt x="52265" y="194"/>
                  </a:cubicBezTo>
                  <a:cubicBezTo>
                    <a:pt x="39206" y="194"/>
                    <a:pt x="27714" y="4617"/>
                    <a:pt x="18311" y="12944"/>
                  </a:cubicBezTo>
                  <a:cubicBezTo>
                    <a:pt x="10476" y="19969"/>
                    <a:pt x="6558" y="26735"/>
                    <a:pt x="812" y="42347"/>
                  </a:cubicBezTo>
                  <a:lnTo>
                    <a:pt x="4730" y="43388"/>
                  </a:lnTo>
                  <a:cubicBezTo>
                    <a:pt x="15438" y="24393"/>
                    <a:pt x="27192" y="15806"/>
                    <a:pt x="43646" y="15806"/>
                  </a:cubicBezTo>
                  <a:cubicBezTo>
                    <a:pt x="60623" y="15806"/>
                    <a:pt x="72376" y="27255"/>
                    <a:pt x="72376" y="43648"/>
                  </a:cubicBezTo>
                  <a:cubicBezTo>
                    <a:pt x="72376" y="53016"/>
                    <a:pt x="68458" y="62383"/>
                    <a:pt x="61929" y="68888"/>
                  </a:cubicBezTo>
                  <a:cubicBezTo>
                    <a:pt x="54093" y="76694"/>
                    <a:pt x="46780" y="80598"/>
                    <a:pt x="29020" y="86842"/>
                  </a:cubicBezTo>
                  <a:lnTo>
                    <a:pt x="29020" y="9022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E5064144-0B6C-E8EB-FBD3-041957A14D01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13090624" y="7580398"/>
              <a:ext cx="81883" cy="351630"/>
            </a:xfrm>
            <a:custGeom>
              <a:avLst/>
              <a:gdLst>
                <a:gd name="connsiteX0" fmla="*/ 82179 w 81883"/>
                <a:gd name="connsiteY0" fmla="*/ 176006 h 351630"/>
                <a:gd name="connsiteX1" fmla="*/ 58884 w 81883"/>
                <a:gd name="connsiteY1" fmla="*/ 66297 h 351630"/>
                <a:gd name="connsiteX2" fmla="*/ 3825 w 81883"/>
                <a:gd name="connsiteY2" fmla="*/ 191 h 351630"/>
                <a:gd name="connsiteX3" fmla="*/ 295 w 81883"/>
                <a:gd name="connsiteY3" fmla="*/ 3707 h 351630"/>
                <a:gd name="connsiteX4" fmla="*/ 7001 w 81883"/>
                <a:gd name="connsiteY4" fmla="*/ 11794 h 351630"/>
                <a:gd name="connsiteX5" fmla="*/ 61708 w 81883"/>
                <a:gd name="connsiteY5" fmla="*/ 176006 h 351630"/>
                <a:gd name="connsiteX6" fmla="*/ 4883 w 81883"/>
                <a:gd name="connsiteY6" fmla="*/ 342327 h 351630"/>
                <a:gd name="connsiteX7" fmla="*/ 295 w 81883"/>
                <a:gd name="connsiteY7" fmla="*/ 348305 h 351630"/>
                <a:gd name="connsiteX8" fmla="*/ 3825 w 81883"/>
                <a:gd name="connsiteY8" fmla="*/ 351821 h 351630"/>
                <a:gd name="connsiteX9" fmla="*/ 59943 w 81883"/>
                <a:gd name="connsiteY9" fmla="*/ 283253 h 351630"/>
                <a:gd name="connsiteX10" fmla="*/ 82179 w 81883"/>
                <a:gd name="connsiteY10" fmla="*/ 176006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79" y="176006"/>
                  </a:moveTo>
                  <a:cubicBezTo>
                    <a:pt x="82179" y="148579"/>
                    <a:pt x="78297" y="106032"/>
                    <a:pt x="58884" y="66297"/>
                  </a:cubicBezTo>
                  <a:cubicBezTo>
                    <a:pt x="37708" y="23047"/>
                    <a:pt x="7354" y="191"/>
                    <a:pt x="3825" y="191"/>
                  </a:cubicBezTo>
                  <a:cubicBezTo>
                    <a:pt x="1707" y="191"/>
                    <a:pt x="295" y="1597"/>
                    <a:pt x="295" y="3707"/>
                  </a:cubicBezTo>
                  <a:cubicBezTo>
                    <a:pt x="295" y="4762"/>
                    <a:pt x="295" y="5465"/>
                    <a:pt x="7001" y="11794"/>
                  </a:cubicBezTo>
                  <a:cubicBezTo>
                    <a:pt x="41590" y="46606"/>
                    <a:pt x="61708" y="102515"/>
                    <a:pt x="61708" y="176006"/>
                  </a:cubicBezTo>
                  <a:cubicBezTo>
                    <a:pt x="61708" y="236135"/>
                    <a:pt x="48649" y="298022"/>
                    <a:pt x="4883" y="342327"/>
                  </a:cubicBezTo>
                  <a:cubicBezTo>
                    <a:pt x="295" y="346547"/>
                    <a:pt x="295" y="347250"/>
                    <a:pt x="295" y="348305"/>
                  </a:cubicBezTo>
                  <a:cubicBezTo>
                    <a:pt x="295" y="350415"/>
                    <a:pt x="1707" y="351821"/>
                    <a:pt x="3825" y="351821"/>
                  </a:cubicBezTo>
                  <a:cubicBezTo>
                    <a:pt x="7354" y="351821"/>
                    <a:pt x="39119" y="327911"/>
                    <a:pt x="59943" y="283253"/>
                  </a:cubicBezTo>
                  <a:cubicBezTo>
                    <a:pt x="77944" y="244574"/>
                    <a:pt x="82179" y="205543"/>
                    <a:pt x="82179" y="1760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2B96A796-990F-608F-A1B2-7CBB9AFB02E3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8460407" y="7987769"/>
              <a:ext cx="5043016" cy="14114"/>
            </a:xfrm>
            <a:custGeom>
              <a:avLst/>
              <a:gdLst>
                <a:gd name="connsiteX0" fmla="*/ 0 w 5043016"/>
                <a:gd name="connsiteY0" fmla="*/ 0 h 14114"/>
                <a:gd name="connsiteX1" fmla="*/ 5043017 w 5043016"/>
                <a:gd name="connsiteY1" fmla="*/ 0 h 14114"/>
                <a:gd name="connsiteX2" fmla="*/ 5043017 w 5043016"/>
                <a:gd name="connsiteY2" fmla="*/ 14114 h 14114"/>
                <a:gd name="connsiteX3" fmla="*/ 0 w 5043016"/>
                <a:gd name="connsiteY3" fmla="*/ 14114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016" h="14114">
                  <a:moveTo>
                    <a:pt x="0" y="0"/>
                  </a:moveTo>
                  <a:lnTo>
                    <a:pt x="5043017" y="0"/>
                  </a:lnTo>
                  <a:lnTo>
                    <a:pt x="5043017" y="14114"/>
                  </a:lnTo>
                  <a:lnTo>
                    <a:pt x="0" y="141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F75E2728-6FEF-2E03-15DE-BE10F3031F5C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8495349" y="8061464"/>
              <a:ext cx="81883" cy="351630"/>
            </a:xfrm>
            <a:custGeom>
              <a:avLst/>
              <a:gdLst>
                <a:gd name="connsiteX0" fmla="*/ 82050 w 81883"/>
                <a:gd name="connsiteY0" fmla="*/ 348319 h 351630"/>
                <a:gd name="connsiteX1" fmla="*/ 76049 w 81883"/>
                <a:gd name="connsiteY1" fmla="*/ 340583 h 351630"/>
                <a:gd name="connsiteX2" fmla="*/ 20637 w 81883"/>
                <a:gd name="connsiteY2" fmla="*/ 176020 h 351630"/>
                <a:gd name="connsiteX3" fmla="*/ 77461 w 81883"/>
                <a:gd name="connsiteY3" fmla="*/ 9698 h 351630"/>
                <a:gd name="connsiteX4" fmla="*/ 82050 w 81883"/>
                <a:gd name="connsiteY4" fmla="*/ 3721 h 351630"/>
                <a:gd name="connsiteX5" fmla="*/ 78520 w 81883"/>
                <a:gd name="connsiteY5" fmla="*/ 204 h 351630"/>
                <a:gd name="connsiteX6" fmla="*/ 22401 w 81883"/>
                <a:gd name="connsiteY6" fmla="*/ 68772 h 351630"/>
                <a:gd name="connsiteX7" fmla="*/ 166 w 81883"/>
                <a:gd name="connsiteY7" fmla="*/ 176020 h 351630"/>
                <a:gd name="connsiteX8" fmla="*/ 23460 w 81883"/>
                <a:gd name="connsiteY8" fmla="*/ 285728 h 351630"/>
                <a:gd name="connsiteX9" fmla="*/ 78520 w 81883"/>
                <a:gd name="connsiteY9" fmla="*/ 351835 h 351630"/>
                <a:gd name="connsiteX10" fmla="*/ 82050 w 81883"/>
                <a:gd name="connsiteY10" fmla="*/ 34831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50" y="348319"/>
                  </a:moveTo>
                  <a:cubicBezTo>
                    <a:pt x="82050" y="347264"/>
                    <a:pt x="82050" y="346561"/>
                    <a:pt x="76049" y="340583"/>
                  </a:cubicBezTo>
                  <a:cubicBezTo>
                    <a:pt x="31931" y="296277"/>
                    <a:pt x="20637" y="229819"/>
                    <a:pt x="20637" y="176020"/>
                  </a:cubicBezTo>
                  <a:cubicBezTo>
                    <a:pt x="20637" y="114836"/>
                    <a:pt x="34049" y="53652"/>
                    <a:pt x="77461" y="9698"/>
                  </a:cubicBezTo>
                  <a:cubicBezTo>
                    <a:pt x="82050" y="5479"/>
                    <a:pt x="82050" y="4775"/>
                    <a:pt x="82050" y="3721"/>
                  </a:cubicBezTo>
                  <a:cubicBezTo>
                    <a:pt x="82050" y="1259"/>
                    <a:pt x="80638" y="204"/>
                    <a:pt x="78520" y="204"/>
                  </a:cubicBezTo>
                  <a:cubicBezTo>
                    <a:pt x="74991" y="204"/>
                    <a:pt x="43225" y="24115"/>
                    <a:pt x="22401" y="68772"/>
                  </a:cubicBezTo>
                  <a:cubicBezTo>
                    <a:pt x="4401" y="107452"/>
                    <a:pt x="166" y="146483"/>
                    <a:pt x="166" y="176020"/>
                  </a:cubicBezTo>
                  <a:cubicBezTo>
                    <a:pt x="166" y="203447"/>
                    <a:pt x="4048" y="245994"/>
                    <a:pt x="23460" y="285728"/>
                  </a:cubicBezTo>
                  <a:cubicBezTo>
                    <a:pt x="44637" y="328979"/>
                    <a:pt x="74991" y="351835"/>
                    <a:pt x="78520" y="351835"/>
                  </a:cubicBezTo>
                  <a:cubicBezTo>
                    <a:pt x="80638" y="351835"/>
                    <a:pt x="82050" y="350780"/>
                    <a:pt x="82050" y="34831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605C0F8A-D130-BE7A-DFC6-0B43560EE54F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8588331" y="8170118"/>
              <a:ext cx="167297" cy="158937"/>
            </a:xfrm>
            <a:custGeom>
              <a:avLst/>
              <a:gdLst>
                <a:gd name="connsiteX0" fmla="*/ 151584 w 167297"/>
                <a:gd name="connsiteY0" fmla="*/ 116243 h 158937"/>
                <a:gd name="connsiteX1" fmla="*/ 143819 w 167297"/>
                <a:gd name="connsiteY1" fmla="*/ 125737 h 158937"/>
                <a:gd name="connsiteX2" fmla="*/ 127583 w 167297"/>
                <a:gd name="connsiteY2" fmla="*/ 139802 h 158937"/>
                <a:gd name="connsiteX3" fmla="*/ 116642 w 167297"/>
                <a:gd name="connsiteY3" fmla="*/ 125385 h 158937"/>
                <a:gd name="connsiteX4" fmla="*/ 115230 w 167297"/>
                <a:gd name="connsiteY4" fmla="*/ 119408 h 158937"/>
                <a:gd name="connsiteX5" fmla="*/ 102524 w 167297"/>
                <a:gd name="connsiteY5" fmla="*/ 62444 h 158937"/>
                <a:gd name="connsiteX6" fmla="*/ 137113 w 167297"/>
                <a:gd name="connsiteY6" fmla="*/ 19896 h 158937"/>
                <a:gd name="connsiteX7" fmla="*/ 145584 w 167297"/>
                <a:gd name="connsiteY7" fmla="*/ 22709 h 158937"/>
                <a:gd name="connsiteX8" fmla="*/ 155113 w 167297"/>
                <a:gd name="connsiteY8" fmla="*/ 25874 h 158937"/>
                <a:gd name="connsiteX9" fmla="*/ 167466 w 167297"/>
                <a:gd name="connsiteY9" fmla="*/ 13215 h 158937"/>
                <a:gd name="connsiteX10" fmla="*/ 152995 w 167297"/>
                <a:gd name="connsiteY10" fmla="*/ 205 h 158937"/>
                <a:gd name="connsiteX11" fmla="*/ 99700 w 167297"/>
                <a:gd name="connsiteY11" fmla="*/ 50488 h 158937"/>
                <a:gd name="connsiteX12" fmla="*/ 95818 w 167297"/>
                <a:gd name="connsiteY12" fmla="*/ 31148 h 158937"/>
                <a:gd name="connsiteX13" fmla="*/ 77465 w 167297"/>
                <a:gd name="connsiteY13" fmla="*/ 205 h 158937"/>
                <a:gd name="connsiteX14" fmla="*/ 36170 w 167297"/>
                <a:gd name="connsiteY14" fmla="*/ 10402 h 158937"/>
                <a:gd name="connsiteX15" fmla="*/ 32287 w 167297"/>
                <a:gd name="connsiteY15" fmla="*/ 11809 h 158937"/>
                <a:gd name="connsiteX16" fmla="*/ 33699 w 167297"/>
                <a:gd name="connsiteY16" fmla="*/ 17083 h 158937"/>
                <a:gd name="connsiteX17" fmla="*/ 53464 w 167297"/>
                <a:gd name="connsiteY17" fmla="*/ 13215 h 158937"/>
                <a:gd name="connsiteX18" fmla="*/ 69347 w 167297"/>
                <a:gd name="connsiteY18" fmla="*/ 37478 h 158937"/>
                <a:gd name="connsiteX19" fmla="*/ 79582 w 167297"/>
                <a:gd name="connsiteY19" fmla="*/ 80728 h 158937"/>
                <a:gd name="connsiteX20" fmla="*/ 50641 w 167297"/>
                <a:gd name="connsiteY20" fmla="*/ 121869 h 158937"/>
                <a:gd name="connsiteX21" fmla="*/ 32640 w 167297"/>
                <a:gd name="connsiteY21" fmla="*/ 138747 h 158937"/>
                <a:gd name="connsiteX22" fmla="*/ 23463 w 167297"/>
                <a:gd name="connsiteY22" fmla="*/ 135583 h 158937"/>
                <a:gd name="connsiteX23" fmla="*/ 12169 w 167297"/>
                <a:gd name="connsiteY23" fmla="*/ 132066 h 158937"/>
                <a:gd name="connsiteX24" fmla="*/ 169 w 167297"/>
                <a:gd name="connsiteY24" fmla="*/ 144374 h 158937"/>
                <a:gd name="connsiteX25" fmla="*/ 17816 w 167297"/>
                <a:gd name="connsiteY25" fmla="*/ 159142 h 158937"/>
                <a:gd name="connsiteX26" fmla="*/ 50641 w 167297"/>
                <a:gd name="connsiteY26" fmla="*/ 134528 h 158937"/>
                <a:gd name="connsiteX27" fmla="*/ 82406 w 167297"/>
                <a:gd name="connsiteY27" fmla="*/ 93387 h 158937"/>
                <a:gd name="connsiteX28" fmla="*/ 92994 w 167297"/>
                <a:gd name="connsiteY28" fmla="*/ 135583 h 158937"/>
                <a:gd name="connsiteX29" fmla="*/ 113465 w 167297"/>
                <a:gd name="connsiteY29" fmla="*/ 159142 h 158937"/>
                <a:gd name="connsiteX30" fmla="*/ 156525 w 167297"/>
                <a:gd name="connsiteY30" fmla="*/ 119056 h 158937"/>
                <a:gd name="connsiteX31" fmla="*/ 151584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584" y="116243"/>
                  </a:moveTo>
                  <a:cubicBezTo>
                    <a:pt x="148760" y="119408"/>
                    <a:pt x="146995" y="121518"/>
                    <a:pt x="143819" y="125737"/>
                  </a:cubicBezTo>
                  <a:cubicBezTo>
                    <a:pt x="135701" y="136286"/>
                    <a:pt x="131466" y="139802"/>
                    <a:pt x="127583" y="139802"/>
                  </a:cubicBezTo>
                  <a:cubicBezTo>
                    <a:pt x="122289" y="139802"/>
                    <a:pt x="119112" y="135231"/>
                    <a:pt x="116642" y="125385"/>
                  </a:cubicBezTo>
                  <a:cubicBezTo>
                    <a:pt x="115936" y="122572"/>
                    <a:pt x="115583" y="120463"/>
                    <a:pt x="115230" y="119408"/>
                  </a:cubicBezTo>
                  <a:cubicBezTo>
                    <a:pt x="106406" y="83893"/>
                    <a:pt x="102524" y="67718"/>
                    <a:pt x="102524" y="62444"/>
                  </a:cubicBezTo>
                  <a:cubicBezTo>
                    <a:pt x="118054" y="35368"/>
                    <a:pt x="130760" y="19896"/>
                    <a:pt x="137113" y="19896"/>
                  </a:cubicBezTo>
                  <a:cubicBezTo>
                    <a:pt x="139230" y="19896"/>
                    <a:pt x="142054" y="20951"/>
                    <a:pt x="145584" y="22709"/>
                  </a:cubicBezTo>
                  <a:cubicBezTo>
                    <a:pt x="149819" y="25171"/>
                    <a:pt x="152290" y="25874"/>
                    <a:pt x="155113" y="25874"/>
                  </a:cubicBezTo>
                  <a:cubicBezTo>
                    <a:pt x="162525" y="25874"/>
                    <a:pt x="167466" y="20599"/>
                    <a:pt x="167466" y="13215"/>
                  </a:cubicBezTo>
                  <a:cubicBezTo>
                    <a:pt x="167466" y="5831"/>
                    <a:pt x="161466" y="205"/>
                    <a:pt x="152995" y="205"/>
                  </a:cubicBezTo>
                  <a:cubicBezTo>
                    <a:pt x="137466" y="205"/>
                    <a:pt x="124054" y="12864"/>
                    <a:pt x="99700" y="50488"/>
                  </a:cubicBezTo>
                  <a:lnTo>
                    <a:pt x="95818" y="31148"/>
                  </a:lnTo>
                  <a:cubicBezTo>
                    <a:pt x="90877" y="7237"/>
                    <a:pt x="86994" y="205"/>
                    <a:pt x="77465" y="205"/>
                  </a:cubicBezTo>
                  <a:cubicBezTo>
                    <a:pt x="69700" y="205"/>
                    <a:pt x="57699" y="3370"/>
                    <a:pt x="36170" y="10402"/>
                  </a:cubicBezTo>
                  <a:lnTo>
                    <a:pt x="32287" y="11809"/>
                  </a:lnTo>
                  <a:lnTo>
                    <a:pt x="33699" y="17083"/>
                  </a:lnTo>
                  <a:cubicBezTo>
                    <a:pt x="47111" y="13918"/>
                    <a:pt x="50288" y="13215"/>
                    <a:pt x="53464" y="13215"/>
                  </a:cubicBezTo>
                  <a:cubicBezTo>
                    <a:pt x="62288" y="13215"/>
                    <a:pt x="64405" y="16380"/>
                    <a:pt x="69347" y="37478"/>
                  </a:cubicBezTo>
                  <a:lnTo>
                    <a:pt x="79582" y="80728"/>
                  </a:lnTo>
                  <a:lnTo>
                    <a:pt x="50641" y="121869"/>
                  </a:lnTo>
                  <a:cubicBezTo>
                    <a:pt x="43582" y="132418"/>
                    <a:pt x="36523" y="138747"/>
                    <a:pt x="32640" y="138747"/>
                  </a:cubicBezTo>
                  <a:cubicBezTo>
                    <a:pt x="30522" y="138747"/>
                    <a:pt x="26993" y="137693"/>
                    <a:pt x="23463" y="135583"/>
                  </a:cubicBezTo>
                  <a:cubicBezTo>
                    <a:pt x="18875" y="133121"/>
                    <a:pt x="14993" y="132066"/>
                    <a:pt x="12169" y="132066"/>
                  </a:cubicBezTo>
                  <a:cubicBezTo>
                    <a:pt x="5463" y="132066"/>
                    <a:pt x="169" y="137341"/>
                    <a:pt x="169" y="144374"/>
                  </a:cubicBezTo>
                  <a:cubicBezTo>
                    <a:pt x="169" y="153516"/>
                    <a:pt x="7228" y="159142"/>
                    <a:pt x="17816" y="159142"/>
                  </a:cubicBezTo>
                  <a:cubicBezTo>
                    <a:pt x="28758" y="159142"/>
                    <a:pt x="32993" y="155977"/>
                    <a:pt x="50641" y="134528"/>
                  </a:cubicBezTo>
                  <a:cubicBezTo>
                    <a:pt x="60170" y="123276"/>
                    <a:pt x="67582" y="113782"/>
                    <a:pt x="82406" y="93387"/>
                  </a:cubicBezTo>
                  <a:lnTo>
                    <a:pt x="92994" y="135583"/>
                  </a:lnTo>
                  <a:cubicBezTo>
                    <a:pt x="97583" y="153516"/>
                    <a:pt x="102171" y="159142"/>
                    <a:pt x="113465" y="159142"/>
                  </a:cubicBezTo>
                  <a:cubicBezTo>
                    <a:pt x="126877" y="159142"/>
                    <a:pt x="136054" y="150703"/>
                    <a:pt x="156525" y="119056"/>
                  </a:cubicBezTo>
                  <a:lnTo>
                    <a:pt x="151584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A4468205-1DB8-23DE-3D21-60A849F1E666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8758289" y="8202604"/>
              <a:ext cx="120143" cy="175899"/>
            </a:xfrm>
            <a:custGeom>
              <a:avLst/>
              <a:gdLst>
                <a:gd name="connsiteX0" fmla="*/ 120316 w 120143"/>
                <a:gd name="connsiteY0" fmla="*/ 115999 h 175899"/>
                <a:gd name="connsiteX1" fmla="*/ 93676 w 120143"/>
                <a:gd name="connsiteY1" fmla="*/ 115999 h 175899"/>
                <a:gd name="connsiteX2" fmla="*/ 93676 w 120143"/>
                <a:gd name="connsiteY2" fmla="*/ 207 h 175899"/>
                <a:gd name="connsiteX3" fmla="*/ 82184 w 120143"/>
                <a:gd name="connsiteY3" fmla="*/ 207 h 175899"/>
                <a:gd name="connsiteX4" fmla="*/ 173 w 120143"/>
                <a:gd name="connsiteY4" fmla="*/ 115999 h 175899"/>
                <a:gd name="connsiteX5" fmla="*/ 173 w 120143"/>
                <a:gd name="connsiteY5" fmla="*/ 132652 h 175899"/>
                <a:gd name="connsiteX6" fmla="*/ 73565 w 120143"/>
                <a:gd name="connsiteY6" fmla="*/ 132652 h 175899"/>
                <a:gd name="connsiteX7" fmla="*/ 73565 w 120143"/>
                <a:gd name="connsiteY7" fmla="*/ 176107 h 175899"/>
                <a:gd name="connsiteX8" fmla="*/ 93676 w 120143"/>
                <a:gd name="connsiteY8" fmla="*/ 176107 h 175899"/>
                <a:gd name="connsiteX9" fmla="*/ 93676 w 120143"/>
                <a:gd name="connsiteY9" fmla="*/ 132652 h 175899"/>
                <a:gd name="connsiteX10" fmla="*/ 120316 w 120143"/>
                <a:gd name="connsiteY10" fmla="*/ 132652 h 175899"/>
                <a:gd name="connsiteX11" fmla="*/ 120316 w 120143"/>
                <a:gd name="connsiteY11" fmla="*/ 115999 h 175899"/>
                <a:gd name="connsiteX12" fmla="*/ 73303 w 120143"/>
                <a:gd name="connsiteY12" fmla="*/ 115999 h 175899"/>
                <a:gd name="connsiteX13" fmla="*/ 10620 w 120143"/>
                <a:gd name="connsiteY13" fmla="*/ 115999 h 175899"/>
                <a:gd name="connsiteX14" fmla="*/ 73303 w 120143"/>
                <a:gd name="connsiteY14" fmla="*/ 26748 h 175899"/>
                <a:gd name="connsiteX15" fmla="*/ 73303 w 120143"/>
                <a:gd name="connsiteY15" fmla="*/ 11599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316" y="115999"/>
                  </a:moveTo>
                  <a:lnTo>
                    <a:pt x="93676" y="115999"/>
                  </a:lnTo>
                  <a:lnTo>
                    <a:pt x="93676" y="207"/>
                  </a:lnTo>
                  <a:lnTo>
                    <a:pt x="82184" y="207"/>
                  </a:lnTo>
                  <a:lnTo>
                    <a:pt x="173" y="115999"/>
                  </a:lnTo>
                  <a:lnTo>
                    <a:pt x="173" y="132652"/>
                  </a:lnTo>
                  <a:lnTo>
                    <a:pt x="73565" y="132652"/>
                  </a:lnTo>
                  <a:lnTo>
                    <a:pt x="73565" y="176107"/>
                  </a:lnTo>
                  <a:lnTo>
                    <a:pt x="93676" y="176107"/>
                  </a:lnTo>
                  <a:lnTo>
                    <a:pt x="93676" y="132652"/>
                  </a:lnTo>
                  <a:lnTo>
                    <a:pt x="120316" y="132652"/>
                  </a:lnTo>
                  <a:lnTo>
                    <a:pt x="120316" y="115999"/>
                  </a:lnTo>
                  <a:close/>
                  <a:moveTo>
                    <a:pt x="73303" y="115999"/>
                  </a:moveTo>
                  <a:lnTo>
                    <a:pt x="10620" y="115999"/>
                  </a:lnTo>
                  <a:lnTo>
                    <a:pt x="73303" y="26748"/>
                  </a:lnTo>
                  <a:lnTo>
                    <a:pt x="73303" y="11599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1415A8A5-AD24-BEA4-2526-CE7BA52F85EE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8982447" y="8230246"/>
              <a:ext cx="215651" cy="14065"/>
            </a:xfrm>
            <a:custGeom>
              <a:avLst/>
              <a:gdLst>
                <a:gd name="connsiteX0" fmla="*/ 203477 w 215651"/>
                <a:gd name="connsiteY0" fmla="*/ 14270 h 14065"/>
                <a:gd name="connsiteX1" fmla="*/ 215830 w 215651"/>
                <a:gd name="connsiteY1" fmla="*/ 7237 h 14065"/>
                <a:gd name="connsiteX2" fmla="*/ 203477 w 215651"/>
                <a:gd name="connsiteY2" fmla="*/ 205 h 14065"/>
                <a:gd name="connsiteX3" fmla="*/ 12532 w 215651"/>
                <a:gd name="connsiteY3" fmla="*/ 205 h 14065"/>
                <a:gd name="connsiteX4" fmla="*/ 179 w 215651"/>
                <a:gd name="connsiteY4" fmla="*/ 7237 h 14065"/>
                <a:gd name="connsiteX5" fmla="*/ 12532 w 215651"/>
                <a:gd name="connsiteY5" fmla="*/ 14270 h 14065"/>
                <a:gd name="connsiteX6" fmla="*/ 203477 w 215651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477" y="14270"/>
                  </a:moveTo>
                  <a:cubicBezTo>
                    <a:pt x="209477" y="14270"/>
                    <a:pt x="215830" y="14270"/>
                    <a:pt x="215830" y="7237"/>
                  </a:cubicBezTo>
                  <a:cubicBezTo>
                    <a:pt x="215830" y="205"/>
                    <a:pt x="209477" y="205"/>
                    <a:pt x="203477" y="205"/>
                  </a:cubicBezTo>
                  <a:lnTo>
                    <a:pt x="12532" y="205"/>
                  </a:lnTo>
                  <a:cubicBezTo>
                    <a:pt x="6532" y="205"/>
                    <a:pt x="179" y="205"/>
                    <a:pt x="179" y="7237"/>
                  </a:cubicBezTo>
                  <a:cubicBezTo>
                    <a:pt x="179" y="14270"/>
                    <a:pt x="6532" y="14270"/>
                    <a:pt x="12532" y="14270"/>
                  </a:cubicBezTo>
                  <a:lnTo>
                    <a:pt x="203477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0E700C4B-7777-CA69-8136-25540241EA7C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9268092" y="8170118"/>
              <a:ext cx="167297" cy="158937"/>
            </a:xfrm>
            <a:custGeom>
              <a:avLst/>
              <a:gdLst>
                <a:gd name="connsiteX0" fmla="*/ 151603 w 167297"/>
                <a:gd name="connsiteY0" fmla="*/ 116243 h 158937"/>
                <a:gd name="connsiteX1" fmla="*/ 143838 w 167297"/>
                <a:gd name="connsiteY1" fmla="*/ 125737 h 158937"/>
                <a:gd name="connsiteX2" fmla="*/ 127602 w 167297"/>
                <a:gd name="connsiteY2" fmla="*/ 139802 h 158937"/>
                <a:gd name="connsiteX3" fmla="*/ 116661 w 167297"/>
                <a:gd name="connsiteY3" fmla="*/ 125385 h 158937"/>
                <a:gd name="connsiteX4" fmla="*/ 115249 w 167297"/>
                <a:gd name="connsiteY4" fmla="*/ 119408 h 158937"/>
                <a:gd name="connsiteX5" fmla="*/ 102543 w 167297"/>
                <a:gd name="connsiteY5" fmla="*/ 62444 h 158937"/>
                <a:gd name="connsiteX6" fmla="*/ 137132 w 167297"/>
                <a:gd name="connsiteY6" fmla="*/ 19896 h 158937"/>
                <a:gd name="connsiteX7" fmla="*/ 145603 w 167297"/>
                <a:gd name="connsiteY7" fmla="*/ 22709 h 158937"/>
                <a:gd name="connsiteX8" fmla="*/ 155132 w 167297"/>
                <a:gd name="connsiteY8" fmla="*/ 25874 h 158937"/>
                <a:gd name="connsiteX9" fmla="*/ 167485 w 167297"/>
                <a:gd name="connsiteY9" fmla="*/ 13215 h 158937"/>
                <a:gd name="connsiteX10" fmla="*/ 153015 w 167297"/>
                <a:gd name="connsiteY10" fmla="*/ 205 h 158937"/>
                <a:gd name="connsiteX11" fmla="*/ 99719 w 167297"/>
                <a:gd name="connsiteY11" fmla="*/ 50488 h 158937"/>
                <a:gd name="connsiteX12" fmla="*/ 95837 w 167297"/>
                <a:gd name="connsiteY12" fmla="*/ 31148 h 158937"/>
                <a:gd name="connsiteX13" fmla="*/ 77484 w 167297"/>
                <a:gd name="connsiteY13" fmla="*/ 205 h 158937"/>
                <a:gd name="connsiteX14" fmla="*/ 36189 w 167297"/>
                <a:gd name="connsiteY14" fmla="*/ 10402 h 158937"/>
                <a:gd name="connsiteX15" fmla="*/ 32306 w 167297"/>
                <a:gd name="connsiteY15" fmla="*/ 11809 h 158937"/>
                <a:gd name="connsiteX16" fmla="*/ 33718 w 167297"/>
                <a:gd name="connsiteY16" fmla="*/ 17083 h 158937"/>
                <a:gd name="connsiteX17" fmla="*/ 53483 w 167297"/>
                <a:gd name="connsiteY17" fmla="*/ 13215 h 158937"/>
                <a:gd name="connsiteX18" fmla="*/ 69366 w 167297"/>
                <a:gd name="connsiteY18" fmla="*/ 37478 h 158937"/>
                <a:gd name="connsiteX19" fmla="*/ 79601 w 167297"/>
                <a:gd name="connsiteY19" fmla="*/ 80728 h 158937"/>
                <a:gd name="connsiteX20" fmla="*/ 50660 w 167297"/>
                <a:gd name="connsiteY20" fmla="*/ 121869 h 158937"/>
                <a:gd name="connsiteX21" fmla="*/ 32659 w 167297"/>
                <a:gd name="connsiteY21" fmla="*/ 138747 h 158937"/>
                <a:gd name="connsiteX22" fmla="*/ 23483 w 167297"/>
                <a:gd name="connsiteY22" fmla="*/ 135583 h 158937"/>
                <a:gd name="connsiteX23" fmla="*/ 12188 w 167297"/>
                <a:gd name="connsiteY23" fmla="*/ 132066 h 158937"/>
                <a:gd name="connsiteX24" fmla="*/ 188 w 167297"/>
                <a:gd name="connsiteY24" fmla="*/ 144374 h 158937"/>
                <a:gd name="connsiteX25" fmla="*/ 17835 w 167297"/>
                <a:gd name="connsiteY25" fmla="*/ 159142 h 158937"/>
                <a:gd name="connsiteX26" fmla="*/ 50660 w 167297"/>
                <a:gd name="connsiteY26" fmla="*/ 134528 h 158937"/>
                <a:gd name="connsiteX27" fmla="*/ 82425 w 167297"/>
                <a:gd name="connsiteY27" fmla="*/ 93387 h 158937"/>
                <a:gd name="connsiteX28" fmla="*/ 93013 w 167297"/>
                <a:gd name="connsiteY28" fmla="*/ 135583 h 158937"/>
                <a:gd name="connsiteX29" fmla="*/ 113484 w 167297"/>
                <a:gd name="connsiteY29" fmla="*/ 159142 h 158937"/>
                <a:gd name="connsiteX30" fmla="*/ 156544 w 167297"/>
                <a:gd name="connsiteY30" fmla="*/ 119056 h 158937"/>
                <a:gd name="connsiteX31" fmla="*/ 151603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03" y="116243"/>
                  </a:moveTo>
                  <a:cubicBezTo>
                    <a:pt x="148779" y="119408"/>
                    <a:pt x="147014" y="121518"/>
                    <a:pt x="143838" y="125737"/>
                  </a:cubicBezTo>
                  <a:cubicBezTo>
                    <a:pt x="135720" y="136286"/>
                    <a:pt x="131485" y="139802"/>
                    <a:pt x="127602" y="139802"/>
                  </a:cubicBezTo>
                  <a:cubicBezTo>
                    <a:pt x="122308" y="139802"/>
                    <a:pt x="119132" y="135231"/>
                    <a:pt x="116661" y="125385"/>
                  </a:cubicBezTo>
                  <a:cubicBezTo>
                    <a:pt x="115955" y="122572"/>
                    <a:pt x="115602" y="120463"/>
                    <a:pt x="115249" y="119408"/>
                  </a:cubicBezTo>
                  <a:cubicBezTo>
                    <a:pt x="106425" y="83893"/>
                    <a:pt x="102543" y="67718"/>
                    <a:pt x="102543" y="62444"/>
                  </a:cubicBezTo>
                  <a:cubicBezTo>
                    <a:pt x="118073" y="35368"/>
                    <a:pt x="130779" y="19896"/>
                    <a:pt x="137132" y="19896"/>
                  </a:cubicBezTo>
                  <a:cubicBezTo>
                    <a:pt x="139250" y="19896"/>
                    <a:pt x="142073" y="20951"/>
                    <a:pt x="145603" y="22709"/>
                  </a:cubicBezTo>
                  <a:cubicBezTo>
                    <a:pt x="149838" y="25171"/>
                    <a:pt x="152309" y="25874"/>
                    <a:pt x="155132" y="25874"/>
                  </a:cubicBezTo>
                  <a:cubicBezTo>
                    <a:pt x="162544" y="25874"/>
                    <a:pt x="167485" y="20599"/>
                    <a:pt x="167485" y="13215"/>
                  </a:cubicBezTo>
                  <a:cubicBezTo>
                    <a:pt x="167485" y="5831"/>
                    <a:pt x="161485" y="205"/>
                    <a:pt x="153015" y="205"/>
                  </a:cubicBezTo>
                  <a:cubicBezTo>
                    <a:pt x="137485" y="205"/>
                    <a:pt x="124073" y="12864"/>
                    <a:pt x="99719" y="50488"/>
                  </a:cubicBezTo>
                  <a:lnTo>
                    <a:pt x="95837" y="31148"/>
                  </a:lnTo>
                  <a:cubicBezTo>
                    <a:pt x="90896" y="7237"/>
                    <a:pt x="87013" y="205"/>
                    <a:pt x="77484" y="205"/>
                  </a:cubicBezTo>
                  <a:cubicBezTo>
                    <a:pt x="69719" y="205"/>
                    <a:pt x="57719" y="3370"/>
                    <a:pt x="36189" y="10402"/>
                  </a:cubicBezTo>
                  <a:lnTo>
                    <a:pt x="32306" y="11809"/>
                  </a:lnTo>
                  <a:lnTo>
                    <a:pt x="33718" y="17083"/>
                  </a:lnTo>
                  <a:cubicBezTo>
                    <a:pt x="47130" y="13918"/>
                    <a:pt x="50307" y="13215"/>
                    <a:pt x="53483" y="13215"/>
                  </a:cubicBezTo>
                  <a:cubicBezTo>
                    <a:pt x="62307" y="13215"/>
                    <a:pt x="64425" y="16380"/>
                    <a:pt x="69366" y="37478"/>
                  </a:cubicBezTo>
                  <a:lnTo>
                    <a:pt x="79601" y="80728"/>
                  </a:lnTo>
                  <a:lnTo>
                    <a:pt x="50660" y="121869"/>
                  </a:lnTo>
                  <a:cubicBezTo>
                    <a:pt x="43601" y="132418"/>
                    <a:pt x="36542" y="138747"/>
                    <a:pt x="32659" y="138747"/>
                  </a:cubicBezTo>
                  <a:cubicBezTo>
                    <a:pt x="30542" y="138747"/>
                    <a:pt x="27012" y="137693"/>
                    <a:pt x="23483" y="135583"/>
                  </a:cubicBezTo>
                  <a:cubicBezTo>
                    <a:pt x="18894" y="133121"/>
                    <a:pt x="15012" y="132066"/>
                    <a:pt x="12188" y="132066"/>
                  </a:cubicBezTo>
                  <a:cubicBezTo>
                    <a:pt x="5482" y="132066"/>
                    <a:pt x="188" y="137341"/>
                    <a:pt x="188" y="144374"/>
                  </a:cubicBezTo>
                  <a:cubicBezTo>
                    <a:pt x="188" y="153516"/>
                    <a:pt x="7247" y="159142"/>
                    <a:pt x="17835" y="159142"/>
                  </a:cubicBezTo>
                  <a:cubicBezTo>
                    <a:pt x="28777" y="159142"/>
                    <a:pt x="33012" y="155977"/>
                    <a:pt x="50660" y="134528"/>
                  </a:cubicBezTo>
                  <a:cubicBezTo>
                    <a:pt x="60189" y="123276"/>
                    <a:pt x="67601" y="113782"/>
                    <a:pt x="82425" y="93387"/>
                  </a:cubicBezTo>
                  <a:lnTo>
                    <a:pt x="93013" y="135583"/>
                  </a:lnTo>
                  <a:cubicBezTo>
                    <a:pt x="97602" y="153516"/>
                    <a:pt x="102190" y="159142"/>
                    <a:pt x="113484" y="159142"/>
                  </a:cubicBezTo>
                  <a:cubicBezTo>
                    <a:pt x="126896" y="159142"/>
                    <a:pt x="136073" y="150703"/>
                    <a:pt x="156544" y="119056"/>
                  </a:cubicBezTo>
                  <a:lnTo>
                    <a:pt x="151603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B126D0E4-AF2F-57BD-A371-BEFE85D7E31D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9441184" y="8202604"/>
              <a:ext cx="118053" cy="179542"/>
            </a:xfrm>
            <a:custGeom>
              <a:avLst/>
              <a:gdLst>
                <a:gd name="connsiteX0" fmla="*/ 60264 w 118053"/>
                <a:gd name="connsiteY0" fmla="*/ 207 h 179542"/>
                <a:gd name="connsiteX1" fmla="*/ 25265 w 118053"/>
                <a:gd name="connsiteY1" fmla="*/ 13738 h 179542"/>
                <a:gd name="connsiteX2" fmla="*/ 192 w 118053"/>
                <a:gd name="connsiteY2" fmla="*/ 88677 h 179542"/>
                <a:gd name="connsiteX3" fmla="*/ 21086 w 118053"/>
                <a:gd name="connsiteY3" fmla="*/ 162056 h 179542"/>
                <a:gd name="connsiteX4" fmla="*/ 59219 w 118053"/>
                <a:gd name="connsiteY4" fmla="*/ 179750 h 179542"/>
                <a:gd name="connsiteX5" fmla="*/ 93172 w 118053"/>
                <a:gd name="connsiteY5" fmla="*/ 166219 h 179542"/>
                <a:gd name="connsiteX6" fmla="*/ 118246 w 118053"/>
                <a:gd name="connsiteY6" fmla="*/ 90239 h 179542"/>
                <a:gd name="connsiteX7" fmla="*/ 60264 w 118053"/>
                <a:gd name="connsiteY7" fmla="*/ 207 h 179542"/>
                <a:gd name="connsiteX8" fmla="*/ 59480 w 118053"/>
                <a:gd name="connsiteY8" fmla="*/ 6973 h 179542"/>
                <a:gd name="connsiteX9" fmla="*/ 93172 w 118053"/>
                <a:gd name="connsiteY9" fmla="*/ 90759 h 179542"/>
                <a:gd name="connsiteX10" fmla="*/ 59219 w 118053"/>
                <a:gd name="connsiteY10" fmla="*/ 172984 h 179542"/>
                <a:gd name="connsiteX11" fmla="*/ 25265 w 118053"/>
                <a:gd name="connsiteY11" fmla="*/ 91019 h 179542"/>
                <a:gd name="connsiteX12" fmla="*/ 59480 w 118053"/>
                <a:gd name="connsiteY12" fmla="*/ 6973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79542">
                  <a:moveTo>
                    <a:pt x="60264" y="207"/>
                  </a:moveTo>
                  <a:cubicBezTo>
                    <a:pt x="45899" y="207"/>
                    <a:pt x="34929" y="4631"/>
                    <a:pt x="25265" y="13738"/>
                  </a:cubicBezTo>
                  <a:cubicBezTo>
                    <a:pt x="10117" y="28310"/>
                    <a:pt x="192" y="58233"/>
                    <a:pt x="192" y="88677"/>
                  </a:cubicBezTo>
                  <a:cubicBezTo>
                    <a:pt x="192" y="117040"/>
                    <a:pt x="8811" y="147484"/>
                    <a:pt x="21086" y="162056"/>
                  </a:cubicBezTo>
                  <a:cubicBezTo>
                    <a:pt x="30750" y="173505"/>
                    <a:pt x="44070" y="179750"/>
                    <a:pt x="59219" y="179750"/>
                  </a:cubicBezTo>
                  <a:cubicBezTo>
                    <a:pt x="72539" y="179750"/>
                    <a:pt x="83770" y="175326"/>
                    <a:pt x="93172" y="166219"/>
                  </a:cubicBezTo>
                  <a:cubicBezTo>
                    <a:pt x="108321" y="151908"/>
                    <a:pt x="118246" y="121724"/>
                    <a:pt x="118246" y="90239"/>
                  </a:cubicBezTo>
                  <a:cubicBezTo>
                    <a:pt x="118246" y="36896"/>
                    <a:pt x="94478" y="207"/>
                    <a:pt x="60264" y="207"/>
                  </a:cubicBezTo>
                  <a:close/>
                  <a:moveTo>
                    <a:pt x="59480" y="6973"/>
                  </a:moveTo>
                  <a:cubicBezTo>
                    <a:pt x="81419" y="6973"/>
                    <a:pt x="93172" y="36376"/>
                    <a:pt x="93172" y="90759"/>
                  </a:cubicBezTo>
                  <a:cubicBezTo>
                    <a:pt x="93172" y="145142"/>
                    <a:pt x="81680" y="172984"/>
                    <a:pt x="59219" y="172984"/>
                  </a:cubicBezTo>
                  <a:cubicBezTo>
                    <a:pt x="36757" y="172984"/>
                    <a:pt x="25265" y="145142"/>
                    <a:pt x="25265" y="91019"/>
                  </a:cubicBezTo>
                  <a:cubicBezTo>
                    <a:pt x="25265" y="35856"/>
                    <a:pt x="37018" y="6973"/>
                    <a:pt x="59480" y="697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C5675B1B-C81E-029B-800A-B7613BB4F3B2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9603828" y="8061464"/>
              <a:ext cx="81883" cy="351630"/>
            </a:xfrm>
            <a:custGeom>
              <a:avLst/>
              <a:gdLst>
                <a:gd name="connsiteX0" fmla="*/ 82081 w 81883"/>
                <a:gd name="connsiteY0" fmla="*/ 176020 h 351630"/>
                <a:gd name="connsiteX1" fmla="*/ 58786 w 81883"/>
                <a:gd name="connsiteY1" fmla="*/ 66311 h 351630"/>
                <a:gd name="connsiteX2" fmla="*/ 3727 w 81883"/>
                <a:gd name="connsiteY2" fmla="*/ 204 h 351630"/>
                <a:gd name="connsiteX3" fmla="*/ 197 w 81883"/>
                <a:gd name="connsiteY3" fmla="*/ 3721 h 351630"/>
                <a:gd name="connsiteX4" fmla="*/ 6903 w 81883"/>
                <a:gd name="connsiteY4" fmla="*/ 11808 h 351630"/>
                <a:gd name="connsiteX5" fmla="*/ 61610 w 81883"/>
                <a:gd name="connsiteY5" fmla="*/ 176020 h 351630"/>
                <a:gd name="connsiteX6" fmla="*/ 4785 w 81883"/>
                <a:gd name="connsiteY6" fmla="*/ 342341 h 351630"/>
                <a:gd name="connsiteX7" fmla="*/ 197 w 81883"/>
                <a:gd name="connsiteY7" fmla="*/ 348319 h 351630"/>
                <a:gd name="connsiteX8" fmla="*/ 3727 w 81883"/>
                <a:gd name="connsiteY8" fmla="*/ 351835 h 351630"/>
                <a:gd name="connsiteX9" fmla="*/ 59845 w 81883"/>
                <a:gd name="connsiteY9" fmla="*/ 283267 h 351630"/>
                <a:gd name="connsiteX10" fmla="*/ 82081 w 81883"/>
                <a:gd name="connsiteY10" fmla="*/ 17602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1" y="176020"/>
                  </a:moveTo>
                  <a:cubicBezTo>
                    <a:pt x="82081" y="148592"/>
                    <a:pt x="78199" y="106045"/>
                    <a:pt x="58786" y="66311"/>
                  </a:cubicBezTo>
                  <a:cubicBezTo>
                    <a:pt x="37610" y="23060"/>
                    <a:pt x="7256" y="204"/>
                    <a:pt x="3727" y="204"/>
                  </a:cubicBezTo>
                  <a:cubicBezTo>
                    <a:pt x="1609" y="204"/>
                    <a:pt x="197" y="1611"/>
                    <a:pt x="197" y="3721"/>
                  </a:cubicBezTo>
                  <a:cubicBezTo>
                    <a:pt x="197" y="4775"/>
                    <a:pt x="197" y="5479"/>
                    <a:pt x="6903" y="11808"/>
                  </a:cubicBezTo>
                  <a:cubicBezTo>
                    <a:pt x="41492" y="46619"/>
                    <a:pt x="61610" y="102529"/>
                    <a:pt x="61610" y="176020"/>
                  </a:cubicBezTo>
                  <a:cubicBezTo>
                    <a:pt x="61610" y="236148"/>
                    <a:pt x="48551" y="298036"/>
                    <a:pt x="4785" y="342341"/>
                  </a:cubicBezTo>
                  <a:cubicBezTo>
                    <a:pt x="197" y="346561"/>
                    <a:pt x="197" y="347264"/>
                    <a:pt x="197" y="348319"/>
                  </a:cubicBezTo>
                  <a:cubicBezTo>
                    <a:pt x="197" y="350429"/>
                    <a:pt x="1609" y="351835"/>
                    <a:pt x="3727" y="351835"/>
                  </a:cubicBezTo>
                  <a:cubicBezTo>
                    <a:pt x="7256" y="351835"/>
                    <a:pt x="39021" y="327924"/>
                    <a:pt x="59845" y="283267"/>
                  </a:cubicBezTo>
                  <a:cubicBezTo>
                    <a:pt x="77846" y="244588"/>
                    <a:pt x="82081" y="205557"/>
                    <a:pt x="82081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32CA2DE4-57BC-C2EC-CD4A-FFD60D755AA8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9756105" y="8061464"/>
              <a:ext cx="81883" cy="351630"/>
            </a:xfrm>
            <a:custGeom>
              <a:avLst/>
              <a:gdLst>
                <a:gd name="connsiteX0" fmla="*/ 82085 w 81883"/>
                <a:gd name="connsiteY0" fmla="*/ 348319 h 351630"/>
                <a:gd name="connsiteX1" fmla="*/ 76085 w 81883"/>
                <a:gd name="connsiteY1" fmla="*/ 340583 h 351630"/>
                <a:gd name="connsiteX2" fmla="*/ 20672 w 81883"/>
                <a:gd name="connsiteY2" fmla="*/ 176020 h 351630"/>
                <a:gd name="connsiteX3" fmla="*/ 77497 w 81883"/>
                <a:gd name="connsiteY3" fmla="*/ 9698 h 351630"/>
                <a:gd name="connsiteX4" fmla="*/ 82085 w 81883"/>
                <a:gd name="connsiteY4" fmla="*/ 3721 h 351630"/>
                <a:gd name="connsiteX5" fmla="*/ 78555 w 81883"/>
                <a:gd name="connsiteY5" fmla="*/ 204 h 351630"/>
                <a:gd name="connsiteX6" fmla="*/ 22437 w 81883"/>
                <a:gd name="connsiteY6" fmla="*/ 68772 h 351630"/>
                <a:gd name="connsiteX7" fmla="*/ 201 w 81883"/>
                <a:gd name="connsiteY7" fmla="*/ 176020 h 351630"/>
                <a:gd name="connsiteX8" fmla="*/ 23496 w 81883"/>
                <a:gd name="connsiteY8" fmla="*/ 285728 h 351630"/>
                <a:gd name="connsiteX9" fmla="*/ 78555 w 81883"/>
                <a:gd name="connsiteY9" fmla="*/ 351835 h 351630"/>
                <a:gd name="connsiteX10" fmla="*/ 82085 w 81883"/>
                <a:gd name="connsiteY10" fmla="*/ 34831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085" y="348319"/>
                  </a:moveTo>
                  <a:cubicBezTo>
                    <a:pt x="82085" y="347264"/>
                    <a:pt x="82085" y="346561"/>
                    <a:pt x="76085" y="340583"/>
                  </a:cubicBezTo>
                  <a:cubicBezTo>
                    <a:pt x="31966" y="296277"/>
                    <a:pt x="20672" y="229819"/>
                    <a:pt x="20672" y="176020"/>
                  </a:cubicBezTo>
                  <a:cubicBezTo>
                    <a:pt x="20672" y="114836"/>
                    <a:pt x="34084" y="53652"/>
                    <a:pt x="77497" y="9698"/>
                  </a:cubicBezTo>
                  <a:cubicBezTo>
                    <a:pt x="82085" y="5479"/>
                    <a:pt x="82085" y="4775"/>
                    <a:pt x="82085" y="3721"/>
                  </a:cubicBezTo>
                  <a:cubicBezTo>
                    <a:pt x="82085" y="1259"/>
                    <a:pt x="80673" y="204"/>
                    <a:pt x="78555" y="204"/>
                  </a:cubicBezTo>
                  <a:cubicBezTo>
                    <a:pt x="75026" y="204"/>
                    <a:pt x="43261" y="24115"/>
                    <a:pt x="22437" y="68772"/>
                  </a:cubicBezTo>
                  <a:cubicBezTo>
                    <a:pt x="4436" y="107452"/>
                    <a:pt x="201" y="146483"/>
                    <a:pt x="201" y="176020"/>
                  </a:cubicBezTo>
                  <a:cubicBezTo>
                    <a:pt x="201" y="203447"/>
                    <a:pt x="4084" y="245994"/>
                    <a:pt x="23496" y="285728"/>
                  </a:cubicBezTo>
                  <a:cubicBezTo>
                    <a:pt x="44672" y="328979"/>
                    <a:pt x="75026" y="351835"/>
                    <a:pt x="78555" y="351835"/>
                  </a:cubicBezTo>
                  <a:cubicBezTo>
                    <a:pt x="80673" y="351835"/>
                    <a:pt x="82085" y="350780"/>
                    <a:pt x="82085" y="34831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70AC4FEF-FB27-8632-5CDB-573DA6099945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9849087" y="8170118"/>
              <a:ext cx="167297" cy="158937"/>
            </a:xfrm>
            <a:custGeom>
              <a:avLst/>
              <a:gdLst>
                <a:gd name="connsiteX0" fmla="*/ 151619 w 167297"/>
                <a:gd name="connsiteY0" fmla="*/ 116243 h 158937"/>
                <a:gd name="connsiteX1" fmla="*/ 143854 w 167297"/>
                <a:gd name="connsiteY1" fmla="*/ 125737 h 158937"/>
                <a:gd name="connsiteX2" fmla="*/ 127619 w 167297"/>
                <a:gd name="connsiteY2" fmla="*/ 139802 h 158937"/>
                <a:gd name="connsiteX3" fmla="*/ 116677 w 167297"/>
                <a:gd name="connsiteY3" fmla="*/ 125385 h 158937"/>
                <a:gd name="connsiteX4" fmla="*/ 115265 w 167297"/>
                <a:gd name="connsiteY4" fmla="*/ 119408 h 158937"/>
                <a:gd name="connsiteX5" fmla="*/ 102559 w 167297"/>
                <a:gd name="connsiteY5" fmla="*/ 62444 h 158937"/>
                <a:gd name="connsiteX6" fmla="*/ 137148 w 167297"/>
                <a:gd name="connsiteY6" fmla="*/ 19896 h 158937"/>
                <a:gd name="connsiteX7" fmla="*/ 145619 w 167297"/>
                <a:gd name="connsiteY7" fmla="*/ 22709 h 158937"/>
                <a:gd name="connsiteX8" fmla="*/ 155149 w 167297"/>
                <a:gd name="connsiteY8" fmla="*/ 25874 h 158937"/>
                <a:gd name="connsiteX9" fmla="*/ 167502 w 167297"/>
                <a:gd name="connsiteY9" fmla="*/ 13215 h 158937"/>
                <a:gd name="connsiteX10" fmla="*/ 153031 w 167297"/>
                <a:gd name="connsiteY10" fmla="*/ 205 h 158937"/>
                <a:gd name="connsiteX11" fmla="*/ 99736 w 167297"/>
                <a:gd name="connsiteY11" fmla="*/ 50488 h 158937"/>
                <a:gd name="connsiteX12" fmla="*/ 95853 w 167297"/>
                <a:gd name="connsiteY12" fmla="*/ 31148 h 158937"/>
                <a:gd name="connsiteX13" fmla="*/ 77500 w 167297"/>
                <a:gd name="connsiteY13" fmla="*/ 205 h 158937"/>
                <a:gd name="connsiteX14" fmla="*/ 36205 w 167297"/>
                <a:gd name="connsiteY14" fmla="*/ 10402 h 158937"/>
                <a:gd name="connsiteX15" fmla="*/ 32323 w 167297"/>
                <a:gd name="connsiteY15" fmla="*/ 11809 h 158937"/>
                <a:gd name="connsiteX16" fmla="*/ 33734 w 167297"/>
                <a:gd name="connsiteY16" fmla="*/ 17083 h 158937"/>
                <a:gd name="connsiteX17" fmla="*/ 53500 w 167297"/>
                <a:gd name="connsiteY17" fmla="*/ 13215 h 158937"/>
                <a:gd name="connsiteX18" fmla="*/ 69382 w 167297"/>
                <a:gd name="connsiteY18" fmla="*/ 37478 h 158937"/>
                <a:gd name="connsiteX19" fmla="*/ 79618 w 167297"/>
                <a:gd name="connsiteY19" fmla="*/ 80728 h 158937"/>
                <a:gd name="connsiteX20" fmla="*/ 50676 w 167297"/>
                <a:gd name="connsiteY20" fmla="*/ 121869 h 158937"/>
                <a:gd name="connsiteX21" fmla="*/ 32676 w 167297"/>
                <a:gd name="connsiteY21" fmla="*/ 138747 h 158937"/>
                <a:gd name="connsiteX22" fmla="*/ 23499 w 167297"/>
                <a:gd name="connsiteY22" fmla="*/ 135583 h 158937"/>
                <a:gd name="connsiteX23" fmla="*/ 12205 w 167297"/>
                <a:gd name="connsiteY23" fmla="*/ 132066 h 158937"/>
                <a:gd name="connsiteX24" fmla="*/ 204 w 167297"/>
                <a:gd name="connsiteY24" fmla="*/ 144374 h 158937"/>
                <a:gd name="connsiteX25" fmla="*/ 17852 w 167297"/>
                <a:gd name="connsiteY25" fmla="*/ 159142 h 158937"/>
                <a:gd name="connsiteX26" fmla="*/ 50676 w 167297"/>
                <a:gd name="connsiteY26" fmla="*/ 134528 h 158937"/>
                <a:gd name="connsiteX27" fmla="*/ 82441 w 167297"/>
                <a:gd name="connsiteY27" fmla="*/ 93387 h 158937"/>
                <a:gd name="connsiteX28" fmla="*/ 93030 w 167297"/>
                <a:gd name="connsiteY28" fmla="*/ 135583 h 158937"/>
                <a:gd name="connsiteX29" fmla="*/ 113501 w 167297"/>
                <a:gd name="connsiteY29" fmla="*/ 159142 h 158937"/>
                <a:gd name="connsiteX30" fmla="*/ 156560 w 167297"/>
                <a:gd name="connsiteY30" fmla="*/ 119056 h 158937"/>
                <a:gd name="connsiteX31" fmla="*/ 151619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19" y="116243"/>
                  </a:moveTo>
                  <a:cubicBezTo>
                    <a:pt x="148796" y="119408"/>
                    <a:pt x="147031" y="121518"/>
                    <a:pt x="143854" y="125737"/>
                  </a:cubicBezTo>
                  <a:cubicBezTo>
                    <a:pt x="135736" y="136286"/>
                    <a:pt x="131501" y="139802"/>
                    <a:pt x="127619" y="139802"/>
                  </a:cubicBezTo>
                  <a:cubicBezTo>
                    <a:pt x="122324" y="139802"/>
                    <a:pt x="119148" y="135231"/>
                    <a:pt x="116677" y="125385"/>
                  </a:cubicBezTo>
                  <a:cubicBezTo>
                    <a:pt x="115971" y="122572"/>
                    <a:pt x="115618" y="120463"/>
                    <a:pt x="115265" y="119408"/>
                  </a:cubicBezTo>
                  <a:cubicBezTo>
                    <a:pt x="106442" y="83893"/>
                    <a:pt x="102559" y="67718"/>
                    <a:pt x="102559" y="62444"/>
                  </a:cubicBezTo>
                  <a:cubicBezTo>
                    <a:pt x="118089" y="35368"/>
                    <a:pt x="130795" y="19896"/>
                    <a:pt x="137148" y="19896"/>
                  </a:cubicBezTo>
                  <a:cubicBezTo>
                    <a:pt x="139266" y="19896"/>
                    <a:pt x="142089" y="20951"/>
                    <a:pt x="145619" y="22709"/>
                  </a:cubicBezTo>
                  <a:cubicBezTo>
                    <a:pt x="149854" y="25171"/>
                    <a:pt x="152325" y="25874"/>
                    <a:pt x="155149" y="25874"/>
                  </a:cubicBezTo>
                  <a:cubicBezTo>
                    <a:pt x="162561" y="25874"/>
                    <a:pt x="167502" y="20599"/>
                    <a:pt x="167502" y="13215"/>
                  </a:cubicBezTo>
                  <a:cubicBezTo>
                    <a:pt x="167502" y="5831"/>
                    <a:pt x="161502" y="205"/>
                    <a:pt x="153031" y="205"/>
                  </a:cubicBezTo>
                  <a:cubicBezTo>
                    <a:pt x="137501" y="205"/>
                    <a:pt x="124089" y="12864"/>
                    <a:pt x="99736" y="50488"/>
                  </a:cubicBezTo>
                  <a:lnTo>
                    <a:pt x="95853" y="31148"/>
                  </a:lnTo>
                  <a:cubicBezTo>
                    <a:pt x="90912" y="7237"/>
                    <a:pt x="87030" y="205"/>
                    <a:pt x="77500" y="205"/>
                  </a:cubicBezTo>
                  <a:cubicBezTo>
                    <a:pt x="69735" y="205"/>
                    <a:pt x="57735" y="3370"/>
                    <a:pt x="36205" y="10402"/>
                  </a:cubicBezTo>
                  <a:lnTo>
                    <a:pt x="32323" y="11809"/>
                  </a:lnTo>
                  <a:lnTo>
                    <a:pt x="33734" y="17083"/>
                  </a:lnTo>
                  <a:cubicBezTo>
                    <a:pt x="47146" y="13918"/>
                    <a:pt x="50323" y="13215"/>
                    <a:pt x="53500" y="13215"/>
                  </a:cubicBezTo>
                  <a:cubicBezTo>
                    <a:pt x="62323" y="13215"/>
                    <a:pt x="64441" y="16380"/>
                    <a:pt x="69382" y="37478"/>
                  </a:cubicBezTo>
                  <a:lnTo>
                    <a:pt x="79618" y="80728"/>
                  </a:lnTo>
                  <a:lnTo>
                    <a:pt x="50676" y="121869"/>
                  </a:lnTo>
                  <a:cubicBezTo>
                    <a:pt x="43617" y="132418"/>
                    <a:pt x="36558" y="138747"/>
                    <a:pt x="32676" y="138747"/>
                  </a:cubicBezTo>
                  <a:cubicBezTo>
                    <a:pt x="30558" y="138747"/>
                    <a:pt x="27028" y="137693"/>
                    <a:pt x="23499" y="135583"/>
                  </a:cubicBezTo>
                  <a:cubicBezTo>
                    <a:pt x="18911" y="133121"/>
                    <a:pt x="15028" y="132066"/>
                    <a:pt x="12205" y="132066"/>
                  </a:cubicBezTo>
                  <a:cubicBezTo>
                    <a:pt x="5499" y="132066"/>
                    <a:pt x="204" y="137341"/>
                    <a:pt x="204" y="144374"/>
                  </a:cubicBezTo>
                  <a:cubicBezTo>
                    <a:pt x="204" y="153516"/>
                    <a:pt x="7263" y="159142"/>
                    <a:pt x="17852" y="159142"/>
                  </a:cubicBezTo>
                  <a:cubicBezTo>
                    <a:pt x="28793" y="159142"/>
                    <a:pt x="33029" y="155977"/>
                    <a:pt x="50676" y="134528"/>
                  </a:cubicBezTo>
                  <a:cubicBezTo>
                    <a:pt x="60206" y="123276"/>
                    <a:pt x="67617" y="113782"/>
                    <a:pt x="82441" y="93387"/>
                  </a:cubicBezTo>
                  <a:lnTo>
                    <a:pt x="93030" y="135583"/>
                  </a:lnTo>
                  <a:cubicBezTo>
                    <a:pt x="97618" y="153516"/>
                    <a:pt x="102206" y="159142"/>
                    <a:pt x="113501" y="159142"/>
                  </a:cubicBezTo>
                  <a:cubicBezTo>
                    <a:pt x="126913" y="159142"/>
                    <a:pt x="136089" y="150703"/>
                    <a:pt x="156560" y="119056"/>
                  </a:cubicBezTo>
                  <a:lnTo>
                    <a:pt x="151619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021EAAA9-1513-0162-4675-239818E5F4A4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10019045" y="8202604"/>
              <a:ext cx="120143" cy="175899"/>
            </a:xfrm>
            <a:custGeom>
              <a:avLst/>
              <a:gdLst>
                <a:gd name="connsiteX0" fmla="*/ 120352 w 120143"/>
                <a:gd name="connsiteY0" fmla="*/ 115999 h 175899"/>
                <a:gd name="connsiteX1" fmla="*/ 93711 w 120143"/>
                <a:gd name="connsiteY1" fmla="*/ 115999 h 175899"/>
                <a:gd name="connsiteX2" fmla="*/ 93711 w 120143"/>
                <a:gd name="connsiteY2" fmla="*/ 207 h 175899"/>
                <a:gd name="connsiteX3" fmla="*/ 82219 w 120143"/>
                <a:gd name="connsiteY3" fmla="*/ 207 h 175899"/>
                <a:gd name="connsiteX4" fmla="*/ 208 w 120143"/>
                <a:gd name="connsiteY4" fmla="*/ 115999 h 175899"/>
                <a:gd name="connsiteX5" fmla="*/ 208 w 120143"/>
                <a:gd name="connsiteY5" fmla="*/ 132652 h 175899"/>
                <a:gd name="connsiteX6" fmla="*/ 73600 w 120143"/>
                <a:gd name="connsiteY6" fmla="*/ 132652 h 175899"/>
                <a:gd name="connsiteX7" fmla="*/ 73600 w 120143"/>
                <a:gd name="connsiteY7" fmla="*/ 176107 h 175899"/>
                <a:gd name="connsiteX8" fmla="*/ 93711 w 120143"/>
                <a:gd name="connsiteY8" fmla="*/ 176107 h 175899"/>
                <a:gd name="connsiteX9" fmla="*/ 93711 w 120143"/>
                <a:gd name="connsiteY9" fmla="*/ 132652 h 175899"/>
                <a:gd name="connsiteX10" fmla="*/ 120352 w 120143"/>
                <a:gd name="connsiteY10" fmla="*/ 132652 h 175899"/>
                <a:gd name="connsiteX11" fmla="*/ 120352 w 120143"/>
                <a:gd name="connsiteY11" fmla="*/ 115999 h 175899"/>
                <a:gd name="connsiteX12" fmla="*/ 73339 w 120143"/>
                <a:gd name="connsiteY12" fmla="*/ 115999 h 175899"/>
                <a:gd name="connsiteX13" fmla="*/ 10655 w 120143"/>
                <a:gd name="connsiteY13" fmla="*/ 115999 h 175899"/>
                <a:gd name="connsiteX14" fmla="*/ 73339 w 120143"/>
                <a:gd name="connsiteY14" fmla="*/ 26748 h 175899"/>
                <a:gd name="connsiteX15" fmla="*/ 73339 w 120143"/>
                <a:gd name="connsiteY15" fmla="*/ 11599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352" y="115999"/>
                  </a:moveTo>
                  <a:lnTo>
                    <a:pt x="93711" y="115999"/>
                  </a:lnTo>
                  <a:lnTo>
                    <a:pt x="93711" y="207"/>
                  </a:lnTo>
                  <a:lnTo>
                    <a:pt x="82219" y="207"/>
                  </a:lnTo>
                  <a:lnTo>
                    <a:pt x="208" y="115999"/>
                  </a:lnTo>
                  <a:lnTo>
                    <a:pt x="208" y="132652"/>
                  </a:lnTo>
                  <a:lnTo>
                    <a:pt x="73600" y="132652"/>
                  </a:lnTo>
                  <a:lnTo>
                    <a:pt x="73600" y="176107"/>
                  </a:lnTo>
                  <a:lnTo>
                    <a:pt x="93711" y="176107"/>
                  </a:lnTo>
                  <a:lnTo>
                    <a:pt x="93711" y="132652"/>
                  </a:lnTo>
                  <a:lnTo>
                    <a:pt x="120352" y="132652"/>
                  </a:lnTo>
                  <a:lnTo>
                    <a:pt x="120352" y="115999"/>
                  </a:lnTo>
                  <a:close/>
                  <a:moveTo>
                    <a:pt x="73339" y="115999"/>
                  </a:moveTo>
                  <a:lnTo>
                    <a:pt x="10655" y="115999"/>
                  </a:lnTo>
                  <a:lnTo>
                    <a:pt x="73339" y="26748"/>
                  </a:lnTo>
                  <a:lnTo>
                    <a:pt x="73339" y="11599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9DE75D62-ED13-5395-7373-71EA4BC0AAD1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10243203" y="8230246"/>
              <a:ext cx="215651" cy="14065"/>
            </a:xfrm>
            <a:custGeom>
              <a:avLst/>
              <a:gdLst>
                <a:gd name="connsiteX0" fmla="*/ 203512 w 215651"/>
                <a:gd name="connsiteY0" fmla="*/ 14270 h 14065"/>
                <a:gd name="connsiteX1" fmla="*/ 215866 w 215651"/>
                <a:gd name="connsiteY1" fmla="*/ 7237 h 14065"/>
                <a:gd name="connsiteX2" fmla="*/ 203512 w 215651"/>
                <a:gd name="connsiteY2" fmla="*/ 205 h 14065"/>
                <a:gd name="connsiteX3" fmla="*/ 12568 w 215651"/>
                <a:gd name="connsiteY3" fmla="*/ 205 h 14065"/>
                <a:gd name="connsiteX4" fmla="*/ 214 w 215651"/>
                <a:gd name="connsiteY4" fmla="*/ 7237 h 14065"/>
                <a:gd name="connsiteX5" fmla="*/ 12568 w 215651"/>
                <a:gd name="connsiteY5" fmla="*/ 14270 h 14065"/>
                <a:gd name="connsiteX6" fmla="*/ 203512 w 215651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12" y="14270"/>
                  </a:moveTo>
                  <a:cubicBezTo>
                    <a:pt x="209513" y="14270"/>
                    <a:pt x="215866" y="14270"/>
                    <a:pt x="215866" y="7237"/>
                  </a:cubicBezTo>
                  <a:cubicBezTo>
                    <a:pt x="215866" y="205"/>
                    <a:pt x="209513" y="205"/>
                    <a:pt x="203512" y="205"/>
                  </a:cubicBezTo>
                  <a:lnTo>
                    <a:pt x="12568" y="205"/>
                  </a:lnTo>
                  <a:cubicBezTo>
                    <a:pt x="6567" y="205"/>
                    <a:pt x="214" y="205"/>
                    <a:pt x="214" y="7237"/>
                  </a:cubicBezTo>
                  <a:cubicBezTo>
                    <a:pt x="214" y="14270"/>
                    <a:pt x="6567" y="14270"/>
                    <a:pt x="12568" y="14270"/>
                  </a:cubicBezTo>
                  <a:lnTo>
                    <a:pt x="203512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C35B9440-F117-F156-C096-A2612E3503F0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10528847" y="8170118"/>
              <a:ext cx="167297" cy="158937"/>
            </a:xfrm>
            <a:custGeom>
              <a:avLst/>
              <a:gdLst>
                <a:gd name="connsiteX0" fmla="*/ 151638 w 167297"/>
                <a:gd name="connsiteY0" fmla="*/ 116243 h 158937"/>
                <a:gd name="connsiteX1" fmla="*/ 143873 w 167297"/>
                <a:gd name="connsiteY1" fmla="*/ 125737 h 158937"/>
                <a:gd name="connsiteX2" fmla="*/ 127638 w 167297"/>
                <a:gd name="connsiteY2" fmla="*/ 139802 h 158937"/>
                <a:gd name="connsiteX3" fmla="*/ 116696 w 167297"/>
                <a:gd name="connsiteY3" fmla="*/ 125385 h 158937"/>
                <a:gd name="connsiteX4" fmla="*/ 115285 w 167297"/>
                <a:gd name="connsiteY4" fmla="*/ 119408 h 158937"/>
                <a:gd name="connsiteX5" fmla="*/ 102578 w 167297"/>
                <a:gd name="connsiteY5" fmla="*/ 62444 h 158937"/>
                <a:gd name="connsiteX6" fmla="*/ 137167 w 167297"/>
                <a:gd name="connsiteY6" fmla="*/ 19896 h 158937"/>
                <a:gd name="connsiteX7" fmla="*/ 145638 w 167297"/>
                <a:gd name="connsiteY7" fmla="*/ 22709 h 158937"/>
                <a:gd name="connsiteX8" fmla="*/ 155168 w 167297"/>
                <a:gd name="connsiteY8" fmla="*/ 25874 h 158937"/>
                <a:gd name="connsiteX9" fmla="*/ 167521 w 167297"/>
                <a:gd name="connsiteY9" fmla="*/ 13215 h 158937"/>
                <a:gd name="connsiteX10" fmla="*/ 153050 w 167297"/>
                <a:gd name="connsiteY10" fmla="*/ 205 h 158937"/>
                <a:gd name="connsiteX11" fmla="*/ 99755 w 167297"/>
                <a:gd name="connsiteY11" fmla="*/ 50488 h 158937"/>
                <a:gd name="connsiteX12" fmla="*/ 95872 w 167297"/>
                <a:gd name="connsiteY12" fmla="*/ 31148 h 158937"/>
                <a:gd name="connsiteX13" fmla="*/ 77519 w 167297"/>
                <a:gd name="connsiteY13" fmla="*/ 205 h 158937"/>
                <a:gd name="connsiteX14" fmla="*/ 36224 w 167297"/>
                <a:gd name="connsiteY14" fmla="*/ 10402 h 158937"/>
                <a:gd name="connsiteX15" fmla="*/ 32342 w 167297"/>
                <a:gd name="connsiteY15" fmla="*/ 11809 h 158937"/>
                <a:gd name="connsiteX16" fmla="*/ 33754 w 167297"/>
                <a:gd name="connsiteY16" fmla="*/ 17083 h 158937"/>
                <a:gd name="connsiteX17" fmla="*/ 53519 w 167297"/>
                <a:gd name="connsiteY17" fmla="*/ 13215 h 158937"/>
                <a:gd name="connsiteX18" fmla="*/ 69401 w 167297"/>
                <a:gd name="connsiteY18" fmla="*/ 37478 h 158937"/>
                <a:gd name="connsiteX19" fmla="*/ 79637 w 167297"/>
                <a:gd name="connsiteY19" fmla="*/ 80728 h 158937"/>
                <a:gd name="connsiteX20" fmla="*/ 50695 w 167297"/>
                <a:gd name="connsiteY20" fmla="*/ 121869 h 158937"/>
                <a:gd name="connsiteX21" fmla="*/ 32695 w 167297"/>
                <a:gd name="connsiteY21" fmla="*/ 138747 h 158937"/>
                <a:gd name="connsiteX22" fmla="*/ 23518 w 167297"/>
                <a:gd name="connsiteY22" fmla="*/ 135583 h 158937"/>
                <a:gd name="connsiteX23" fmla="*/ 12224 w 167297"/>
                <a:gd name="connsiteY23" fmla="*/ 132066 h 158937"/>
                <a:gd name="connsiteX24" fmla="*/ 223 w 167297"/>
                <a:gd name="connsiteY24" fmla="*/ 144374 h 158937"/>
                <a:gd name="connsiteX25" fmla="*/ 17871 w 167297"/>
                <a:gd name="connsiteY25" fmla="*/ 159142 h 158937"/>
                <a:gd name="connsiteX26" fmla="*/ 50695 w 167297"/>
                <a:gd name="connsiteY26" fmla="*/ 134528 h 158937"/>
                <a:gd name="connsiteX27" fmla="*/ 82460 w 167297"/>
                <a:gd name="connsiteY27" fmla="*/ 93387 h 158937"/>
                <a:gd name="connsiteX28" fmla="*/ 93049 w 167297"/>
                <a:gd name="connsiteY28" fmla="*/ 135583 h 158937"/>
                <a:gd name="connsiteX29" fmla="*/ 113520 w 167297"/>
                <a:gd name="connsiteY29" fmla="*/ 159142 h 158937"/>
                <a:gd name="connsiteX30" fmla="*/ 156580 w 167297"/>
                <a:gd name="connsiteY30" fmla="*/ 119056 h 158937"/>
                <a:gd name="connsiteX31" fmla="*/ 151638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38" y="116243"/>
                  </a:moveTo>
                  <a:cubicBezTo>
                    <a:pt x="148815" y="119408"/>
                    <a:pt x="147050" y="121518"/>
                    <a:pt x="143873" y="125737"/>
                  </a:cubicBezTo>
                  <a:cubicBezTo>
                    <a:pt x="135756" y="136286"/>
                    <a:pt x="131520" y="139802"/>
                    <a:pt x="127638" y="139802"/>
                  </a:cubicBezTo>
                  <a:cubicBezTo>
                    <a:pt x="122344" y="139802"/>
                    <a:pt x="119167" y="135231"/>
                    <a:pt x="116696" y="125385"/>
                  </a:cubicBezTo>
                  <a:cubicBezTo>
                    <a:pt x="115990" y="122572"/>
                    <a:pt x="115638" y="120463"/>
                    <a:pt x="115285" y="119408"/>
                  </a:cubicBezTo>
                  <a:cubicBezTo>
                    <a:pt x="106461" y="83893"/>
                    <a:pt x="102578" y="67718"/>
                    <a:pt x="102578" y="62444"/>
                  </a:cubicBezTo>
                  <a:cubicBezTo>
                    <a:pt x="118108" y="35368"/>
                    <a:pt x="130814" y="19896"/>
                    <a:pt x="137167" y="19896"/>
                  </a:cubicBezTo>
                  <a:cubicBezTo>
                    <a:pt x="139285" y="19896"/>
                    <a:pt x="142109" y="20951"/>
                    <a:pt x="145638" y="22709"/>
                  </a:cubicBezTo>
                  <a:cubicBezTo>
                    <a:pt x="149873" y="25171"/>
                    <a:pt x="152344" y="25874"/>
                    <a:pt x="155168" y="25874"/>
                  </a:cubicBezTo>
                  <a:cubicBezTo>
                    <a:pt x="162580" y="25874"/>
                    <a:pt x="167521" y="20599"/>
                    <a:pt x="167521" y="13215"/>
                  </a:cubicBezTo>
                  <a:cubicBezTo>
                    <a:pt x="167521" y="5831"/>
                    <a:pt x="161521" y="205"/>
                    <a:pt x="153050" y="205"/>
                  </a:cubicBezTo>
                  <a:cubicBezTo>
                    <a:pt x="137520" y="205"/>
                    <a:pt x="124108" y="12864"/>
                    <a:pt x="99755" y="50488"/>
                  </a:cubicBezTo>
                  <a:lnTo>
                    <a:pt x="95872" y="31148"/>
                  </a:lnTo>
                  <a:cubicBezTo>
                    <a:pt x="90931" y="7237"/>
                    <a:pt x="87049" y="205"/>
                    <a:pt x="77519" y="205"/>
                  </a:cubicBezTo>
                  <a:cubicBezTo>
                    <a:pt x="69754" y="205"/>
                    <a:pt x="57754" y="3370"/>
                    <a:pt x="36224" y="10402"/>
                  </a:cubicBezTo>
                  <a:lnTo>
                    <a:pt x="32342" y="11809"/>
                  </a:lnTo>
                  <a:lnTo>
                    <a:pt x="33754" y="17083"/>
                  </a:lnTo>
                  <a:cubicBezTo>
                    <a:pt x="47166" y="13918"/>
                    <a:pt x="50342" y="13215"/>
                    <a:pt x="53519" y="13215"/>
                  </a:cubicBezTo>
                  <a:cubicBezTo>
                    <a:pt x="62342" y="13215"/>
                    <a:pt x="64460" y="16380"/>
                    <a:pt x="69401" y="37478"/>
                  </a:cubicBezTo>
                  <a:lnTo>
                    <a:pt x="79637" y="80728"/>
                  </a:lnTo>
                  <a:lnTo>
                    <a:pt x="50695" y="121869"/>
                  </a:lnTo>
                  <a:cubicBezTo>
                    <a:pt x="43636" y="132418"/>
                    <a:pt x="36577" y="138747"/>
                    <a:pt x="32695" y="138747"/>
                  </a:cubicBezTo>
                  <a:cubicBezTo>
                    <a:pt x="30577" y="138747"/>
                    <a:pt x="27048" y="137693"/>
                    <a:pt x="23518" y="135583"/>
                  </a:cubicBezTo>
                  <a:cubicBezTo>
                    <a:pt x="18930" y="133121"/>
                    <a:pt x="15047" y="132066"/>
                    <a:pt x="12224" y="132066"/>
                  </a:cubicBezTo>
                  <a:cubicBezTo>
                    <a:pt x="5518" y="132066"/>
                    <a:pt x="223" y="137341"/>
                    <a:pt x="223" y="144374"/>
                  </a:cubicBezTo>
                  <a:cubicBezTo>
                    <a:pt x="223" y="153516"/>
                    <a:pt x="7282" y="159142"/>
                    <a:pt x="17871" y="159142"/>
                  </a:cubicBezTo>
                  <a:cubicBezTo>
                    <a:pt x="28812" y="159142"/>
                    <a:pt x="33048" y="155977"/>
                    <a:pt x="50695" y="134528"/>
                  </a:cubicBezTo>
                  <a:cubicBezTo>
                    <a:pt x="60225" y="123276"/>
                    <a:pt x="67637" y="113782"/>
                    <a:pt x="82460" y="93387"/>
                  </a:cubicBezTo>
                  <a:lnTo>
                    <a:pt x="93049" y="135583"/>
                  </a:lnTo>
                  <a:cubicBezTo>
                    <a:pt x="97637" y="153516"/>
                    <a:pt x="102225" y="159142"/>
                    <a:pt x="113520" y="159142"/>
                  </a:cubicBezTo>
                  <a:cubicBezTo>
                    <a:pt x="126932" y="159142"/>
                    <a:pt x="136108" y="150703"/>
                    <a:pt x="156580" y="119056"/>
                  </a:cubicBezTo>
                  <a:lnTo>
                    <a:pt x="151638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8" name="Freeform: Shape 2097">
              <a:extLst>
                <a:ext uri="{FF2B5EF4-FFF2-40B4-BE49-F238E27FC236}">
                  <a16:creationId xmlns:a16="http://schemas.microsoft.com/office/drawing/2014/main" id="{23391640-C74A-9137-6174-1CCD62FA48C7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10724662" y="8202604"/>
              <a:ext cx="73914" cy="175899"/>
            </a:xfrm>
            <a:custGeom>
              <a:avLst/>
              <a:gdLst>
                <a:gd name="connsiteX0" fmla="*/ 47240 w 73914"/>
                <a:gd name="connsiteY0" fmla="*/ 207 h 175899"/>
                <a:gd name="connsiteX1" fmla="*/ 227 w 73914"/>
                <a:gd name="connsiteY1" fmla="*/ 23886 h 175899"/>
                <a:gd name="connsiteX2" fmla="*/ 227 w 73914"/>
                <a:gd name="connsiteY2" fmla="*/ 27529 h 175899"/>
                <a:gd name="connsiteX3" fmla="*/ 7279 w 73914"/>
                <a:gd name="connsiteY3" fmla="*/ 24667 h 175899"/>
                <a:gd name="connsiteX4" fmla="*/ 19032 w 73914"/>
                <a:gd name="connsiteY4" fmla="*/ 21804 h 175899"/>
                <a:gd name="connsiteX5" fmla="*/ 26868 w 73914"/>
                <a:gd name="connsiteY5" fmla="*/ 34034 h 175899"/>
                <a:gd name="connsiteX6" fmla="*/ 26868 w 73914"/>
                <a:gd name="connsiteY6" fmla="*/ 151908 h 175899"/>
                <a:gd name="connsiteX7" fmla="*/ 20599 w 73914"/>
                <a:gd name="connsiteY7" fmla="*/ 168821 h 175899"/>
                <a:gd name="connsiteX8" fmla="*/ 2056 w 73914"/>
                <a:gd name="connsiteY8" fmla="*/ 172204 h 175899"/>
                <a:gd name="connsiteX9" fmla="*/ 2056 w 73914"/>
                <a:gd name="connsiteY9" fmla="*/ 176107 h 175899"/>
                <a:gd name="connsiteX10" fmla="*/ 74142 w 73914"/>
                <a:gd name="connsiteY10" fmla="*/ 176107 h 175899"/>
                <a:gd name="connsiteX11" fmla="*/ 74142 w 73914"/>
                <a:gd name="connsiteY11" fmla="*/ 172204 h 175899"/>
                <a:gd name="connsiteX12" fmla="*/ 49329 w 73914"/>
                <a:gd name="connsiteY12" fmla="*/ 156852 h 175899"/>
                <a:gd name="connsiteX13" fmla="*/ 49329 w 73914"/>
                <a:gd name="connsiteY13" fmla="*/ 728 h 175899"/>
                <a:gd name="connsiteX14" fmla="*/ 47240 w 73914"/>
                <a:gd name="connsiteY14" fmla="*/ 207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75899">
                  <a:moveTo>
                    <a:pt x="47240" y="207"/>
                  </a:moveTo>
                  <a:lnTo>
                    <a:pt x="227" y="23886"/>
                  </a:lnTo>
                  <a:lnTo>
                    <a:pt x="227" y="27529"/>
                  </a:lnTo>
                  <a:cubicBezTo>
                    <a:pt x="3361" y="26228"/>
                    <a:pt x="6234" y="25187"/>
                    <a:pt x="7279" y="24667"/>
                  </a:cubicBezTo>
                  <a:cubicBezTo>
                    <a:pt x="11980" y="22845"/>
                    <a:pt x="16421" y="21804"/>
                    <a:pt x="19032" y="21804"/>
                  </a:cubicBezTo>
                  <a:cubicBezTo>
                    <a:pt x="24517" y="21804"/>
                    <a:pt x="26868" y="25707"/>
                    <a:pt x="26868" y="34034"/>
                  </a:cubicBezTo>
                  <a:lnTo>
                    <a:pt x="26868" y="151908"/>
                  </a:lnTo>
                  <a:cubicBezTo>
                    <a:pt x="26868" y="160495"/>
                    <a:pt x="24778" y="166479"/>
                    <a:pt x="20599" y="168821"/>
                  </a:cubicBezTo>
                  <a:cubicBezTo>
                    <a:pt x="16682" y="171163"/>
                    <a:pt x="13025" y="171944"/>
                    <a:pt x="2056" y="172204"/>
                  </a:cubicBezTo>
                  <a:lnTo>
                    <a:pt x="2056" y="176107"/>
                  </a:lnTo>
                  <a:lnTo>
                    <a:pt x="74142" y="176107"/>
                  </a:lnTo>
                  <a:lnTo>
                    <a:pt x="74142" y="172204"/>
                  </a:lnTo>
                  <a:cubicBezTo>
                    <a:pt x="53508" y="171944"/>
                    <a:pt x="49329" y="169342"/>
                    <a:pt x="49329" y="156852"/>
                  </a:cubicBezTo>
                  <a:lnTo>
                    <a:pt x="49329" y="728"/>
                  </a:lnTo>
                  <a:lnTo>
                    <a:pt x="47240" y="20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9" name="Freeform: Shape 2098">
              <a:extLst>
                <a:ext uri="{FF2B5EF4-FFF2-40B4-BE49-F238E27FC236}">
                  <a16:creationId xmlns:a16="http://schemas.microsoft.com/office/drawing/2014/main" id="{825DC83E-A212-9375-8AC0-78BD3AA77806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10864583" y="8061464"/>
              <a:ext cx="81883" cy="351630"/>
            </a:xfrm>
            <a:custGeom>
              <a:avLst/>
              <a:gdLst>
                <a:gd name="connsiteX0" fmla="*/ 82116 w 81883"/>
                <a:gd name="connsiteY0" fmla="*/ 176020 h 351630"/>
                <a:gd name="connsiteX1" fmla="*/ 58822 w 81883"/>
                <a:gd name="connsiteY1" fmla="*/ 66311 h 351630"/>
                <a:gd name="connsiteX2" fmla="*/ 3762 w 81883"/>
                <a:gd name="connsiteY2" fmla="*/ 204 h 351630"/>
                <a:gd name="connsiteX3" fmla="*/ 233 w 81883"/>
                <a:gd name="connsiteY3" fmla="*/ 3721 h 351630"/>
                <a:gd name="connsiteX4" fmla="*/ 6939 w 81883"/>
                <a:gd name="connsiteY4" fmla="*/ 11808 h 351630"/>
                <a:gd name="connsiteX5" fmla="*/ 61646 w 81883"/>
                <a:gd name="connsiteY5" fmla="*/ 176020 h 351630"/>
                <a:gd name="connsiteX6" fmla="*/ 4821 w 81883"/>
                <a:gd name="connsiteY6" fmla="*/ 342341 h 351630"/>
                <a:gd name="connsiteX7" fmla="*/ 233 w 81883"/>
                <a:gd name="connsiteY7" fmla="*/ 348319 h 351630"/>
                <a:gd name="connsiteX8" fmla="*/ 3762 w 81883"/>
                <a:gd name="connsiteY8" fmla="*/ 351835 h 351630"/>
                <a:gd name="connsiteX9" fmla="*/ 59881 w 81883"/>
                <a:gd name="connsiteY9" fmla="*/ 283267 h 351630"/>
                <a:gd name="connsiteX10" fmla="*/ 82116 w 81883"/>
                <a:gd name="connsiteY10" fmla="*/ 17602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16" y="176020"/>
                  </a:moveTo>
                  <a:cubicBezTo>
                    <a:pt x="82116" y="148592"/>
                    <a:pt x="78234" y="106045"/>
                    <a:pt x="58822" y="66311"/>
                  </a:cubicBezTo>
                  <a:cubicBezTo>
                    <a:pt x="37645" y="23060"/>
                    <a:pt x="7292" y="204"/>
                    <a:pt x="3762" y="204"/>
                  </a:cubicBezTo>
                  <a:cubicBezTo>
                    <a:pt x="1644" y="204"/>
                    <a:pt x="233" y="1611"/>
                    <a:pt x="233" y="3721"/>
                  </a:cubicBezTo>
                  <a:cubicBezTo>
                    <a:pt x="233" y="4775"/>
                    <a:pt x="233" y="5479"/>
                    <a:pt x="6939" y="11808"/>
                  </a:cubicBezTo>
                  <a:cubicBezTo>
                    <a:pt x="41527" y="46619"/>
                    <a:pt x="61646" y="102529"/>
                    <a:pt x="61646" y="176020"/>
                  </a:cubicBezTo>
                  <a:cubicBezTo>
                    <a:pt x="61646" y="236148"/>
                    <a:pt x="48586" y="298036"/>
                    <a:pt x="4821" y="342341"/>
                  </a:cubicBezTo>
                  <a:cubicBezTo>
                    <a:pt x="233" y="346561"/>
                    <a:pt x="233" y="347264"/>
                    <a:pt x="233" y="348319"/>
                  </a:cubicBezTo>
                  <a:cubicBezTo>
                    <a:pt x="233" y="350429"/>
                    <a:pt x="1644" y="351835"/>
                    <a:pt x="3762" y="351835"/>
                  </a:cubicBezTo>
                  <a:cubicBezTo>
                    <a:pt x="7292" y="351835"/>
                    <a:pt x="39057" y="327924"/>
                    <a:pt x="59881" y="283267"/>
                  </a:cubicBezTo>
                  <a:cubicBezTo>
                    <a:pt x="77881" y="244588"/>
                    <a:pt x="82116" y="205557"/>
                    <a:pt x="82116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23F4B289-E037-F640-0412-9C7CF999B3B2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11016860" y="8061464"/>
              <a:ext cx="81883" cy="351630"/>
            </a:xfrm>
            <a:custGeom>
              <a:avLst/>
              <a:gdLst>
                <a:gd name="connsiteX0" fmla="*/ 82120 w 81883"/>
                <a:gd name="connsiteY0" fmla="*/ 348319 h 351630"/>
                <a:gd name="connsiteX1" fmla="*/ 76120 w 81883"/>
                <a:gd name="connsiteY1" fmla="*/ 340583 h 351630"/>
                <a:gd name="connsiteX2" fmla="*/ 20707 w 81883"/>
                <a:gd name="connsiteY2" fmla="*/ 176020 h 351630"/>
                <a:gd name="connsiteX3" fmla="*/ 77532 w 81883"/>
                <a:gd name="connsiteY3" fmla="*/ 9698 h 351630"/>
                <a:gd name="connsiteX4" fmla="*/ 82120 w 81883"/>
                <a:gd name="connsiteY4" fmla="*/ 3721 h 351630"/>
                <a:gd name="connsiteX5" fmla="*/ 78591 w 81883"/>
                <a:gd name="connsiteY5" fmla="*/ 204 h 351630"/>
                <a:gd name="connsiteX6" fmla="*/ 22472 w 81883"/>
                <a:gd name="connsiteY6" fmla="*/ 68772 h 351630"/>
                <a:gd name="connsiteX7" fmla="*/ 237 w 81883"/>
                <a:gd name="connsiteY7" fmla="*/ 176020 h 351630"/>
                <a:gd name="connsiteX8" fmla="*/ 23531 w 81883"/>
                <a:gd name="connsiteY8" fmla="*/ 285728 h 351630"/>
                <a:gd name="connsiteX9" fmla="*/ 78591 w 81883"/>
                <a:gd name="connsiteY9" fmla="*/ 351835 h 351630"/>
                <a:gd name="connsiteX10" fmla="*/ 82120 w 81883"/>
                <a:gd name="connsiteY10" fmla="*/ 34831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20" y="348319"/>
                  </a:moveTo>
                  <a:cubicBezTo>
                    <a:pt x="82120" y="347264"/>
                    <a:pt x="82120" y="346561"/>
                    <a:pt x="76120" y="340583"/>
                  </a:cubicBezTo>
                  <a:cubicBezTo>
                    <a:pt x="32002" y="296277"/>
                    <a:pt x="20707" y="229819"/>
                    <a:pt x="20707" y="176020"/>
                  </a:cubicBezTo>
                  <a:cubicBezTo>
                    <a:pt x="20707" y="114836"/>
                    <a:pt x="34120" y="53652"/>
                    <a:pt x="77532" y="9698"/>
                  </a:cubicBezTo>
                  <a:cubicBezTo>
                    <a:pt x="82120" y="5479"/>
                    <a:pt x="82120" y="4775"/>
                    <a:pt x="82120" y="3721"/>
                  </a:cubicBezTo>
                  <a:cubicBezTo>
                    <a:pt x="82120" y="1259"/>
                    <a:pt x="80709" y="204"/>
                    <a:pt x="78591" y="204"/>
                  </a:cubicBezTo>
                  <a:cubicBezTo>
                    <a:pt x="75061" y="204"/>
                    <a:pt x="43296" y="24115"/>
                    <a:pt x="22472" y="68772"/>
                  </a:cubicBezTo>
                  <a:cubicBezTo>
                    <a:pt x="4472" y="107452"/>
                    <a:pt x="237" y="146483"/>
                    <a:pt x="237" y="176020"/>
                  </a:cubicBezTo>
                  <a:cubicBezTo>
                    <a:pt x="237" y="203447"/>
                    <a:pt x="4119" y="245994"/>
                    <a:pt x="23531" y="285728"/>
                  </a:cubicBezTo>
                  <a:cubicBezTo>
                    <a:pt x="44708" y="328979"/>
                    <a:pt x="75061" y="351835"/>
                    <a:pt x="78591" y="351835"/>
                  </a:cubicBezTo>
                  <a:cubicBezTo>
                    <a:pt x="80709" y="351835"/>
                    <a:pt x="82120" y="350780"/>
                    <a:pt x="82120" y="34831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DC5319DD-9411-615E-DC8E-0DC25F593C44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11109842" y="8170118"/>
              <a:ext cx="167297" cy="158937"/>
            </a:xfrm>
            <a:custGeom>
              <a:avLst/>
              <a:gdLst>
                <a:gd name="connsiteX0" fmla="*/ 151655 w 167297"/>
                <a:gd name="connsiteY0" fmla="*/ 116243 h 158937"/>
                <a:gd name="connsiteX1" fmla="*/ 143890 w 167297"/>
                <a:gd name="connsiteY1" fmla="*/ 125737 h 158937"/>
                <a:gd name="connsiteX2" fmla="*/ 127654 w 167297"/>
                <a:gd name="connsiteY2" fmla="*/ 139802 h 158937"/>
                <a:gd name="connsiteX3" fmla="*/ 116713 w 167297"/>
                <a:gd name="connsiteY3" fmla="*/ 125385 h 158937"/>
                <a:gd name="connsiteX4" fmla="*/ 115301 w 167297"/>
                <a:gd name="connsiteY4" fmla="*/ 119408 h 158937"/>
                <a:gd name="connsiteX5" fmla="*/ 102595 w 167297"/>
                <a:gd name="connsiteY5" fmla="*/ 62444 h 158937"/>
                <a:gd name="connsiteX6" fmla="*/ 137184 w 167297"/>
                <a:gd name="connsiteY6" fmla="*/ 19896 h 158937"/>
                <a:gd name="connsiteX7" fmla="*/ 145654 w 167297"/>
                <a:gd name="connsiteY7" fmla="*/ 22709 h 158937"/>
                <a:gd name="connsiteX8" fmla="*/ 155184 w 167297"/>
                <a:gd name="connsiteY8" fmla="*/ 25874 h 158937"/>
                <a:gd name="connsiteX9" fmla="*/ 167537 w 167297"/>
                <a:gd name="connsiteY9" fmla="*/ 13215 h 158937"/>
                <a:gd name="connsiteX10" fmla="*/ 153066 w 167297"/>
                <a:gd name="connsiteY10" fmla="*/ 205 h 158937"/>
                <a:gd name="connsiteX11" fmla="*/ 99771 w 167297"/>
                <a:gd name="connsiteY11" fmla="*/ 50488 h 158937"/>
                <a:gd name="connsiteX12" fmla="*/ 95889 w 167297"/>
                <a:gd name="connsiteY12" fmla="*/ 31148 h 158937"/>
                <a:gd name="connsiteX13" fmla="*/ 77535 w 167297"/>
                <a:gd name="connsiteY13" fmla="*/ 205 h 158937"/>
                <a:gd name="connsiteX14" fmla="*/ 36241 w 167297"/>
                <a:gd name="connsiteY14" fmla="*/ 10402 h 158937"/>
                <a:gd name="connsiteX15" fmla="*/ 32358 w 167297"/>
                <a:gd name="connsiteY15" fmla="*/ 11809 h 158937"/>
                <a:gd name="connsiteX16" fmla="*/ 33770 w 167297"/>
                <a:gd name="connsiteY16" fmla="*/ 17083 h 158937"/>
                <a:gd name="connsiteX17" fmla="*/ 53535 w 167297"/>
                <a:gd name="connsiteY17" fmla="*/ 13215 h 158937"/>
                <a:gd name="connsiteX18" fmla="*/ 69418 w 167297"/>
                <a:gd name="connsiteY18" fmla="*/ 37478 h 158937"/>
                <a:gd name="connsiteX19" fmla="*/ 79653 w 167297"/>
                <a:gd name="connsiteY19" fmla="*/ 80728 h 158937"/>
                <a:gd name="connsiteX20" fmla="*/ 50711 w 167297"/>
                <a:gd name="connsiteY20" fmla="*/ 121869 h 158937"/>
                <a:gd name="connsiteX21" fmla="*/ 32711 w 167297"/>
                <a:gd name="connsiteY21" fmla="*/ 138747 h 158937"/>
                <a:gd name="connsiteX22" fmla="*/ 23534 w 167297"/>
                <a:gd name="connsiteY22" fmla="*/ 135583 h 158937"/>
                <a:gd name="connsiteX23" fmla="*/ 12240 w 167297"/>
                <a:gd name="connsiteY23" fmla="*/ 132066 h 158937"/>
                <a:gd name="connsiteX24" fmla="*/ 240 w 167297"/>
                <a:gd name="connsiteY24" fmla="*/ 144374 h 158937"/>
                <a:gd name="connsiteX25" fmla="*/ 17887 w 167297"/>
                <a:gd name="connsiteY25" fmla="*/ 159142 h 158937"/>
                <a:gd name="connsiteX26" fmla="*/ 50711 w 167297"/>
                <a:gd name="connsiteY26" fmla="*/ 134528 h 158937"/>
                <a:gd name="connsiteX27" fmla="*/ 82477 w 167297"/>
                <a:gd name="connsiteY27" fmla="*/ 93387 h 158937"/>
                <a:gd name="connsiteX28" fmla="*/ 93065 w 167297"/>
                <a:gd name="connsiteY28" fmla="*/ 135583 h 158937"/>
                <a:gd name="connsiteX29" fmla="*/ 113536 w 167297"/>
                <a:gd name="connsiteY29" fmla="*/ 159142 h 158937"/>
                <a:gd name="connsiteX30" fmla="*/ 156596 w 167297"/>
                <a:gd name="connsiteY30" fmla="*/ 119056 h 158937"/>
                <a:gd name="connsiteX31" fmla="*/ 151655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55" y="116243"/>
                  </a:moveTo>
                  <a:cubicBezTo>
                    <a:pt x="148831" y="119408"/>
                    <a:pt x="147066" y="121518"/>
                    <a:pt x="143890" y="125737"/>
                  </a:cubicBezTo>
                  <a:cubicBezTo>
                    <a:pt x="135772" y="136286"/>
                    <a:pt x="131537" y="139802"/>
                    <a:pt x="127654" y="139802"/>
                  </a:cubicBezTo>
                  <a:cubicBezTo>
                    <a:pt x="122360" y="139802"/>
                    <a:pt x="119183" y="135231"/>
                    <a:pt x="116713" y="125385"/>
                  </a:cubicBezTo>
                  <a:cubicBezTo>
                    <a:pt x="116007" y="122572"/>
                    <a:pt x="115654" y="120463"/>
                    <a:pt x="115301" y="119408"/>
                  </a:cubicBezTo>
                  <a:cubicBezTo>
                    <a:pt x="106477" y="83893"/>
                    <a:pt x="102595" y="67718"/>
                    <a:pt x="102595" y="62444"/>
                  </a:cubicBezTo>
                  <a:cubicBezTo>
                    <a:pt x="118124" y="35368"/>
                    <a:pt x="130831" y="19896"/>
                    <a:pt x="137184" y="19896"/>
                  </a:cubicBezTo>
                  <a:cubicBezTo>
                    <a:pt x="139301" y="19896"/>
                    <a:pt x="142125" y="20951"/>
                    <a:pt x="145654" y="22709"/>
                  </a:cubicBezTo>
                  <a:cubicBezTo>
                    <a:pt x="149890" y="25171"/>
                    <a:pt x="152360" y="25874"/>
                    <a:pt x="155184" y="25874"/>
                  </a:cubicBezTo>
                  <a:cubicBezTo>
                    <a:pt x="162596" y="25874"/>
                    <a:pt x="167537" y="20599"/>
                    <a:pt x="167537" y="13215"/>
                  </a:cubicBezTo>
                  <a:cubicBezTo>
                    <a:pt x="167537" y="5831"/>
                    <a:pt x="161537" y="205"/>
                    <a:pt x="153066" y="205"/>
                  </a:cubicBezTo>
                  <a:cubicBezTo>
                    <a:pt x="137537" y="205"/>
                    <a:pt x="124125" y="12864"/>
                    <a:pt x="99771" y="50488"/>
                  </a:cubicBezTo>
                  <a:lnTo>
                    <a:pt x="95889" y="31148"/>
                  </a:lnTo>
                  <a:cubicBezTo>
                    <a:pt x="90947" y="7237"/>
                    <a:pt x="87065" y="205"/>
                    <a:pt x="77535" y="205"/>
                  </a:cubicBezTo>
                  <a:cubicBezTo>
                    <a:pt x="69771" y="205"/>
                    <a:pt x="57770" y="3370"/>
                    <a:pt x="36241" y="10402"/>
                  </a:cubicBezTo>
                  <a:lnTo>
                    <a:pt x="32358" y="11809"/>
                  </a:lnTo>
                  <a:lnTo>
                    <a:pt x="33770" y="17083"/>
                  </a:lnTo>
                  <a:cubicBezTo>
                    <a:pt x="47182" y="13918"/>
                    <a:pt x="50358" y="13215"/>
                    <a:pt x="53535" y="13215"/>
                  </a:cubicBezTo>
                  <a:cubicBezTo>
                    <a:pt x="62359" y="13215"/>
                    <a:pt x="64476" y="16380"/>
                    <a:pt x="69418" y="37478"/>
                  </a:cubicBezTo>
                  <a:lnTo>
                    <a:pt x="79653" y="80728"/>
                  </a:lnTo>
                  <a:lnTo>
                    <a:pt x="50711" y="121869"/>
                  </a:lnTo>
                  <a:cubicBezTo>
                    <a:pt x="43652" y="132418"/>
                    <a:pt x="36593" y="138747"/>
                    <a:pt x="32711" y="138747"/>
                  </a:cubicBezTo>
                  <a:cubicBezTo>
                    <a:pt x="30593" y="138747"/>
                    <a:pt x="27064" y="137693"/>
                    <a:pt x="23534" y="135583"/>
                  </a:cubicBezTo>
                  <a:cubicBezTo>
                    <a:pt x="18946" y="133121"/>
                    <a:pt x="15064" y="132066"/>
                    <a:pt x="12240" y="132066"/>
                  </a:cubicBezTo>
                  <a:cubicBezTo>
                    <a:pt x="5534" y="132066"/>
                    <a:pt x="240" y="137341"/>
                    <a:pt x="240" y="144374"/>
                  </a:cubicBezTo>
                  <a:cubicBezTo>
                    <a:pt x="240" y="153516"/>
                    <a:pt x="7299" y="159142"/>
                    <a:pt x="17887" y="159142"/>
                  </a:cubicBezTo>
                  <a:cubicBezTo>
                    <a:pt x="28829" y="159142"/>
                    <a:pt x="33064" y="155977"/>
                    <a:pt x="50711" y="134528"/>
                  </a:cubicBezTo>
                  <a:cubicBezTo>
                    <a:pt x="60241" y="123276"/>
                    <a:pt x="67653" y="113782"/>
                    <a:pt x="82477" y="93387"/>
                  </a:cubicBezTo>
                  <a:lnTo>
                    <a:pt x="93065" y="135583"/>
                  </a:lnTo>
                  <a:cubicBezTo>
                    <a:pt x="97654" y="153516"/>
                    <a:pt x="102242" y="159142"/>
                    <a:pt x="113536" y="159142"/>
                  </a:cubicBezTo>
                  <a:cubicBezTo>
                    <a:pt x="126948" y="159142"/>
                    <a:pt x="136125" y="150703"/>
                    <a:pt x="156596" y="119056"/>
                  </a:cubicBezTo>
                  <a:lnTo>
                    <a:pt x="151655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3842F18C-D6CC-E6F9-3D7F-1CE6B0A37C00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11279800" y="8202604"/>
              <a:ext cx="120143" cy="175899"/>
            </a:xfrm>
            <a:custGeom>
              <a:avLst/>
              <a:gdLst>
                <a:gd name="connsiteX0" fmla="*/ 120387 w 120143"/>
                <a:gd name="connsiteY0" fmla="*/ 115999 h 175899"/>
                <a:gd name="connsiteX1" fmla="*/ 93747 w 120143"/>
                <a:gd name="connsiteY1" fmla="*/ 115999 h 175899"/>
                <a:gd name="connsiteX2" fmla="*/ 93747 w 120143"/>
                <a:gd name="connsiteY2" fmla="*/ 207 h 175899"/>
                <a:gd name="connsiteX3" fmla="*/ 82255 w 120143"/>
                <a:gd name="connsiteY3" fmla="*/ 207 h 175899"/>
                <a:gd name="connsiteX4" fmla="*/ 244 w 120143"/>
                <a:gd name="connsiteY4" fmla="*/ 115999 h 175899"/>
                <a:gd name="connsiteX5" fmla="*/ 244 w 120143"/>
                <a:gd name="connsiteY5" fmla="*/ 132652 h 175899"/>
                <a:gd name="connsiteX6" fmla="*/ 73636 w 120143"/>
                <a:gd name="connsiteY6" fmla="*/ 132652 h 175899"/>
                <a:gd name="connsiteX7" fmla="*/ 73636 w 120143"/>
                <a:gd name="connsiteY7" fmla="*/ 176107 h 175899"/>
                <a:gd name="connsiteX8" fmla="*/ 93747 w 120143"/>
                <a:gd name="connsiteY8" fmla="*/ 176107 h 175899"/>
                <a:gd name="connsiteX9" fmla="*/ 93747 w 120143"/>
                <a:gd name="connsiteY9" fmla="*/ 132652 h 175899"/>
                <a:gd name="connsiteX10" fmla="*/ 120387 w 120143"/>
                <a:gd name="connsiteY10" fmla="*/ 132652 h 175899"/>
                <a:gd name="connsiteX11" fmla="*/ 120387 w 120143"/>
                <a:gd name="connsiteY11" fmla="*/ 115999 h 175899"/>
                <a:gd name="connsiteX12" fmla="*/ 73374 w 120143"/>
                <a:gd name="connsiteY12" fmla="*/ 115999 h 175899"/>
                <a:gd name="connsiteX13" fmla="*/ 10691 w 120143"/>
                <a:gd name="connsiteY13" fmla="*/ 115999 h 175899"/>
                <a:gd name="connsiteX14" fmla="*/ 73374 w 120143"/>
                <a:gd name="connsiteY14" fmla="*/ 26748 h 175899"/>
                <a:gd name="connsiteX15" fmla="*/ 73374 w 120143"/>
                <a:gd name="connsiteY15" fmla="*/ 11599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387" y="115999"/>
                  </a:moveTo>
                  <a:lnTo>
                    <a:pt x="93747" y="115999"/>
                  </a:lnTo>
                  <a:lnTo>
                    <a:pt x="93747" y="207"/>
                  </a:lnTo>
                  <a:lnTo>
                    <a:pt x="82255" y="207"/>
                  </a:lnTo>
                  <a:lnTo>
                    <a:pt x="244" y="115999"/>
                  </a:lnTo>
                  <a:lnTo>
                    <a:pt x="244" y="132652"/>
                  </a:lnTo>
                  <a:lnTo>
                    <a:pt x="73636" y="132652"/>
                  </a:lnTo>
                  <a:lnTo>
                    <a:pt x="73636" y="176107"/>
                  </a:lnTo>
                  <a:lnTo>
                    <a:pt x="93747" y="176107"/>
                  </a:lnTo>
                  <a:lnTo>
                    <a:pt x="93747" y="132652"/>
                  </a:lnTo>
                  <a:lnTo>
                    <a:pt x="120387" y="132652"/>
                  </a:lnTo>
                  <a:lnTo>
                    <a:pt x="120387" y="115999"/>
                  </a:lnTo>
                  <a:close/>
                  <a:moveTo>
                    <a:pt x="73374" y="115999"/>
                  </a:moveTo>
                  <a:lnTo>
                    <a:pt x="10691" y="115999"/>
                  </a:lnTo>
                  <a:lnTo>
                    <a:pt x="73374" y="26748"/>
                  </a:lnTo>
                  <a:lnTo>
                    <a:pt x="73374" y="11599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431E84AA-B5B1-3037-2931-19BD2F8367A3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11503958" y="8230246"/>
              <a:ext cx="215651" cy="14065"/>
            </a:xfrm>
            <a:custGeom>
              <a:avLst/>
              <a:gdLst>
                <a:gd name="connsiteX0" fmla="*/ 203548 w 215651"/>
                <a:gd name="connsiteY0" fmla="*/ 14270 h 14065"/>
                <a:gd name="connsiteX1" fmla="*/ 215901 w 215651"/>
                <a:gd name="connsiteY1" fmla="*/ 7237 h 14065"/>
                <a:gd name="connsiteX2" fmla="*/ 203548 w 215651"/>
                <a:gd name="connsiteY2" fmla="*/ 205 h 14065"/>
                <a:gd name="connsiteX3" fmla="*/ 12603 w 215651"/>
                <a:gd name="connsiteY3" fmla="*/ 205 h 14065"/>
                <a:gd name="connsiteX4" fmla="*/ 250 w 215651"/>
                <a:gd name="connsiteY4" fmla="*/ 7237 h 14065"/>
                <a:gd name="connsiteX5" fmla="*/ 12603 w 215651"/>
                <a:gd name="connsiteY5" fmla="*/ 14270 h 14065"/>
                <a:gd name="connsiteX6" fmla="*/ 203548 w 215651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48" y="14270"/>
                  </a:moveTo>
                  <a:cubicBezTo>
                    <a:pt x="209548" y="14270"/>
                    <a:pt x="215901" y="14270"/>
                    <a:pt x="215901" y="7237"/>
                  </a:cubicBezTo>
                  <a:cubicBezTo>
                    <a:pt x="215901" y="205"/>
                    <a:pt x="209548" y="205"/>
                    <a:pt x="203548" y="205"/>
                  </a:cubicBezTo>
                  <a:lnTo>
                    <a:pt x="12603" y="205"/>
                  </a:lnTo>
                  <a:cubicBezTo>
                    <a:pt x="6603" y="205"/>
                    <a:pt x="250" y="205"/>
                    <a:pt x="250" y="7237"/>
                  </a:cubicBezTo>
                  <a:cubicBezTo>
                    <a:pt x="250" y="14270"/>
                    <a:pt x="6603" y="14270"/>
                    <a:pt x="12603" y="14270"/>
                  </a:cubicBezTo>
                  <a:lnTo>
                    <a:pt x="203548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DF522CF7-F131-C2F9-84E0-9014774898D4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11789603" y="8170118"/>
              <a:ext cx="167297" cy="158937"/>
            </a:xfrm>
            <a:custGeom>
              <a:avLst/>
              <a:gdLst>
                <a:gd name="connsiteX0" fmla="*/ 151674 w 167297"/>
                <a:gd name="connsiteY0" fmla="*/ 116243 h 158937"/>
                <a:gd name="connsiteX1" fmla="*/ 143909 w 167297"/>
                <a:gd name="connsiteY1" fmla="*/ 125737 h 158937"/>
                <a:gd name="connsiteX2" fmla="*/ 127673 w 167297"/>
                <a:gd name="connsiteY2" fmla="*/ 139802 h 158937"/>
                <a:gd name="connsiteX3" fmla="*/ 116732 w 167297"/>
                <a:gd name="connsiteY3" fmla="*/ 125385 h 158937"/>
                <a:gd name="connsiteX4" fmla="*/ 115320 w 167297"/>
                <a:gd name="connsiteY4" fmla="*/ 119408 h 158937"/>
                <a:gd name="connsiteX5" fmla="*/ 102614 w 167297"/>
                <a:gd name="connsiteY5" fmla="*/ 62444 h 158937"/>
                <a:gd name="connsiteX6" fmla="*/ 137203 w 167297"/>
                <a:gd name="connsiteY6" fmla="*/ 19896 h 158937"/>
                <a:gd name="connsiteX7" fmla="*/ 145674 w 167297"/>
                <a:gd name="connsiteY7" fmla="*/ 22709 h 158937"/>
                <a:gd name="connsiteX8" fmla="*/ 155203 w 167297"/>
                <a:gd name="connsiteY8" fmla="*/ 25874 h 158937"/>
                <a:gd name="connsiteX9" fmla="*/ 167556 w 167297"/>
                <a:gd name="connsiteY9" fmla="*/ 13215 h 158937"/>
                <a:gd name="connsiteX10" fmla="*/ 153085 w 167297"/>
                <a:gd name="connsiteY10" fmla="*/ 205 h 158937"/>
                <a:gd name="connsiteX11" fmla="*/ 99790 w 167297"/>
                <a:gd name="connsiteY11" fmla="*/ 50488 h 158937"/>
                <a:gd name="connsiteX12" fmla="*/ 95908 w 167297"/>
                <a:gd name="connsiteY12" fmla="*/ 31148 h 158937"/>
                <a:gd name="connsiteX13" fmla="*/ 77555 w 167297"/>
                <a:gd name="connsiteY13" fmla="*/ 205 h 158937"/>
                <a:gd name="connsiteX14" fmla="*/ 36260 w 167297"/>
                <a:gd name="connsiteY14" fmla="*/ 10402 h 158937"/>
                <a:gd name="connsiteX15" fmla="*/ 32377 w 167297"/>
                <a:gd name="connsiteY15" fmla="*/ 11809 h 158937"/>
                <a:gd name="connsiteX16" fmla="*/ 33789 w 167297"/>
                <a:gd name="connsiteY16" fmla="*/ 17083 h 158937"/>
                <a:gd name="connsiteX17" fmla="*/ 53554 w 167297"/>
                <a:gd name="connsiteY17" fmla="*/ 13215 h 158937"/>
                <a:gd name="connsiteX18" fmla="*/ 69437 w 167297"/>
                <a:gd name="connsiteY18" fmla="*/ 37478 h 158937"/>
                <a:gd name="connsiteX19" fmla="*/ 79672 w 167297"/>
                <a:gd name="connsiteY19" fmla="*/ 80728 h 158937"/>
                <a:gd name="connsiteX20" fmla="*/ 50731 w 167297"/>
                <a:gd name="connsiteY20" fmla="*/ 121869 h 158937"/>
                <a:gd name="connsiteX21" fmla="*/ 32730 w 167297"/>
                <a:gd name="connsiteY21" fmla="*/ 138747 h 158937"/>
                <a:gd name="connsiteX22" fmla="*/ 23554 w 167297"/>
                <a:gd name="connsiteY22" fmla="*/ 135583 h 158937"/>
                <a:gd name="connsiteX23" fmla="*/ 12259 w 167297"/>
                <a:gd name="connsiteY23" fmla="*/ 132066 h 158937"/>
                <a:gd name="connsiteX24" fmla="*/ 259 w 167297"/>
                <a:gd name="connsiteY24" fmla="*/ 144374 h 158937"/>
                <a:gd name="connsiteX25" fmla="*/ 17906 w 167297"/>
                <a:gd name="connsiteY25" fmla="*/ 159142 h 158937"/>
                <a:gd name="connsiteX26" fmla="*/ 50731 w 167297"/>
                <a:gd name="connsiteY26" fmla="*/ 134528 h 158937"/>
                <a:gd name="connsiteX27" fmla="*/ 82496 w 167297"/>
                <a:gd name="connsiteY27" fmla="*/ 93387 h 158937"/>
                <a:gd name="connsiteX28" fmla="*/ 93084 w 167297"/>
                <a:gd name="connsiteY28" fmla="*/ 135583 h 158937"/>
                <a:gd name="connsiteX29" fmla="*/ 113555 w 167297"/>
                <a:gd name="connsiteY29" fmla="*/ 159142 h 158937"/>
                <a:gd name="connsiteX30" fmla="*/ 156615 w 167297"/>
                <a:gd name="connsiteY30" fmla="*/ 119056 h 158937"/>
                <a:gd name="connsiteX31" fmla="*/ 151674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74" y="116243"/>
                  </a:moveTo>
                  <a:cubicBezTo>
                    <a:pt x="148850" y="119408"/>
                    <a:pt x="147085" y="121518"/>
                    <a:pt x="143909" y="125737"/>
                  </a:cubicBezTo>
                  <a:cubicBezTo>
                    <a:pt x="135791" y="136286"/>
                    <a:pt x="131556" y="139802"/>
                    <a:pt x="127673" y="139802"/>
                  </a:cubicBezTo>
                  <a:cubicBezTo>
                    <a:pt x="122379" y="139802"/>
                    <a:pt x="119202" y="135231"/>
                    <a:pt x="116732" y="125385"/>
                  </a:cubicBezTo>
                  <a:cubicBezTo>
                    <a:pt x="116026" y="122572"/>
                    <a:pt x="115673" y="120463"/>
                    <a:pt x="115320" y="119408"/>
                  </a:cubicBezTo>
                  <a:cubicBezTo>
                    <a:pt x="106496" y="83893"/>
                    <a:pt x="102614" y="67718"/>
                    <a:pt x="102614" y="62444"/>
                  </a:cubicBezTo>
                  <a:cubicBezTo>
                    <a:pt x="118144" y="35368"/>
                    <a:pt x="130850" y="19896"/>
                    <a:pt x="137203" y="19896"/>
                  </a:cubicBezTo>
                  <a:cubicBezTo>
                    <a:pt x="139320" y="19896"/>
                    <a:pt x="142144" y="20951"/>
                    <a:pt x="145674" y="22709"/>
                  </a:cubicBezTo>
                  <a:cubicBezTo>
                    <a:pt x="149909" y="25171"/>
                    <a:pt x="152380" y="25874"/>
                    <a:pt x="155203" y="25874"/>
                  </a:cubicBezTo>
                  <a:cubicBezTo>
                    <a:pt x="162615" y="25874"/>
                    <a:pt x="167556" y="20599"/>
                    <a:pt x="167556" y="13215"/>
                  </a:cubicBezTo>
                  <a:cubicBezTo>
                    <a:pt x="167556" y="5831"/>
                    <a:pt x="161556" y="205"/>
                    <a:pt x="153085" y="205"/>
                  </a:cubicBezTo>
                  <a:cubicBezTo>
                    <a:pt x="137556" y="205"/>
                    <a:pt x="124144" y="12864"/>
                    <a:pt x="99790" y="50488"/>
                  </a:cubicBezTo>
                  <a:lnTo>
                    <a:pt x="95908" y="31148"/>
                  </a:lnTo>
                  <a:cubicBezTo>
                    <a:pt x="90967" y="7237"/>
                    <a:pt x="87084" y="205"/>
                    <a:pt x="77555" y="205"/>
                  </a:cubicBezTo>
                  <a:cubicBezTo>
                    <a:pt x="69790" y="205"/>
                    <a:pt x="57789" y="3370"/>
                    <a:pt x="36260" y="10402"/>
                  </a:cubicBezTo>
                  <a:lnTo>
                    <a:pt x="32377" y="11809"/>
                  </a:lnTo>
                  <a:lnTo>
                    <a:pt x="33789" y="17083"/>
                  </a:lnTo>
                  <a:cubicBezTo>
                    <a:pt x="47201" y="13918"/>
                    <a:pt x="50378" y="13215"/>
                    <a:pt x="53554" y="13215"/>
                  </a:cubicBezTo>
                  <a:cubicBezTo>
                    <a:pt x="62378" y="13215"/>
                    <a:pt x="64495" y="16380"/>
                    <a:pt x="69437" y="37478"/>
                  </a:cubicBezTo>
                  <a:lnTo>
                    <a:pt x="79672" y="80728"/>
                  </a:lnTo>
                  <a:lnTo>
                    <a:pt x="50731" y="121869"/>
                  </a:lnTo>
                  <a:cubicBezTo>
                    <a:pt x="43672" y="132418"/>
                    <a:pt x="36613" y="138747"/>
                    <a:pt x="32730" y="138747"/>
                  </a:cubicBezTo>
                  <a:cubicBezTo>
                    <a:pt x="30612" y="138747"/>
                    <a:pt x="27083" y="137693"/>
                    <a:pt x="23554" y="135583"/>
                  </a:cubicBezTo>
                  <a:cubicBezTo>
                    <a:pt x="18965" y="133121"/>
                    <a:pt x="15083" y="132066"/>
                    <a:pt x="12259" y="132066"/>
                  </a:cubicBezTo>
                  <a:cubicBezTo>
                    <a:pt x="5553" y="132066"/>
                    <a:pt x="259" y="137341"/>
                    <a:pt x="259" y="144374"/>
                  </a:cubicBezTo>
                  <a:cubicBezTo>
                    <a:pt x="259" y="153516"/>
                    <a:pt x="7318" y="159142"/>
                    <a:pt x="17906" y="159142"/>
                  </a:cubicBezTo>
                  <a:cubicBezTo>
                    <a:pt x="28848" y="159142"/>
                    <a:pt x="33083" y="155977"/>
                    <a:pt x="50731" y="134528"/>
                  </a:cubicBezTo>
                  <a:cubicBezTo>
                    <a:pt x="60260" y="123276"/>
                    <a:pt x="67672" y="113782"/>
                    <a:pt x="82496" y="93387"/>
                  </a:cubicBezTo>
                  <a:lnTo>
                    <a:pt x="93084" y="135583"/>
                  </a:lnTo>
                  <a:cubicBezTo>
                    <a:pt x="97673" y="153516"/>
                    <a:pt x="102261" y="159142"/>
                    <a:pt x="113555" y="159142"/>
                  </a:cubicBezTo>
                  <a:cubicBezTo>
                    <a:pt x="126967" y="159142"/>
                    <a:pt x="136144" y="150703"/>
                    <a:pt x="156615" y="119056"/>
                  </a:cubicBezTo>
                  <a:lnTo>
                    <a:pt x="151674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94449A68-1F76-524B-AEE5-128CC28169EF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11964262" y="8202604"/>
              <a:ext cx="116225" cy="175899"/>
            </a:xfrm>
            <a:custGeom>
              <a:avLst/>
              <a:gdLst>
                <a:gd name="connsiteX0" fmla="*/ 116488 w 116225"/>
                <a:gd name="connsiteY0" fmla="*/ 140459 h 175899"/>
                <a:gd name="connsiteX1" fmla="*/ 113093 w 116225"/>
                <a:gd name="connsiteY1" fmla="*/ 139158 h 175899"/>
                <a:gd name="connsiteX2" fmla="*/ 88281 w 116225"/>
                <a:gd name="connsiteY2" fmla="*/ 156331 h 175899"/>
                <a:gd name="connsiteX3" fmla="*/ 25858 w 116225"/>
                <a:gd name="connsiteY3" fmla="*/ 156331 h 175899"/>
                <a:gd name="connsiteX4" fmla="*/ 69737 w 116225"/>
                <a:gd name="connsiteY4" fmla="*/ 110535 h 175899"/>
                <a:gd name="connsiteX5" fmla="*/ 103168 w 116225"/>
                <a:gd name="connsiteY5" fmla="*/ 46264 h 175899"/>
                <a:gd name="connsiteX6" fmla="*/ 54850 w 116225"/>
                <a:gd name="connsiteY6" fmla="*/ 207 h 175899"/>
                <a:gd name="connsiteX7" fmla="*/ 17239 w 116225"/>
                <a:gd name="connsiteY7" fmla="*/ 16340 h 175899"/>
                <a:gd name="connsiteX8" fmla="*/ 524 w 116225"/>
                <a:gd name="connsiteY8" fmla="*/ 51988 h 175899"/>
                <a:gd name="connsiteX9" fmla="*/ 6009 w 116225"/>
                <a:gd name="connsiteY9" fmla="*/ 53289 h 175899"/>
                <a:gd name="connsiteX10" fmla="*/ 43880 w 116225"/>
                <a:gd name="connsiteY10" fmla="*/ 19463 h 175899"/>
                <a:gd name="connsiteX11" fmla="*/ 80707 w 116225"/>
                <a:gd name="connsiteY11" fmla="*/ 56152 h 175899"/>
                <a:gd name="connsiteX12" fmla="*/ 46753 w 116225"/>
                <a:gd name="connsiteY12" fmla="*/ 123805 h 175899"/>
                <a:gd name="connsiteX13" fmla="*/ 263 w 116225"/>
                <a:gd name="connsiteY13" fmla="*/ 172984 h 175899"/>
                <a:gd name="connsiteX14" fmla="*/ 263 w 116225"/>
                <a:gd name="connsiteY14" fmla="*/ 176107 h 175899"/>
                <a:gd name="connsiteX15" fmla="*/ 102123 w 116225"/>
                <a:gd name="connsiteY15" fmla="*/ 176107 h 175899"/>
                <a:gd name="connsiteX16" fmla="*/ 116488 w 116225"/>
                <a:gd name="connsiteY16" fmla="*/ 14045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75899">
                  <a:moveTo>
                    <a:pt x="116488" y="140459"/>
                  </a:moveTo>
                  <a:lnTo>
                    <a:pt x="113093" y="139158"/>
                  </a:lnTo>
                  <a:cubicBezTo>
                    <a:pt x="103429" y="153989"/>
                    <a:pt x="100034" y="156331"/>
                    <a:pt x="88281" y="156331"/>
                  </a:cubicBezTo>
                  <a:lnTo>
                    <a:pt x="25858" y="156331"/>
                  </a:lnTo>
                  <a:lnTo>
                    <a:pt x="69737" y="110535"/>
                  </a:lnTo>
                  <a:cubicBezTo>
                    <a:pt x="92982" y="86336"/>
                    <a:pt x="103168" y="66560"/>
                    <a:pt x="103168" y="46264"/>
                  </a:cubicBezTo>
                  <a:cubicBezTo>
                    <a:pt x="103168" y="20243"/>
                    <a:pt x="82012" y="207"/>
                    <a:pt x="54850" y="207"/>
                  </a:cubicBezTo>
                  <a:cubicBezTo>
                    <a:pt x="40485" y="207"/>
                    <a:pt x="26903" y="5932"/>
                    <a:pt x="17239" y="16340"/>
                  </a:cubicBezTo>
                  <a:cubicBezTo>
                    <a:pt x="8882" y="25187"/>
                    <a:pt x="4964" y="33514"/>
                    <a:pt x="524" y="51988"/>
                  </a:cubicBezTo>
                  <a:lnTo>
                    <a:pt x="6009" y="53289"/>
                  </a:lnTo>
                  <a:cubicBezTo>
                    <a:pt x="16456" y="27789"/>
                    <a:pt x="25858" y="19463"/>
                    <a:pt x="43880" y="19463"/>
                  </a:cubicBezTo>
                  <a:cubicBezTo>
                    <a:pt x="65819" y="19463"/>
                    <a:pt x="80707" y="34294"/>
                    <a:pt x="80707" y="56152"/>
                  </a:cubicBezTo>
                  <a:cubicBezTo>
                    <a:pt x="80707" y="76448"/>
                    <a:pt x="68692" y="100647"/>
                    <a:pt x="46753" y="123805"/>
                  </a:cubicBezTo>
                  <a:lnTo>
                    <a:pt x="263" y="172984"/>
                  </a:lnTo>
                  <a:lnTo>
                    <a:pt x="263" y="176107"/>
                  </a:lnTo>
                  <a:lnTo>
                    <a:pt x="102123" y="176107"/>
                  </a:lnTo>
                  <a:lnTo>
                    <a:pt x="116488" y="14045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8AAF7EDD-45D3-9D50-FAA9-DF536707BF46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12125339" y="8061464"/>
              <a:ext cx="81883" cy="351630"/>
            </a:xfrm>
            <a:custGeom>
              <a:avLst/>
              <a:gdLst>
                <a:gd name="connsiteX0" fmla="*/ 82152 w 81883"/>
                <a:gd name="connsiteY0" fmla="*/ 176020 h 351630"/>
                <a:gd name="connsiteX1" fmla="*/ 58857 w 81883"/>
                <a:gd name="connsiteY1" fmla="*/ 66311 h 351630"/>
                <a:gd name="connsiteX2" fmla="*/ 3797 w 81883"/>
                <a:gd name="connsiteY2" fmla="*/ 204 h 351630"/>
                <a:gd name="connsiteX3" fmla="*/ 268 w 81883"/>
                <a:gd name="connsiteY3" fmla="*/ 3721 h 351630"/>
                <a:gd name="connsiteX4" fmla="*/ 6974 w 81883"/>
                <a:gd name="connsiteY4" fmla="*/ 11808 h 351630"/>
                <a:gd name="connsiteX5" fmla="*/ 61681 w 81883"/>
                <a:gd name="connsiteY5" fmla="*/ 176020 h 351630"/>
                <a:gd name="connsiteX6" fmla="*/ 4856 w 81883"/>
                <a:gd name="connsiteY6" fmla="*/ 342341 h 351630"/>
                <a:gd name="connsiteX7" fmla="*/ 268 w 81883"/>
                <a:gd name="connsiteY7" fmla="*/ 348319 h 351630"/>
                <a:gd name="connsiteX8" fmla="*/ 3797 w 81883"/>
                <a:gd name="connsiteY8" fmla="*/ 351835 h 351630"/>
                <a:gd name="connsiteX9" fmla="*/ 59916 w 81883"/>
                <a:gd name="connsiteY9" fmla="*/ 283267 h 351630"/>
                <a:gd name="connsiteX10" fmla="*/ 82152 w 81883"/>
                <a:gd name="connsiteY10" fmla="*/ 17602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2" y="176020"/>
                  </a:moveTo>
                  <a:cubicBezTo>
                    <a:pt x="82152" y="148592"/>
                    <a:pt x="78270" y="106045"/>
                    <a:pt x="58857" y="66311"/>
                  </a:cubicBezTo>
                  <a:cubicBezTo>
                    <a:pt x="37680" y="23060"/>
                    <a:pt x="7327" y="204"/>
                    <a:pt x="3797" y="204"/>
                  </a:cubicBezTo>
                  <a:cubicBezTo>
                    <a:pt x="1680" y="204"/>
                    <a:pt x="268" y="1611"/>
                    <a:pt x="268" y="3721"/>
                  </a:cubicBezTo>
                  <a:cubicBezTo>
                    <a:pt x="268" y="4775"/>
                    <a:pt x="268" y="5479"/>
                    <a:pt x="6974" y="11808"/>
                  </a:cubicBezTo>
                  <a:cubicBezTo>
                    <a:pt x="41563" y="46619"/>
                    <a:pt x="61681" y="102529"/>
                    <a:pt x="61681" y="176020"/>
                  </a:cubicBezTo>
                  <a:cubicBezTo>
                    <a:pt x="61681" y="236148"/>
                    <a:pt x="48622" y="298036"/>
                    <a:pt x="4856" y="342341"/>
                  </a:cubicBezTo>
                  <a:cubicBezTo>
                    <a:pt x="268" y="346561"/>
                    <a:pt x="268" y="347264"/>
                    <a:pt x="268" y="348319"/>
                  </a:cubicBezTo>
                  <a:cubicBezTo>
                    <a:pt x="268" y="350429"/>
                    <a:pt x="1680" y="351835"/>
                    <a:pt x="3797" y="351835"/>
                  </a:cubicBezTo>
                  <a:cubicBezTo>
                    <a:pt x="7327" y="351835"/>
                    <a:pt x="39092" y="327924"/>
                    <a:pt x="59916" y="283267"/>
                  </a:cubicBezTo>
                  <a:cubicBezTo>
                    <a:pt x="77917" y="244588"/>
                    <a:pt x="82152" y="205557"/>
                    <a:pt x="82152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63EF4BA5-B494-AA64-7C0B-AD38DB3BBF54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12277616" y="8061464"/>
              <a:ext cx="81883" cy="351630"/>
            </a:xfrm>
            <a:custGeom>
              <a:avLst/>
              <a:gdLst>
                <a:gd name="connsiteX0" fmla="*/ 82156 w 81883"/>
                <a:gd name="connsiteY0" fmla="*/ 348319 h 351630"/>
                <a:gd name="connsiteX1" fmla="*/ 76156 w 81883"/>
                <a:gd name="connsiteY1" fmla="*/ 340583 h 351630"/>
                <a:gd name="connsiteX2" fmla="*/ 20743 w 81883"/>
                <a:gd name="connsiteY2" fmla="*/ 176020 h 351630"/>
                <a:gd name="connsiteX3" fmla="*/ 77568 w 81883"/>
                <a:gd name="connsiteY3" fmla="*/ 9698 h 351630"/>
                <a:gd name="connsiteX4" fmla="*/ 82156 w 81883"/>
                <a:gd name="connsiteY4" fmla="*/ 3721 h 351630"/>
                <a:gd name="connsiteX5" fmla="*/ 78626 w 81883"/>
                <a:gd name="connsiteY5" fmla="*/ 204 h 351630"/>
                <a:gd name="connsiteX6" fmla="*/ 22508 w 81883"/>
                <a:gd name="connsiteY6" fmla="*/ 68772 h 351630"/>
                <a:gd name="connsiteX7" fmla="*/ 272 w 81883"/>
                <a:gd name="connsiteY7" fmla="*/ 176020 h 351630"/>
                <a:gd name="connsiteX8" fmla="*/ 23567 w 81883"/>
                <a:gd name="connsiteY8" fmla="*/ 285728 h 351630"/>
                <a:gd name="connsiteX9" fmla="*/ 78626 w 81883"/>
                <a:gd name="connsiteY9" fmla="*/ 351835 h 351630"/>
                <a:gd name="connsiteX10" fmla="*/ 82156 w 81883"/>
                <a:gd name="connsiteY10" fmla="*/ 348319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56" y="348319"/>
                  </a:moveTo>
                  <a:cubicBezTo>
                    <a:pt x="82156" y="347264"/>
                    <a:pt x="82156" y="346561"/>
                    <a:pt x="76156" y="340583"/>
                  </a:cubicBezTo>
                  <a:cubicBezTo>
                    <a:pt x="32037" y="296277"/>
                    <a:pt x="20743" y="229819"/>
                    <a:pt x="20743" y="176020"/>
                  </a:cubicBezTo>
                  <a:cubicBezTo>
                    <a:pt x="20743" y="114836"/>
                    <a:pt x="34155" y="53652"/>
                    <a:pt x="77568" y="9698"/>
                  </a:cubicBezTo>
                  <a:cubicBezTo>
                    <a:pt x="82156" y="5479"/>
                    <a:pt x="82156" y="4775"/>
                    <a:pt x="82156" y="3721"/>
                  </a:cubicBezTo>
                  <a:cubicBezTo>
                    <a:pt x="82156" y="1259"/>
                    <a:pt x="80744" y="204"/>
                    <a:pt x="78626" y="204"/>
                  </a:cubicBezTo>
                  <a:cubicBezTo>
                    <a:pt x="75097" y="204"/>
                    <a:pt x="43332" y="24115"/>
                    <a:pt x="22508" y="68772"/>
                  </a:cubicBezTo>
                  <a:cubicBezTo>
                    <a:pt x="4507" y="107452"/>
                    <a:pt x="272" y="146483"/>
                    <a:pt x="272" y="176020"/>
                  </a:cubicBezTo>
                  <a:cubicBezTo>
                    <a:pt x="272" y="203447"/>
                    <a:pt x="4154" y="245994"/>
                    <a:pt x="23567" y="285728"/>
                  </a:cubicBezTo>
                  <a:cubicBezTo>
                    <a:pt x="44743" y="328979"/>
                    <a:pt x="75097" y="351835"/>
                    <a:pt x="78626" y="351835"/>
                  </a:cubicBezTo>
                  <a:cubicBezTo>
                    <a:pt x="80744" y="351835"/>
                    <a:pt x="82156" y="350780"/>
                    <a:pt x="82156" y="34831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74553AB4-66AE-83E0-6934-D6310D91A913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12370598" y="8170118"/>
              <a:ext cx="167297" cy="158937"/>
            </a:xfrm>
            <a:custGeom>
              <a:avLst/>
              <a:gdLst>
                <a:gd name="connsiteX0" fmla="*/ 151690 w 167297"/>
                <a:gd name="connsiteY0" fmla="*/ 116243 h 158937"/>
                <a:gd name="connsiteX1" fmla="*/ 143925 w 167297"/>
                <a:gd name="connsiteY1" fmla="*/ 125737 h 158937"/>
                <a:gd name="connsiteX2" fmla="*/ 127690 w 167297"/>
                <a:gd name="connsiteY2" fmla="*/ 139802 h 158937"/>
                <a:gd name="connsiteX3" fmla="*/ 116748 w 167297"/>
                <a:gd name="connsiteY3" fmla="*/ 125385 h 158937"/>
                <a:gd name="connsiteX4" fmla="*/ 115336 w 167297"/>
                <a:gd name="connsiteY4" fmla="*/ 119408 h 158937"/>
                <a:gd name="connsiteX5" fmla="*/ 102630 w 167297"/>
                <a:gd name="connsiteY5" fmla="*/ 62444 h 158937"/>
                <a:gd name="connsiteX6" fmla="*/ 137219 w 167297"/>
                <a:gd name="connsiteY6" fmla="*/ 19896 h 158937"/>
                <a:gd name="connsiteX7" fmla="*/ 145690 w 167297"/>
                <a:gd name="connsiteY7" fmla="*/ 22709 h 158937"/>
                <a:gd name="connsiteX8" fmla="*/ 155219 w 167297"/>
                <a:gd name="connsiteY8" fmla="*/ 25874 h 158937"/>
                <a:gd name="connsiteX9" fmla="*/ 167573 w 167297"/>
                <a:gd name="connsiteY9" fmla="*/ 13215 h 158937"/>
                <a:gd name="connsiteX10" fmla="*/ 153102 w 167297"/>
                <a:gd name="connsiteY10" fmla="*/ 205 h 158937"/>
                <a:gd name="connsiteX11" fmla="*/ 99807 w 167297"/>
                <a:gd name="connsiteY11" fmla="*/ 50488 h 158937"/>
                <a:gd name="connsiteX12" fmla="*/ 95924 w 167297"/>
                <a:gd name="connsiteY12" fmla="*/ 31148 h 158937"/>
                <a:gd name="connsiteX13" fmla="*/ 77571 w 167297"/>
                <a:gd name="connsiteY13" fmla="*/ 205 h 158937"/>
                <a:gd name="connsiteX14" fmla="*/ 36276 w 167297"/>
                <a:gd name="connsiteY14" fmla="*/ 10402 h 158937"/>
                <a:gd name="connsiteX15" fmla="*/ 32394 w 167297"/>
                <a:gd name="connsiteY15" fmla="*/ 11809 h 158937"/>
                <a:gd name="connsiteX16" fmla="*/ 33805 w 167297"/>
                <a:gd name="connsiteY16" fmla="*/ 17083 h 158937"/>
                <a:gd name="connsiteX17" fmla="*/ 53570 w 167297"/>
                <a:gd name="connsiteY17" fmla="*/ 13215 h 158937"/>
                <a:gd name="connsiteX18" fmla="*/ 69453 w 167297"/>
                <a:gd name="connsiteY18" fmla="*/ 37478 h 158937"/>
                <a:gd name="connsiteX19" fmla="*/ 79689 w 167297"/>
                <a:gd name="connsiteY19" fmla="*/ 80728 h 158937"/>
                <a:gd name="connsiteX20" fmla="*/ 50747 w 167297"/>
                <a:gd name="connsiteY20" fmla="*/ 121869 h 158937"/>
                <a:gd name="connsiteX21" fmla="*/ 32746 w 167297"/>
                <a:gd name="connsiteY21" fmla="*/ 138747 h 158937"/>
                <a:gd name="connsiteX22" fmla="*/ 23570 w 167297"/>
                <a:gd name="connsiteY22" fmla="*/ 135583 h 158937"/>
                <a:gd name="connsiteX23" fmla="*/ 12276 w 167297"/>
                <a:gd name="connsiteY23" fmla="*/ 132066 h 158937"/>
                <a:gd name="connsiteX24" fmla="*/ 275 w 167297"/>
                <a:gd name="connsiteY24" fmla="*/ 144374 h 158937"/>
                <a:gd name="connsiteX25" fmla="*/ 17923 w 167297"/>
                <a:gd name="connsiteY25" fmla="*/ 159142 h 158937"/>
                <a:gd name="connsiteX26" fmla="*/ 50747 w 167297"/>
                <a:gd name="connsiteY26" fmla="*/ 134528 h 158937"/>
                <a:gd name="connsiteX27" fmla="*/ 82512 w 167297"/>
                <a:gd name="connsiteY27" fmla="*/ 93387 h 158937"/>
                <a:gd name="connsiteX28" fmla="*/ 93101 w 167297"/>
                <a:gd name="connsiteY28" fmla="*/ 135583 h 158937"/>
                <a:gd name="connsiteX29" fmla="*/ 113572 w 167297"/>
                <a:gd name="connsiteY29" fmla="*/ 159142 h 158937"/>
                <a:gd name="connsiteX30" fmla="*/ 156631 w 167297"/>
                <a:gd name="connsiteY30" fmla="*/ 119056 h 158937"/>
                <a:gd name="connsiteX31" fmla="*/ 151690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690" y="116243"/>
                  </a:moveTo>
                  <a:cubicBezTo>
                    <a:pt x="148866" y="119408"/>
                    <a:pt x="147102" y="121518"/>
                    <a:pt x="143925" y="125737"/>
                  </a:cubicBezTo>
                  <a:cubicBezTo>
                    <a:pt x="135807" y="136286"/>
                    <a:pt x="131572" y="139802"/>
                    <a:pt x="127690" y="139802"/>
                  </a:cubicBezTo>
                  <a:cubicBezTo>
                    <a:pt x="122395" y="139802"/>
                    <a:pt x="119219" y="135231"/>
                    <a:pt x="116748" y="125385"/>
                  </a:cubicBezTo>
                  <a:cubicBezTo>
                    <a:pt x="116042" y="122572"/>
                    <a:pt x="115689" y="120463"/>
                    <a:pt x="115336" y="119408"/>
                  </a:cubicBezTo>
                  <a:cubicBezTo>
                    <a:pt x="106513" y="83893"/>
                    <a:pt x="102630" y="67718"/>
                    <a:pt x="102630" y="62444"/>
                  </a:cubicBezTo>
                  <a:cubicBezTo>
                    <a:pt x="118160" y="35368"/>
                    <a:pt x="130866" y="19896"/>
                    <a:pt x="137219" y="19896"/>
                  </a:cubicBezTo>
                  <a:cubicBezTo>
                    <a:pt x="139337" y="19896"/>
                    <a:pt x="142160" y="20951"/>
                    <a:pt x="145690" y="22709"/>
                  </a:cubicBezTo>
                  <a:cubicBezTo>
                    <a:pt x="149925" y="25171"/>
                    <a:pt x="152396" y="25874"/>
                    <a:pt x="155219" y="25874"/>
                  </a:cubicBezTo>
                  <a:cubicBezTo>
                    <a:pt x="162631" y="25874"/>
                    <a:pt x="167573" y="20599"/>
                    <a:pt x="167573" y="13215"/>
                  </a:cubicBezTo>
                  <a:cubicBezTo>
                    <a:pt x="167573" y="5831"/>
                    <a:pt x="161573" y="205"/>
                    <a:pt x="153102" y="205"/>
                  </a:cubicBezTo>
                  <a:cubicBezTo>
                    <a:pt x="137572" y="205"/>
                    <a:pt x="124160" y="12864"/>
                    <a:pt x="99807" y="50488"/>
                  </a:cubicBezTo>
                  <a:lnTo>
                    <a:pt x="95924" y="31148"/>
                  </a:lnTo>
                  <a:cubicBezTo>
                    <a:pt x="90983" y="7237"/>
                    <a:pt x="87101" y="205"/>
                    <a:pt x="77571" y="205"/>
                  </a:cubicBezTo>
                  <a:cubicBezTo>
                    <a:pt x="69806" y="205"/>
                    <a:pt x="57806" y="3370"/>
                    <a:pt x="36276" y="10402"/>
                  </a:cubicBezTo>
                  <a:lnTo>
                    <a:pt x="32394" y="11809"/>
                  </a:lnTo>
                  <a:lnTo>
                    <a:pt x="33805" y="17083"/>
                  </a:lnTo>
                  <a:cubicBezTo>
                    <a:pt x="47217" y="13918"/>
                    <a:pt x="50394" y="13215"/>
                    <a:pt x="53570" y="13215"/>
                  </a:cubicBezTo>
                  <a:cubicBezTo>
                    <a:pt x="62394" y="13215"/>
                    <a:pt x="64512" y="16380"/>
                    <a:pt x="69453" y="37478"/>
                  </a:cubicBezTo>
                  <a:lnTo>
                    <a:pt x="79689" y="80728"/>
                  </a:lnTo>
                  <a:lnTo>
                    <a:pt x="50747" y="121869"/>
                  </a:lnTo>
                  <a:cubicBezTo>
                    <a:pt x="43688" y="132418"/>
                    <a:pt x="36629" y="138747"/>
                    <a:pt x="32746" y="138747"/>
                  </a:cubicBezTo>
                  <a:cubicBezTo>
                    <a:pt x="30629" y="138747"/>
                    <a:pt x="27099" y="137693"/>
                    <a:pt x="23570" y="135583"/>
                  </a:cubicBezTo>
                  <a:cubicBezTo>
                    <a:pt x="18982" y="133121"/>
                    <a:pt x="15099" y="132066"/>
                    <a:pt x="12276" y="132066"/>
                  </a:cubicBezTo>
                  <a:cubicBezTo>
                    <a:pt x="5570" y="132066"/>
                    <a:pt x="275" y="137341"/>
                    <a:pt x="275" y="144374"/>
                  </a:cubicBezTo>
                  <a:cubicBezTo>
                    <a:pt x="275" y="153516"/>
                    <a:pt x="7334" y="159142"/>
                    <a:pt x="17923" y="159142"/>
                  </a:cubicBezTo>
                  <a:cubicBezTo>
                    <a:pt x="28864" y="159142"/>
                    <a:pt x="33099" y="155977"/>
                    <a:pt x="50747" y="134528"/>
                  </a:cubicBezTo>
                  <a:cubicBezTo>
                    <a:pt x="60276" y="123276"/>
                    <a:pt x="67688" y="113782"/>
                    <a:pt x="82512" y="93387"/>
                  </a:cubicBezTo>
                  <a:lnTo>
                    <a:pt x="93101" y="135583"/>
                  </a:lnTo>
                  <a:cubicBezTo>
                    <a:pt x="97689" y="153516"/>
                    <a:pt x="102277" y="159142"/>
                    <a:pt x="113572" y="159142"/>
                  </a:cubicBezTo>
                  <a:cubicBezTo>
                    <a:pt x="126984" y="159142"/>
                    <a:pt x="136160" y="150703"/>
                    <a:pt x="156631" y="119056"/>
                  </a:cubicBezTo>
                  <a:lnTo>
                    <a:pt x="151690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9" name="Freeform: Shape 2108">
              <a:extLst>
                <a:ext uri="{FF2B5EF4-FFF2-40B4-BE49-F238E27FC236}">
                  <a16:creationId xmlns:a16="http://schemas.microsoft.com/office/drawing/2014/main" id="{71026BBE-9E0D-619D-82A4-8BBDA60CBBD7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12540556" y="8202604"/>
              <a:ext cx="120143" cy="175899"/>
            </a:xfrm>
            <a:custGeom>
              <a:avLst/>
              <a:gdLst>
                <a:gd name="connsiteX0" fmla="*/ 120422 w 120143"/>
                <a:gd name="connsiteY0" fmla="*/ 115999 h 175899"/>
                <a:gd name="connsiteX1" fmla="*/ 93782 w 120143"/>
                <a:gd name="connsiteY1" fmla="*/ 115999 h 175899"/>
                <a:gd name="connsiteX2" fmla="*/ 93782 w 120143"/>
                <a:gd name="connsiteY2" fmla="*/ 207 h 175899"/>
                <a:gd name="connsiteX3" fmla="*/ 82290 w 120143"/>
                <a:gd name="connsiteY3" fmla="*/ 207 h 175899"/>
                <a:gd name="connsiteX4" fmla="*/ 279 w 120143"/>
                <a:gd name="connsiteY4" fmla="*/ 115999 h 175899"/>
                <a:gd name="connsiteX5" fmla="*/ 279 w 120143"/>
                <a:gd name="connsiteY5" fmla="*/ 132652 h 175899"/>
                <a:gd name="connsiteX6" fmla="*/ 73671 w 120143"/>
                <a:gd name="connsiteY6" fmla="*/ 132652 h 175899"/>
                <a:gd name="connsiteX7" fmla="*/ 73671 w 120143"/>
                <a:gd name="connsiteY7" fmla="*/ 176107 h 175899"/>
                <a:gd name="connsiteX8" fmla="*/ 93782 w 120143"/>
                <a:gd name="connsiteY8" fmla="*/ 176107 h 175899"/>
                <a:gd name="connsiteX9" fmla="*/ 93782 w 120143"/>
                <a:gd name="connsiteY9" fmla="*/ 132652 h 175899"/>
                <a:gd name="connsiteX10" fmla="*/ 120422 w 120143"/>
                <a:gd name="connsiteY10" fmla="*/ 132652 h 175899"/>
                <a:gd name="connsiteX11" fmla="*/ 120422 w 120143"/>
                <a:gd name="connsiteY11" fmla="*/ 115999 h 175899"/>
                <a:gd name="connsiteX12" fmla="*/ 73410 w 120143"/>
                <a:gd name="connsiteY12" fmla="*/ 115999 h 175899"/>
                <a:gd name="connsiteX13" fmla="*/ 10726 w 120143"/>
                <a:gd name="connsiteY13" fmla="*/ 115999 h 175899"/>
                <a:gd name="connsiteX14" fmla="*/ 73410 w 120143"/>
                <a:gd name="connsiteY14" fmla="*/ 26748 h 175899"/>
                <a:gd name="connsiteX15" fmla="*/ 73410 w 120143"/>
                <a:gd name="connsiteY15" fmla="*/ 115999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22" y="115999"/>
                  </a:moveTo>
                  <a:lnTo>
                    <a:pt x="93782" y="115999"/>
                  </a:lnTo>
                  <a:lnTo>
                    <a:pt x="93782" y="207"/>
                  </a:lnTo>
                  <a:lnTo>
                    <a:pt x="82290" y="207"/>
                  </a:lnTo>
                  <a:lnTo>
                    <a:pt x="279" y="115999"/>
                  </a:lnTo>
                  <a:lnTo>
                    <a:pt x="279" y="132652"/>
                  </a:lnTo>
                  <a:lnTo>
                    <a:pt x="73671" y="132652"/>
                  </a:lnTo>
                  <a:lnTo>
                    <a:pt x="73671" y="176107"/>
                  </a:lnTo>
                  <a:lnTo>
                    <a:pt x="93782" y="176107"/>
                  </a:lnTo>
                  <a:lnTo>
                    <a:pt x="93782" y="132652"/>
                  </a:lnTo>
                  <a:lnTo>
                    <a:pt x="120422" y="132652"/>
                  </a:lnTo>
                  <a:lnTo>
                    <a:pt x="120422" y="115999"/>
                  </a:lnTo>
                  <a:close/>
                  <a:moveTo>
                    <a:pt x="73410" y="115999"/>
                  </a:moveTo>
                  <a:lnTo>
                    <a:pt x="10726" y="115999"/>
                  </a:lnTo>
                  <a:lnTo>
                    <a:pt x="73410" y="26748"/>
                  </a:lnTo>
                  <a:lnTo>
                    <a:pt x="73410" y="11599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0" name="Freeform: Shape 2109">
              <a:extLst>
                <a:ext uri="{FF2B5EF4-FFF2-40B4-BE49-F238E27FC236}">
                  <a16:creationId xmlns:a16="http://schemas.microsoft.com/office/drawing/2014/main" id="{E129A50A-05AC-B99E-F05A-5A8D8CC7B335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12764714" y="8230246"/>
              <a:ext cx="215651" cy="14065"/>
            </a:xfrm>
            <a:custGeom>
              <a:avLst/>
              <a:gdLst>
                <a:gd name="connsiteX0" fmla="*/ 203583 w 215651"/>
                <a:gd name="connsiteY0" fmla="*/ 14270 h 14065"/>
                <a:gd name="connsiteX1" fmla="*/ 215937 w 215651"/>
                <a:gd name="connsiteY1" fmla="*/ 7237 h 14065"/>
                <a:gd name="connsiteX2" fmla="*/ 203583 w 215651"/>
                <a:gd name="connsiteY2" fmla="*/ 205 h 14065"/>
                <a:gd name="connsiteX3" fmla="*/ 12638 w 215651"/>
                <a:gd name="connsiteY3" fmla="*/ 205 h 14065"/>
                <a:gd name="connsiteX4" fmla="*/ 285 w 215651"/>
                <a:gd name="connsiteY4" fmla="*/ 7237 h 14065"/>
                <a:gd name="connsiteX5" fmla="*/ 12638 w 215651"/>
                <a:gd name="connsiteY5" fmla="*/ 14270 h 14065"/>
                <a:gd name="connsiteX6" fmla="*/ 203583 w 215651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651" h="14065">
                  <a:moveTo>
                    <a:pt x="203583" y="14270"/>
                  </a:moveTo>
                  <a:cubicBezTo>
                    <a:pt x="209584" y="14270"/>
                    <a:pt x="215937" y="14270"/>
                    <a:pt x="215937" y="7237"/>
                  </a:cubicBezTo>
                  <a:cubicBezTo>
                    <a:pt x="215937" y="205"/>
                    <a:pt x="209584" y="205"/>
                    <a:pt x="203583" y="205"/>
                  </a:cubicBezTo>
                  <a:lnTo>
                    <a:pt x="12638" y="205"/>
                  </a:lnTo>
                  <a:cubicBezTo>
                    <a:pt x="6638" y="205"/>
                    <a:pt x="285" y="205"/>
                    <a:pt x="285" y="7237"/>
                  </a:cubicBezTo>
                  <a:cubicBezTo>
                    <a:pt x="285" y="14270"/>
                    <a:pt x="6638" y="14270"/>
                    <a:pt x="12638" y="14270"/>
                  </a:cubicBezTo>
                  <a:lnTo>
                    <a:pt x="203583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1" name="Freeform: Shape 2110">
              <a:extLst>
                <a:ext uri="{FF2B5EF4-FFF2-40B4-BE49-F238E27FC236}">
                  <a16:creationId xmlns:a16="http://schemas.microsoft.com/office/drawing/2014/main" id="{B98D8A37-4A0A-BBF2-092B-9BFC83CC4697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13050358" y="8170118"/>
              <a:ext cx="167297" cy="158937"/>
            </a:xfrm>
            <a:custGeom>
              <a:avLst/>
              <a:gdLst>
                <a:gd name="connsiteX0" fmla="*/ 151709 w 167297"/>
                <a:gd name="connsiteY0" fmla="*/ 116243 h 158937"/>
                <a:gd name="connsiteX1" fmla="*/ 143944 w 167297"/>
                <a:gd name="connsiteY1" fmla="*/ 125737 h 158937"/>
                <a:gd name="connsiteX2" fmla="*/ 127709 w 167297"/>
                <a:gd name="connsiteY2" fmla="*/ 139802 h 158937"/>
                <a:gd name="connsiteX3" fmla="*/ 116767 w 167297"/>
                <a:gd name="connsiteY3" fmla="*/ 125385 h 158937"/>
                <a:gd name="connsiteX4" fmla="*/ 115355 w 167297"/>
                <a:gd name="connsiteY4" fmla="*/ 119408 h 158937"/>
                <a:gd name="connsiteX5" fmla="*/ 102649 w 167297"/>
                <a:gd name="connsiteY5" fmla="*/ 62444 h 158937"/>
                <a:gd name="connsiteX6" fmla="*/ 137238 w 167297"/>
                <a:gd name="connsiteY6" fmla="*/ 19896 h 158937"/>
                <a:gd name="connsiteX7" fmla="*/ 145709 w 167297"/>
                <a:gd name="connsiteY7" fmla="*/ 22709 h 158937"/>
                <a:gd name="connsiteX8" fmla="*/ 155239 w 167297"/>
                <a:gd name="connsiteY8" fmla="*/ 25874 h 158937"/>
                <a:gd name="connsiteX9" fmla="*/ 167592 w 167297"/>
                <a:gd name="connsiteY9" fmla="*/ 13215 h 158937"/>
                <a:gd name="connsiteX10" fmla="*/ 153121 w 167297"/>
                <a:gd name="connsiteY10" fmla="*/ 205 h 158937"/>
                <a:gd name="connsiteX11" fmla="*/ 99826 w 167297"/>
                <a:gd name="connsiteY11" fmla="*/ 50488 h 158937"/>
                <a:gd name="connsiteX12" fmla="*/ 95943 w 167297"/>
                <a:gd name="connsiteY12" fmla="*/ 31148 h 158937"/>
                <a:gd name="connsiteX13" fmla="*/ 77590 w 167297"/>
                <a:gd name="connsiteY13" fmla="*/ 205 h 158937"/>
                <a:gd name="connsiteX14" fmla="*/ 36295 w 167297"/>
                <a:gd name="connsiteY14" fmla="*/ 10402 h 158937"/>
                <a:gd name="connsiteX15" fmla="*/ 32413 w 167297"/>
                <a:gd name="connsiteY15" fmla="*/ 11809 h 158937"/>
                <a:gd name="connsiteX16" fmla="*/ 33824 w 167297"/>
                <a:gd name="connsiteY16" fmla="*/ 17083 h 158937"/>
                <a:gd name="connsiteX17" fmla="*/ 53590 w 167297"/>
                <a:gd name="connsiteY17" fmla="*/ 13215 h 158937"/>
                <a:gd name="connsiteX18" fmla="*/ 69472 w 167297"/>
                <a:gd name="connsiteY18" fmla="*/ 37478 h 158937"/>
                <a:gd name="connsiteX19" fmla="*/ 79708 w 167297"/>
                <a:gd name="connsiteY19" fmla="*/ 80728 h 158937"/>
                <a:gd name="connsiteX20" fmla="*/ 50766 w 167297"/>
                <a:gd name="connsiteY20" fmla="*/ 121869 h 158937"/>
                <a:gd name="connsiteX21" fmla="*/ 32766 w 167297"/>
                <a:gd name="connsiteY21" fmla="*/ 138747 h 158937"/>
                <a:gd name="connsiteX22" fmla="*/ 23589 w 167297"/>
                <a:gd name="connsiteY22" fmla="*/ 135583 h 158937"/>
                <a:gd name="connsiteX23" fmla="*/ 12295 w 167297"/>
                <a:gd name="connsiteY23" fmla="*/ 132066 h 158937"/>
                <a:gd name="connsiteX24" fmla="*/ 294 w 167297"/>
                <a:gd name="connsiteY24" fmla="*/ 144374 h 158937"/>
                <a:gd name="connsiteX25" fmla="*/ 17942 w 167297"/>
                <a:gd name="connsiteY25" fmla="*/ 159142 h 158937"/>
                <a:gd name="connsiteX26" fmla="*/ 50766 w 167297"/>
                <a:gd name="connsiteY26" fmla="*/ 134528 h 158937"/>
                <a:gd name="connsiteX27" fmla="*/ 82531 w 167297"/>
                <a:gd name="connsiteY27" fmla="*/ 93387 h 158937"/>
                <a:gd name="connsiteX28" fmla="*/ 93120 w 167297"/>
                <a:gd name="connsiteY28" fmla="*/ 135583 h 158937"/>
                <a:gd name="connsiteX29" fmla="*/ 113591 w 167297"/>
                <a:gd name="connsiteY29" fmla="*/ 159142 h 158937"/>
                <a:gd name="connsiteX30" fmla="*/ 156650 w 167297"/>
                <a:gd name="connsiteY30" fmla="*/ 119056 h 158937"/>
                <a:gd name="connsiteX31" fmla="*/ 151709 w 167297"/>
                <a:gd name="connsiteY31" fmla="*/ 116243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09" y="116243"/>
                  </a:moveTo>
                  <a:cubicBezTo>
                    <a:pt x="148886" y="119408"/>
                    <a:pt x="147121" y="121518"/>
                    <a:pt x="143944" y="125737"/>
                  </a:cubicBezTo>
                  <a:cubicBezTo>
                    <a:pt x="135826" y="136286"/>
                    <a:pt x="131591" y="139802"/>
                    <a:pt x="127709" y="139802"/>
                  </a:cubicBezTo>
                  <a:cubicBezTo>
                    <a:pt x="122414" y="139802"/>
                    <a:pt x="119238" y="135231"/>
                    <a:pt x="116767" y="125385"/>
                  </a:cubicBezTo>
                  <a:cubicBezTo>
                    <a:pt x="116061" y="122572"/>
                    <a:pt x="115708" y="120463"/>
                    <a:pt x="115355" y="119408"/>
                  </a:cubicBezTo>
                  <a:cubicBezTo>
                    <a:pt x="106532" y="83893"/>
                    <a:pt x="102649" y="67718"/>
                    <a:pt x="102649" y="62444"/>
                  </a:cubicBezTo>
                  <a:cubicBezTo>
                    <a:pt x="118179" y="35368"/>
                    <a:pt x="130885" y="19896"/>
                    <a:pt x="137238" y="19896"/>
                  </a:cubicBezTo>
                  <a:cubicBezTo>
                    <a:pt x="139356" y="19896"/>
                    <a:pt x="142180" y="20951"/>
                    <a:pt x="145709" y="22709"/>
                  </a:cubicBezTo>
                  <a:cubicBezTo>
                    <a:pt x="149944" y="25171"/>
                    <a:pt x="152415" y="25874"/>
                    <a:pt x="155239" y="25874"/>
                  </a:cubicBezTo>
                  <a:cubicBezTo>
                    <a:pt x="162651" y="25874"/>
                    <a:pt x="167592" y="20599"/>
                    <a:pt x="167592" y="13215"/>
                  </a:cubicBezTo>
                  <a:cubicBezTo>
                    <a:pt x="167592" y="5831"/>
                    <a:pt x="161592" y="205"/>
                    <a:pt x="153121" y="205"/>
                  </a:cubicBezTo>
                  <a:cubicBezTo>
                    <a:pt x="137591" y="205"/>
                    <a:pt x="124179" y="12864"/>
                    <a:pt x="99826" y="50488"/>
                  </a:cubicBezTo>
                  <a:lnTo>
                    <a:pt x="95943" y="31148"/>
                  </a:lnTo>
                  <a:cubicBezTo>
                    <a:pt x="91002" y="7237"/>
                    <a:pt x="87120" y="205"/>
                    <a:pt x="77590" y="205"/>
                  </a:cubicBezTo>
                  <a:cubicBezTo>
                    <a:pt x="69825" y="205"/>
                    <a:pt x="57825" y="3370"/>
                    <a:pt x="36295" y="10402"/>
                  </a:cubicBezTo>
                  <a:lnTo>
                    <a:pt x="32413" y="11809"/>
                  </a:lnTo>
                  <a:lnTo>
                    <a:pt x="33824" y="17083"/>
                  </a:lnTo>
                  <a:cubicBezTo>
                    <a:pt x="47236" y="13918"/>
                    <a:pt x="50413" y="13215"/>
                    <a:pt x="53590" y="13215"/>
                  </a:cubicBezTo>
                  <a:cubicBezTo>
                    <a:pt x="62413" y="13215"/>
                    <a:pt x="64531" y="16380"/>
                    <a:pt x="69472" y="37478"/>
                  </a:cubicBezTo>
                  <a:lnTo>
                    <a:pt x="79708" y="80728"/>
                  </a:lnTo>
                  <a:lnTo>
                    <a:pt x="50766" y="121869"/>
                  </a:lnTo>
                  <a:cubicBezTo>
                    <a:pt x="43707" y="132418"/>
                    <a:pt x="36648" y="138747"/>
                    <a:pt x="32766" y="138747"/>
                  </a:cubicBezTo>
                  <a:cubicBezTo>
                    <a:pt x="30648" y="138747"/>
                    <a:pt x="27118" y="137693"/>
                    <a:pt x="23589" y="135583"/>
                  </a:cubicBezTo>
                  <a:cubicBezTo>
                    <a:pt x="19001" y="133121"/>
                    <a:pt x="15118" y="132066"/>
                    <a:pt x="12295" y="132066"/>
                  </a:cubicBezTo>
                  <a:cubicBezTo>
                    <a:pt x="5589" y="132066"/>
                    <a:pt x="294" y="137341"/>
                    <a:pt x="294" y="144374"/>
                  </a:cubicBezTo>
                  <a:cubicBezTo>
                    <a:pt x="294" y="153516"/>
                    <a:pt x="7353" y="159142"/>
                    <a:pt x="17942" y="159142"/>
                  </a:cubicBezTo>
                  <a:cubicBezTo>
                    <a:pt x="28883" y="159142"/>
                    <a:pt x="33119" y="155977"/>
                    <a:pt x="50766" y="134528"/>
                  </a:cubicBezTo>
                  <a:cubicBezTo>
                    <a:pt x="60296" y="123276"/>
                    <a:pt x="67707" y="113782"/>
                    <a:pt x="82531" y="93387"/>
                  </a:cubicBezTo>
                  <a:lnTo>
                    <a:pt x="93120" y="135583"/>
                  </a:lnTo>
                  <a:cubicBezTo>
                    <a:pt x="97708" y="153516"/>
                    <a:pt x="102296" y="159142"/>
                    <a:pt x="113591" y="159142"/>
                  </a:cubicBezTo>
                  <a:cubicBezTo>
                    <a:pt x="127003" y="159142"/>
                    <a:pt x="136179" y="150703"/>
                    <a:pt x="156650" y="119056"/>
                  </a:cubicBezTo>
                  <a:lnTo>
                    <a:pt x="151709" y="116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2" name="Freeform: Shape 2111">
              <a:extLst>
                <a:ext uri="{FF2B5EF4-FFF2-40B4-BE49-F238E27FC236}">
                  <a16:creationId xmlns:a16="http://schemas.microsoft.com/office/drawing/2014/main" id="{B3FCFFE5-2182-A732-B297-9A0946F01F2E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13228413" y="8202604"/>
              <a:ext cx="101599" cy="179542"/>
            </a:xfrm>
            <a:custGeom>
              <a:avLst/>
              <a:gdLst>
                <a:gd name="connsiteX0" fmla="*/ 29028 w 101599"/>
                <a:gd name="connsiteY0" fmla="*/ 90239 h 179542"/>
                <a:gd name="connsiteX1" fmla="*/ 56713 w 101599"/>
                <a:gd name="connsiteY1" fmla="*/ 93101 h 179542"/>
                <a:gd name="connsiteX2" fmla="*/ 83093 w 101599"/>
                <a:gd name="connsiteY2" fmla="*/ 131612 h 179542"/>
                <a:gd name="connsiteX3" fmla="*/ 48878 w 101599"/>
                <a:gd name="connsiteY3" fmla="*/ 170382 h 179542"/>
                <a:gd name="connsiteX4" fmla="*/ 26939 w 101599"/>
                <a:gd name="connsiteY4" fmla="*/ 162316 h 179542"/>
                <a:gd name="connsiteX5" fmla="*/ 10223 w 101599"/>
                <a:gd name="connsiteY5" fmla="*/ 155811 h 179542"/>
                <a:gd name="connsiteX6" fmla="*/ 298 w 101599"/>
                <a:gd name="connsiteY6" fmla="*/ 164918 h 179542"/>
                <a:gd name="connsiteX7" fmla="*/ 29812 w 101599"/>
                <a:gd name="connsiteY7" fmla="*/ 179750 h 179542"/>
                <a:gd name="connsiteX8" fmla="*/ 82831 w 101599"/>
                <a:gd name="connsiteY8" fmla="*/ 162316 h 179542"/>
                <a:gd name="connsiteX9" fmla="*/ 101898 w 101599"/>
                <a:gd name="connsiteY9" fmla="*/ 119122 h 179542"/>
                <a:gd name="connsiteX10" fmla="*/ 90145 w 101599"/>
                <a:gd name="connsiteY10" fmla="*/ 85555 h 179542"/>
                <a:gd name="connsiteX11" fmla="*/ 68467 w 101599"/>
                <a:gd name="connsiteY11" fmla="*/ 71764 h 179542"/>
                <a:gd name="connsiteX12" fmla="*/ 93018 w 101599"/>
                <a:gd name="connsiteY12" fmla="*/ 35856 h 179542"/>
                <a:gd name="connsiteX13" fmla="*/ 52273 w 101599"/>
                <a:gd name="connsiteY13" fmla="*/ 207 h 179542"/>
                <a:gd name="connsiteX14" fmla="*/ 18320 w 101599"/>
                <a:gd name="connsiteY14" fmla="*/ 12957 h 179542"/>
                <a:gd name="connsiteX15" fmla="*/ 821 w 101599"/>
                <a:gd name="connsiteY15" fmla="*/ 42361 h 179542"/>
                <a:gd name="connsiteX16" fmla="*/ 4738 w 101599"/>
                <a:gd name="connsiteY16" fmla="*/ 43402 h 179542"/>
                <a:gd name="connsiteX17" fmla="*/ 43654 w 101599"/>
                <a:gd name="connsiteY17" fmla="*/ 15820 h 179542"/>
                <a:gd name="connsiteX18" fmla="*/ 72384 w 101599"/>
                <a:gd name="connsiteY18" fmla="*/ 43662 h 179542"/>
                <a:gd name="connsiteX19" fmla="*/ 61937 w 101599"/>
                <a:gd name="connsiteY19" fmla="*/ 68902 h 179542"/>
                <a:gd name="connsiteX20" fmla="*/ 29028 w 101599"/>
                <a:gd name="connsiteY20" fmla="*/ 86856 h 179542"/>
                <a:gd name="connsiteX21" fmla="*/ 29028 w 101599"/>
                <a:gd name="connsiteY21" fmla="*/ 90239 h 179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1599" h="179542">
                  <a:moveTo>
                    <a:pt x="29028" y="90239"/>
                  </a:moveTo>
                  <a:cubicBezTo>
                    <a:pt x="44438" y="90239"/>
                    <a:pt x="50445" y="90759"/>
                    <a:pt x="56713" y="93101"/>
                  </a:cubicBezTo>
                  <a:cubicBezTo>
                    <a:pt x="72907" y="98826"/>
                    <a:pt x="83093" y="113657"/>
                    <a:pt x="83093" y="131612"/>
                  </a:cubicBezTo>
                  <a:cubicBezTo>
                    <a:pt x="83093" y="153469"/>
                    <a:pt x="68205" y="170382"/>
                    <a:pt x="48878" y="170382"/>
                  </a:cubicBezTo>
                  <a:cubicBezTo>
                    <a:pt x="41826" y="170382"/>
                    <a:pt x="36602" y="168561"/>
                    <a:pt x="26939" y="162316"/>
                  </a:cubicBezTo>
                  <a:cubicBezTo>
                    <a:pt x="19103" y="157632"/>
                    <a:pt x="14663" y="155811"/>
                    <a:pt x="10223" y="155811"/>
                  </a:cubicBezTo>
                  <a:cubicBezTo>
                    <a:pt x="4216" y="155811"/>
                    <a:pt x="298" y="159454"/>
                    <a:pt x="298" y="164918"/>
                  </a:cubicBezTo>
                  <a:cubicBezTo>
                    <a:pt x="298" y="174025"/>
                    <a:pt x="11529" y="179750"/>
                    <a:pt x="29812" y="179750"/>
                  </a:cubicBezTo>
                  <a:cubicBezTo>
                    <a:pt x="49923" y="179750"/>
                    <a:pt x="70556" y="172984"/>
                    <a:pt x="82831" y="162316"/>
                  </a:cubicBezTo>
                  <a:cubicBezTo>
                    <a:pt x="95107" y="151647"/>
                    <a:pt x="101898" y="136555"/>
                    <a:pt x="101898" y="119122"/>
                  </a:cubicBezTo>
                  <a:cubicBezTo>
                    <a:pt x="101898" y="105851"/>
                    <a:pt x="97719" y="93621"/>
                    <a:pt x="90145" y="85555"/>
                  </a:cubicBezTo>
                  <a:cubicBezTo>
                    <a:pt x="84921" y="79830"/>
                    <a:pt x="79958" y="76708"/>
                    <a:pt x="68467" y="71764"/>
                  </a:cubicBezTo>
                  <a:cubicBezTo>
                    <a:pt x="86488" y="59534"/>
                    <a:pt x="93018" y="49907"/>
                    <a:pt x="93018" y="35856"/>
                  </a:cubicBezTo>
                  <a:cubicBezTo>
                    <a:pt x="93018" y="14779"/>
                    <a:pt x="76302" y="207"/>
                    <a:pt x="52273" y="207"/>
                  </a:cubicBezTo>
                  <a:cubicBezTo>
                    <a:pt x="39214" y="207"/>
                    <a:pt x="27722" y="4631"/>
                    <a:pt x="18320" y="12957"/>
                  </a:cubicBezTo>
                  <a:cubicBezTo>
                    <a:pt x="10484" y="19983"/>
                    <a:pt x="6567" y="26748"/>
                    <a:pt x="821" y="42361"/>
                  </a:cubicBezTo>
                  <a:lnTo>
                    <a:pt x="4738" y="43402"/>
                  </a:lnTo>
                  <a:cubicBezTo>
                    <a:pt x="15447" y="24406"/>
                    <a:pt x="27200" y="15820"/>
                    <a:pt x="43654" y="15820"/>
                  </a:cubicBezTo>
                  <a:cubicBezTo>
                    <a:pt x="60631" y="15820"/>
                    <a:pt x="72384" y="27269"/>
                    <a:pt x="72384" y="43662"/>
                  </a:cubicBezTo>
                  <a:cubicBezTo>
                    <a:pt x="72384" y="53029"/>
                    <a:pt x="68467" y="62397"/>
                    <a:pt x="61937" y="68902"/>
                  </a:cubicBezTo>
                  <a:cubicBezTo>
                    <a:pt x="54102" y="76708"/>
                    <a:pt x="46788" y="80611"/>
                    <a:pt x="29028" y="86856"/>
                  </a:cubicBezTo>
                  <a:lnTo>
                    <a:pt x="29028" y="9023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3" name="Freeform: Shape 2112">
              <a:extLst>
                <a:ext uri="{FF2B5EF4-FFF2-40B4-BE49-F238E27FC236}">
                  <a16:creationId xmlns:a16="http://schemas.microsoft.com/office/drawing/2014/main" id="{81768135-F074-5FCF-DF10-83B4E7B5A9CC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13386094" y="8061464"/>
              <a:ext cx="81883" cy="351630"/>
            </a:xfrm>
            <a:custGeom>
              <a:avLst/>
              <a:gdLst>
                <a:gd name="connsiteX0" fmla="*/ 82187 w 81883"/>
                <a:gd name="connsiteY0" fmla="*/ 176020 h 351630"/>
                <a:gd name="connsiteX1" fmla="*/ 58893 w 81883"/>
                <a:gd name="connsiteY1" fmla="*/ 66311 h 351630"/>
                <a:gd name="connsiteX2" fmla="*/ 3833 w 81883"/>
                <a:gd name="connsiteY2" fmla="*/ 204 h 351630"/>
                <a:gd name="connsiteX3" fmla="*/ 303 w 81883"/>
                <a:gd name="connsiteY3" fmla="*/ 3721 h 351630"/>
                <a:gd name="connsiteX4" fmla="*/ 7009 w 81883"/>
                <a:gd name="connsiteY4" fmla="*/ 11808 h 351630"/>
                <a:gd name="connsiteX5" fmla="*/ 61716 w 81883"/>
                <a:gd name="connsiteY5" fmla="*/ 176020 h 351630"/>
                <a:gd name="connsiteX6" fmla="*/ 4892 w 81883"/>
                <a:gd name="connsiteY6" fmla="*/ 342341 h 351630"/>
                <a:gd name="connsiteX7" fmla="*/ 303 w 81883"/>
                <a:gd name="connsiteY7" fmla="*/ 348319 h 351630"/>
                <a:gd name="connsiteX8" fmla="*/ 3833 w 81883"/>
                <a:gd name="connsiteY8" fmla="*/ 351835 h 351630"/>
                <a:gd name="connsiteX9" fmla="*/ 59952 w 81883"/>
                <a:gd name="connsiteY9" fmla="*/ 283267 h 351630"/>
                <a:gd name="connsiteX10" fmla="*/ 82187 w 81883"/>
                <a:gd name="connsiteY10" fmla="*/ 176020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87" y="176020"/>
                  </a:moveTo>
                  <a:cubicBezTo>
                    <a:pt x="82187" y="148592"/>
                    <a:pt x="78305" y="106045"/>
                    <a:pt x="58893" y="66311"/>
                  </a:cubicBezTo>
                  <a:cubicBezTo>
                    <a:pt x="37716" y="23060"/>
                    <a:pt x="7362" y="204"/>
                    <a:pt x="3833" y="204"/>
                  </a:cubicBezTo>
                  <a:cubicBezTo>
                    <a:pt x="1715" y="204"/>
                    <a:pt x="303" y="1611"/>
                    <a:pt x="303" y="3721"/>
                  </a:cubicBezTo>
                  <a:cubicBezTo>
                    <a:pt x="303" y="4775"/>
                    <a:pt x="303" y="5479"/>
                    <a:pt x="7009" y="11808"/>
                  </a:cubicBezTo>
                  <a:cubicBezTo>
                    <a:pt x="41598" y="46619"/>
                    <a:pt x="61716" y="102529"/>
                    <a:pt x="61716" y="176020"/>
                  </a:cubicBezTo>
                  <a:cubicBezTo>
                    <a:pt x="61716" y="236148"/>
                    <a:pt x="48657" y="298036"/>
                    <a:pt x="4892" y="342341"/>
                  </a:cubicBezTo>
                  <a:cubicBezTo>
                    <a:pt x="303" y="346561"/>
                    <a:pt x="303" y="347264"/>
                    <a:pt x="303" y="348319"/>
                  </a:cubicBezTo>
                  <a:cubicBezTo>
                    <a:pt x="303" y="350429"/>
                    <a:pt x="1715" y="351835"/>
                    <a:pt x="3833" y="351835"/>
                  </a:cubicBezTo>
                  <a:cubicBezTo>
                    <a:pt x="7362" y="351835"/>
                    <a:pt x="39128" y="327924"/>
                    <a:pt x="59952" y="283267"/>
                  </a:cubicBezTo>
                  <a:cubicBezTo>
                    <a:pt x="77952" y="244588"/>
                    <a:pt x="82187" y="205557"/>
                    <a:pt x="82187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4" name="Freeform: Shape 2113">
              <a:extLst>
                <a:ext uri="{FF2B5EF4-FFF2-40B4-BE49-F238E27FC236}">
                  <a16:creationId xmlns:a16="http://schemas.microsoft.com/office/drawing/2014/main" id="{6F2428A9-1D6F-375E-1AF3-059179883477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13547194" y="7844658"/>
              <a:ext cx="201533" cy="311193"/>
            </a:xfrm>
            <a:custGeom>
              <a:avLst/>
              <a:gdLst>
                <a:gd name="connsiteX0" fmla="*/ 64546 w 201533"/>
                <a:gd name="connsiteY0" fmla="*/ 99358 h 311193"/>
                <a:gd name="connsiteX1" fmla="*/ 96311 w 201533"/>
                <a:gd name="connsiteY1" fmla="*/ 99358 h 311193"/>
                <a:gd name="connsiteX2" fmla="*/ 65252 w 201533"/>
                <a:gd name="connsiteY2" fmla="*/ 247043 h 311193"/>
                <a:gd name="connsiteX3" fmla="*/ 31016 w 201533"/>
                <a:gd name="connsiteY3" fmla="*/ 304007 h 311193"/>
                <a:gd name="connsiteX4" fmla="*/ 23957 w 201533"/>
                <a:gd name="connsiteY4" fmla="*/ 298381 h 311193"/>
                <a:gd name="connsiteX5" fmla="*/ 25369 w 201533"/>
                <a:gd name="connsiteY5" fmla="*/ 294513 h 311193"/>
                <a:gd name="connsiteX6" fmla="*/ 27134 w 201533"/>
                <a:gd name="connsiteY6" fmla="*/ 288887 h 311193"/>
                <a:gd name="connsiteX7" fmla="*/ 13369 w 201533"/>
                <a:gd name="connsiteY7" fmla="*/ 275525 h 311193"/>
                <a:gd name="connsiteX8" fmla="*/ 310 w 201533"/>
                <a:gd name="connsiteY8" fmla="*/ 289942 h 311193"/>
                <a:gd name="connsiteX9" fmla="*/ 28192 w 201533"/>
                <a:gd name="connsiteY9" fmla="*/ 311391 h 311193"/>
                <a:gd name="connsiteX10" fmla="*/ 98782 w 201533"/>
                <a:gd name="connsiteY10" fmla="*/ 211880 h 311193"/>
                <a:gd name="connsiteX11" fmla="*/ 124194 w 201533"/>
                <a:gd name="connsiteY11" fmla="*/ 99358 h 311193"/>
                <a:gd name="connsiteX12" fmla="*/ 162666 w 201533"/>
                <a:gd name="connsiteY12" fmla="*/ 99358 h 311193"/>
                <a:gd name="connsiteX13" fmla="*/ 164783 w 201533"/>
                <a:gd name="connsiteY13" fmla="*/ 88106 h 311193"/>
                <a:gd name="connsiteX14" fmla="*/ 126665 w 201533"/>
                <a:gd name="connsiteY14" fmla="*/ 88106 h 311193"/>
                <a:gd name="connsiteX15" fmla="*/ 169725 w 201533"/>
                <a:gd name="connsiteY15" fmla="*/ 7934 h 311193"/>
                <a:gd name="connsiteX16" fmla="*/ 177490 w 201533"/>
                <a:gd name="connsiteY16" fmla="*/ 12154 h 311193"/>
                <a:gd name="connsiteX17" fmla="*/ 176078 w 201533"/>
                <a:gd name="connsiteY17" fmla="*/ 15670 h 311193"/>
                <a:gd name="connsiteX18" fmla="*/ 173960 w 201533"/>
                <a:gd name="connsiteY18" fmla="*/ 23054 h 311193"/>
                <a:gd name="connsiteX19" fmla="*/ 187019 w 201533"/>
                <a:gd name="connsiteY19" fmla="*/ 37119 h 311193"/>
                <a:gd name="connsiteX20" fmla="*/ 201843 w 201533"/>
                <a:gd name="connsiteY20" fmla="*/ 23054 h 311193"/>
                <a:gd name="connsiteX21" fmla="*/ 171489 w 201533"/>
                <a:gd name="connsiteY21" fmla="*/ 198 h 311193"/>
                <a:gd name="connsiteX22" fmla="*/ 127724 w 201533"/>
                <a:gd name="connsiteY22" fmla="*/ 24461 h 311193"/>
                <a:gd name="connsiteX23" fmla="*/ 99488 w 201533"/>
                <a:gd name="connsiteY23" fmla="*/ 88106 h 311193"/>
                <a:gd name="connsiteX24" fmla="*/ 67017 w 201533"/>
                <a:gd name="connsiteY24" fmla="*/ 88106 h 311193"/>
                <a:gd name="connsiteX25" fmla="*/ 64546 w 201533"/>
                <a:gd name="connsiteY25" fmla="*/ 99358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11193">
                  <a:moveTo>
                    <a:pt x="64546" y="99358"/>
                  </a:moveTo>
                  <a:lnTo>
                    <a:pt x="96311" y="99358"/>
                  </a:lnTo>
                  <a:lnTo>
                    <a:pt x="65252" y="247043"/>
                  </a:lnTo>
                  <a:cubicBezTo>
                    <a:pt x="57487" y="284668"/>
                    <a:pt x="45840" y="304007"/>
                    <a:pt x="31016" y="304007"/>
                  </a:cubicBezTo>
                  <a:cubicBezTo>
                    <a:pt x="26781" y="304007"/>
                    <a:pt x="23957" y="301546"/>
                    <a:pt x="23957" y="298381"/>
                  </a:cubicBezTo>
                  <a:cubicBezTo>
                    <a:pt x="23957" y="297326"/>
                    <a:pt x="24310" y="296271"/>
                    <a:pt x="25369" y="294513"/>
                  </a:cubicBezTo>
                  <a:cubicBezTo>
                    <a:pt x="26781" y="292403"/>
                    <a:pt x="27134" y="290997"/>
                    <a:pt x="27134" y="288887"/>
                  </a:cubicBezTo>
                  <a:cubicBezTo>
                    <a:pt x="27134" y="281503"/>
                    <a:pt x="20781" y="275525"/>
                    <a:pt x="13369" y="275525"/>
                  </a:cubicBezTo>
                  <a:cubicBezTo>
                    <a:pt x="5957" y="275525"/>
                    <a:pt x="310" y="281854"/>
                    <a:pt x="310" y="289942"/>
                  </a:cubicBezTo>
                  <a:cubicBezTo>
                    <a:pt x="310" y="301897"/>
                    <a:pt x="12663" y="311391"/>
                    <a:pt x="28192" y="311391"/>
                  </a:cubicBezTo>
                  <a:cubicBezTo>
                    <a:pt x="59605" y="311391"/>
                    <a:pt x="84311" y="276580"/>
                    <a:pt x="98782" y="211880"/>
                  </a:cubicBezTo>
                  <a:lnTo>
                    <a:pt x="124194" y="99358"/>
                  </a:lnTo>
                  <a:lnTo>
                    <a:pt x="162666" y="99358"/>
                  </a:lnTo>
                  <a:lnTo>
                    <a:pt x="164783" y="88106"/>
                  </a:lnTo>
                  <a:lnTo>
                    <a:pt x="126665" y="88106"/>
                  </a:lnTo>
                  <a:cubicBezTo>
                    <a:pt x="136901" y="32900"/>
                    <a:pt x="149960" y="7934"/>
                    <a:pt x="169725" y="7934"/>
                  </a:cubicBezTo>
                  <a:cubicBezTo>
                    <a:pt x="174313" y="7934"/>
                    <a:pt x="177490" y="9692"/>
                    <a:pt x="177490" y="12154"/>
                  </a:cubicBezTo>
                  <a:cubicBezTo>
                    <a:pt x="177490" y="13208"/>
                    <a:pt x="177137" y="13912"/>
                    <a:pt x="176078" y="15670"/>
                  </a:cubicBezTo>
                  <a:cubicBezTo>
                    <a:pt x="174666" y="18835"/>
                    <a:pt x="173960" y="20593"/>
                    <a:pt x="173960" y="23054"/>
                  </a:cubicBezTo>
                  <a:cubicBezTo>
                    <a:pt x="173960" y="31493"/>
                    <a:pt x="179254" y="37119"/>
                    <a:pt x="187019" y="37119"/>
                  </a:cubicBezTo>
                  <a:cubicBezTo>
                    <a:pt x="195137" y="37119"/>
                    <a:pt x="201843" y="30790"/>
                    <a:pt x="201843" y="23054"/>
                  </a:cubicBezTo>
                  <a:cubicBezTo>
                    <a:pt x="201843" y="10044"/>
                    <a:pt x="188784" y="198"/>
                    <a:pt x="171489" y="198"/>
                  </a:cubicBezTo>
                  <a:cubicBezTo>
                    <a:pt x="154195" y="198"/>
                    <a:pt x="140430" y="7934"/>
                    <a:pt x="127724" y="24461"/>
                  </a:cubicBezTo>
                  <a:cubicBezTo>
                    <a:pt x="117135" y="38174"/>
                    <a:pt x="110076" y="54349"/>
                    <a:pt x="99488" y="88106"/>
                  </a:cubicBezTo>
                  <a:lnTo>
                    <a:pt x="67017" y="88106"/>
                  </a:lnTo>
                  <a:lnTo>
                    <a:pt x="64546" y="9935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5" name="Freeform: Shape 2114">
              <a:extLst>
                <a:ext uri="{FF2B5EF4-FFF2-40B4-BE49-F238E27FC236}">
                  <a16:creationId xmlns:a16="http://schemas.microsoft.com/office/drawing/2014/main" id="{BE1E2E00-0962-D431-8F30-1D8DA0F47A2C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13784226" y="7819341"/>
              <a:ext cx="81883" cy="351630"/>
            </a:xfrm>
            <a:custGeom>
              <a:avLst/>
              <a:gdLst>
                <a:gd name="connsiteX0" fmla="*/ 82198 w 81883"/>
                <a:gd name="connsiteY0" fmla="*/ 348312 h 351630"/>
                <a:gd name="connsiteX1" fmla="*/ 76198 w 81883"/>
                <a:gd name="connsiteY1" fmla="*/ 340576 h 351630"/>
                <a:gd name="connsiteX2" fmla="*/ 20785 w 81883"/>
                <a:gd name="connsiteY2" fmla="*/ 176013 h 351630"/>
                <a:gd name="connsiteX3" fmla="*/ 77610 w 81883"/>
                <a:gd name="connsiteY3" fmla="*/ 9691 h 351630"/>
                <a:gd name="connsiteX4" fmla="*/ 82198 w 81883"/>
                <a:gd name="connsiteY4" fmla="*/ 3714 h 351630"/>
                <a:gd name="connsiteX5" fmla="*/ 78669 w 81883"/>
                <a:gd name="connsiteY5" fmla="*/ 197 h 351630"/>
                <a:gd name="connsiteX6" fmla="*/ 22550 w 81883"/>
                <a:gd name="connsiteY6" fmla="*/ 68765 h 351630"/>
                <a:gd name="connsiteX7" fmla="*/ 314 w 81883"/>
                <a:gd name="connsiteY7" fmla="*/ 176013 h 351630"/>
                <a:gd name="connsiteX8" fmla="*/ 23609 w 81883"/>
                <a:gd name="connsiteY8" fmla="*/ 285722 h 351630"/>
                <a:gd name="connsiteX9" fmla="*/ 78669 w 81883"/>
                <a:gd name="connsiteY9" fmla="*/ 351828 h 351630"/>
                <a:gd name="connsiteX10" fmla="*/ 82198 w 81883"/>
                <a:gd name="connsiteY10" fmla="*/ 348312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198" y="348312"/>
                  </a:moveTo>
                  <a:cubicBezTo>
                    <a:pt x="82198" y="347257"/>
                    <a:pt x="82198" y="346554"/>
                    <a:pt x="76198" y="340576"/>
                  </a:cubicBezTo>
                  <a:cubicBezTo>
                    <a:pt x="32080" y="296271"/>
                    <a:pt x="20785" y="229812"/>
                    <a:pt x="20785" y="176013"/>
                  </a:cubicBezTo>
                  <a:cubicBezTo>
                    <a:pt x="20785" y="114829"/>
                    <a:pt x="34197" y="53645"/>
                    <a:pt x="77610" y="9691"/>
                  </a:cubicBezTo>
                  <a:cubicBezTo>
                    <a:pt x="82198" y="5472"/>
                    <a:pt x="82198" y="4769"/>
                    <a:pt x="82198" y="3714"/>
                  </a:cubicBezTo>
                  <a:cubicBezTo>
                    <a:pt x="82198" y="1252"/>
                    <a:pt x="80786" y="197"/>
                    <a:pt x="78669" y="197"/>
                  </a:cubicBezTo>
                  <a:cubicBezTo>
                    <a:pt x="75139" y="197"/>
                    <a:pt x="43374" y="24108"/>
                    <a:pt x="22550" y="68765"/>
                  </a:cubicBezTo>
                  <a:cubicBezTo>
                    <a:pt x="4550" y="107445"/>
                    <a:pt x="314" y="146476"/>
                    <a:pt x="314" y="176013"/>
                  </a:cubicBezTo>
                  <a:cubicBezTo>
                    <a:pt x="314" y="203440"/>
                    <a:pt x="4197" y="245987"/>
                    <a:pt x="23609" y="285722"/>
                  </a:cubicBezTo>
                  <a:cubicBezTo>
                    <a:pt x="44786" y="328972"/>
                    <a:pt x="75139" y="351828"/>
                    <a:pt x="78669" y="351828"/>
                  </a:cubicBezTo>
                  <a:cubicBezTo>
                    <a:pt x="80786" y="351828"/>
                    <a:pt x="82198" y="350773"/>
                    <a:pt x="82198" y="34831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6" name="Freeform: Shape 2115">
              <a:extLst>
                <a:ext uri="{FF2B5EF4-FFF2-40B4-BE49-F238E27FC236}">
                  <a16:creationId xmlns:a16="http://schemas.microsoft.com/office/drawing/2014/main" id="{99D70DF0-BF8B-B607-FEA5-FD49A01B7C8C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13877207" y="7927995"/>
              <a:ext cx="167297" cy="158937"/>
            </a:xfrm>
            <a:custGeom>
              <a:avLst/>
              <a:gdLst>
                <a:gd name="connsiteX0" fmla="*/ 151732 w 167297"/>
                <a:gd name="connsiteY0" fmla="*/ 116236 h 158937"/>
                <a:gd name="connsiteX1" fmla="*/ 143968 w 167297"/>
                <a:gd name="connsiteY1" fmla="*/ 125730 h 158937"/>
                <a:gd name="connsiteX2" fmla="*/ 127732 w 167297"/>
                <a:gd name="connsiteY2" fmla="*/ 139796 h 158937"/>
                <a:gd name="connsiteX3" fmla="*/ 116791 w 167297"/>
                <a:gd name="connsiteY3" fmla="*/ 125379 h 158937"/>
                <a:gd name="connsiteX4" fmla="*/ 115379 w 167297"/>
                <a:gd name="connsiteY4" fmla="*/ 119401 h 158937"/>
                <a:gd name="connsiteX5" fmla="*/ 102673 w 167297"/>
                <a:gd name="connsiteY5" fmla="*/ 62437 h 158937"/>
                <a:gd name="connsiteX6" fmla="*/ 137262 w 167297"/>
                <a:gd name="connsiteY6" fmla="*/ 19889 h 158937"/>
                <a:gd name="connsiteX7" fmla="*/ 145732 w 167297"/>
                <a:gd name="connsiteY7" fmla="*/ 22702 h 158937"/>
                <a:gd name="connsiteX8" fmla="*/ 155262 w 167297"/>
                <a:gd name="connsiteY8" fmla="*/ 25867 h 158937"/>
                <a:gd name="connsiteX9" fmla="*/ 167615 w 167297"/>
                <a:gd name="connsiteY9" fmla="*/ 13208 h 158937"/>
                <a:gd name="connsiteX10" fmla="*/ 153144 w 167297"/>
                <a:gd name="connsiteY10" fmla="*/ 198 h 158937"/>
                <a:gd name="connsiteX11" fmla="*/ 99849 w 167297"/>
                <a:gd name="connsiteY11" fmla="*/ 50481 h 158937"/>
                <a:gd name="connsiteX12" fmla="*/ 95967 w 167297"/>
                <a:gd name="connsiteY12" fmla="*/ 31142 h 158937"/>
                <a:gd name="connsiteX13" fmla="*/ 77613 w 167297"/>
                <a:gd name="connsiteY13" fmla="*/ 198 h 158937"/>
                <a:gd name="connsiteX14" fmla="*/ 36318 w 167297"/>
                <a:gd name="connsiteY14" fmla="*/ 10395 h 158937"/>
                <a:gd name="connsiteX15" fmla="*/ 32436 w 167297"/>
                <a:gd name="connsiteY15" fmla="*/ 11802 h 158937"/>
                <a:gd name="connsiteX16" fmla="*/ 33848 w 167297"/>
                <a:gd name="connsiteY16" fmla="*/ 17076 h 158937"/>
                <a:gd name="connsiteX17" fmla="*/ 53613 w 167297"/>
                <a:gd name="connsiteY17" fmla="*/ 13208 h 158937"/>
                <a:gd name="connsiteX18" fmla="*/ 69495 w 167297"/>
                <a:gd name="connsiteY18" fmla="*/ 37471 h 158937"/>
                <a:gd name="connsiteX19" fmla="*/ 79731 w 167297"/>
                <a:gd name="connsiteY19" fmla="*/ 80722 h 158937"/>
                <a:gd name="connsiteX20" fmla="*/ 50789 w 167297"/>
                <a:gd name="connsiteY20" fmla="*/ 121862 h 158937"/>
                <a:gd name="connsiteX21" fmla="*/ 32789 w 167297"/>
                <a:gd name="connsiteY21" fmla="*/ 138741 h 158937"/>
                <a:gd name="connsiteX22" fmla="*/ 23612 w 167297"/>
                <a:gd name="connsiteY22" fmla="*/ 135576 h 158937"/>
                <a:gd name="connsiteX23" fmla="*/ 12318 w 167297"/>
                <a:gd name="connsiteY23" fmla="*/ 132060 h 158937"/>
                <a:gd name="connsiteX24" fmla="*/ 318 w 167297"/>
                <a:gd name="connsiteY24" fmla="*/ 144367 h 158937"/>
                <a:gd name="connsiteX25" fmla="*/ 17965 w 167297"/>
                <a:gd name="connsiteY25" fmla="*/ 159135 h 158937"/>
                <a:gd name="connsiteX26" fmla="*/ 50789 w 167297"/>
                <a:gd name="connsiteY26" fmla="*/ 134521 h 158937"/>
                <a:gd name="connsiteX27" fmla="*/ 82555 w 167297"/>
                <a:gd name="connsiteY27" fmla="*/ 93380 h 158937"/>
                <a:gd name="connsiteX28" fmla="*/ 93143 w 167297"/>
                <a:gd name="connsiteY28" fmla="*/ 135576 h 158937"/>
                <a:gd name="connsiteX29" fmla="*/ 113614 w 167297"/>
                <a:gd name="connsiteY29" fmla="*/ 159135 h 158937"/>
                <a:gd name="connsiteX30" fmla="*/ 156674 w 167297"/>
                <a:gd name="connsiteY30" fmla="*/ 119049 h 158937"/>
                <a:gd name="connsiteX31" fmla="*/ 151732 w 167297"/>
                <a:gd name="connsiteY31" fmla="*/ 11623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8937">
                  <a:moveTo>
                    <a:pt x="151732" y="116236"/>
                  </a:moveTo>
                  <a:cubicBezTo>
                    <a:pt x="148909" y="119401"/>
                    <a:pt x="147144" y="121511"/>
                    <a:pt x="143968" y="125730"/>
                  </a:cubicBezTo>
                  <a:cubicBezTo>
                    <a:pt x="135850" y="136279"/>
                    <a:pt x="131614" y="139796"/>
                    <a:pt x="127732" y="139796"/>
                  </a:cubicBezTo>
                  <a:cubicBezTo>
                    <a:pt x="122438" y="139796"/>
                    <a:pt x="119261" y="135224"/>
                    <a:pt x="116791" y="125379"/>
                  </a:cubicBezTo>
                  <a:cubicBezTo>
                    <a:pt x="116085" y="122566"/>
                    <a:pt x="115732" y="120456"/>
                    <a:pt x="115379" y="119401"/>
                  </a:cubicBezTo>
                  <a:cubicBezTo>
                    <a:pt x="106555" y="83886"/>
                    <a:pt x="102673" y="67711"/>
                    <a:pt x="102673" y="62437"/>
                  </a:cubicBezTo>
                  <a:cubicBezTo>
                    <a:pt x="118202" y="35361"/>
                    <a:pt x="130908" y="19889"/>
                    <a:pt x="137262" y="19889"/>
                  </a:cubicBezTo>
                  <a:cubicBezTo>
                    <a:pt x="139379" y="19889"/>
                    <a:pt x="142203" y="20944"/>
                    <a:pt x="145732" y="22702"/>
                  </a:cubicBezTo>
                  <a:cubicBezTo>
                    <a:pt x="149968" y="25164"/>
                    <a:pt x="152438" y="25867"/>
                    <a:pt x="155262" y="25867"/>
                  </a:cubicBezTo>
                  <a:cubicBezTo>
                    <a:pt x="162674" y="25867"/>
                    <a:pt x="167615" y="20593"/>
                    <a:pt x="167615" y="13208"/>
                  </a:cubicBezTo>
                  <a:cubicBezTo>
                    <a:pt x="167615" y="5824"/>
                    <a:pt x="161615" y="198"/>
                    <a:pt x="153144" y="198"/>
                  </a:cubicBezTo>
                  <a:cubicBezTo>
                    <a:pt x="137614" y="198"/>
                    <a:pt x="124202" y="12857"/>
                    <a:pt x="99849" y="50481"/>
                  </a:cubicBezTo>
                  <a:lnTo>
                    <a:pt x="95967" y="31142"/>
                  </a:lnTo>
                  <a:cubicBezTo>
                    <a:pt x="91025" y="7231"/>
                    <a:pt x="87143" y="198"/>
                    <a:pt x="77613" y="198"/>
                  </a:cubicBezTo>
                  <a:cubicBezTo>
                    <a:pt x="69848" y="198"/>
                    <a:pt x="57848" y="3363"/>
                    <a:pt x="36318" y="10395"/>
                  </a:cubicBezTo>
                  <a:lnTo>
                    <a:pt x="32436" y="11802"/>
                  </a:lnTo>
                  <a:lnTo>
                    <a:pt x="33848" y="17076"/>
                  </a:lnTo>
                  <a:cubicBezTo>
                    <a:pt x="47260" y="13912"/>
                    <a:pt x="50436" y="13208"/>
                    <a:pt x="53613" y="13208"/>
                  </a:cubicBezTo>
                  <a:cubicBezTo>
                    <a:pt x="62437" y="13208"/>
                    <a:pt x="64554" y="16373"/>
                    <a:pt x="69495" y="37471"/>
                  </a:cubicBezTo>
                  <a:lnTo>
                    <a:pt x="79731" y="80722"/>
                  </a:lnTo>
                  <a:lnTo>
                    <a:pt x="50789" y="121862"/>
                  </a:lnTo>
                  <a:cubicBezTo>
                    <a:pt x="43730" y="132411"/>
                    <a:pt x="36671" y="138741"/>
                    <a:pt x="32789" y="138741"/>
                  </a:cubicBezTo>
                  <a:cubicBezTo>
                    <a:pt x="30671" y="138741"/>
                    <a:pt x="27142" y="137686"/>
                    <a:pt x="23612" y="135576"/>
                  </a:cubicBezTo>
                  <a:cubicBezTo>
                    <a:pt x="19024" y="133115"/>
                    <a:pt x="15141" y="132060"/>
                    <a:pt x="12318" y="132060"/>
                  </a:cubicBezTo>
                  <a:cubicBezTo>
                    <a:pt x="5612" y="132060"/>
                    <a:pt x="318" y="137334"/>
                    <a:pt x="318" y="144367"/>
                  </a:cubicBezTo>
                  <a:cubicBezTo>
                    <a:pt x="318" y="153509"/>
                    <a:pt x="7377" y="159135"/>
                    <a:pt x="17965" y="159135"/>
                  </a:cubicBezTo>
                  <a:cubicBezTo>
                    <a:pt x="28906" y="159135"/>
                    <a:pt x="33142" y="155971"/>
                    <a:pt x="50789" y="134521"/>
                  </a:cubicBezTo>
                  <a:cubicBezTo>
                    <a:pt x="60319" y="123269"/>
                    <a:pt x="67731" y="113775"/>
                    <a:pt x="82555" y="93380"/>
                  </a:cubicBezTo>
                  <a:lnTo>
                    <a:pt x="93143" y="135576"/>
                  </a:lnTo>
                  <a:cubicBezTo>
                    <a:pt x="97731" y="153509"/>
                    <a:pt x="102320" y="159135"/>
                    <a:pt x="113614" y="159135"/>
                  </a:cubicBezTo>
                  <a:cubicBezTo>
                    <a:pt x="127026" y="159135"/>
                    <a:pt x="136203" y="150696"/>
                    <a:pt x="156674" y="119049"/>
                  </a:cubicBezTo>
                  <a:lnTo>
                    <a:pt x="151732" y="11623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7" name="Freeform: Shape 2116">
              <a:extLst>
                <a:ext uri="{FF2B5EF4-FFF2-40B4-BE49-F238E27FC236}">
                  <a16:creationId xmlns:a16="http://schemas.microsoft.com/office/drawing/2014/main" id="{BF1C4332-2B79-21E4-05D5-B516E54D5A3A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14047166" y="7960481"/>
              <a:ext cx="120143" cy="175899"/>
            </a:xfrm>
            <a:custGeom>
              <a:avLst/>
              <a:gdLst>
                <a:gd name="connsiteX0" fmla="*/ 120465 w 120143"/>
                <a:gd name="connsiteY0" fmla="*/ 115992 h 175899"/>
                <a:gd name="connsiteX1" fmla="*/ 93824 w 120143"/>
                <a:gd name="connsiteY1" fmla="*/ 115992 h 175899"/>
                <a:gd name="connsiteX2" fmla="*/ 93824 w 120143"/>
                <a:gd name="connsiteY2" fmla="*/ 200 h 175899"/>
                <a:gd name="connsiteX3" fmla="*/ 82332 w 120143"/>
                <a:gd name="connsiteY3" fmla="*/ 200 h 175899"/>
                <a:gd name="connsiteX4" fmla="*/ 321 w 120143"/>
                <a:gd name="connsiteY4" fmla="*/ 115992 h 175899"/>
                <a:gd name="connsiteX5" fmla="*/ 321 w 120143"/>
                <a:gd name="connsiteY5" fmla="*/ 132646 h 175899"/>
                <a:gd name="connsiteX6" fmla="*/ 73713 w 120143"/>
                <a:gd name="connsiteY6" fmla="*/ 132646 h 175899"/>
                <a:gd name="connsiteX7" fmla="*/ 73713 w 120143"/>
                <a:gd name="connsiteY7" fmla="*/ 176100 h 175899"/>
                <a:gd name="connsiteX8" fmla="*/ 93824 w 120143"/>
                <a:gd name="connsiteY8" fmla="*/ 176100 h 175899"/>
                <a:gd name="connsiteX9" fmla="*/ 93824 w 120143"/>
                <a:gd name="connsiteY9" fmla="*/ 132646 h 175899"/>
                <a:gd name="connsiteX10" fmla="*/ 120465 w 120143"/>
                <a:gd name="connsiteY10" fmla="*/ 132646 h 175899"/>
                <a:gd name="connsiteX11" fmla="*/ 120465 w 120143"/>
                <a:gd name="connsiteY11" fmla="*/ 115992 h 175899"/>
                <a:gd name="connsiteX12" fmla="*/ 73452 w 120143"/>
                <a:gd name="connsiteY12" fmla="*/ 115992 h 175899"/>
                <a:gd name="connsiteX13" fmla="*/ 10769 w 120143"/>
                <a:gd name="connsiteY13" fmla="*/ 115992 h 175899"/>
                <a:gd name="connsiteX14" fmla="*/ 73452 w 120143"/>
                <a:gd name="connsiteY14" fmla="*/ 26741 h 175899"/>
                <a:gd name="connsiteX15" fmla="*/ 73452 w 120143"/>
                <a:gd name="connsiteY15" fmla="*/ 115992 h 1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43" h="175899">
                  <a:moveTo>
                    <a:pt x="120465" y="115992"/>
                  </a:moveTo>
                  <a:lnTo>
                    <a:pt x="93824" y="115992"/>
                  </a:lnTo>
                  <a:lnTo>
                    <a:pt x="93824" y="200"/>
                  </a:lnTo>
                  <a:lnTo>
                    <a:pt x="82332" y="200"/>
                  </a:lnTo>
                  <a:lnTo>
                    <a:pt x="321" y="115992"/>
                  </a:lnTo>
                  <a:lnTo>
                    <a:pt x="321" y="132646"/>
                  </a:lnTo>
                  <a:lnTo>
                    <a:pt x="73713" y="132646"/>
                  </a:lnTo>
                  <a:lnTo>
                    <a:pt x="73713" y="176100"/>
                  </a:lnTo>
                  <a:lnTo>
                    <a:pt x="93824" y="176100"/>
                  </a:lnTo>
                  <a:lnTo>
                    <a:pt x="93824" y="132646"/>
                  </a:lnTo>
                  <a:lnTo>
                    <a:pt x="120465" y="132646"/>
                  </a:lnTo>
                  <a:lnTo>
                    <a:pt x="120465" y="115992"/>
                  </a:lnTo>
                  <a:close/>
                  <a:moveTo>
                    <a:pt x="73452" y="115992"/>
                  </a:moveTo>
                  <a:lnTo>
                    <a:pt x="10769" y="115992"/>
                  </a:lnTo>
                  <a:lnTo>
                    <a:pt x="73452" y="26741"/>
                  </a:lnTo>
                  <a:lnTo>
                    <a:pt x="73452" y="11599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8" name="Freeform: Shape 2117">
              <a:extLst>
                <a:ext uri="{FF2B5EF4-FFF2-40B4-BE49-F238E27FC236}">
                  <a16:creationId xmlns:a16="http://schemas.microsoft.com/office/drawing/2014/main" id="{B3B7C7F4-2273-40B5-F52C-9E46DDAADD9F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14212944" y="7819341"/>
              <a:ext cx="81883" cy="351630"/>
            </a:xfrm>
            <a:custGeom>
              <a:avLst/>
              <a:gdLst>
                <a:gd name="connsiteX0" fmla="*/ 82211 w 81883"/>
                <a:gd name="connsiteY0" fmla="*/ 176013 h 351630"/>
                <a:gd name="connsiteX1" fmla="*/ 58916 w 81883"/>
                <a:gd name="connsiteY1" fmla="*/ 66304 h 351630"/>
                <a:gd name="connsiteX2" fmla="*/ 3856 w 81883"/>
                <a:gd name="connsiteY2" fmla="*/ 197 h 351630"/>
                <a:gd name="connsiteX3" fmla="*/ 327 w 81883"/>
                <a:gd name="connsiteY3" fmla="*/ 3714 h 351630"/>
                <a:gd name="connsiteX4" fmla="*/ 7033 w 81883"/>
                <a:gd name="connsiteY4" fmla="*/ 11801 h 351630"/>
                <a:gd name="connsiteX5" fmla="*/ 61740 w 81883"/>
                <a:gd name="connsiteY5" fmla="*/ 176013 h 351630"/>
                <a:gd name="connsiteX6" fmla="*/ 4915 w 81883"/>
                <a:gd name="connsiteY6" fmla="*/ 342334 h 351630"/>
                <a:gd name="connsiteX7" fmla="*/ 327 w 81883"/>
                <a:gd name="connsiteY7" fmla="*/ 348312 h 351630"/>
                <a:gd name="connsiteX8" fmla="*/ 3856 w 81883"/>
                <a:gd name="connsiteY8" fmla="*/ 351828 h 351630"/>
                <a:gd name="connsiteX9" fmla="*/ 59975 w 81883"/>
                <a:gd name="connsiteY9" fmla="*/ 283260 h 351630"/>
                <a:gd name="connsiteX10" fmla="*/ 82211 w 81883"/>
                <a:gd name="connsiteY10" fmla="*/ 176013 h 3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1630">
                  <a:moveTo>
                    <a:pt x="82211" y="176013"/>
                  </a:moveTo>
                  <a:cubicBezTo>
                    <a:pt x="82211" y="148586"/>
                    <a:pt x="78328" y="106038"/>
                    <a:pt x="58916" y="66304"/>
                  </a:cubicBezTo>
                  <a:cubicBezTo>
                    <a:pt x="37739" y="23053"/>
                    <a:pt x="7386" y="197"/>
                    <a:pt x="3856" y="197"/>
                  </a:cubicBezTo>
                  <a:cubicBezTo>
                    <a:pt x="1738" y="197"/>
                    <a:pt x="327" y="1604"/>
                    <a:pt x="327" y="3714"/>
                  </a:cubicBezTo>
                  <a:cubicBezTo>
                    <a:pt x="327" y="4769"/>
                    <a:pt x="327" y="5472"/>
                    <a:pt x="7033" y="11801"/>
                  </a:cubicBezTo>
                  <a:cubicBezTo>
                    <a:pt x="41622" y="46613"/>
                    <a:pt x="61740" y="102522"/>
                    <a:pt x="61740" y="176013"/>
                  </a:cubicBezTo>
                  <a:cubicBezTo>
                    <a:pt x="61740" y="236142"/>
                    <a:pt x="48681" y="298029"/>
                    <a:pt x="4915" y="342334"/>
                  </a:cubicBezTo>
                  <a:cubicBezTo>
                    <a:pt x="327" y="346554"/>
                    <a:pt x="327" y="347257"/>
                    <a:pt x="327" y="348312"/>
                  </a:cubicBezTo>
                  <a:cubicBezTo>
                    <a:pt x="327" y="350422"/>
                    <a:pt x="1738" y="351828"/>
                    <a:pt x="3856" y="351828"/>
                  </a:cubicBezTo>
                  <a:cubicBezTo>
                    <a:pt x="7386" y="351828"/>
                    <a:pt x="39151" y="327917"/>
                    <a:pt x="59975" y="283260"/>
                  </a:cubicBezTo>
                  <a:cubicBezTo>
                    <a:pt x="77975" y="244581"/>
                    <a:pt x="82211" y="205550"/>
                    <a:pt x="82211" y="17601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6" name="Group 4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the Lagrange Interpolation formula for $n=4$ :}&#10;\end{align*}&#10;}&#10;\end{document}" title="IguanaTex Shape Display">
            <a:extLst>
              <a:ext uri="{FF2B5EF4-FFF2-40B4-BE49-F238E27FC236}">
                <a16:creationId xmlns:a16="http://schemas.microsoft.com/office/drawing/2014/main" id="{BFEEDA8D-4E35-0E85-2E0F-B18F853DF4F0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199532" y="866675"/>
            <a:ext cx="5601216" cy="272577"/>
            <a:chOff x="6868372" y="4914494"/>
            <a:chExt cx="5601216" cy="272577"/>
          </a:xfrm>
          <a:solidFill>
            <a:srgbClr val="00B0F0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591A99B-2658-15B0-CBC1-2DD588F4078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868372" y="4945957"/>
              <a:ext cx="80690" cy="178188"/>
            </a:xfrm>
            <a:custGeom>
              <a:avLst/>
              <a:gdLst>
                <a:gd name="connsiteX0" fmla="*/ 73552 w 80690"/>
                <a:gd name="connsiteY0" fmla="*/ 39111 h 178188"/>
                <a:gd name="connsiteX1" fmla="*/ 42914 w 80690"/>
                <a:gd name="connsiteY1" fmla="*/ 39111 h 178188"/>
                <a:gd name="connsiteX2" fmla="*/ 42914 w 80690"/>
                <a:gd name="connsiteY2" fmla="*/ 4018 h 178188"/>
                <a:gd name="connsiteX3" fmla="*/ 40790 w 80690"/>
                <a:gd name="connsiteY3" fmla="*/ 85 h 178188"/>
                <a:gd name="connsiteX4" fmla="*/ 34723 w 80690"/>
                <a:gd name="connsiteY4" fmla="*/ 8555 h 178188"/>
                <a:gd name="connsiteX5" fmla="*/ 5298 w 80690"/>
                <a:gd name="connsiteY5" fmla="*/ 40926 h 178188"/>
                <a:gd name="connsiteX6" fmla="*/ 141 w 80690"/>
                <a:gd name="connsiteY6" fmla="*/ 46674 h 178188"/>
                <a:gd name="connsiteX7" fmla="*/ 1355 w 80690"/>
                <a:gd name="connsiteY7" fmla="*/ 48792 h 178188"/>
                <a:gd name="connsiteX8" fmla="*/ 17432 w 80690"/>
                <a:gd name="connsiteY8" fmla="*/ 48792 h 178188"/>
                <a:gd name="connsiteX9" fmla="*/ 17432 w 80690"/>
                <a:gd name="connsiteY9" fmla="*/ 139852 h 178188"/>
                <a:gd name="connsiteX10" fmla="*/ 44430 w 80690"/>
                <a:gd name="connsiteY10" fmla="*/ 178273 h 178188"/>
                <a:gd name="connsiteX11" fmla="*/ 80832 w 80690"/>
                <a:gd name="connsiteY11" fmla="*/ 155281 h 178188"/>
                <a:gd name="connsiteX12" fmla="*/ 76889 w 80690"/>
                <a:gd name="connsiteY12" fmla="*/ 151953 h 178188"/>
                <a:gd name="connsiteX13" fmla="*/ 58688 w 80690"/>
                <a:gd name="connsiteY13" fmla="*/ 162542 h 178188"/>
                <a:gd name="connsiteX14" fmla="*/ 42914 w 80690"/>
                <a:gd name="connsiteY14" fmla="*/ 135314 h 178188"/>
                <a:gd name="connsiteX15" fmla="*/ 42914 w 80690"/>
                <a:gd name="connsiteY15" fmla="*/ 48792 h 178188"/>
                <a:gd name="connsiteX16" fmla="*/ 73552 w 80690"/>
                <a:gd name="connsiteY16" fmla="*/ 48792 h 178188"/>
                <a:gd name="connsiteX17" fmla="*/ 73552 w 80690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90" h="178188">
                  <a:moveTo>
                    <a:pt x="73552" y="39111"/>
                  </a:moveTo>
                  <a:lnTo>
                    <a:pt x="42914" y="39111"/>
                  </a:lnTo>
                  <a:lnTo>
                    <a:pt x="42914" y="4018"/>
                  </a:lnTo>
                  <a:cubicBezTo>
                    <a:pt x="42914" y="992"/>
                    <a:pt x="42610" y="85"/>
                    <a:pt x="40790" y="85"/>
                  </a:cubicBezTo>
                  <a:cubicBezTo>
                    <a:pt x="38667" y="2807"/>
                    <a:pt x="36847" y="5530"/>
                    <a:pt x="34723" y="8555"/>
                  </a:cubicBezTo>
                  <a:cubicBezTo>
                    <a:pt x="23196" y="25194"/>
                    <a:pt x="10152" y="39716"/>
                    <a:pt x="5298" y="40926"/>
                  </a:cubicBezTo>
                  <a:cubicBezTo>
                    <a:pt x="1962" y="43044"/>
                    <a:pt x="141" y="45161"/>
                    <a:pt x="141" y="46674"/>
                  </a:cubicBezTo>
                  <a:cubicBezTo>
                    <a:pt x="141" y="47581"/>
                    <a:pt x="445" y="48186"/>
                    <a:pt x="1355" y="48792"/>
                  </a:cubicBezTo>
                  <a:lnTo>
                    <a:pt x="17432" y="48792"/>
                  </a:lnTo>
                  <a:lnTo>
                    <a:pt x="17432" y="139852"/>
                  </a:lnTo>
                  <a:cubicBezTo>
                    <a:pt x="17432" y="165264"/>
                    <a:pt x="26533" y="178273"/>
                    <a:pt x="44430" y="178273"/>
                  </a:cubicBezTo>
                  <a:cubicBezTo>
                    <a:pt x="59295" y="178273"/>
                    <a:pt x="70822" y="171012"/>
                    <a:pt x="80832" y="155281"/>
                  </a:cubicBezTo>
                  <a:lnTo>
                    <a:pt x="76889" y="151953"/>
                  </a:lnTo>
                  <a:cubicBezTo>
                    <a:pt x="70518" y="159516"/>
                    <a:pt x="65362" y="162542"/>
                    <a:pt x="58688" y="162542"/>
                  </a:cubicBezTo>
                  <a:cubicBezTo>
                    <a:pt x="47464" y="162542"/>
                    <a:pt x="42914" y="154373"/>
                    <a:pt x="42914" y="135314"/>
                  </a:cubicBezTo>
                  <a:lnTo>
                    <a:pt x="42914" y="48792"/>
                  </a:lnTo>
                  <a:lnTo>
                    <a:pt x="73552" y="48792"/>
                  </a:lnTo>
                  <a:lnTo>
                    <a:pt x="73552" y="3911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12F39CF-3486-D25C-9C67-AAAD6EB1FD0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951802" y="4914494"/>
              <a:ext cx="145000" cy="206625"/>
            </a:xfrm>
            <a:custGeom>
              <a:avLst/>
              <a:gdLst>
                <a:gd name="connsiteX0" fmla="*/ 45040 w 145000"/>
                <a:gd name="connsiteY0" fmla="*/ 102944 h 206625"/>
                <a:gd name="connsiteX1" fmla="*/ 78712 w 145000"/>
                <a:gd name="connsiteY1" fmla="*/ 83885 h 206625"/>
                <a:gd name="connsiteX2" fmla="*/ 101463 w 145000"/>
                <a:gd name="connsiteY2" fmla="*/ 115952 h 206625"/>
                <a:gd name="connsiteX3" fmla="*/ 101463 w 145000"/>
                <a:gd name="connsiteY3" fmla="*/ 175853 h 206625"/>
                <a:gd name="connsiteX4" fmla="*/ 80835 w 145000"/>
                <a:gd name="connsiteY4" fmla="*/ 202173 h 206625"/>
                <a:gd name="connsiteX5" fmla="*/ 80835 w 145000"/>
                <a:gd name="connsiteY5" fmla="*/ 206710 h 206625"/>
                <a:gd name="connsiteX6" fmla="*/ 145145 w 145000"/>
                <a:gd name="connsiteY6" fmla="*/ 206710 h 206625"/>
                <a:gd name="connsiteX7" fmla="*/ 145145 w 145000"/>
                <a:gd name="connsiteY7" fmla="*/ 202173 h 206625"/>
                <a:gd name="connsiteX8" fmla="*/ 126944 w 145000"/>
                <a:gd name="connsiteY8" fmla="*/ 175853 h 206625"/>
                <a:gd name="connsiteX9" fmla="*/ 126944 w 145000"/>
                <a:gd name="connsiteY9" fmla="*/ 115650 h 206625"/>
                <a:gd name="connsiteX10" fmla="*/ 89632 w 145000"/>
                <a:gd name="connsiteY10" fmla="*/ 67548 h 206625"/>
                <a:gd name="connsiteX11" fmla="*/ 45040 w 145000"/>
                <a:gd name="connsiteY11" fmla="*/ 92960 h 206625"/>
                <a:gd name="connsiteX12" fmla="*/ 45040 w 145000"/>
                <a:gd name="connsiteY12" fmla="*/ 992 h 206625"/>
                <a:gd name="connsiteX13" fmla="*/ 43523 w 145000"/>
                <a:gd name="connsiteY13" fmla="*/ 85 h 206625"/>
                <a:gd name="connsiteX14" fmla="*/ 8638 w 145000"/>
                <a:gd name="connsiteY14" fmla="*/ 10976 h 206625"/>
                <a:gd name="connsiteX15" fmla="*/ 448 w 145000"/>
                <a:gd name="connsiteY15" fmla="*/ 13396 h 206625"/>
                <a:gd name="connsiteX16" fmla="*/ 448 w 145000"/>
                <a:gd name="connsiteY16" fmla="*/ 18236 h 206625"/>
                <a:gd name="connsiteX17" fmla="*/ 4088 w 145000"/>
                <a:gd name="connsiteY17" fmla="*/ 17934 h 206625"/>
                <a:gd name="connsiteX18" fmla="*/ 19559 w 145000"/>
                <a:gd name="connsiteY18" fmla="*/ 33363 h 206625"/>
                <a:gd name="connsiteX19" fmla="*/ 19559 w 145000"/>
                <a:gd name="connsiteY19" fmla="*/ 175853 h 206625"/>
                <a:gd name="connsiteX20" fmla="*/ 144 w 145000"/>
                <a:gd name="connsiteY20" fmla="*/ 202173 h 206625"/>
                <a:gd name="connsiteX21" fmla="*/ 144 w 145000"/>
                <a:gd name="connsiteY21" fmla="*/ 206710 h 206625"/>
                <a:gd name="connsiteX22" fmla="*/ 65668 w 145000"/>
                <a:gd name="connsiteY22" fmla="*/ 206710 h 206625"/>
                <a:gd name="connsiteX23" fmla="*/ 65668 w 145000"/>
                <a:gd name="connsiteY23" fmla="*/ 202173 h 206625"/>
                <a:gd name="connsiteX24" fmla="*/ 45040 w 145000"/>
                <a:gd name="connsiteY24" fmla="*/ 175853 h 206625"/>
                <a:gd name="connsiteX25" fmla="*/ 45040 w 145000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000" h="206625">
                  <a:moveTo>
                    <a:pt x="45040" y="102944"/>
                  </a:moveTo>
                  <a:cubicBezTo>
                    <a:pt x="57781" y="89028"/>
                    <a:pt x="66881" y="83885"/>
                    <a:pt x="78712" y="83885"/>
                  </a:cubicBezTo>
                  <a:cubicBezTo>
                    <a:pt x="93879" y="83885"/>
                    <a:pt x="101463" y="94776"/>
                    <a:pt x="101463" y="115952"/>
                  </a:cubicBezTo>
                  <a:lnTo>
                    <a:pt x="101463" y="175853"/>
                  </a:lnTo>
                  <a:cubicBezTo>
                    <a:pt x="101463" y="196425"/>
                    <a:pt x="98429" y="200357"/>
                    <a:pt x="80835" y="202173"/>
                  </a:cubicBezTo>
                  <a:lnTo>
                    <a:pt x="80835" y="206710"/>
                  </a:lnTo>
                  <a:lnTo>
                    <a:pt x="145145" y="206710"/>
                  </a:lnTo>
                  <a:lnTo>
                    <a:pt x="145145" y="202173"/>
                  </a:lnTo>
                  <a:cubicBezTo>
                    <a:pt x="128764" y="199147"/>
                    <a:pt x="126944" y="196727"/>
                    <a:pt x="126944" y="175853"/>
                  </a:cubicBezTo>
                  <a:lnTo>
                    <a:pt x="126944" y="115650"/>
                  </a:lnTo>
                  <a:cubicBezTo>
                    <a:pt x="126944" y="83885"/>
                    <a:pt x="114203" y="67548"/>
                    <a:pt x="89632" y="67548"/>
                  </a:cubicBezTo>
                  <a:cubicBezTo>
                    <a:pt x="71735" y="67548"/>
                    <a:pt x="58994" y="74809"/>
                    <a:pt x="45040" y="92960"/>
                  </a:cubicBezTo>
                  <a:lnTo>
                    <a:pt x="45040" y="992"/>
                  </a:lnTo>
                  <a:lnTo>
                    <a:pt x="43523" y="85"/>
                  </a:lnTo>
                  <a:cubicBezTo>
                    <a:pt x="33209" y="3715"/>
                    <a:pt x="25626" y="6135"/>
                    <a:pt x="8638" y="10976"/>
                  </a:cubicBezTo>
                  <a:lnTo>
                    <a:pt x="448" y="13396"/>
                  </a:lnTo>
                  <a:lnTo>
                    <a:pt x="448" y="18236"/>
                  </a:lnTo>
                  <a:cubicBezTo>
                    <a:pt x="1661" y="17934"/>
                    <a:pt x="2571" y="17934"/>
                    <a:pt x="4088" y="17934"/>
                  </a:cubicBezTo>
                  <a:cubicBezTo>
                    <a:pt x="17132" y="17934"/>
                    <a:pt x="19559" y="20354"/>
                    <a:pt x="19559" y="33363"/>
                  </a:cubicBezTo>
                  <a:lnTo>
                    <a:pt x="19559" y="175853"/>
                  </a:lnTo>
                  <a:cubicBezTo>
                    <a:pt x="19559" y="197030"/>
                    <a:pt x="17738" y="199752"/>
                    <a:pt x="144" y="202173"/>
                  </a:cubicBezTo>
                  <a:lnTo>
                    <a:pt x="144" y="206710"/>
                  </a:lnTo>
                  <a:lnTo>
                    <a:pt x="65668" y="206710"/>
                  </a:lnTo>
                  <a:lnTo>
                    <a:pt x="65668" y="202173"/>
                  </a:lnTo>
                  <a:cubicBezTo>
                    <a:pt x="48073" y="200357"/>
                    <a:pt x="45040" y="196727"/>
                    <a:pt x="45040" y="175853"/>
                  </a:cubicBezTo>
                  <a:lnTo>
                    <a:pt x="45040" y="102944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1451A2-06F7-2CFB-1E8C-38BAF4D4A92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108899" y="4981958"/>
              <a:ext cx="121036" cy="142187"/>
            </a:xfrm>
            <a:custGeom>
              <a:avLst/>
              <a:gdLst>
                <a:gd name="connsiteX0" fmla="*/ 116332 w 121036"/>
                <a:gd name="connsiteY0" fmla="*/ 89633 h 142187"/>
                <a:gd name="connsiteX1" fmla="*/ 69313 w 121036"/>
                <a:gd name="connsiteY1" fmla="*/ 121398 h 142187"/>
                <a:gd name="connsiteX2" fmla="*/ 30181 w 121036"/>
                <a:gd name="connsiteY2" fmla="*/ 95381 h 142187"/>
                <a:gd name="connsiteX3" fmla="*/ 21990 w 121036"/>
                <a:gd name="connsiteY3" fmla="*/ 55447 h 142187"/>
                <a:gd name="connsiteX4" fmla="*/ 115422 w 121036"/>
                <a:gd name="connsiteY4" fmla="*/ 55447 h 142187"/>
                <a:gd name="connsiteX5" fmla="*/ 102378 w 121036"/>
                <a:gd name="connsiteY5" fmla="*/ 17329 h 142187"/>
                <a:gd name="connsiteX6" fmla="*/ 63549 w 121036"/>
                <a:gd name="connsiteY6" fmla="*/ 85 h 142187"/>
                <a:gd name="connsiteX7" fmla="*/ 22597 w 121036"/>
                <a:gd name="connsiteY7" fmla="*/ 15816 h 142187"/>
                <a:gd name="connsiteX8" fmla="*/ 149 w 121036"/>
                <a:gd name="connsiteY8" fmla="*/ 74506 h 142187"/>
                <a:gd name="connsiteX9" fmla="*/ 56875 w 121036"/>
                <a:gd name="connsiteY9" fmla="*/ 142272 h 142187"/>
                <a:gd name="connsiteX10" fmla="*/ 121185 w 121036"/>
                <a:gd name="connsiteY10" fmla="*/ 91750 h 142187"/>
                <a:gd name="connsiteX11" fmla="*/ 116332 w 121036"/>
                <a:gd name="connsiteY11" fmla="*/ 89633 h 142187"/>
                <a:gd name="connsiteX12" fmla="*/ 22597 w 121036"/>
                <a:gd name="connsiteY12" fmla="*/ 45766 h 142187"/>
                <a:gd name="connsiteX13" fmla="*/ 54752 w 121036"/>
                <a:gd name="connsiteY13" fmla="*/ 10976 h 142187"/>
                <a:gd name="connsiteX14" fmla="*/ 84480 w 121036"/>
                <a:gd name="connsiteY14" fmla="*/ 45766 h 142187"/>
                <a:gd name="connsiteX15" fmla="*/ 22597 w 121036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036" h="142187">
                  <a:moveTo>
                    <a:pt x="116332" y="89633"/>
                  </a:moveTo>
                  <a:cubicBezTo>
                    <a:pt x="101771" y="112625"/>
                    <a:pt x="88727" y="121398"/>
                    <a:pt x="69313" y="121398"/>
                  </a:cubicBezTo>
                  <a:cubicBezTo>
                    <a:pt x="52022" y="121398"/>
                    <a:pt x="38978" y="112625"/>
                    <a:pt x="30181" y="95381"/>
                  </a:cubicBezTo>
                  <a:cubicBezTo>
                    <a:pt x="24721" y="83885"/>
                    <a:pt x="22597" y="73901"/>
                    <a:pt x="21990" y="55447"/>
                  </a:cubicBezTo>
                  <a:lnTo>
                    <a:pt x="115422" y="55447"/>
                  </a:lnTo>
                  <a:cubicBezTo>
                    <a:pt x="112995" y="35783"/>
                    <a:pt x="109962" y="27010"/>
                    <a:pt x="102378" y="17329"/>
                  </a:cubicBezTo>
                  <a:cubicBezTo>
                    <a:pt x="93277" y="6438"/>
                    <a:pt x="79323" y="85"/>
                    <a:pt x="63549" y="85"/>
                  </a:cubicBezTo>
                  <a:cubicBezTo>
                    <a:pt x="48382" y="85"/>
                    <a:pt x="34124" y="5530"/>
                    <a:pt x="22597" y="15816"/>
                  </a:cubicBezTo>
                  <a:cubicBezTo>
                    <a:pt x="8340" y="28220"/>
                    <a:pt x="149" y="49699"/>
                    <a:pt x="149" y="74506"/>
                  </a:cubicBezTo>
                  <a:cubicBezTo>
                    <a:pt x="149" y="116255"/>
                    <a:pt x="21990" y="142272"/>
                    <a:pt x="56875" y="142272"/>
                  </a:cubicBezTo>
                  <a:cubicBezTo>
                    <a:pt x="85694" y="142272"/>
                    <a:pt x="108445" y="124423"/>
                    <a:pt x="121185" y="91750"/>
                  </a:cubicBezTo>
                  <a:lnTo>
                    <a:pt x="116332" y="89633"/>
                  </a:lnTo>
                  <a:close/>
                  <a:moveTo>
                    <a:pt x="22597" y="45766"/>
                  </a:moveTo>
                  <a:cubicBezTo>
                    <a:pt x="25934" y="22169"/>
                    <a:pt x="36248" y="10976"/>
                    <a:pt x="54752" y="10976"/>
                  </a:cubicBezTo>
                  <a:cubicBezTo>
                    <a:pt x="73256" y="10976"/>
                    <a:pt x="80537" y="19446"/>
                    <a:pt x="84480" y="45766"/>
                  </a:cubicBezTo>
                  <a:lnTo>
                    <a:pt x="22597" y="4576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124A293-FCE3-2658-6B33-9C947352374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16268" y="4920848"/>
              <a:ext cx="177762" cy="200272"/>
            </a:xfrm>
            <a:custGeom>
              <a:avLst/>
              <a:gdLst>
                <a:gd name="connsiteX0" fmla="*/ 170335 w 177762"/>
                <a:gd name="connsiteY0" fmla="*/ 147718 h 200272"/>
                <a:gd name="connsiteX1" fmla="*/ 156381 w 177762"/>
                <a:gd name="connsiteY1" fmla="*/ 171315 h 200272"/>
                <a:gd name="connsiteX2" fmla="*/ 103901 w 177762"/>
                <a:gd name="connsiteY2" fmla="*/ 188559 h 200272"/>
                <a:gd name="connsiteX3" fmla="*/ 83577 w 177762"/>
                <a:gd name="connsiteY3" fmla="*/ 188559 h 200272"/>
                <a:gd name="connsiteX4" fmla="*/ 57489 w 177762"/>
                <a:gd name="connsiteY4" fmla="*/ 176155 h 200272"/>
                <a:gd name="connsiteX5" fmla="*/ 57489 w 177762"/>
                <a:gd name="connsiteY5" fmla="*/ 33060 h 200272"/>
                <a:gd name="connsiteX6" fmla="*/ 85701 w 177762"/>
                <a:gd name="connsiteY6" fmla="*/ 5833 h 200272"/>
                <a:gd name="connsiteX7" fmla="*/ 85701 w 177762"/>
                <a:gd name="connsiteY7" fmla="*/ 85 h 200272"/>
                <a:gd name="connsiteX8" fmla="*/ 156 w 177762"/>
                <a:gd name="connsiteY8" fmla="*/ 85 h 200272"/>
                <a:gd name="connsiteX9" fmla="*/ 156 w 177762"/>
                <a:gd name="connsiteY9" fmla="*/ 5833 h 200272"/>
                <a:gd name="connsiteX10" fmla="*/ 26548 w 177762"/>
                <a:gd name="connsiteY10" fmla="*/ 33060 h 200272"/>
                <a:gd name="connsiteX11" fmla="*/ 26548 w 177762"/>
                <a:gd name="connsiteY11" fmla="*/ 167382 h 200272"/>
                <a:gd name="connsiteX12" fmla="*/ 156 w 177762"/>
                <a:gd name="connsiteY12" fmla="*/ 194609 h 200272"/>
                <a:gd name="connsiteX13" fmla="*/ 156 w 177762"/>
                <a:gd name="connsiteY13" fmla="*/ 200357 h 200272"/>
                <a:gd name="connsiteX14" fmla="*/ 163358 w 177762"/>
                <a:gd name="connsiteY14" fmla="*/ 200357 h 200272"/>
                <a:gd name="connsiteX15" fmla="*/ 177919 w 177762"/>
                <a:gd name="connsiteY15" fmla="*/ 147718 h 200272"/>
                <a:gd name="connsiteX16" fmla="*/ 170335 w 177762"/>
                <a:gd name="connsiteY16" fmla="*/ 147718 h 20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7762" h="200272">
                  <a:moveTo>
                    <a:pt x="170335" y="147718"/>
                  </a:moveTo>
                  <a:cubicBezTo>
                    <a:pt x="165178" y="159214"/>
                    <a:pt x="160931" y="166172"/>
                    <a:pt x="156381" y="171315"/>
                  </a:cubicBezTo>
                  <a:cubicBezTo>
                    <a:pt x="145764" y="183113"/>
                    <a:pt x="129079" y="188559"/>
                    <a:pt x="103901" y="188559"/>
                  </a:cubicBezTo>
                  <a:lnTo>
                    <a:pt x="83577" y="188559"/>
                  </a:lnTo>
                  <a:cubicBezTo>
                    <a:pt x="61433" y="188559"/>
                    <a:pt x="57489" y="186744"/>
                    <a:pt x="57489" y="176155"/>
                  </a:cubicBezTo>
                  <a:lnTo>
                    <a:pt x="57489" y="33060"/>
                  </a:lnTo>
                  <a:cubicBezTo>
                    <a:pt x="57489" y="11581"/>
                    <a:pt x="61736" y="7345"/>
                    <a:pt x="85701" y="5833"/>
                  </a:cubicBezTo>
                  <a:lnTo>
                    <a:pt x="85701" y="85"/>
                  </a:lnTo>
                  <a:lnTo>
                    <a:pt x="156" y="85"/>
                  </a:lnTo>
                  <a:lnTo>
                    <a:pt x="156" y="5833"/>
                  </a:lnTo>
                  <a:cubicBezTo>
                    <a:pt x="22604" y="7648"/>
                    <a:pt x="26548" y="11883"/>
                    <a:pt x="26548" y="33060"/>
                  </a:cubicBezTo>
                  <a:lnTo>
                    <a:pt x="26548" y="167382"/>
                  </a:lnTo>
                  <a:cubicBezTo>
                    <a:pt x="26548" y="188559"/>
                    <a:pt x="22301" y="193097"/>
                    <a:pt x="156" y="194609"/>
                  </a:cubicBezTo>
                  <a:lnTo>
                    <a:pt x="156" y="200357"/>
                  </a:lnTo>
                  <a:lnTo>
                    <a:pt x="163358" y="200357"/>
                  </a:lnTo>
                  <a:lnTo>
                    <a:pt x="177919" y="147718"/>
                  </a:lnTo>
                  <a:lnTo>
                    <a:pt x="170335" y="147718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3A8DF6-2527-14F8-4839-DBE2DE880FC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509892" y="4981958"/>
              <a:ext cx="122856" cy="142187"/>
            </a:xfrm>
            <a:custGeom>
              <a:avLst/>
              <a:gdLst>
                <a:gd name="connsiteX0" fmla="*/ 123019 w 122856"/>
                <a:gd name="connsiteY0" fmla="*/ 119280 h 142187"/>
                <a:gd name="connsiteX1" fmla="*/ 109671 w 122856"/>
                <a:gd name="connsiteY1" fmla="*/ 125028 h 142187"/>
                <a:gd name="connsiteX2" fmla="*/ 100571 w 122856"/>
                <a:gd name="connsiteY2" fmla="*/ 107482 h 142187"/>
                <a:gd name="connsiteX3" fmla="*/ 100571 w 122856"/>
                <a:gd name="connsiteY3" fmla="*/ 48489 h 142187"/>
                <a:gd name="connsiteX4" fmla="*/ 94504 w 122856"/>
                <a:gd name="connsiteY4" fmla="*/ 16724 h 142187"/>
                <a:gd name="connsiteX5" fmla="*/ 56888 w 122856"/>
                <a:gd name="connsiteY5" fmla="*/ 85 h 142187"/>
                <a:gd name="connsiteX6" fmla="*/ 5926 w 122856"/>
                <a:gd name="connsiteY6" fmla="*/ 33968 h 142187"/>
                <a:gd name="connsiteX7" fmla="*/ 18970 w 122856"/>
                <a:gd name="connsiteY7" fmla="*/ 46976 h 142187"/>
                <a:gd name="connsiteX8" fmla="*/ 32621 w 122856"/>
                <a:gd name="connsiteY8" fmla="*/ 34270 h 142187"/>
                <a:gd name="connsiteX9" fmla="*/ 32014 w 122856"/>
                <a:gd name="connsiteY9" fmla="*/ 29430 h 142187"/>
                <a:gd name="connsiteX10" fmla="*/ 31104 w 122856"/>
                <a:gd name="connsiteY10" fmla="*/ 22169 h 142187"/>
                <a:gd name="connsiteX11" fmla="*/ 52945 w 122856"/>
                <a:gd name="connsiteY11" fmla="*/ 7345 h 142187"/>
                <a:gd name="connsiteX12" fmla="*/ 75999 w 122856"/>
                <a:gd name="connsiteY12" fmla="*/ 32455 h 142187"/>
                <a:gd name="connsiteX13" fmla="*/ 75999 w 122856"/>
                <a:gd name="connsiteY13" fmla="*/ 50909 h 142187"/>
                <a:gd name="connsiteX14" fmla="*/ 11083 w 122856"/>
                <a:gd name="connsiteY14" fmla="*/ 83582 h 142187"/>
                <a:gd name="connsiteX15" fmla="*/ 162 w 122856"/>
                <a:gd name="connsiteY15" fmla="*/ 109902 h 142187"/>
                <a:gd name="connsiteX16" fmla="*/ 32014 w 122856"/>
                <a:gd name="connsiteY16" fmla="*/ 142272 h 142187"/>
                <a:gd name="connsiteX17" fmla="*/ 76303 w 122856"/>
                <a:gd name="connsiteY17" fmla="*/ 120188 h 142187"/>
                <a:gd name="connsiteX18" fmla="*/ 95717 w 122856"/>
                <a:gd name="connsiteY18" fmla="*/ 142272 h 142187"/>
                <a:gd name="connsiteX19" fmla="*/ 123019 w 122856"/>
                <a:gd name="connsiteY19" fmla="*/ 127146 h 142187"/>
                <a:gd name="connsiteX20" fmla="*/ 123019 w 122856"/>
                <a:gd name="connsiteY20" fmla="*/ 119280 h 142187"/>
                <a:gd name="connsiteX21" fmla="*/ 75999 w 122856"/>
                <a:gd name="connsiteY21" fmla="*/ 102036 h 142187"/>
                <a:gd name="connsiteX22" fmla="*/ 68112 w 122856"/>
                <a:gd name="connsiteY22" fmla="*/ 117768 h 142187"/>
                <a:gd name="connsiteX23" fmla="*/ 45968 w 122856"/>
                <a:gd name="connsiteY23" fmla="*/ 124726 h 142187"/>
                <a:gd name="connsiteX24" fmla="*/ 26857 w 122856"/>
                <a:gd name="connsiteY24" fmla="*/ 101431 h 142187"/>
                <a:gd name="connsiteX25" fmla="*/ 26857 w 122856"/>
                <a:gd name="connsiteY25" fmla="*/ 100221 h 142187"/>
                <a:gd name="connsiteX26" fmla="*/ 75999 w 122856"/>
                <a:gd name="connsiteY26" fmla="*/ 58170 h 142187"/>
                <a:gd name="connsiteX27" fmla="*/ 75999 w 122856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56" h="142187">
                  <a:moveTo>
                    <a:pt x="123019" y="119280"/>
                  </a:moveTo>
                  <a:cubicBezTo>
                    <a:pt x="117862" y="123516"/>
                    <a:pt x="114221" y="125028"/>
                    <a:pt x="109671" y="125028"/>
                  </a:cubicBezTo>
                  <a:cubicBezTo>
                    <a:pt x="102694" y="125028"/>
                    <a:pt x="100571" y="120793"/>
                    <a:pt x="100571" y="107482"/>
                  </a:cubicBezTo>
                  <a:lnTo>
                    <a:pt x="100571" y="48489"/>
                  </a:lnTo>
                  <a:cubicBezTo>
                    <a:pt x="100571" y="32758"/>
                    <a:pt x="99054" y="23984"/>
                    <a:pt x="94504" y="16724"/>
                  </a:cubicBezTo>
                  <a:cubicBezTo>
                    <a:pt x="87830" y="5833"/>
                    <a:pt x="74786" y="85"/>
                    <a:pt x="56888" y="85"/>
                  </a:cubicBezTo>
                  <a:cubicBezTo>
                    <a:pt x="28374" y="85"/>
                    <a:pt x="5926" y="14908"/>
                    <a:pt x="5926" y="33968"/>
                  </a:cubicBezTo>
                  <a:cubicBezTo>
                    <a:pt x="5926" y="40926"/>
                    <a:pt x="11993" y="46976"/>
                    <a:pt x="18970" y="46976"/>
                  </a:cubicBezTo>
                  <a:cubicBezTo>
                    <a:pt x="26250" y="46976"/>
                    <a:pt x="32621" y="40926"/>
                    <a:pt x="32621" y="34270"/>
                  </a:cubicBezTo>
                  <a:cubicBezTo>
                    <a:pt x="32621" y="33060"/>
                    <a:pt x="32317" y="31547"/>
                    <a:pt x="32014" y="29430"/>
                  </a:cubicBezTo>
                  <a:cubicBezTo>
                    <a:pt x="31407" y="26707"/>
                    <a:pt x="31104" y="24287"/>
                    <a:pt x="31104" y="22169"/>
                  </a:cubicBezTo>
                  <a:cubicBezTo>
                    <a:pt x="31104" y="14001"/>
                    <a:pt x="40811" y="7345"/>
                    <a:pt x="52945" y="7345"/>
                  </a:cubicBezTo>
                  <a:cubicBezTo>
                    <a:pt x="67809" y="7345"/>
                    <a:pt x="75999" y="16119"/>
                    <a:pt x="75999" y="32455"/>
                  </a:cubicBezTo>
                  <a:lnTo>
                    <a:pt x="75999" y="50909"/>
                  </a:lnTo>
                  <a:cubicBezTo>
                    <a:pt x="29284" y="69666"/>
                    <a:pt x="24127" y="72086"/>
                    <a:pt x="11083" y="83582"/>
                  </a:cubicBezTo>
                  <a:cubicBezTo>
                    <a:pt x="4409" y="89633"/>
                    <a:pt x="162" y="99919"/>
                    <a:pt x="162" y="109902"/>
                  </a:cubicBezTo>
                  <a:cubicBezTo>
                    <a:pt x="162" y="128961"/>
                    <a:pt x="13510" y="142272"/>
                    <a:pt x="32014" y="142272"/>
                  </a:cubicBezTo>
                  <a:cubicBezTo>
                    <a:pt x="45361" y="142272"/>
                    <a:pt x="57799" y="135919"/>
                    <a:pt x="76303" y="120188"/>
                  </a:cubicBezTo>
                  <a:cubicBezTo>
                    <a:pt x="77820" y="135919"/>
                    <a:pt x="83280" y="142272"/>
                    <a:pt x="95717" y="142272"/>
                  </a:cubicBezTo>
                  <a:cubicBezTo>
                    <a:pt x="106031" y="142272"/>
                    <a:pt x="112401" y="138642"/>
                    <a:pt x="123019" y="127146"/>
                  </a:cubicBezTo>
                  <a:lnTo>
                    <a:pt x="123019" y="119280"/>
                  </a:lnTo>
                  <a:close/>
                  <a:moveTo>
                    <a:pt x="75999" y="102036"/>
                  </a:moveTo>
                  <a:cubicBezTo>
                    <a:pt x="75999" y="111415"/>
                    <a:pt x="74483" y="114137"/>
                    <a:pt x="68112" y="117768"/>
                  </a:cubicBezTo>
                  <a:cubicBezTo>
                    <a:pt x="60832" y="122003"/>
                    <a:pt x="52338" y="124726"/>
                    <a:pt x="45968" y="124726"/>
                  </a:cubicBezTo>
                  <a:cubicBezTo>
                    <a:pt x="35351" y="124726"/>
                    <a:pt x="26857" y="114440"/>
                    <a:pt x="26857" y="101431"/>
                  </a:cubicBezTo>
                  <a:lnTo>
                    <a:pt x="26857" y="100221"/>
                  </a:lnTo>
                  <a:cubicBezTo>
                    <a:pt x="26857" y="82372"/>
                    <a:pt x="39294" y="71481"/>
                    <a:pt x="75999" y="58170"/>
                  </a:cubicBezTo>
                  <a:lnTo>
                    <a:pt x="75999" y="10203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17A204-F54D-D746-28D7-1F91D72909F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642352" y="4981958"/>
              <a:ext cx="134080" cy="205113"/>
            </a:xfrm>
            <a:custGeom>
              <a:avLst/>
              <a:gdLst>
                <a:gd name="connsiteX0" fmla="*/ 134247 w 134080"/>
                <a:gd name="connsiteY0" fmla="*/ 21867 h 205113"/>
                <a:gd name="connsiteX1" fmla="*/ 134247 w 134080"/>
                <a:gd name="connsiteY1" fmla="*/ 10068 h 205113"/>
                <a:gd name="connsiteX2" fmla="*/ 110889 w 134080"/>
                <a:gd name="connsiteY2" fmla="*/ 10068 h 205113"/>
                <a:gd name="connsiteX3" fmla="*/ 94205 w 134080"/>
                <a:gd name="connsiteY3" fmla="*/ 7043 h 205113"/>
                <a:gd name="connsiteX4" fmla="*/ 87531 w 134080"/>
                <a:gd name="connsiteY4" fmla="*/ 4623 h 205113"/>
                <a:gd name="connsiteX5" fmla="*/ 63263 w 134080"/>
                <a:gd name="connsiteY5" fmla="*/ 85 h 205113"/>
                <a:gd name="connsiteX6" fmla="*/ 12604 w 134080"/>
                <a:gd name="connsiteY6" fmla="*/ 49397 h 205113"/>
                <a:gd name="connsiteX7" fmla="*/ 40815 w 134080"/>
                <a:gd name="connsiteY7" fmla="*/ 89935 h 205113"/>
                <a:gd name="connsiteX8" fmla="*/ 27771 w 134080"/>
                <a:gd name="connsiteY8" fmla="*/ 102036 h 205113"/>
                <a:gd name="connsiteX9" fmla="*/ 13817 w 134080"/>
                <a:gd name="connsiteY9" fmla="*/ 122911 h 205113"/>
                <a:gd name="connsiteX10" fmla="*/ 29895 w 134080"/>
                <a:gd name="connsiteY10" fmla="*/ 138944 h 205113"/>
                <a:gd name="connsiteX11" fmla="*/ 167 w 134080"/>
                <a:gd name="connsiteY11" fmla="*/ 175853 h 205113"/>
                <a:gd name="connsiteX12" fmla="*/ 52646 w 134080"/>
                <a:gd name="connsiteY12" fmla="*/ 205198 h 205113"/>
                <a:gd name="connsiteX13" fmla="*/ 114833 w 134080"/>
                <a:gd name="connsiteY13" fmla="*/ 184626 h 205113"/>
                <a:gd name="connsiteX14" fmla="*/ 131517 w 134080"/>
                <a:gd name="connsiteY14" fmla="*/ 154071 h 205113"/>
                <a:gd name="connsiteX15" fmla="*/ 94812 w 134080"/>
                <a:gd name="connsiteY15" fmla="*/ 121700 h 205113"/>
                <a:gd name="connsiteX16" fmla="*/ 55680 w 134080"/>
                <a:gd name="connsiteY16" fmla="*/ 119885 h 205113"/>
                <a:gd name="connsiteX17" fmla="*/ 32018 w 134080"/>
                <a:gd name="connsiteY17" fmla="*/ 111717 h 205113"/>
                <a:gd name="connsiteX18" fmla="*/ 50219 w 134080"/>
                <a:gd name="connsiteY18" fmla="*/ 92658 h 205113"/>
                <a:gd name="connsiteX19" fmla="*/ 55983 w 134080"/>
                <a:gd name="connsiteY19" fmla="*/ 93263 h 205113"/>
                <a:gd name="connsiteX20" fmla="*/ 67510 w 134080"/>
                <a:gd name="connsiteY20" fmla="*/ 94170 h 205113"/>
                <a:gd name="connsiteX21" fmla="*/ 100272 w 134080"/>
                <a:gd name="connsiteY21" fmla="*/ 81464 h 205113"/>
                <a:gd name="connsiteX22" fmla="*/ 114833 w 134080"/>
                <a:gd name="connsiteY22" fmla="*/ 47279 h 205113"/>
                <a:gd name="connsiteX23" fmla="*/ 109069 w 134080"/>
                <a:gd name="connsiteY23" fmla="*/ 21867 h 205113"/>
                <a:gd name="connsiteX24" fmla="*/ 134247 w 134080"/>
                <a:gd name="connsiteY24" fmla="*/ 21867 h 205113"/>
                <a:gd name="connsiteX25" fmla="*/ 36265 w 134080"/>
                <a:gd name="connsiteY25" fmla="*/ 139852 h 205113"/>
                <a:gd name="connsiteX26" fmla="*/ 85408 w 134080"/>
                <a:gd name="connsiteY26" fmla="*/ 143785 h 205113"/>
                <a:gd name="connsiteX27" fmla="*/ 123023 w 134080"/>
                <a:gd name="connsiteY27" fmla="*/ 158609 h 205113"/>
                <a:gd name="connsiteX28" fmla="*/ 65690 w 134080"/>
                <a:gd name="connsiteY28" fmla="*/ 187954 h 205113"/>
                <a:gd name="connsiteX29" fmla="*/ 21401 w 134080"/>
                <a:gd name="connsiteY29" fmla="*/ 165869 h 205113"/>
                <a:gd name="connsiteX30" fmla="*/ 36265 w 134080"/>
                <a:gd name="connsiteY30" fmla="*/ 139852 h 205113"/>
                <a:gd name="connsiteX31" fmla="*/ 37782 w 134080"/>
                <a:gd name="connsiteY31" fmla="*/ 36993 h 205113"/>
                <a:gd name="connsiteX32" fmla="*/ 60230 w 134080"/>
                <a:gd name="connsiteY32" fmla="*/ 8555 h 205113"/>
                <a:gd name="connsiteX33" fmla="*/ 82374 w 134080"/>
                <a:gd name="connsiteY33" fmla="*/ 22774 h 205113"/>
                <a:gd name="connsiteX34" fmla="*/ 91475 w 134080"/>
                <a:gd name="connsiteY34" fmla="*/ 59077 h 205113"/>
                <a:gd name="connsiteX35" fmla="*/ 68724 w 134080"/>
                <a:gd name="connsiteY35" fmla="*/ 86607 h 205113"/>
                <a:gd name="connsiteX36" fmla="*/ 37782 w 134080"/>
                <a:gd name="connsiteY36" fmla="*/ 37901 h 205113"/>
                <a:gd name="connsiteX37" fmla="*/ 37782 w 134080"/>
                <a:gd name="connsiteY37" fmla="*/ 36993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4080" h="205113">
                  <a:moveTo>
                    <a:pt x="134247" y="21867"/>
                  </a:moveTo>
                  <a:lnTo>
                    <a:pt x="134247" y="10068"/>
                  </a:lnTo>
                  <a:lnTo>
                    <a:pt x="110889" y="10068"/>
                  </a:lnTo>
                  <a:cubicBezTo>
                    <a:pt x="104822" y="10068"/>
                    <a:pt x="100272" y="9160"/>
                    <a:pt x="94205" y="7043"/>
                  </a:cubicBezTo>
                  <a:lnTo>
                    <a:pt x="87531" y="4623"/>
                  </a:lnTo>
                  <a:cubicBezTo>
                    <a:pt x="79341" y="1597"/>
                    <a:pt x="71150" y="85"/>
                    <a:pt x="63263" y="85"/>
                  </a:cubicBezTo>
                  <a:cubicBezTo>
                    <a:pt x="35052" y="85"/>
                    <a:pt x="12604" y="21867"/>
                    <a:pt x="12604" y="49397"/>
                  </a:cubicBezTo>
                  <a:cubicBezTo>
                    <a:pt x="12604" y="68456"/>
                    <a:pt x="20794" y="79952"/>
                    <a:pt x="40815" y="89935"/>
                  </a:cubicBezTo>
                  <a:cubicBezTo>
                    <a:pt x="35052" y="95381"/>
                    <a:pt x="29591" y="100524"/>
                    <a:pt x="27771" y="102036"/>
                  </a:cubicBezTo>
                  <a:cubicBezTo>
                    <a:pt x="17761" y="110810"/>
                    <a:pt x="13817" y="116860"/>
                    <a:pt x="13817" y="122911"/>
                  </a:cubicBezTo>
                  <a:cubicBezTo>
                    <a:pt x="13817" y="129264"/>
                    <a:pt x="17458" y="132894"/>
                    <a:pt x="29895" y="138944"/>
                  </a:cubicBezTo>
                  <a:cubicBezTo>
                    <a:pt x="8357" y="154676"/>
                    <a:pt x="167" y="164659"/>
                    <a:pt x="167" y="175853"/>
                  </a:cubicBezTo>
                  <a:cubicBezTo>
                    <a:pt x="167" y="191887"/>
                    <a:pt x="23828" y="205198"/>
                    <a:pt x="52646" y="205198"/>
                  </a:cubicBezTo>
                  <a:cubicBezTo>
                    <a:pt x="75397" y="205198"/>
                    <a:pt x="99058" y="197332"/>
                    <a:pt x="114833" y="184626"/>
                  </a:cubicBezTo>
                  <a:cubicBezTo>
                    <a:pt x="126360" y="175248"/>
                    <a:pt x="131517" y="165567"/>
                    <a:pt x="131517" y="154071"/>
                  </a:cubicBezTo>
                  <a:cubicBezTo>
                    <a:pt x="131517" y="135314"/>
                    <a:pt x="117259" y="122608"/>
                    <a:pt x="94812" y="121700"/>
                  </a:cubicBezTo>
                  <a:lnTo>
                    <a:pt x="55680" y="119885"/>
                  </a:lnTo>
                  <a:cubicBezTo>
                    <a:pt x="39602" y="119280"/>
                    <a:pt x="32018" y="116558"/>
                    <a:pt x="32018" y="111717"/>
                  </a:cubicBezTo>
                  <a:cubicBezTo>
                    <a:pt x="32018" y="105667"/>
                    <a:pt x="42029" y="95078"/>
                    <a:pt x="50219" y="92658"/>
                  </a:cubicBezTo>
                  <a:cubicBezTo>
                    <a:pt x="52949" y="92960"/>
                    <a:pt x="55073" y="93263"/>
                    <a:pt x="55983" y="93263"/>
                  </a:cubicBezTo>
                  <a:cubicBezTo>
                    <a:pt x="61746" y="93868"/>
                    <a:pt x="65690" y="94170"/>
                    <a:pt x="67510" y="94170"/>
                  </a:cubicBezTo>
                  <a:cubicBezTo>
                    <a:pt x="78734" y="94170"/>
                    <a:pt x="90868" y="89633"/>
                    <a:pt x="100272" y="81464"/>
                  </a:cubicBezTo>
                  <a:cubicBezTo>
                    <a:pt x="110282" y="72994"/>
                    <a:pt x="114833" y="62405"/>
                    <a:pt x="114833" y="47279"/>
                  </a:cubicBezTo>
                  <a:cubicBezTo>
                    <a:pt x="114833" y="38506"/>
                    <a:pt x="113316" y="31547"/>
                    <a:pt x="109069" y="21867"/>
                  </a:cubicBezTo>
                  <a:lnTo>
                    <a:pt x="134247" y="21867"/>
                  </a:lnTo>
                  <a:close/>
                  <a:moveTo>
                    <a:pt x="36265" y="139852"/>
                  </a:moveTo>
                  <a:cubicBezTo>
                    <a:pt x="46276" y="141970"/>
                    <a:pt x="70544" y="143785"/>
                    <a:pt x="85408" y="143785"/>
                  </a:cubicBezTo>
                  <a:cubicBezTo>
                    <a:pt x="113012" y="143785"/>
                    <a:pt x="123023" y="147718"/>
                    <a:pt x="123023" y="158609"/>
                  </a:cubicBezTo>
                  <a:cubicBezTo>
                    <a:pt x="123023" y="176155"/>
                    <a:pt x="99968" y="187954"/>
                    <a:pt x="65690" y="187954"/>
                  </a:cubicBezTo>
                  <a:cubicBezTo>
                    <a:pt x="38995" y="187954"/>
                    <a:pt x="21401" y="179181"/>
                    <a:pt x="21401" y="165869"/>
                  </a:cubicBezTo>
                  <a:cubicBezTo>
                    <a:pt x="21401" y="158911"/>
                    <a:pt x="23525" y="154978"/>
                    <a:pt x="36265" y="139852"/>
                  </a:cubicBezTo>
                  <a:close/>
                  <a:moveTo>
                    <a:pt x="37782" y="36993"/>
                  </a:moveTo>
                  <a:cubicBezTo>
                    <a:pt x="37782" y="19144"/>
                    <a:pt x="46276" y="8555"/>
                    <a:pt x="60230" y="8555"/>
                  </a:cubicBezTo>
                  <a:cubicBezTo>
                    <a:pt x="69634" y="8555"/>
                    <a:pt x="77521" y="13698"/>
                    <a:pt x="82374" y="22774"/>
                  </a:cubicBezTo>
                  <a:cubicBezTo>
                    <a:pt x="87834" y="33363"/>
                    <a:pt x="91475" y="47279"/>
                    <a:pt x="91475" y="59077"/>
                  </a:cubicBezTo>
                  <a:cubicBezTo>
                    <a:pt x="91475" y="76019"/>
                    <a:pt x="82678" y="86607"/>
                    <a:pt x="68724" y="86607"/>
                  </a:cubicBezTo>
                  <a:cubicBezTo>
                    <a:pt x="50523" y="86607"/>
                    <a:pt x="37782" y="66943"/>
                    <a:pt x="37782" y="37901"/>
                  </a:cubicBezTo>
                  <a:lnTo>
                    <a:pt x="37782" y="36993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DBDA530-7DB2-18BC-E199-D6F943D4331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787619" y="4981958"/>
              <a:ext cx="100105" cy="139162"/>
            </a:xfrm>
            <a:custGeom>
              <a:avLst/>
              <a:gdLst>
                <a:gd name="connsiteX0" fmla="*/ 778 w 100105"/>
                <a:gd name="connsiteY0" fmla="*/ 21262 h 139162"/>
                <a:gd name="connsiteX1" fmla="*/ 11396 w 100105"/>
                <a:gd name="connsiteY1" fmla="*/ 20051 h 139162"/>
                <a:gd name="connsiteX2" fmla="*/ 21709 w 100105"/>
                <a:gd name="connsiteY2" fmla="*/ 38203 h 139162"/>
                <a:gd name="connsiteX3" fmla="*/ 21709 w 100105"/>
                <a:gd name="connsiteY3" fmla="*/ 113835 h 139162"/>
                <a:gd name="connsiteX4" fmla="*/ 172 w 100105"/>
                <a:gd name="connsiteY4" fmla="*/ 134709 h 139162"/>
                <a:gd name="connsiteX5" fmla="*/ 172 w 100105"/>
                <a:gd name="connsiteY5" fmla="*/ 139247 h 139162"/>
                <a:gd name="connsiteX6" fmla="*/ 72975 w 100105"/>
                <a:gd name="connsiteY6" fmla="*/ 139247 h 139162"/>
                <a:gd name="connsiteX7" fmla="*/ 72975 w 100105"/>
                <a:gd name="connsiteY7" fmla="*/ 134709 h 139162"/>
                <a:gd name="connsiteX8" fmla="*/ 47191 w 100105"/>
                <a:gd name="connsiteY8" fmla="*/ 112020 h 139162"/>
                <a:gd name="connsiteX9" fmla="*/ 47191 w 100105"/>
                <a:gd name="connsiteY9" fmla="*/ 43951 h 139162"/>
                <a:gd name="connsiteX10" fmla="*/ 68425 w 100105"/>
                <a:gd name="connsiteY10" fmla="*/ 19144 h 139162"/>
                <a:gd name="connsiteX11" fmla="*/ 76312 w 100105"/>
                <a:gd name="connsiteY11" fmla="*/ 23682 h 139162"/>
                <a:gd name="connsiteX12" fmla="*/ 88446 w 100105"/>
                <a:gd name="connsiteY12" fmla="*/ 29732 h 139162"/>
                <a:gd name="connsiteX13" fmla="*/ 100277 w 100105"/>
                <a:gd name="connsiteY13" fmla="*/ 16119 h 139162"/>
                <a:gd name="connsiteX14" fmla="*/ 83593 w 100105"/>
                <a:gd name="connsiteY14" fmla="*/ 85 h 139162"/>
                <a:gd name="connsiteX15" fmla="*/ 47191 w 100105"/>
                <a:gd name="connsiteY15" fmla="*/ 28522 h 139162"/>
                <a:gd name="connsiteX16" fmla="*/ 47191 w 100105"/>
                <a:gd name="connsiteY16" fmla="*/ 690 h 139162"/>
                <a:gd name="connsiteX17" fmla="*/ 45674 w 100105"/>
                <a:gd name="connsiteY17" fmla="*/ 85 h 139162"/>
                <a:gd name="connsiteX18" fmla="*/ 778 w 100105"/>
                <a:gd name="connsiteY18" fmla="*/ 16421 h 139162"/>
                <a:gd name="connsiteX19" fmla="*/ 778 w 100105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105" h="139162">
                  <a:moveTo>
                    <a:pt x="778" y="21262"/>
                  </a:moveTo>
                  <a:cubicBezTo>
                    <a:pt x="5025" y="20354"/>
                    <a:pt x="7755" y="20051"/>
                    <a:pt x="11396" y="20051"/>
                  </a:cubicBezTo>
                  <a:cubicBezTo>
                    <a:pt x="18979" y="20051"/>
                    <a:pt x="21709" y="24892"/>
                    <a:pt x="21709" y="38203"/>
                  </a:cubicBezTo>
                  <a:lnTo>
                    <a:pt x="21709" y="113835"/>
                  </a:lnTo>
                  <a:cubicBezTo>
                    <a:pt x="21709" y="128961"/>
                    <a:pt x="19586" y="131079"/>
                    <a:pt x="172" y="134709"/>
                  </a:cubicBezTo>
                  <a:lnTo>
                    <a:pt x="172" y="139247"/>
                  </a:lnTo>
                  <a:lnTo>
                    <a:pt x="72975" y="139247"/>
                  </a:lnTo>
                  <a:lnTo>
                    <a:pt x="72975" y="134709"/>
                  </a:lnTo>
                  <a:cubicBezTo>
                    <a:pt x="52348" y="133802"/>
                    <a:pt x="47191" y="129264"/>
                    <a:pt x="47191" y="112020"/>
                  </a:cubicBezTo>
                  <a:lnTo>
                    <a:pt x="47191" y="43951"/>
                  </a:lnTo>
                  <a:cubicBezTo>
                    <a:pt x="47191" y="34270"/>
                    <a:pt x="60235" y="19144"/>
                    <a:pt x="68425" y="19144"/>
                  </a:cubicBezTo>
                  <a:cubicBezTo>
                    <a:pt x="70245" y="19144"/>
                    <a:pt x="72975" y="20656"/>
                    <a:pt x="76312" y="23682"/>
                  </a:cubicBezTo>
                  <a:cubicBezTo>
                    <a:pt x="81166" y="27917"/>
                    <a:pt x="84503" y="29732"/>
                    <a:pt x="88446" y="29732"/>
                  </a:cubicBezTo>
                  <a:cubicBezTo>
                    <a:pt x="95727" y="29732"/>
                    <a:pt x="100277" y="24589"/>
                    <a:pt x="100277" y="16119"/>
                  </a:cubicBezTo>
                  <a:cubicBezTo>
                    <a:pt x="100277" y="6135"/>
                    <a:pt x="93906" y="85"/>
                    <a:pt x="83593" y="85"/>
                  </a:cubicBezTo>
                  <a:cubicBezTo>
                    <a:pt x="70852" y="85"/>
                    <a:pt x="62055" y="7043"/>
                    <a:pt x="47191" y="28522"/>
                  </a:cubicBezTo>
                  <a:lnTo>
                    <a:pt x="47191" y="690"/>
                  </a:lnTo>
                  <a:lnTo>
                    <a:pt x="45674" y="85"/>
                  </a:lnTo>
                  <a:cubicBezTo>
                    <a:pt x="29597" y="6740"/>
                    <a:pt x="18676" y="10673"/>
                    <a:pt x="778" y="16421"/>
                  </a:cubicBezTo>
                  <a:lnTo>
                    <a:pt x="778" y="21262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B0EE2E9-17D1-8250-810D-4A6510117BA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898719" y="4981958"/>
              <a:ext cx="122856" cy="142187"/>
            </a:xfrm>
            <a:custGeom>
              <a:avLst/>
              <a:gdLst>
                <a:gd name="connsiteX0" fmla="*/ 123031 w 122856"/>
                <a:gd name="connsiteY0" fmla="*/ 119280 h 142187"/>
                <a:gd name="connsiteX1" fmla="*/ 109684 w 122856"/>
                <a:gd name="connsiteY1" fmla="*/ 125028 h 142187"/>
                <a:gd name="connsiteX2" fmla="*/ 100583 w 122856"/>
                <a:gd name="connsiteY2" fmla="*/ 107482 h 142187"/>
                <a:gd name="connsiteX3" fmla="*/ 100583 w 122856"/>
                <a:gd name="connsiteY3" fmla="*/ 48489 h 142187"/>
                <a:gd name="connsiteX4" fmla="*/ 94516 w 122856"/>
                <a:gd name="connsiteY4" fmla="*/ 16724 h 142187"/>
                <a:gd name="connsiteX5" fmla="*/ 56901 w 122856"/>
                <a:gd name="connsiteY5" fmla="*/ 85 h 142187"/>
                <a:gd name="connsiteX6" fmla="*/ 5939 w 122856"/>
                <a:gd name="connsiteY6" fmla="*/ 33968 h 142187"/>
                <a:gd name="connsiteX7" fmla="*/ 18983 w 122856"/>
                <a:gd name="connsiteY7" fmla="*/ 46976 h 142187"/>
                <a:gd name="connsiteX8" fmla="*/ 32633 w 122856"/>
                <a:gd name="connsiteY8" fmla="*/ 34270 h 142187"/>
                <a:gd name="connsiteX9" fmla="*/ 32027 w 122856"/>
                <a:gd name="connsiteY9" fmla="*/ 29430 h 142187"/>
                <a:gd name="connsiteX10" fmla="*/ 31117 w 122856"/>
                <a:gd name="connsiteY10" fmla="*/ 22169 h 142187"/>
                <a:gd name="connsiteX11" fmla="*/ 52958 w 122856"/>
                <a:gd name="connsiteY11" fmla="*/ 7345 h 142187"/>
                <a:gd name="connsiteX12" fmla="*/ 76012 w 122856"/>
                <a:gd name="connsiteY12" fmla="*/ 32455 h 142187"/>
                <a:gd name="connsiteX13" fmla="*/ 76012 w 122856"/>
                <a:gd name="connsiteY13" fmla="*/ 50909 h 142187"/>
                <a:gd name="connsiteX14" fmla="*/ 11096 w 122856"/>
                <a:gd name="connsiteY14" fmla="*/ 83582 h 142187"/>
                <a:gd name="connsiteX15" fmla="*/ 175 w 122856"/>
                <a:gd name="connsiteY15" fmla="*/ 109902 h 142187"/>
                <a:gd name="connsiteX16" fmla="*/ 32027 w 122856"/>
                <a:gd name="connsiteY16" fmla="*/ 142272 h 142187"/>
                <a:gd name="connsiteX17" fmla="*/ 76316 w 122856"/>
                <a:gd name="connsiteY17" fmla="*/ 120188 h 142187"/>
                <a:gd name="connsiteX18" fmla="*/ 95730 w 122856"/>
                <a:gd name="connsiteY18" fmla="*/ 142272 h 142187"/>
                <a:gd name="connsiteX19" fmla="*/ 123031 w 122856"/>
                <a:gd name="connsiteY19" fmla="*/ 127146 h 142187"/>
                <a:gd name="connsiteX20" fmla="*/ 123031 w 122856"/>
                <a:gd name="connsiteY20" fmla="*/ 119280 h 142187"/>
                <a:gd name="connsiteX21" fmla="*/ 76012 w 122856"/>
                <a:gd name="connsiteY21" fmla="*/ 102036 h 142187"/>
                <a:gd name="connsiteX22" fmla="*/ 68125 w 122856"/>
                <a:gd name="connsiteY22" fmla="*/ 117768 h 142187"/>
                <a:gd name="connsiteX23" fmla="*/ 45981 w 122856"/>
                <a:gd name="connsiteY23" fmla="*/ 124726 h 142187"/>
                <a:gd name="connsiteX24" fmla="*/ 26870 w 122856"/>
                <a:gd name="connsiteY24" fmla="*/ 101431 h 142187"/>
                <a:gd name="connsiteX25" fmla="*/ 26870 w 122856"/>
                <a:gd name="connsiteY25" fmla="*/ 100221 h 142187"/>
                <a:gd name="connsiteX26" fmla="*/ 76012 w 122856"/>
                <a:gd name="connsiteY26" fmla="*/ 58170 h 142187"/>
                <a:gd name="connsiteX27" fmla="*/ 76012 w 122856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56" h="142187">
                  <a:moveTo>
                    <a:pt x="123031" y="119280"/>
                  </a:moveTo>
                  <a:cubicBezTo>
                    <a:pt x="117874" y="123516"/>
                    <a:pt x="114234" y="125028"/>
                    <a:pt x="109684" y="125028"/>
                  </a:cubicBezTo>
                  <a:cubicBezTo>
                    <a:pt x="102707" y="125028"/>
                    <a:pt x="100583" y="120793"/>
                    <a:pt x="100583" y="107482"/>
                  </a:cubicBezTo>
                  <a:lnTo>
                    <a:pt x="100583" y="48489"/>
                  </a:lnTo>
                  <a:cubicBezTo>
                    <a:pt x="100583" y="32758"/>
                    <a:pt x="99067" y="23984"/>
                    <a:pt x="94516" y="16724"/>
                  </a:cubicBezTo>
                  <a:cubicBezTo>
                    <a:pt x="87843" y="5833"/>
                    <a:pt x="74799" y="85"/>
                    <a:pt x="56901" y="85"/>
                  </a:cubicBezTo>
                  <a:cubicBezTo>
                    <a:pt x="28386" y="85"/>
                    <a:pt x="5939" y="14908"/>
                    <a:pt x="5939" y="33968"/>
                  </a:cubicBezTo>
                  <a:cubicBezTo>
                    <a:pt x="5939" y="40926"/>
                    <a:pt x="12006" y="46976"/>
                    <a:pt x="18983" y="46976"/>
                  </a:cubicBezTo>
                  <a:cubicBezTo>
                    <a:pt x="26263" y="46976"/>
                    <a:pt x="32633" y="40926"/>
                    <a:pt x="32633" y="34270"/>
                  </a:cubicBezTo>
                  <a:cubicBezTo>
                    <a:pt x="32633" y="33060"/>
                    <a:pt x="32330" y="31547"/>
                    <a:pt x="32027" y="29430"/>
                  </a:cubicBezTo>
                  <a:cubicBezTo>
                    <a:pt x="31420" y="26707"/>
                    <a:pt x="31117" y="24287"/>
                    <a:pt x="31117" y="22169"/>
                  </a:cubicBezTo>
                  <a:cubicBezTo>
                    <a:pt x="31117" y="14001"/>
                    <a:pt x="40824" y="7345"/>
                    <a:pt x="52958" y="7345"/>
                  </a:cubicBezTo>
                  <a:cubicBezTo>
                    <a:pt x="67822" y="7345"/>
                    <a:pt x="76012" y="16119"/>
                    <a:pt x="76012" y="32455"/>
                  </a:cubicBezTo>
                  <a:lnTo>
                    <a:pt x="76012" y="50909"/>
                  </a:lnTo>
                  <a:cubicBezTo>
                    <a:pt x="29296" y="69666"/>
                    <a:pt x="24140" y="72086"/>
                    <a:pt x="11096" y="83582"/>
                  </a:cubicBezTo>
                  <a:cubicBezTo>
                    <a:pt x="4422" y="89633"/>
                    <a:pt x="175" y="99919"/>
                    <a:pt x="175" y="109902"/>
                  </a:cubicBezTo>
                  <a:cubicBezTo>
                    <a:pt x="175" y="128961"/>
                    <a:pt x="13522" y="142272"/>
                    <a:pt x="32027" y="142272"/>
                  </a:cubicBezTo>
                  <a:cubicBezTo>
                    <a:pt x="45374" y="142272"/>
                    <a:pt x="57811" y="135919"/>
                    <a:pt x="76316" y="120188"/>
                  </a:cubicBezTo>
                  <a:cubicBezTo>
                    <a:pt x="77832" y="135919"/>
                    <a:pt x="83293" y="142272"/>
                    <a:pt x="95730" y="142272"/>
                  </a:cubicBezTo>
                  <a:cubicBezTo>
                    <a:pt x="106044" y="142272"/>
                    <a:pt x="112414" y="138642"/>
                    <a:pt x="123031" y="127146"/>
                  </a:cubicBezTo>
                  <a:lnTo>
                    <a:pt x="123031" y="119280"/>
                  </a:lnTo>
                  <a:close/>
                  <a:moveTo>
                    <a:pt x="76012" y="102036"/>
                  </a:moveTo>
                  <a:cubicBezTo>
                    <a:pt x="76012" y="111415"/>
                    <a:pt x="74495" y="114137"/>
                    <a:pt x="68125" y="117768"/>
                  </a:cubicBezTo>
                  <a:cubicBezTo>
                    <a:pt x="60845" y="122003"/>
                    <a:pt x="52351" y="124726"/>
                    <a:pt x="45981" y="124726"/>
                  </a:cubicBezTo>
                  <a:cubicBezTo>
                    <a:pt x="35363" y="124726"/>
                    <a:pt x="26870" y="114440"/>
                    <a:pt x="26870" y="101431"/>
                  </a:cubicBezTo>
                  <a:lnTo>
                    <a:pt x="26870" y="100221"/>
                  </a:lnTo>
                  <a:cubicBezTo>
                    <a:pt x="26870" y="82372"/>
                    <a:pt x="39307" y="71481"/>
                    <a:pt x="76012" y="58170"/>
                  </a:cubicBezTo>
                  <a:lnTo>
                    <a:pt x="76012" y="10203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6C94F6-4BF7-F33B-9BC2-EF939DFAD01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027539" y="4981958"/>
              <a:ext cx="142270" cy="139162"/>
            </a:xfrm>
            <a:custGeom>
              <a:avLst/>
              <a:gdLst>
                <a:gd name="connsiteX0" fmla="*/ 179 w 142270"/>
                <a:gd name="connsiteY0" fmla="*/ 18841 h 139162"/>
                <a:gd name="connsiteX1" fmla="*/ 8370 w 142270"/>
                <a:gd name="connsiteY1" fmla="*/ 17631 h 139162"/>
                <a:gd name="connsiteX2" fmla="*/ 19594 w 142270"/>
                <a:gd name="connsiteY2" fmla="*/ 36993 h 139162"/>
                <a:gd name="connsiteX3" fmla="*/ 19594 w 142270"/>
                <a:gd name="connsiteY3" fmla="*/ 112020 h 139162"/>
                <a:gd name="connsiteX4" fmla="*/ 786 w 142270"/>
                <a:gd name="connsiteY4" fmla="*/ 134709 h 139162"/>
                <a:gd name="connsiteX5" fmla="*/ 786 w 142270"/>
                <a:gd name="connsiteY5" fmla="*/ 139247 h 139162"/>
                <a:gd name="connsiteX6" fmla="*/ 65096 w 142270"/>
                <a:gd name="connsiteY6" fmla="*/ 139247 h 139162"/>
                <a:gd name="connsiteX7" fmla="*/ 65096 w 142270"/>
                <a:gd name="connsiteY7" fmla="*/ 134709 h 139162"/>
                <a:gd name="connsiteX8" fmla="*/ 45075 w 142270"/>
                <a:gd name="connsiteY8" fmla="*/ 118978 h 139162"/>
                <a:gd name="connsiteX9" fmla="*/ 45075 w 142270"/>
                <a:gd name="connsiteY9" fmla="*/ 33968 h 139162"/>
                <a:gd name="connsiteX10" fmla="*/ 76320 w 142270"/>
                <a:gd name="connsiteY10" fmla="*/ 16724 h 139162"/>
                <a:gd name="connsiteX11" fmla="*/ 98464 w 142270"/>
                <a:gd name="connsiteY11" fmla="*/ 46069 h 139162"/>
                <a:gd name="connsiteX12" fmla="*/ 98464 w 142270"/>
                <a:gd name="connsiteY12" fmla="*/ 109297 h 139162"/>
                <a:gd name="connsiteX13" fmla="*/ 79353 w 142270"/>
                <a:gd name="connsiteY13" fmla="*/ 134709 h 139162"/>
                <a:gd name="connsiteX14" fmla="*/ 79353 w 142270"/>
                <a:gd name="connsiteY14" fmla="*/ 139247 h 139162"/>
                <a:gd name="connsiteX15" fmla="*/ 142450 w 142270"/>
                <a:gd name="connsiteY15" fmla="*/ 139247 h 139162"/>
                <a:gd name="connsiteX16" fmla="*/ 142450 w 142270"/>
                <a:gd name="connsiteY16" fmla="*/ 134709 h 139162"/>
                <a:gd name="connsiteX17" fmla="*/ 123946 w 142270"/>
                <a:gd name="connsiteY17" fmla="*/ 114742 h 139162"/>
                <a:gd name="connsiteX18" fmla="*/ 123946 w 142270"/>
                <a:gd name="connsiteY18" fmla="*/ 45464 h 139162"/>
                <a:gd name="connsiteX19" fmla="*/ 88151 w 142270"/>
                <a:gd name="connsiteY19" fmla="*/ 85 h 139162"/>
                <a:gd name="connsiteX20" fmla="*/ 44165 w 142270"/>
                <a:gd name="connsiteY20" fmla="*/ 24589 h 139162"/>
                <a:gd name="connsiteX21" fmla="*/ 44165 w 142270"/>
                <a:gd name="connsiteY21" fmla="*/ 690 h 139162"/>
                <a:gd name="connsiteX22" fmla="*/ 42042 w 142270"/>
                <a:gd name="connsiteY22" fmla="*/ 85 h 139162"/>
                <a:gd name="connsiteX23" fmla="*/ 179 w 142270"/>
                <a:gd name="connsiteY23" fmla="*/ 13698 h 139162"/>
                <a:gd name="connsiteX24" fmla="*/ 179 w 142270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70" h="139162">
                  <a:moveTo>
                    <a:pt x="179" y="18841"/>
                  </a:moveTo>
                  <a:cubicBezTo>
                    <a:pt x="1999" y="17934"/>
                    <a:pt x="5033" y="17631"/>
                    <a:pt x="8370" y="17631"/>
                  </a:cubicBezTo>
                  <a:cubicBezTo>
                    <a:pt x="16864" y="17631"/>
                    <a:pt x="19594" y="22169"/>
                    <a:pt x="19594" y="36993"/>
                  </a:cubicBezTo>
                  <a:lnTo>
                    <a:pt x="19594" y="112020"/>
                  </a:lnTo>
                  <a:cubicBezTo>
                    <a:pt x="19594" y="129264"/>
                    <a:pt x="16257" y="133499"/>
                    <a:pt x="786" y="134709"/>
                  </a:cubicBezTo>
                  <a:lnTo>
                    <a:pt x="786" y="139247"/>
                  </a:lnTo>
                  <a:lnTo>
                    <a:pt x="65096" y="139247"/>
                  </a:lnTo>
                  <a:lnTo>
                    <a:pt x="65096" y="134709"/>
                  </a:lnTo>
                  <a:cubicBezTo>
                    <a:pt x="49625" y="133499"/>
                    <a:pt x="45075" y="129869"/>
                    <a:pt x="45075" y="118978"/>
                  </a:cubicBezTo>
                  <a:lnTo>
                    <a:pt x="45075" y="33968"/>
                  </a:lnTo>
                  <a:cubicBezTo>
                    <a:pt x="59636" y="20354"/>
                    <a:pt x="66309" y="16724"/>
                    <a:pt x="76320" y="16724"/>
                  </a:cubicBezTo>
                  <a:cubicBezTo>
                    <a:pt x="91184" y="16724"/>
                    <a:pt x="98464" y="26102"/>
                    <a:pt x="98464" y="46069"/>
                  </a:cubicBezTo>
                  <a:lnTo>
                    <a:pt x="98464" y="109297"/>
                  </a:lnTo>
                  <a:cubicBezTo>
                    <a:pt x="98464" y="128356"/>
                    <a:pt x="94521" y="133499"/>
                    <a:pt x="79353" y="134709"/>
                  </a:cubicBezTo>
                  <a:lnTo>
                    <a:pt x="79353" y="139247"/>
                  </a:lnTo>
                  <a:lnTo>
                    <a:pt x="142450" y="139247"/>
                  </a:lnTo>
                  <a:lnTo>
                    <a:pt x="142450" y="134709"/>
                  </a:lnTo>
                  <a:cubicBezTo>
                    <a:pt x="127586" y="133196"/>
                    <a:pt x="123946" y="129566"/>
                    <a:pt x="123946" y="114742"/>
                  </a:cubicBezTo>
                  <a:lnTo>
                    <a:pt x="123946" y="45464"/>
                  </a:lnTo>
                  <a:cubicBezTo>
                    <a:pt x="123946" y="17026"/>
                    <a:pt x="110598" y="85"/>
                    <a:pt x="88151" y="85"/>
                  </a:cubicBezTo>
                  <a:cubicBezTo>
                    <a:pt x="74197" y="85"/>
                    <a:pt x="64793" y="5228"/>
                    <a:pt x="44165" y="24589"/>
                  </a:cubicBezTo>
                  <a:lnTo>
                    <a:pt x="44165" y="690"/>
                  </a:lnTo>
                  <a:lnTo>
                    <a:pt x="42042" y="85"/>
                  </a:lnTo>
                  <a:cubicBezTo>
                    <a:pt x="27177" y="5530"/>
                    <a:pt x="16864" y="8858"/>
                    <a:pt x="179" y="13698"/>
                  </a:cubicBezTo>
                  <a:lnTo>
                    <a:pt x="179" y="1884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BAC447A-954B-6990-8462-F79BA8D5BDF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183422" y="4981958"/>
              <a:ext cx="134080" cy="205113"/>
            </a:xfrm>
            <a:custGeom>
              <a:avLst/>
              <a:gdLst>
                <a:gd name="connsiteX0" fmla="*/ 134265 w 134080"/>
                <a:gd name="connsiteY0" fmla="*/ 21867 h 205113"/>
                <a:gd name="connsiteX1" fmla="*/ 134265 w 134080"/>
                <a:gd name="connsiteY1" fmla="*/ 10068 h 205113"/>
                <a:gd name="connsiteX2" fmla="*/ 110907 w 134080"/>
                <a:gd name="connsiteY2" fmla="*/ 10068 h 205113"/>
                <a:gd name="connsiteX3" fmla="*/ 94223 w 134080"/>
                <a:gd name="connsiteY3" fmla="*/ 7043 h 205113"/>
                <a:gd name="connsiteX4" fmla="*/ 87549 w 134080"/>
                <a:gd name="connsiteY4" fmla="*/ 4623 h 205113"/>
                <a:gd name="connsiteX5" fmla="*/ 63281 w 134080"/>
                <a:gd name="connsiteY5" fmla="*/ 85 h 205113"/>
                <a:gd name="connsiteX6" fmla="*/ 12622 w 134080"/>
                <a:gd name="connsiteY6" fmla="*/ 49397 h 205113"/>
                <a:gd name="connsiteX7" fmla="*/ 40833 w 134080"/>
                <a:gd name="connsiteY7" fmla="*/ 89935 h 205113"/>
                <a:gd name="connsiteX8" fmla="*/ 27789 w 134080"/>
                <a:gd name="connsiteY8" fmla="*/ 102036 h 205113"/>
                <a:gd name="connsiteX9" fmla="*/ 13835 w 134080"/>
                <a:gd name="connsiteY9" fmla="*/ 122911 h 205113"/>
                <a:gd name="connsiteX10" fmla="*/ 29913 w 134080"/>
                <a:gd name="connsiteY10" fmla="*/ 138944 h 205113"/>
                <a:gd name="connsiteX11" fmla="*/ 184 w 134080"/>
                <a:gd name="connsiteY11" fmla="*/ 175853 h 205113"/>
                <a:gd name="connsiteX12" fmla="*/ 52664 w 134080"/>
                <a:gd name="connsiteY12" fmla="*/ 205198 h 205113"/>
                <a:gd name="connsiteX13" fmla="*/ 114850 w 134080"/>
                <a:gd name="connsiteY13" fmla="*/ 184626 h 205113"/>
                <a:gd name="connsiteX14" fmla="*/ 131534 w 134080"/>
                <a:gd name="connsiteY14" fmla="*/ 154071 h 205113"/>
                <a:gd name="connsiteX15" fmla="*/ 94829 w 134080"/>
                <a:gd name="connsiteY15" fmla="*/ 121700 h 205113"/>
                <a:gd name="connsiteX16" fmla="*/ 55697 w 134080"/>
                <a:gd name="connsiteY16" fmla="*/ 119885 h 205113"/>
                <a:gd name="connsiteX17" fmla="*/ 32036 w 134080"/>
                <a:gd name="connsiteY17" fmla="*/ 111717 h 205113"/>
                <a:gd name="connsiteX18" fmla="*/ 50237 w 134080"/>
                <a:gd name="connsiteY18" fmla="*/ 92658 h 205113"/>
                <a:gd name="connsiteX19" fmla="*/ 56001 w 134080"/>
                <a:gd name="connsiteY19" fmla="*/ 93263 h 205113"/>
                <a:gd name="connsiteX20" fmla="*/ 67528 w 134080"/>
                <a:gd name="connsiteY20" fmla="*/ 94170 h 205113"/>
                <a:gd name="connsiteX21" fmla="*/ 100289 w 134080"/>
                <a:gd name="connsiteY21" fmla="*/ 81464 h 205113"/>
                <a:gd name="connsiteX22" fmla="*/ 114850 w 134080"/>
                <a:gd name="connsiteY22" fmla="*/ 47279 h 205113"/>
                <a:gd name="connsiteX23" fmla="*/ 109087 w 134080"/>
                <a:gd name="connsiteY23" fmla="*/ 21867 h 205113"/>
                <a:gd name="connsiteX24" fmla="*/ 134265 w 134080"/>
                <a:gd name="connsiteY24" fmla="*/ 21867 h 205113"/>
                <a:gd name="connsiteX25" fmla="*/ 36283 w 134080"/>
                <a:gd name="connsiteY25" fmla="*/ 139852 h 205113"/>
                <a:gd name="connsiteX26" fmla="*/ 85425 w 134080"/>
                <a:gd name="connsiteY26" fmla="*/ 143785 h 205113"/>
                <a:gd name="connsiteX27" fmla="*/ 123041 w 134080"/>
                <a:gd name="connsiteY27" fmla="*/ 158609 h 205113"/>
                <a:gd name="connsiteX28" fmla="*/ 65708 w 134080"/>
                <a:gd name="connsiteY28" fmla="*/ 187954 h 205113"/>
                <a:gd name="connsiteX29" fmla="*/ 21419 w 134080"/>
                <a:gd name="connsiteY29" fmla="*/ 165869 h 205113"/>
                <a:gd name="connsiteX30" fmla="*/ 36283 w 134080"/>
                <a:gd name="connsiteY30" fmla="*/ 139852 h 205113"/>
                <a:gd name="connsiteX31" fmla="*/ 37800 w 134080"/>
                <a:gd name="connsiteY31" fmla="*/ 36993 h 205113"/>
                <a:gd name="connsiteX32" fmla="*/ 60247 w 134080"/>
                <a:gd name="connsiteY32" fmla="*/ 8555 h 205113"/>
                <a:gd name="connsiteX33" fmla="*/ 82392 w 134080"/>
                <a:gd name="connsiteY33" fmla="*/ 22774 h 205113"/>
                <a:gd name="connsiteX34" fmla="*/ 91492 w 134080"/>
                <a:gd name="connsiteY34" fmla="*/ 59077 h 205113"/>
                <a:gd name="connsiteX35" fmla="*/ 68741 w 134080"/>
                <a:gd name="connsiteY35" fmla="*/ 86607 h 205113"/>
                <a:gd name="connsiteX36" fmla="*/ 37800 w 134080"/>
                <a:gd name="connsiteY36" fmla="*/ 37901 h 205113"/>
                <a:gd name="connsiteX37" fmla="*/ 37800 w 134080"/>
                <a:gd name="connsiteY37" fmla="*/ 36993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4080" h="205113">
                  <a:moveTo>
                    <a:pt x="134265" y="21867"/>
                  </a:moveTo>
                  <a:lnTo>
                    <a:pt x="134265" y="10068"/>
                  </a:lnTo>
                  <a:lnTo>
                    <a:pt x="110907" y="10068"/>
                  </a:lnTo>
                  <a:cubicBezTo>
                    <a:pt x="104840" y="10068"/>
                    <a:pt x="100289" y="9160"/>
                    <a:pt x="94223" y="7043"/>
                  </a:cubicBezTo>
                  <a:lnTo>
                    <a:pt x="87549" y="4623"/>
                  </a:lnTo>
                  <a:cubicBezTo>
                    <a:pt x="79358" y="1597"/>
                    <a:pt x="71168" y="85"/>
                    <a:pt x="63281" y="85"/>
                  </a:cubicBezTo>
                  <a:cubicBezTo>
                    <a:pt x="35069" y="85"/>
                    <a:pt x="12622" y="21867"/>
                    <a:pt x="12622" y="49397"/>
                  </a:cubicBezTo>
                  <a:cubicBezTo>
                    <a:pt x="12622" y="68456"/>
                    <a:pt x="20812" y="79952"/>
                    <a:pt x="40833" y="89935"/>
                  </a:cubicBezTo>
                  <a:cubicBezTo>
                    <a:pt x="35069" y="95381"/>
                    <a:pt x="29609" y="100524"/>
                    <a:pt x="27789" y="102036"/>
                  </a:cubicBezTo>
                  <a:cubicBezTo>
                    <a:pt x="17779" y="110810"/>
                    <a:pt x="13835" y="116860"/>
                    <a:pt x="13835" y="122911"/>
                  </a:cubicBezTo>
                  <a:cubicBezTo>
                    <a:pt x="13835" y="129264"/>
                    <a:pt x="17475" y="132894"/>
                    <a:pt x="29913" y="138944"/>
                  </a:cubicBezTo>
                  <a:cubicBezTo>
                    <a:pt x="8375" y="154676"/>
                    <a:pt x="184" y="164659"/>
                    <a:pt x="184" y="175853"/>
                  </a:cubicBezTo>
                  <a:cubicBezTo>
                    <a:pt x="184" y="191887"/>
                    <a:pt x="23846" y="205198"/>
                    <a:pt x="52664" y="205198"/>
                  </a:cubicBezTo>
                  <a:cubicBezTo>
                    <a:pt x="75415" y="205198"/>
                    <a:pt x="99076" y="197332"/>
                    <a:pt x="114850" y="184626"/>
                  </a:cubicBezTo>
                  <a:cubicBezTo>
                    <a:pt x="126377" y="175248"/>
                    <a:pt x="131534" y="165567"/>
                    <a:pt x="131534" y="154071"/>
                  </a:cubicBezTo>
                  <a:cubicBezTo>
                    <a:pt x="131534" y="135314"/>
                    <a:pt x="117277" y="122608"/>
                    <a:pt x="94829" y="121700"/>
                  </a:cubicBezTo>
                  <a:lnTo>
                    <a:pt x="55697" y="119885"/>
                  </a:lnTo>
                  <a:cubicBezTo>
                    <a:pt x="39620" y="119280"/>
                    <a:pt x="32036" y="116558"/>
                    <a:pt x="32036" y="111717"/>
                  </a:cubicBezTo>
                  <a:cubicBezTo>
                    <a:pt x="32036" y="105667"/>
                    <a:pt x="42047" y="95078"/>
                    <a:pt x="50237" y="92658"/>
                  </a:cubicBezTo>
                  <a:cubicBezTo>
                    <a:pt x="52967" y="92960"/>
                    <a:pt x="55091" y="93263"/>
                    <a:pt x="56001" y="93263"/>
                  </a:cubicBezTo>
                  <a:cubicBezTo>
                    <a:pt x="61764" y="93868"/>
                    <a:pt x="65708" y="94170"/>
                    <a:pt x="67528" y="94170"/>
                  </a:cubicBezTo>
                  <a:cubicBezTo>
                    <a:pt x="78752" y="94170"/>
                    <a:pt x="90886" y="89633"/>
                    <a:pt x="100289" y="81464"/>
                  </a:cubicBezTo>
                  <a:cubicBezTo>
                    <a:pt x="110300" y="72994"/>
                    <a:pt x="114850" y="62405"/>
                    <a:pt x="114850" y="47279"/>
                  </a:cubicBezTo>
                  <a:cubicBezTo>
                    <a:pt x="114850" y="38506"/>
                    <a:pt x="113333" y="31547"/>
                    <a:pt x="109087" y="21867"/>
                  </a:cubicBezTo>
                  <a:lnTo>
                    <a:pt x="134265" y="21867"/>
                  </a:lnTo>
                  <a:close/>
                  <a:moveTo>
                    <a:pt x="36283" y="139852"/>
                  </a:moveTo>
                  <a:cubicBezTo>
                    <a:pt x="46293" y="141970"/>
                    <a:pt x="70561" y="143785"/>
                    <a:pt x="85425" y="143785"/>
                  </a:cubicBezTo>
                  <a:cubicBezTo>
                    <a:pt x="113030" y="143785"/>
                    <a:pt x="123041" y="147718"/>
                    <a:pt x="123041" y="158609"/>
                  </a:cubicBezTo>
                  <a:cubicBezTo>
                    <a:pt x="123041" y="176155"/>
                    <a:pt x="99986" y="187954"/>
                    <a:pt x="65708" y="187954"/>
                  </a:cubicBezTo>
                  <a:cubicBezTo>
                    <a:pt x="39013" y="187954"/>
                    <a:pt x="21419" y="179181"/>
                    <a:pt x="21419" y="165869"/>
                  </a:cubicBezTo>
                  <a:cubicBezTo>
                    <a:pt x="21419" y="158911"/>
                    <a:pt x="23542" y="154978"/>
                    <a:pt x="36283" y="139852"/>
                  </a:cubicBezTo>
                  <a:close/>
                  <a:moveTo>
                    <a:pt x="37800" y="36993"/>
                  </a:moveTo>
                  <a:cubicBezTo>
                    <a:pt x="37800" y="19144"/>
                    <a:pt x="46293" y="8555"/>
                    <a:pt x="60247" y="8555"/>
                  </a:cubicBezTo>
                  <a:cubicBezTo>
                    <a:pt x="69651" y="8555"/>
                    <a:pt x="77538" y="13698"/>
                    <a:pt x="82392" y="22774"/>
                  </a:cubicBezTo>
                  <a:cubicBezTo>
                    <a:pt x="87852" y="33363"/>
                    <a:pt x="91492" y="47279"/>
                    <a:pt x="91492" y="59077"/>
                  </a:cubicBezTo>
                  <a:cubicBezTo>
                    <a:pt x="91492" y="76019"/>
                    <a:pt x="82695" y="86607"/>
                    <a:pt x="68741" y="86607"/>
                  </a:cubicBezTo>
                  <a:cubicBezTo>
                    <a:pt x="50540" y="86607"/>
                    <a:pt x="37800" y="66943"/>
                    <a:pt x="37800" y="37901"/>
                  </a:cubicBezTo>
                  <a:lnTo>
                    <a:pt x="37800" y="36993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8B30B27-2ACC-0DF6-062C-F9B51003A34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334755" y="4981958"/>
              <a:ext cx="121036" cy="142187"/>
            </a:xfrm>
            <a:custGeom>
              <a:avLst/>
              <a:gdLst>
                <a:gd name="connsiteX0" fmla="*/ 116372 w 121036"/>
                <a:gd name="connsiteY0" fmla="*/ 89633 h 142187"/>
                <a:gd name="connsiteX1" fmla="*/ 69353 w 121036"/>
                <a:gd name="connsiteY1" fmla="*/ 121398 h 142187"/>
                <a:gd name="connsiteX2" fmla="*/ 30221 w 121036"/>
                <a:gd name="connsiteY2" fmla="*/ 95381 h 142187"/>
                <a:gd name="connsiteX3" fmla="*/ 22030 w 121036"/>
                <a:gd name="connsiteY3" fmla="*/ 55447 h 142187"/>
                <a:gd name="connsiteX4" fmla="*/ 115462 w 121036"/>
                <a:gd name="connsiteY4" fmla="*/ 55447 h 142187"/>
                <a:gd name="connsiteX5" fmla="*/ 102418 w 121036"/>
                <a:gd name="connsiteY5" fmla="*/ 17329 h 142187"/>
                <a:gd name="connsiteX6" fmla="*/ 63589 w 121036"/>
                <a:gd name="connsiteY6" fmla="*/ 85 h 142187"/>
                <a:gd name="connsiteX7" fmla="*/ 22637 w 121036"/>
                <a:gd name="connsiteY7" fmla="*/ 15816 h 142187"/>
                <a:gd name="connsiteX8" fmla="*/ 189 w 121036"/>
                <a:gd name="connsiteY8" fmla="*/ 74506 h 142187"/>
                <a:gd name="connsiteX9" fmla="*/ 56916 w 121036"/>
                <a:gd name="connsiteY9" fmla="*/ 142272 h 142187"/>
                <a:gd name="connsiteX10" fmla="*/ 121226 w 121036"/>
                <a:gd name="connsiteY10" fmla="*/ 91750 h 142187"/>
                <a:gd name="connsiteX11" fmla="*/ 116372 w 121036"/>
                <a:gd name="connsiteY11" fmla="*/ 89633 h 142187"/>
                <a:gd name="connsiteX12" fmla="*/ 22637 w 121036"/>
                <a:gd name="connsiteY12" fmla="*/ 45766 h 142187"/>
                <a:gd name="connsiteX13" fmla="*/ 54792 w 121036"/>
                <a:gd name="connsiteY13" fmla="*/ 10976 h 142187"/>
                <a:gd name="connsiteX14" fmla="*/ 84520 w 121036"/>
                <a:gd name="connsiteY14" fmla="*/ 45766 h 142187"/>
                <a:gd name="connsiteX15" fmla="*/ 22637 w 121036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036" h="142187">
                  <a:moveTo>
                    <a:pt x="116372" y="89633"/>
                  </a:moveTo>
                  <a:cubicBezTo>
                    <a:pt x="101811" y="112625"/>
                    <a:pt x="88767" y="121398"/>
                    <a:pt x="69353" y="121398"/>
                  </a:cubicBezTo>
                  <a:cubicBezTo>
                    <a:pt x="52062" y="121398"/>
                    <a:pt x="39018" y="112625"/>
                    <a:pt x="30221" y="95381"/>
                  </a:cubicBezTo>
                  <a:cubicBezTo>
                    <a:pt x="24761" y="83885"/>
                    <a:pt x="22637" y="73901"/>
                    <a:pt x="22030" y="55447"/>
                  </a:cubicBezTo>
                  <a:lnTo>
                    <a:pt x="115462" y="55447"/>
                  </a:lnTo>
                  <a:cubicBezTo>
                    <a:pt x="113035" y="35783"/>
                    <a:pt x="110002" y="27010"/>
                    <a:pt x="102418" y="17329"/>
                  </a:cubicBezTo>
                  <a:cubicBezTo>
                    <a:pt x="93317" y="6438"/>
                    <a:pt x="79363" y="85"/>
                    <a:pt x="63589" y="85"/>
                  </a:cubicBezTo>
                  <a:cubicBezTo>
                    <a:pt x="48422" y="85"/>
                    <a:pt x="34164" y="5530"/>
                    <a:pt x="22637" y="15816"/>
                  </a:cubicBezTo>
                  <a:cubicBezTo>
                    <a:pt x="8380" y="28220"/>
                    <a:pt x="189" y="49699"/>
                    <a:pt x="189" y="74506"/>
                  </a:cubicBezTo>
                  <a:cubicBezTo>
                    <a:pt x="189" y="116255"/>
                    <a:pt x="22030" y="142272"/>
                    <a:pt x="56916" y="142272"/>
                  </a:cubicBezTo>
                  <a:cubicBezTo>
                    <a:pt x="85734" y="142272"/>
                    <a:pt x="108485" y="124423"/>
                    <a:pt x="121226" y="91750"/>
                  </a:cubicBezTo>
                  <a:lnTo>
                    <a:pt x="116372" y="89633"/>
                  </a:lnTo>
                  <a:close/>
                  <a:moveTo>
                    <a:pt x="22637" y="45766"/>
                  </a:moveTo>
                  <a:cubicBezTo>
                    <a:pt x="25974" y="22169"/>
                    <a:pt x="36288" y="10976"/>
                    <a:pt x="54792" y="10976"/>
                  </a:cubicBezTo>
                  <a:cubicBezTo>
                    <a:pt x="73296" y="10976"/>
                    <a:pt x="80577" y="19446"/>
                    <a:pt x="84520" y="45766"/>
                  </a:cubicBezTo>
                  <a:lnTo>
                    <a:pt x="22637" y="4576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91420DB-0ABA-94E9-A4AF-E4B431241B4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543944" y="4920848"/>
              <a:ext cx="90094" cy="200272"/>
            </a:xfrm>
            <a:custGeom>
              <a:avLst/>
              <a:gdLst>
                <a:gd name="connsiteX0" fmla="*/ 29621 w 90094"/>
                <a:gd name="connsiteY0" fmla="*/ 167382 h 200272"/>
                <a:gd name="connsiteX1" fmla="*/ 196 w 90094"/>
                <a:gd name="connsiteY1" fmla="*/ 194609 h 200272"/>
                <a:gd name="connsiteX2" fmla="*/ 196 w 90094"/>
                <a:gd name="connsiteY2" fmla="*/ 200357 h 200272"/>
                <a:gd name="connsiteX3" fmla="*/ 90291 w 90094"/>
                <a:gd name="connsiteY3" fmla="*/ 200357 h 200272"/>
                <a:gd name="connsiteX4" fmla="*/ 90291 w 90094"/>
                <a:gd name="connsiteY4" fmla="*/ 194609 h 200272"/>
                <a:gd name="connsiteX5" fmla="*/ 60563 w 90094"/>
                <a:gd name="connsiteY5" fmla="*/ 167382 h 200272"/>
                <a:gd name="connsiteX6" fmla="*/ 60563 w 90094"/>
                <a:gd name="connsiteY6" fmla="*/ 33060 h 200272"/>
                <a:gd name="connsiteX7" fmla="*/ 90291 w 90094"/>
                <a:gd name="connsiteY7" fmla="*/ 5833 h 200272"/>
                <a:gd name="connsiteX8" fmla="*/ 90291 w 90094"/>
                <a:gd name="connsiteY8" fmla="*/ 85 h 200272"/>
                <a:gd name="connsiteX9" fmla="*/ 196 w 90094"/>
                <a:gd name="connsiteY9" fmla="*/ 85 h 200272"/>
                <a:gd name="connsiteX10" fmla="*/ 196 w 90094"/>
                <a:gd name="connsiteY10" fmla="*/ 5833 h 200272"/>
                <a:gd name="connsiteX11" fmla="*/ 29621 w 90094"/>
                <a:gd name="connsiteY11" fmla="*/ 33060 h 200272"/>
                <a:gd name="connsiteX12" fmla="*/ 29621 w 90094"/>
                <a:gd name="connsiteY12" fmla="*/ 167382 h 20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094" h="200272">
                  <a:moveTo>
                    <a:pt x="29621" y="167382"/>
                  </a:moveTo>
                  <a:cubicBezTo>
                    <a:pt x="29621" y="190072"/>
                    <a:pt x="25678" y="193702"/>
                    <a:pt x="196" y="194609"/>
                  </a:cubicBezTo>
                  <a:lnTo>
                    <a:pt x="196" y="200357"/>
                  </a:lnTo>
                  <a:lnTo>
                    <a:pt x="90291" y="200357"/>
                  </a:lnTo>
                  <a:lnTo>
                    <a:pt x="90291" y="194609"/>
                  </a:lnTo>
                  <a:cubicBezTo>
                    <a:pt x="65416" y="193702"/>
                    <a:pt x="60563" y="189466"/>
                    <a:pt x="60563" y="167382"/>
                  </a:cubicBezTo>
                  <a:lnTo>
                    <a:pt x="60563" y="33060"/>
                  </a:lnTo>
                  <a:cubicBezTo>
                    <a:pt x="60563" y="10976"/>
                    <a:pt x="64810" y="7043"/>
                    <a:pt x="90291" y="5833"/>
                  </a:cubicBezTo>
                  <a:lnTo>
                    <a:pt x="90291" y="85"/>
                  </a:lnTo>
                  <a:lnTo>
                    <a:pt x="196" y="85"/>
                  </a:lnTo>
                  <a:lnTo>
                    <a:pt x="196" y="5833"/>
                  </a:lnTo>
                  <a:cubicBezTo>
                    <a:pt x="25981" y="7345"/>
                    <a:pt x="29621" y="10673"/>
                    <a:pt x="29621" y="33060"/>
                  </a:cubicBezTo>
                  <a:lnTo>
                    <a:pt x="29621" y="167382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EDBEDB2-37D0-D64B-FD42-51372A71485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644730" y="4981958"/>
              <a:ext cx="142270" cy="139162"/>
            </a:xfrm>
            <a:custGeom>
              <a:avLst/>
              <a:gdLst>
                <a:gd name="connsiteX0" fmla="*/ 200 w 142270"/>
                <a:gd name="connsiteY0" fmla="*/ 18841 h 139162"/>
                <a:gd name="connsiteX1" fmla="*/ 8390 w 142270"/>
                <a:gd name="connsiteY1" fmla="*/ 17631 h 139162"/>
                <a:gd name="connsiteX2" fmla="*/ 19614 w 142270"/>
                <a:gd name="connsiteY2" fmla="*/ 36993 h 139162"/>
                <a:gd name="connsiteX3" fmla="*/ 19614 w 142270"/>
                <a:gd name="connsiteY3" fmla="*/ 112020 h 139162"/>
                <a:gd name="connsiteX4" fmla="*/ 806 w 142270"/>
                <a:gd name="connsiteY4" fmla="*/ 134709 h 139162"/>
                <a:gd name="connsiteX5" fmla="*/ 806 w 142270"/>
                <a:gd name="connsiteY5" fmla="*/ 139247 h 139162"/>
                <a:gd name="connsiteX6" fmla="*/ 65116 w 142270"/>
                <a:gd name="connsiteY6" fmla="*/ 139247 h 139162"/>
                <a:gd name="connsiteX7" fmla="*/ 65116 w 142270"/>
                <a:gd name="connsiteY7" fmla="*/ 134709 h 139162"/>
                <a:gd name="connsiteX8" fmla="*/ 45095 w 142270"/>
                <a:gd name="connsiteY8" fmla="*/ 118978 h 139162"/>
                <a:gd name="connsiteX9" fmla="*/ 45095 w 142270"/>
                <a:gd name="connsiteY9" fmla="*/ 33968 h 139162"/>
                <a:gd name="connsiteX10" fmla="*/ 76340 w 142270"/>
                <a:gd name="connsiteY10" fmla="*/ 16724 h 139162"/>
                <a:gd name="connsiteX11" fmla="*/ 98485 w 142270"/>
                <a:gd name="connsiteY11" fmla="*/ 46069 h 139162"/>
                <a:gd name="connsiteX12" fmla="*/ 98485 w 142270"/>
                <a:gd name="connsiteY12" fmla="*/ 109297 h 139162"/>
                <a:gd name="connsiteX13" fmla="*/ 79374 w 142270"/>
                <a:gd name="connsiteY13" fmla="*/ 134709 h 139162"/>
                <a:gd name="connsiteX14" fmla="*/ 79374 w 142270"/>
                <a:gd name="connsiteY14" fmla="*/ 139247 h 139162"/>
                <a:gd name="connsiteX15" fmla="*/ 142470 w 142270"/>
                <a:gd name="connsiteY15" fmla="*/ 139247 h 139162"/>
                <a:gd name="connsiteX16" fmla="*/ 142470 w 142270"/>
                <a:gd name="connsiteY16" fmla="*/ 134709 h 139162"/>
                <a:gd name="connsiteX17" fmla="*/ 123966 w 142270"/>
                <a:gd name="connsiteY17" fmla="*/ 114742 h 139162"/>
                <a:gd name="connsiteX18" fmla="*/ 123966 w 142270"/>
                <a:gd name="connsiteY18" fmla="*/ 45464 h 139162"/>
                <a:gd name="connsiteX19" fmla="*/ 88171 w 142270"/>
                <a:gd name="connsiteY19" fmla="*/ 85 h 139162"/>
                <a:gd name="connsiteX20" fmla="*/ 44185 w 142270"/>
                <a:gd name="connsiteY20" fmla="*/ 24589 h 139162"/>
                <a:gd name="connsiteX21" fmla="*/ 44185 w 142270"/>
                <a:gd name="connsiteY21" fmla="*/ 690 h 139162"/>
                <a:gd name="connsiteX22" fmla="*/ 42062 w 142270"/>
                <a:gd name="connsiteY22" fmla="*/ 85 h 139162"/>
                <a:gd name="connsiteX23" fmla="*/ 200 w 142270"/>
                <a:gd name="connsiteY23" fmla="*/ 13698 h 139162"/>
                <a:gd name="connsiteX24" fmla="*/ 200 w 142270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70" h="139162">
                  <a:moveTo>
                    <a:pt x="200" y="18841"/>
                  </a:moveTo>
                  <a:cubicBezTo>
                    <a:pt x="2020" y="17934"/>
                    <a:pt x="5053" y="17631"/>
                    <a:pt x="8390" y="17631"/>
                  </a:cubicBezTo>
                  <a:cubicBezTo>
                    <a:pt x="16884" y="17631"/>
                    <a:pt x="19614" y="22169"/>
                    <a:pt x="19614" y="36993"/>
                  </a:cubicBezTo>
                  <a:lnTo>
                    <a:pt x="19614" y="112020"/>
                  </a:lnTo>
                  <a:cubicBezTo>
                    <a:pt x="19614" y="129264"/>
                    <a:pt x="16277" y="133499"/>
                    <a:pt x="806" y="134709"/>
                  </a:cubicBezTo>
                  <a:lnTo>
                    <a:pt x="806" y="139247"/>
                  </a:lnTo>
                  <a:lnTo>
                    <a:pt x="65116" y="139247"/>
                  </a:lnTo>
                  <a:lnTo>
                    <a:pt x="65116" y="134709"/>
                  </a:lnTo>
                  <a:cubicBezTo>
                    <a:pt x="49645" y="133499"/>
                    <a:pt x="45095" y="129869"/>
                    <a:pt x="45095" y="118978"/>
                  </a:cubicBezTo>
                  <a:lnTo>
                    <a:pt x="45095" y="33968"/>
                  </a:lnTo>
                  <a:cubicBezTo>
                    <a:pt x="59656" y="20354"/>
                    <a:pt x="66330" y="16724"/>
                    <a:pt x="76340" y="16724"/>
                  </a:cubicBezTo>
                  <a:cubicBezTo>
                    <a:pt x="91204" y="16724"/>
                    <a:pt x="98485" y="26102"/>
                    <a:pt x="98485" y="46069"/>
                  </a:cubicBezTo>
                  <a:lnTo>
                    <a:pt x="98485" y="109297"/>
                  </a:lnTo>
                  <a:cubicBezTo>
                    <a:pt x="98485" y="128356"/>
                    <a:pt x="94541" y="133499"/>
                    <a:pt x="79374" y="134709"/>
                  </a:cubicBezTo>
                  <a:lnTo>
                    <a:pt x="79374" y="139247"/>
                  </a:lnTo>
                  <a:lnTo>
                    <a:pt x="142470" y="139247"/>
                  </a:lnTo>
                  <a:lnTo>
                    <a:pt x="142470" y="134709"/>
                  </a:lnTo>
                  <a:cubicBezTo>
                    <a:pt x="127606" y="133196"/>
                    <a:pt x="123966" y="129566"/>
                    <a:pt x="123966" y="114742"/>
                  </a:cubicBezTo>
                  <a:lnTo>
                    <a:pt x="123966" y="45464"/>
                  </a:lnTo>
                  <a:cubicBezTo>
                    <a:pt x="123966" y="17026"/>
                    <a:pt x="110619" y="85"/>
                    <a:pt x="88171" y="85"/>
                  </a:cubicBezTo>
                  <a:cubicBezTo>
                    <a:pt x="74217" y="85"/>
                    <a:pt x="64813" y="5228"/>
                    <a:pt x="44185" y="24589"/>
                  </a:cubicBezTo>
                  <a:lnTo>
                    <a:pt x="44185" y="690"/>
                  </a:lnTo>
                  <a:lnTo>
                    <a:pt x="42062" y="85"/>
                  </a:lnTo>
                  <a:cubicBezTo>
                    <a:pt x="27198" y="5530"/>
                    <a:pt x="16884" y="8858"/>
                    <a:pt x="200" y="13698"/>
                  </a:cubicBezTo>
                  <a:lnTo>
                    <a:pt x="200" y="1884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C958B19-CAF8-6DE8-0AD4-D49F3FD4267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796063" y="4945957"/>
              <a:ext cx="80690" cy="178188"/>
            </a:xfrm>
            <a:custGeom>
              <a:avLst/>
              <a:gdLst>
                <a:gd name="connsiteX0" fmla="*/ 73615 w 80690"/>
                <a:gd name="connsiteY0" fmla="*/ 39111 h 178188"/>
                <a:gd name="connsiteX1" fmla="*/ 42977 w 80690"/>
                <a:gd name="connsiteY1" fmla="*/ 39111 h 178188"/>
                <a:gd name="connsiteX2" fmla="*/ 42977 w 80690"/>
                <a:gd name="connsiteY2" fmla="*/ 4018 h 178188"/>
                <a:gd name="connsiteX3" fmla="*/ 40853 w 80690"/>
                <a:gd name="connsiteY3" fmla="*/ 85 h 178188"/>
                <a:gd name="connsiteX4" fmla="*/ 34786 w 80690"/>
                <a:gd name="connsiteY4" fmla="*/ 8555 h 178188"/>
                <a:gd name="connsiteX5" fmla="*/ 5362 w 80690"/>
                <a:gd name="connsiteY5" fmla="*/ 40926 h 178188"/>
                <a:gd name="connsiteX6" fmla="*/ 205 w 80690"/>
                <a:gd name="connsiteY6" fmla="*/ 46674 h 178188"/>
                <a:gd name="connsiteX7" fmla="*/ 1418 w 80690"/>
                <a:gd name="connsiteY7" fmla="*/ 48792 h 178188"/>
                <a:gd name="connsiteX8" fmla="*/ 17495 w 80690"/>
                <a:gd name="connsiteY8" fmla="*/ 48792 h 178188"/>
                <a:gd name="connsiteX9" fmla="*/ 17495 w 80690"/>
                <a:gd name="connsiteY9" fmla="*/ 139852 h 178188"/>
                <a:gd name="connsiteX10" fmla="*/ 44494 w 80690"/>
                <a:gd name="connsiteY10" fmla="*/ 178273 h 178188"/>
                <a:gd name="connsiteX11" fmla="*/ 80895 w 80690"/>
                <a:gd name="connsiteY11" fmla="*/ 155281 h 178188"/>
                <a:gd name="connsiteX12" fmla="*/ 76952 w 80690"/>
                <a:gd name="connsiteY12" fmla="*/ 151953 h 178188"/>
                <a:gd name="connsiteX13" fmla="*/ 58751 w 80690"/>
                <a:gd name="connsiteY13" fmla="*/ 162542 h 178188"/>
                <a:gd name="connsiteX14" fmla="*/ 42977 w 80690"/>
                <a:gd name="connsiteY14" fmla="*/ 135314 h 178188"/>
                <a:gd name="connsiteX15" fmla="*/ 42977 w 80690"/>
                <a:gd name="connsiteY15" fmla="*/ 48792 h 178188"/>
                <a:gd name="connsiteX16" fmla="*/ 73615 w 80690"/>
                <a:gd name="connsiteY16" fmla="*/ 48792 h 178188"/>
                <a:gd name="connsiteX17" fmla="*/ 73615 w 80690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90" h="178188">
                  <a:moveTo>
                    <a:pt x="73615" y="39111"/>
                  </a:moveTo>
                  <a:lnTo>
                    <a:pt x="42977" y="39111"/>
                  </a:lnTo>
                  <a:lnTo>
                    <a:pt x="42977" y="4018"/>
                  </a:lnTo>
                  <a:cubicBezTo>
                    <a:pt x="42977" y="992"/>
                    <a:pt x="42673" y="85"/>
                    <a:pt x="40853" y="85"/>
                  </a:cubicBezTo>
                  <a:cubicBezTo>
                    <a:pt x="38730" y="2807"/>
                    <a:pt x="36910" y="5530"/>
                    <a:pt x="34786" y="8555"/>
                  </a:cubicBezTo>
                  <a:cubicBezTo>
                    <a:pt x="23259" y="25194"/>
                    <a:pt x="10215" y="39716"/>
                    <a:pt x="5362" y="40926"/>
                  </a:cubicBezTo>
                  <a:cubicBezTo>
                    <a:pt x="2025" y="43044"/>
                    <a:pt x="205" y="45161"/>
                    <a:pt x="205" y="46674"/>
                  </a:cubicBezTo>
                  <a:cubicBezTo>
                    <a:pt x="205" y="47581"/>
                    <a:pt x="508" y="48186"/>
                    <a:pt x="1418" y="48792"/>
                  </a:cubicBezTo>
                  <a:lnTo>
                    <a:pt x="17495" y="48792"/>
                  </a:lnTo>
                  <a:lnTo>
                    <a:pt x="17495" y="139852"/>
                  </a:lnTo>
                  <a:cubicBezTo>
                    <a:pt x="17495" y="165264"/>
                    <a:pt x="26596" y="178273"/>
                    <a:pt x="44494" y="178273"/>
                  </a:cubicBezTo>
                  <a:cubicBezTo>
                    <a:pt x="59358" y="178273"/>
                    <a:pt x="70885" y="171012"/>
                    <a:pt x="80895" y="155281"/>
                  </a:cubicBezTo>
                  <a:lnTo>
                    <a:pt x="76952" y="151953"/>
                  </a:lnTo>
                  <a:cubicBezTo>
                    <a:pt x="70582" y="159516"/>
                    <a:pt x="65425" y="162542"/>
                    <a:pt x="58751" y="162542"/>
                  </a:cubicBezTo>
                  <a:cubicBezTo>
                    <a:pt x="47527" y="162542"/>
                    <a:pt x="42977" y="154373"/>
                    <a:pt x="42977" y="135314"/>
                  </a:cubicBezTo>
                  <a:lnTo>
                    <a:pt x="42977" y="48792"/>
                  </a:lnTo>
                  <a:lnTo>
                    <a:pt x="73615" y="48792"/>
                  </a:lnTo>
                  <a:lnTo>
                    <a:pt x="73615" y="3911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F3B2DB-7A8A-C350-BB80-B9A7B7B0394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884348" y="4981958"/>
              <a:ext cx="121036" cy="142187"/>
            </a:xfrm>
            <a:custGeom>
              <a:avLst/>
              <a:gdLst>
                <a:gd name="connsiteX0" fmla="*/ 116390 w 121036"/>
                <a:gd name="connsiteY0" fmla="*/ 89633 h 142187"/>
                <a:gd name="connsiteX1" fmla="*/ 69371 w 121036"/>
                <a:gd name="connsiteY1" fmla="*/ 121398 h 142187"/>
                <a:gd name="connsiteX2" fmla="*/ 30239 w 121036"/>
                <a:gd name="connsiteY2" fmla="*/ 95381 h 142187"/>
                <a:gd name="connsiteX3" fmla="*/ 22048 w 121036"/>
                <a:gd name="connsiteY3" fmla="*/ 55447 h 142187"/>
                <a:gd name="connsiteX4" fmla="*/ 115480 w 121036"/>
                <a:gd name="connsiteY4" fmla="*/ 55447 h 142187"/>
                <a:gd name="connsiteX5" fmla="*/ 102436 w 121036"/>
                <a:gd name="connsiteY5" fmla="*/ 17329 h 142187"/>
                <a:gd name="connsiteX6" fmla="*/ 63607 w 121036"/>
                <a:gd name="connsiteY6" fmla="*/ 85 h 142187"/>
                <a:gd name="connsiteX7" fmla="*/ 22655 w 121036"/>
                <a:gd name="connsiteY7" fmla="*/ 15816 h 142187"/>
                <a:gd name="connsiteX8" fmla="*/ 207 w 121036"/>
                <a:gd name="connsiteY8" fmla="*/ 74506 h 142187"/>
                <a:gd name="connsiteX9" fmla="*/ 56934 w 121036"/>
                <a:gd name="connsiteY9" fmla="*/ 142272 h 142187"/>
                <a:gd name="connsiteX10" fmla="*/ 121244 w 121036"/>
                <a:gd name="connsiteY10" fmla="*/ 91750 h 142187"/>
                <a:gd name="connsiteX11" fmla="*/ 116390 w 121036"/>
                <a:gd name="connsiteY11" fmla="*/ 89633 h 142187"/>
                <a:gd name="connsiteX12" fmla="*/ 22655 w 121036"/>
                <a:gd name="connsiteY12" fmla="*/ 45766 h 142187"/>
                <a:gd name="connsiteX13" fmla="*/ 54810 w 121036"/>
                <a:gd name="connsiteY13" fmla="*/ 10976 h 142187"/>
                <a:gd name="connsiteX14" fmla="*/ 84538 w 121036"/>
                <a:gd name="connsiteY14" fmla="*/ 45766 h 142187"/>
                <a:gd name="connsiteX15" fmla="*/ 22655 w 121036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036" h="142187">
                  <a:moveTo>
                    <a:pt x="116390" y="89633"/>
                  </a:moveTo>
                  <a:cubicBezTo>
                    <a:pt x="101829" y="112625"/>
                    <a:pt x="88785" y="121398"/>
                    <a:pt x="69371" y="121398"/>
                  </a:cubicBezTo>
                  <a:cubicBezTo>
                    <a:pt x="52080" y="121398"/>
                    <a:pt x="39036" y="112625"/>
                    <a:pt x="30239" y="95381"/>
                  </a:cubicBezTo>
                  <a:cubicBezTo>
                    <a:pt x="24779" y="83885"/>
                    <a:pt x="22655" y="73901"/>
                    <a:pt x="22048" y="55447"/>
                  </a:cubicBezTo>
                  <a:lnTo>
                    <a:pt x="115480" y="55447"/>
                  </a:lnTo>
                  <a:cubicBezTo>
                    <a:pt x="113053" y="35783"/>
                    <a:pt x="110020" y="27010"/>
                    <a:pt x="102436" y="17329"/>
                  </a:cubicBezTo>
                  <a:cubicBezTo>
                    <a:pt x="93335" y="6438"/>
                    <a:pt x="79381" y="85"/>
                    <a:pt x="63607" y="85"/>
                  </a:cubicBezTo>
                  <a:cubicBezTo>
                    <a:pt x="48440" y="85"/>
                    <a:pt x="34182" y="5530"/>
                    <a:pt x="22655" y="15816"/>
                  </a:cubicBezTo>
                  <a:cubicBezTo>
                    <a:pt x="8398" y="28220"/>
                    <a:pt x="207" y="49699"/>
                    <a:pt x="207" y="74506"/>
                  </a:cubicBezTo>
                  <a:cubicBezTo>
                    <a:pt x="207" y="116255"/>
                    <a:pt x="22048" y="142272"/>
                    <a:pt x="56934" y="142272"/>
                  </a:cubicBezTo>
                  <a:cubicBezTo>
                    <a:pt x="85752" y="142272"/>
                    <a:pt x="108503" y="124423"/>
                    <a:pt x="121244" y="91750"/>
                  </a:cubicBezTo>
                  <a:lnTo>
                    <a:pt x="116390" y="89633"/>
                  </a:lnTo>
                  <a:close/>
                  <a:moveTo>
                    <a:pt x="22655" y="45766"/>
                  </a:moveTo>
                  <a:cubicBezTo>
                    <a:pt x="25992" y="22169"/>
                    <a:pt x="36306" y="10976"/>
                    <a:pt x="54810" y="10976"/>
                  </a:cubicBezTo>
                  <a:cubicBezTo>
                    <a:pt x="73314" y="10976"/>
                    <a:pt x="80595" y="19446"/>
                    <a:pt x="84538" y="45766"/>
                  </a:cubicBezTo>
                  <a:lnTo>
                    <a:pt x="22655" y="4576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4451C5D-E089-3603-DCF6-2CA1B56410E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013471" y="4981958"/>
              <a:ext cx="100105" cy="139162"/>
            </a:xfrm>
            <a:custGeom>
              <a:avLst/>
              <a:gdLst>
                <a:gd name="connsiteX0" fmla="*/ 818 w 100105"/>
                <a:gd name="connsiteY0" fmla="*/ 21262 h 139162"/>
                <a:gd name="connsiteX1" fmla="*/ 11436 w 100105"/>
                <a:gd name="connsiteY1" fmla="*/ 20051 h 139162"/>
                <a:gd name="connsiteX2" fmla="*/ 21750 w 100105"/>
                <a:gd name="connsiteY2" fmla="*/ 38203 h 139162"/>
                <a:gd name="connsiteX3" fmla="*/ 21750 w 100105"/>
                <a:gd name="connsiteY3" fmla="*/ 113835 h 139162"/>
                <a:gd name="connsiteX4" fmla="*/ 212 w 100105"/>
                <a:gd name="connsiteY4" fmla="*/ 134709 h 139162"/>
                <a:gd name="connsiteX5" fmla="*/ 212 w 100105"/>
                <a:gd name="connsiteY5" fmla="*/ 139247 h 139162"/>
                <a:gd name="connsiteX6" fmla="*/ 73015 w 100105"/>
                <a:gd name="connsiteY6" fmla="*/ 139247 h 139162"/>
                <a:gd name="connsiteX7" fmla="*/ 73015 w 100105"/>
                <a:gd name="connsiteY7" fmla="*/ 134709 h 139162"/>
                <a:gd name="connsiteX8" fmla="*/ 47231 w 100105"/>
                <a:gd name="connsiteY8" fmla="*/ 112020 h 139162"/>
                <a:gd name="connsiteX9" fmla="*/ 47231 w 100105"/>
                <a:gd name="connsiteY9" fmla="*/ 43951 h 139162"/>
                <a:gd name="connsiteX10" fmla="*/ 68465 w 100105"/>
                <a:gd name="connsiteY10" fmla="*/ 19144 h 139162"/>
                <a:gd name="connsiteX11" fmla="*/ 76352 w 100105"/>
                <a:gd name="connsiteY11" fmla="*/ 23682 h 139162"/>
                <a:gd name="connsiteX12" fmla="*/ 88486 w 100105"/>
                <a:gd name="connsiteY12" fmla="*/ 29732 h 139162"/>
                <a:gd name="connsiteX13" fmla="*/ 100317 w 100105"/>
                <a:gd name="connsiteY13" fmla="*/ 16119 h 139162"/>
                <a:gd name="connsiteX14" fmla="*/ 83633 w 100105"/>
                <a:gd name="connsiteY14" fmla="*/ 85 h 139162"/>
                <a:gd name="connsiteX15" fmla="*/ 47231 w 100105"/>
                <a:gd name="connsiteY15" fmla="*/ 28522 h 139162"/>
                <a:gd name="connsiteX16" fmla="*/ 47231 w 100105"/>
                <a:gd name="connsiteY16" fmla="*/ 690 h 139162"/>
                <a:gd name="connsiteX17" fmla="*/ 45714 w 100105"/>
                <a:gd name="connsiteY17" fmla="*/ 85 h 139162"/>
                <a:gd name="connsiteX18" fmla="*/ 818 w 100105"/>
                <a:gd name="connsiteY18" fmla="*/ 16421 h 139162"/>
                <a:gd name="connsiteX19" fmla="*/ 818 w 100105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105" h="139162">
                  <a:moveTo>
                    <a:pt x="818" y="21262"/>
                  </a:moveTo>
                  <a:cubicBezTo>
                    <a:pt x="5065" y="20354"/>
                    <a:pt x="7795" y="20051"/>
                    <a:pt x="11436" y="20051"/>
                  </a:cubicBezTo>
                  <a:cubicBezTo>
                    <a:pt x="19019" y="20051"/>
                    <a:pt x="21750" y="24892"/>
                    <a:pt x="21750" y="38203"/>
                  </a:cubicBezTo>
                  <a:lnTo>
                    <a:pt x="21750" y="113835"/>
                  </a:lnTo>
                  <a:cubicBezTo>
                    <a:pt x="21750" y="128961"/>
                    <a:pt x="19626" y="131079"/>
                    <a:pt x="212" y="134709"/>
                  </a:cubicBezTo>
                  <a:lnTo>
                    <a:pt x="212" y="139247"/>
                  </a:lnTo>
                  <a:lnTo>
                    <a:pt x="73015" y="139247"/>
                  </a:lnTo>
                  <a:lnTo>
                    <a:pt x="73015" y="134709"/>
                  </a:lnTo>
                  <a:cubicBezTo>
                    <a:pt x="52388" y="133802"/>
                    <a:pt x="47231" y="129264"/>
                    <a:pt x="47231" y="112020"/>
                  </a:cubicBezTo>
                  <a:lnTo>
                    <a:pt x="47231" y="43951"/>
                  </a:lnTo>
                  <a:cubicBezTo>
                    <a:pt x="47231" y="34270"/>
                    <a:pt x="60275" y="19144"/>
                    <a:pt x="68465" y="19144"/>
                  </a:cubicBezTo>
                  <a:cubicBezTo>
                    <a:pt x="70285" y="19144"/>
                    <a:pt x="73015" y="20656"/>
                    <a:pt x="76352" y="23682"/>
                  </a:cubicBezTo>
                  <a:cubicBezTo>
                    <a:pt x="81206" y="27917"/>
                    <a:pt x="84543" y="29732"/>
                    <a:pt x="88486" y="29732"/>
                  </a:cubicBezTo>
                  <a:cubicBezTo>
                    <a:pt x="95767" y="29732"/>
                    <a:pt x="100317" y="24589"/>
                    <a:pt x="100317" y="16119"/>
                  </a:cubicBezTo>
                  <a:cubicBezTo>
                    <a:pt x="100317" y="6135"/>
                    <a:pt x="93947" y="85"/>
                    <a:pt x="83633" y="85"/>
                  </a:cubicBezTo>
                  <a:cubicBezTo>
                    <a:pt x="70892" y="85"/>
                    <a:pt x="62095" y="7043"/>
                    <a:pt x="47231" y="28522"/>
                  </a:cubicBezTo>
                  <a:lnTo>
                    <a:pt x="47231" y="690"/>
                  </a:lnTo>
                  <a:lnTo>
                    <a:pt x="45714" y="85"/>
                  </a:lnTo>
                  <a:cubicBezTo>
                    <a:pt x="29637" y="6740"/>
                    <a:pt x="18716" y="10673"/>
                    <a:pt x="818" y="16421"/>
                  </a:cubicBezTo>
                  <a:lnTo>
                    <a:pt x="818" y="21262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B1E9BB-F2FF-A1BB-4CA6-DB277078619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114864" y="4981958"/>
              <a:ext cx="141057" cy="204810"/>
            </a:xfrm>
            <a:custGeom>
              <a:avLst/>
              <a:gdLst>
                <a:gd name="connsiteX0" fmla="*/ 1428 w 141057"/>
                <a:gd name="connsiteY0" fmla="*/ 20354 h 204810"/>
                <a:gd name="connsiteX1" fmla="*/ 9012 w 141057"/>
                <a:gd name="connsiteY1" fmla="*/ 20051 h 204810"/>
                <a:gd name="connsiteX2" fmla="*/ 21449 w 141057"/>
                <a:gd name="connsiteY2" fmla="*/ 37295 h 204810"/>
                <a:gd name="connsiteX3" fmla="*/ 21449 w 141057"/>
                <a:gd name="connsiteY3" fmla="*/ 178878 h 204810"/>
                <a:gd name="connsiteX4" fmla="*/ 215 w 141057"/>
                <a:gd name="connsiteY4" fmla="*/ 199752 h 204810"/>
                <a:gd name="connsiteX5" fmla="*/ 215 w 141057"/>
                <a:gd name="connsiteY5" fmla="*/ 204895 h 204810"/>
                <a:gd name="connsiteX6" fmla="*/ 73626 w 141057"/>
                <a:gd name="connsiteY6" fmla="*/ 204895 h 204810"/>
                <a:gd name="connsiteX7" fmla="*/ 73626 w 141057"/>
                <a:gd name="connsiteY7" fmla="*/ 199450 h 204810"/>
                <a:gd name="connsiteX8" fmla="*/ 46931 w 141057"/>
                <a:gd name="connsiteY8" fmla="*/ 176760 h 204810"/>
                <a:gd name="connsiteX9" fmla="*/ 46931 w 141057"/>
                <a:gd name="connsiteY9" fmla="*/ 129264 h 204810"/>
                <a:gd name="connsiteX10" fmla="*/ 77569 w 141057"/>
                <a:gd name="connsiteY10" fmla="*/ 142272 h 204810"/>
                <a:gd name="connsiteX11" fmla="*/ 141272 w 141057"/>
                <a:gd name="connsiteY11" fmla="*/ 64523 h 204810"/>
                <a:gd name="connsiteX12" fmla="*/ 90613 w 141057"/>
                <a:gd name="connsiteY12" fmla="*/ 85 h 204810"/>
                <a:gd name="connsiteX13" fmla="*/ 46931 w 141057"/>
                <a:gd name="connsiteY13" fmla="*/ 23984 h 204810"/>
                <a:gd name="connsiteX14" fmla="*/ 46931 w 141057"/>
                <a:gd name="connsiteY14" fmla="*/ 690 h 204810"/>
                <a:gd name="connsiteX15" fmla="*/ 45111 w 141057"/>
                <a:gd name="connsiteY15" fmla="*/ 85 h 204810"/>
                <a:gd name="connsiteX16" fmla="*/ 1428 w 141057"/>
                <a:gd name="connsiteY16" fmla="*/ 15514 h 204810"/>
                <a:gd name="connsiteX17" fmla="*/ 1428 w 141057"/>
                <a:gd name="connsiteY17" fmla="*/ 20354 h 204810"/>
                <a:gd name="connsiteX18" fmla="*/ 46931 w 141057"/>
                <a:gd name="connsiteY18" fmla="*/ 38203 h 204810"/>
                <a:gd name="connsiteX19" fmla="*/ 77872 w 141057"/>
                <a:gd name="connsiteY19" fmla="*/ 18236 h 204810"/>
                <a:gd name="connsiteX20" fmla="*/ 115184 w 141057"/>
                <a:gd name="connsiteY20" fmla="*/ 76321 h 204810"/>
                <a:gd name="connsiteX21" fmla="*/ 78479 w 141057"/>
                <a:gd name="connsiteY21" fmla="*/ 132591 h 204810"/>
                <a:gd name="connsiteX22" fmla="*/ 46931 w 141057"/>
                <a:gd name="connsiteY22" fmla="*/ 112625 h 204810"/>
                <a:gd name="connsiteX23" fmla="*/ 46931 w 141057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1057" h="204810">
                  <a:moveTo>
                    <a:pt x="1428" y="20354"/>
                  </a:moveTo>
                  <a:cubicBezTo>
                    <a:pt x="4159" y="20051"/>
                    <a:pt x="6282" y="20051"/>
                    <a:pt x="9012" y="20051"/>
                  </a:cubicBezTo>
                  <a:cubicBezTo>
                    <a:pt x="19326" y="20051"/>
                    <a:pt x="21449" y="23077"/>
                    <a:pt x="21449" y="37295"/>
                  </a:cubicBezTo>
                  <a:lnTo>
                    <a:pt x="21449" y="178878"/>
                  </a:lnTo>
                  <a:cubicBezTo>
                    <a:pt x="21449" y="194609"/>
                    <a:pt x="18113" y="197937"/>
                    <a:pt x="215" y="199752"/>
                  </a:cubicBezTo>
                  <a:lnTo>
                    <a:pt x="215" y="204895"/>
                  </a:lnTo>
                  <a:lnTo>
                    <a:pt x="73626" y="204895"/>
                  </a:lnTo>
                  <a:lnTo>
                    <a:pt x="73626" y="199450"/>
                  </a:lnTo>
                  <a:cubicBezTo>
                    <a:pt x="50874" y="199147"/>
                    <a:pt x="46931" y="195820"/>
                    <a:pt x="46931" y="176760"/>
                  </a:cubicBezTo>
                  <a:lnTo>
                    <a:pt x="46931" y="129264"/>
                  </a:lnTo>
                  <a:cubicBezTo>
                    <a:pt x="57548" y="139247"/>
                    <a:pt x="64828" y="142272"/>
                    <a:pt x="77569" y="142272"/>
                  </a:cubicBezTo>
                  <a:cubicBezTo>
                    <a:pt x="113364" y="142272"/>
                    <a:pt x="141272" y="108389"/>
                    <a:pt x="141272" y="64523"/>
                  </a:cubicBezTo>
                  <a:cubicBezTo>
                    <a:pt x="141272" y="27010"/>
                    <a:pt x="120038" y="85"/>
                    <a:pt x="90613" y="85"/>
                  </a:cubicBezTo>
                  <a:cubicBezTo>
                    <a:pt x="73626" y="85"/>
                    <a:pt x="60278" y="7648"/>
                    <a:pt x="46931" y="23984"/>
                  </a:cubicBezTo>
                  <a:lnTo>
                    <a:pt x="46931" y="690"/>
                  </a:lnTo>
                  <a:lnTo>
                    <a:pt x="45111" y="85"/>
                  </a:lnTo>
                  <a:cubicBezTo>
                    <a:pt x="28730" y="6438"/>
                    <a:pt x="18113" y="10371"/>
                    <a:pt x="1428" y="15514"/>
                  </a:cubicBezTo>
                  <a:lnTo>
                    <a:pt x="1428" y="20354"/>
                  </a:lnTo>
                  <a:close/>
                  <a:moveTo>
                    <a:pt x="46931" y="38203"/>
                  </a:moveTo>
                  <a:cubicBezTo>
                    <a:pt x="46931" y="29127"/>
                    <a:pt x="63918" y="18236"/>
                    <a:pt x="77872" y="18236"/>
                  </a:cubicBezTo>
                  <a:cubicBezTo>
                    <a:pt x="100320" y="18236"/>
                    <a:pt x="115184" y="41228"/>
                    <a:pt x="115184" y="76321"/>
                  </a:cubicBezTo>
                  <a:cubicBezTo>
                    <a:pt x="115184" y="109902"/>
                    <a:pt x="100320" y="132591"/>
                    <a:pt x="78479" y="132591"/>
                  </a:cubicBezTo>
                  <a:cubicBezTo>
                    <a:pt x="64222" y="132591"/>
                    <a:pt x="46931" y="121700"/>
                    <a:pt x="46931" y="112625"/>
                  </a:cubicBezTo>
                  <a:lnTo>
                    <a:pt x="46931" y="38203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F610C8-3458-DDFC-C88A-2AADAAD4EBE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274387" y="4981958"/>
              <a:ext cx="133776" cy="142187"/>
            </a:xfrm>
            <a:custGeom>
              <a:avLst/>
              <a:gdLst>
                <a:gd name="connsiteX0" fmla="*/ 67260 w 133776"/>
                <a:gd name="connsiteY0" fmla="*/ 85 h 142187"/>
                <a:gd name="connsiteX1" fmla="*/ 220 w 133776"/>
                <a:gd name="connsiteY1" fmla="*/ 70876 h 142187"/>
                <a:gd name="connsiteX2" fmla="*/ 66653 w 133776"/>
                <a:gd name="connsiteY2" fmla="*/ 142272 h 142187"/>
                <a:gd name="connsiteX3" fmla="*/ 133997 w 133776"/>
                <a:gd name="connsiteY3" fmla="*/ 68456 h 142187"/>
                <a:gd name="connsiteX4" fmla="*/ 67260 w 133776"/>
                <a:gd name="connsiteY4" fmla="*/ 85 h 142187"/>
                <a:gd name="connsiteX5" fmla="*/ 63317 w 133776"/>
                <a:gd name="connsiteY5" fmla="*/ 8555 h 142187"/>
                <a:gd name="connsiteX6" fmla="*/ 106696 w 133776"/>
                <a:gd name="connsiteY6" fmla="*/ 79044 h 142187"/>
                <a:gd name="connsiteX7" fmla="*/ 70294 w 133776"/>
                <a:gd name="connsiteY7" fmla="*/ 133802 h 142187"/>
                <a:gd name="connsiteX8" fmla="*/ 40869 w 133776"/>
                <a:gd name="connsiteY8" fmla="*/ 114440 h 142187"/>
                <a:gd name="connsiteX9" fmla="*/ 27521 w 133776"/>
                <a:gd name="connsiteY9" fmla="*/ 56052 h 142187"/>
                <a:gd name="connsiteX10" fmla="*/ 63317 w 133776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76" h="142187">
                  <a:moveTo>
                    <a:pt x="67260" y="85"/>
                  </a:moveTo>
                  <a:cubicBezTo>
                    <a:pt x="27825" y="85"/>
                    <a:pt x="220" y="29127"/>
                    <a:pt x="220" y="70876"/>
                  </a:cubicBezTo>
                  <a:cubicBezTo>
                    <a:pt x="220" y="111717"/>
                    <a:pt x="28432" y="142272"/>
                    <a:pt x="66653" y="142272"/>
                  </a:cubicBezTo>
                  <a:cubicBezTo>
                    <a:pt x="104875" y="142272"/>
                    <a:pt x="133997" y="110204"/>
                    <a:pt x="133997" y="68456"/>
                  </a:cubicBezTo>
                  <a:cubicBezTo>
                    <a:pt x="133997" y="28825"/>
                    <a:pt x="106089" y="85"/>
                    <a:pt x="67260" y="85"/>
                  </a:cubicBezTo>
                  <a:close/>
                  <a:moveTo>
                    <a:pt x="63317" y="8555"/>
                  </a:moveTo>
                  <a:cubicBezTo>
                    <a:pt x="88798" y="8555"/>
                    <a:pt x="106696" y="37598"/>
                    <a:pt x="106696" y="79044"/>
                  </a:cubicBezTo>
                  <a:cubicBezTo>
                    <a:pt x="106696" y="113230"/>
                    <a:pt x="93045" y="133802"/>
                    <a:pt x="70294" y="133802"/>
                  </a:cubicBezTo>
                  <a:cubicBezTo>
                    <a:pt x="58463" y="133802"/>
                    <a:pt x="47239" y="126541"/>
                    <a:pt x="40869" y="114440"/>
                  </a:cubicBezTo>
                  <a:cubicBezTo>
                    <a:pt x="32375" y="98708"/>
                    <a:pt x="27521" y="77532"/>
                    <a:pt x="27521" y="56052"/>
                  </a:cubicBezTo>
                  <a:cubicBezTo>
                    <a:pt x="27521" y="27312"/>
                    <a:pt x="41779" y="8555"/>
                    <a:pt x="63317" y="8555"/>
                  </a:cubicBez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B5CC38D-A4EF-2C6C-42C7-F7DED09F1A2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423597" y="4914494"/>
              <a:ext cx="72197" cy="206625"/>
            </a:xfrm>
            <a:custGeom>
              <a:avLst/>
              <a:gdLst>
                <a:gd name="connsiteX0" fmla="*/ 225 w 72197"/>
                <a:gd name="connsiteY0" fmla="*/ 18236 h 206625"/>
                <a:gd name="connsiteX1" fmla="*/ 2045 w 72197"/>
                <a:gd name="connsiteY1" fmla="*/ 18236 h 206625"/>
                <a:gd name="connsiteX2" fmla="*/ 11449 w 72197"/>
                <a:gd name="connsiteY2" fmla="*/ 17631 h 206625"/>
                <a:gd name="connsiteX3" fmla="*/ 24190 w 72197"/>
                <a:gd name="connsiteY3" fmla="*/ 36085 h 206625"/>
                <a:gd name="connsiteX4" fmla="*/ 24190 w 72197"/>
                <a:gd name="connsiteY4" fmla="*/ 180391 h 206625"/>
                <a:gd name="connsiteX5" fmla="*/ 832 w 72197"/>
                <a:gd name="connsiteY5" fmla="*/ 202173 h 206625"/>
                <a:gd name="connsiteX6" fmla="*/ 832 w 72197"/>
                <a:gd name="connsiteY6" fmla="*/ 206710 h 206625"/>
                <a:gd name="connsiteX7" fmla="*/ 72422 w 72197"/>
                <a:gd name="connsiteY7" fmla="*/ 206710 h 206625"/>
                <a:gd name="connsiteX8" fmla="*/ 72422 w 72197"/>
                <a:gd name="connsiteY8" fmla="*/ 202173 h 206625"/>
                <a:gd name="connsiteX9" fmla="*/ 49671 w 72197"/>
                <a:gd name="connsiteY9" fmla="*/ 181298 h 206625"/>
                <a:gd name="connsiteX10" fmla="*/ 49671 w 72197"/>
                <a:gd name="connsiteY10" fmla="*/ 690 h 206625"/>
                <a:gd name="connsiteX11" fmla="*/ 48458 w 72197"/>
                <a:gd name="connsiteY11" fmla="*/ 85 h 206625"/>
                <a:gd name="connsiteX12" fmla="*/ 225 w 72197"/>
                <a:gd name="connsiteY12" fmla="*/ 13396 h 206625"/>
                <a:gd name="connsiteX13" fmla="*/ 225 w 72197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97" h="206625">
                  <a:moveTo>
                    <a:pt x="225" y="18236"/>
                  </a:moveTo>
                  <a:lnTo>
                    <a:pt x="2045" y="18236"/>
                  </a:lnTo>
                  <a:cubicBezTo>
                    <a:pt x="5382" y="17934"/>
                    <a:pt x="9022" y="17631"/>
                    <a:pt x="11449" y="17631"/>
                  </a:cubicBezTo>
                  <a:cubicBezTo>
                    <a:pt x="21156" y="17631"/>
                    <a:pt x="24190" y="21867"/>
                    <a:pt x="24190" y="36085"/>
                  </a:cubicBezTo>
                  <a:lnTo>
                    <a:pt x="24190" y="180391"/>
                  </a:lnTo>
                  <a:cubicBezTo>
                    <a:pt x="24190" y="196727"/>
                    <a:pt x="19943" y="200660"/>
                    <a:pt x="832" y="202173"/>
                  </a:cubicBezTo>
                  <a:lnTo>
                    <a:pt x="832" y="206710"/>
                  </a:lnTo>
                  <a:lnTo>
                    <a:pt x="72422" y="206710"/>
                  </a:lnTo>
                  <a:lnTo>
                    <a:pt x="72422" y="202173"/>
                  </a:lnTo>
                  <a:cubicBezTo>
                    <a:pt x="53311" y="200962"/>
                    <a:pt x="49671" y="197937"/>
                    <a:pt x="49671" y="181298"/>
                  </a:cubicBezTo>
                  <a:lnTo>
                    <a:pt x="49671" y="690"/>
                  </a:lnTo>
                  <a:lnTo>
                    <a:pt x="48458" y="85"/>
                  </a:lnTo>
                  <a:cubicBezTo>
                    <a:pt x="32683" y="5228"/>
                    <a:pt x="21156" y="8253"/>
                    <a:pt x="225" y="13396"/>
                  </a:cubicBezTo>
                  <a:lnTo>
                    <a:pt x="225" y="1823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C3A5F7E-BFEB-EAF1-5AC5-1F384FE9289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513702" y="4981958"/>
              <a:ext cx="122856" cy="142187"/>
            </a:xfrm>
            <a:custGeom>
              <a:avLst/>
              <a:gdLst>
                <a:gd name="connsiteX0" fmla="*/ 123084 w 122856"/>
                <a:gd name="connsiteY0" fmla="*/ 119280 h 142187"/>
                <a:gd name="connsiteX1" fmla="*/ 109737 w 122856"/>
                <a:gd name="connsiteY1" fmla="*/ 125028 h 142187"/>
                <a:gd name="connsiteX2" fmla="*/ 100636 w 122856"/>
                <a:gd name="connsiteY2" fmla="*/ 107482 h 142187"/>
                <a:gd name="connsiteX3" fmla="*/ 100636 w 122856"/>
                <a:gd name="connsiteY3" fmla="*/ 48489 h 142187"/>
                <a:gd name="connsiteX4" fmla="*/ 94569 w 122856"/>
                <a:gd name="connsiteY4" fmla="*/ 16724 h 142187"/>
                <a:gd name="connsiteX5" fmla="*/ 56954 w 122856"/>
                <a:gd name="connsiteY5" fmla="*/ 85 h 142187"/>
                <a:gd name="connsiteX6" fmla="*/ 5991 w 122856"/>
                <a:gd name="connsiteY6" fmla="*/ 33968 h 142187"/>
                <a:gd name="connsiteX7" fmla="*/ 19035 w 122856"/>
                <a:gd name="connsiteY7" fmla="*/ 46976 h 142187"/>
                <a:gd name="connsiteX8" fmla="*/ 32686 w 122856"/>
                <a:gd name="connsiteY8" fmla="*/ 34270 h 142187"/>
                <a:gd name="connsiteX9" fmla="*/ 32079 w 122856"/>
                <a:gd name="connsiteY9" fmla="*/ 29430 h 142187"/>
                <a:gd name="connsiteX10" fmla="*/ 31169 w 122856"/>
                <a:gd name="connsiteY10" fmla="*/ 22169 h 142187"/>
                <a:gd name="connsiteX11" fmla="*/ 53011 w 122856"/>
                <a:gd name="connsiteY11" fmla="*/ 7345 h 142187"/>
                <a:gd name="connsiteX12" fmla="*/ 76065 w 122856"/>
                <a:gd name="connsiteY12" fmla="*/ 32455 h 142187"/>
                <a:gd name="connsiteX13" fmla="*/ 76065 w 122856"/>
                <a:gd name="connsiteY13" fmla="*/ 50909 h 142187"/>
                <a:gd name="connsiteX14" fmla="*/ 11148 w 122856"/>
                <a:gd name="connsiteY14" fmla="*/ 83582 h 142187"/>
                <a:gd name="connsiteX15" fmla="*/ 228 w 122856"/>
                <a:gd name="connsiteY15" fmla="*/ 109902 h 142187"/>
                <a:gd name="connsiteX16" fmla="*/ 32079 w 122856"/>
                <a:gd name="connsiteY16" fmla="*/ 142272 h 142187"/>
                <a:gd name="connsiteX17" fmla="*/ 76368 w 122856"/>
                <a:gd name="connsiteY17" fmla="*/ 120188 h 142187"/>
                <a:gd name="connsiteX18" fmla="*/ 95783 w 122856"/>
                <a:gd name="connsiteY18" fmla="*/ 142272 h 142187"/>
                <a:gd name="connsiteX19" fmla="*/ 123084 w 122856"/>
                <a:gd name="connsiteY19" fmla="*/ 127146 h 142187"/>
                <a:gd name="connsiteX20" fmla="*/ 123084 w 122856"/>
                <a:gd name="connsiteY20" fmla="*/ 119280 h 142187"/>
                <a:gd name="connsiteX21" fmla="*/ 76065 w 122856"/>
                <a:gd name="connsiteY21" fmla="*/ 102036 h 142187"/>
                <a:gd name="connsiteX22" fmla="*/ 68178 w 122856"/>
                <a:gd name="connsiteY22" fmla="*/ 117768 h 142187"/>
                <a:gd name="connsiteX23" fmla="*/ 46033 w 122856"/>
                <a:gd name="connsiteY23" fmla="*/ 124726 h 142187"/>
                <a:gd name="connsiteX24" fmla="*/ 26922 w 122856"/>
                <a:gd name="connsiteY24" fmla="*/ 101431 h 142187"/>
                <a:gd name="connsiteX25" fmla="*/ 26922 w 122856"/>
                <a:gd name="connsiteY25" fmla="*/ 100221 h 142187"/>
                <a:gd name="connsiteX26" fmla="*/ 76065 w 122856"/>
                <a:gd name="connsiteY26" fmla="*/ 58170 h 142187"/>
                <a:gd name="connsiteX27" fmla="*/ 76065 w 122856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56" h="142187">
                  <a:moveTo>
                    <a:pt x="123084" y="119280"/>
                  </a:moveTo>
                  <a:cubicBezTo>
                    <a:pt x="117927" y="123516"/>
                    <a:pt x="114287" y="125028"/>
                    <a:pt x="109737" y="125028"/>
                  </a:cubicBezTo>
                  <a:cubicBezTo>
                    <a:pt x="102760" y="125028"/>
                    <a:pt x="100636" y="120793"/>
                    <a:pt x="100636" y="107482"/>
                  </a:cubicBezTo>
                  <a:lnTo>
                    <a:pt x="100636" y="48489"/>
                  </a:lnTo>
                  <a:cubicBezTo>
                    <a:pt x="100636" y="32758"/>
                    <a:pt x="99120" y="23984"/>
                    <a:pt x="94569" y="16724"/>
                  </a:cubicBezTo>
                  <a:cubicBezTo>
                    <a:pt x="87896" y="5833"/>
                    <a:pt x="74852" y="85"/>
                    <a:pt x="56954" y="85"/>
                  </a:cubicBezTo>
                  <a:cubicBezTo>
                    <a:pt x="28439" y="85"/>
                    <a:pt x="5991" y="14908"/>
                    <a:pt x="5991" y="33968"/>
                  </a:cubicBezTo>
                  <a:cubicBezTo>
                    <a:pt x="5991" y="40926"/>
                    <a:pt x="12058" y="46976"/>
                    <a:pt x="19035" y="46976"/>
                  </a:cubicBezTo>
                  <a:cubicBezTo>
                    <a:pt x="26316" y="46976"/>
                    <a:pt x="32686" y="40926"/>
                    <a:pt x="32686" y="34270"/>
                  </a:cubicBezTo>
                  <a:cubicBezTo>
                    <a:pt x="32686" y="33060"/>
                    <a:pt x="32383" y="31547"/>
                    <a:pt x="32079" y="29430"/>
                  </a:cubicBezTo>
                  <a:cubicBezTo>
                    <a:pt x="31473" y="26707"/>
                    <a:pt x="31169" y="24287"/>
                    <a:pt x="31169" y="22169"/>
                  </a:cubicBezTo>
                  <a:cubicBezTo>
                    <a:pt x="31169" y="14001"/>
                    <a:pt x="40877" y="7345"/>
                    <a:pt x="53011" y="7345"/>
                  </a:cubicBezTo>
                  <a:cubicBezTo>
                    <a:pt x="67875" y="7345"/>
                    <a:pt x="76065" y="16119"/>
                    <a:pt x="76065" y="32455"/>
                  </a:cubicBezTo>
                  <a:lnTo>
                    <a:pt x="76065" y="50909"/>
                  </a:lnTo>
                  <a:cubicBezTo>
                    <a:pt x="29349" y="69666"/>
                    <a:pt x="24192" y="72086"/>
                    <a:pt x="11148" y="83582"/>
                  </a:cubicBezTo>
                  <a:cubicBezTo>
                    <a:pt x="4475" y="89633"/>
                    <a:pt x="228" y="99919"/>
                    <a:pt x="228" y="109902"/>
                  </a:cubicBezTo>
                  <a:cubicBezTo>
                    <a:pt x="228" y="128961"/>
                    <a:pt x="13575" y="142272"/>
                    <a:pt x="32079" y="142272"/>
                  </a:cubicBezTo>
                  <a:cubicBezTo>
                    <a:pt x="45427" y="142272"/>
                    <a:pt x="57864" y="135919"/>
                    <a:pt x="76368" y="120188"/>
                  </a:cubicBezTo>
                  <a:cubicBezTo>
                    <a:pt x="77885" y="135919"/>
                    <a:pt x="83345" y="142272"/>
                    <a:pt x="95783" y="142272"/>
                  </a:cubicBezTo>
                  <a:cubicBezTo>
                    <a:pt x="106097" y="142272"/>
                    <a:pt x="112467" y="138642"/>
                    <a:pt x="123084" y="127146"/>
                  </a:cubicBezTo>
                  <a:lnTo>
                    <a:pt x="123084" y="119280"/>
                  </a:lnTo>
                  <a:close/>
                  <a:moveTo>
                    <a:pt x="76065" y="102036"/>
                  </a:moveTo>
                  <a:cubicBezTo>
                    <a:pt x="76065" y="111415"/>
                    <a:pt x="74548" y="114137"/>
                    <a:pt x="68178" y="117768"/>
                  </a:cubicBezTo>
                  <a:cubicBezTo>
                    <a:pt x="60898" y="122003"/>
                    <a:pt x="52404" y="124726"/>
                    <a:pt x="46033" y="124726"/>
                  </a:cubicBezTo>
                  <a:cubicBezTo>
                    <a:pt x="35416" y="124726"/>
                    <a:pt x="26922" y="114440"/>
                    <a:pt x="26922" y="101431"/>
                  </a:cubicBezTo>
                  <a:lnTo>
                    <a:pt x="26922" y="100221"/>
                  </a:lnTo>
                  <a:cubicBezTo>
                    <a:pt x="26922" y="82372"/>
                    <a:pt x="39360" y="71481"/>
                    <a:pt x="76065" y="58170"/>
                  </a:cubicBezTo>
                  <a:lnTo>
                    <a:pt x="76065" y="10203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476F70-ED07-157B-23DE-231750B1585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641612" y="4945957"/>
              <a:ext cx="80690" cy="178188"/>
            </a:xfrm>
            <a:custGeom>
              <a:avLst/>
              <a:gdLst>
                <a:gd name="connsiteX0" fmla="*/ 73643 w 80690"/>
                <a:gd name="connsiteY0" fmla="*/ 39111 h 178188"/>
                <a:gd name="connsiteX1" fmla="*/ 43004 w 80690"/>
                <a:gd name="connsiteY1" fmla="*/ 39111 h 178188"/>
                <a:gd name="connsiteX2" fmla="*/ 43004 w 80690"/>
                <a:gd name="connsiteY2" fmla="*/ 4018 h 178188"/>
                <a:gd name="connsiteX3" fmla="*/ 40881 w 80690"/>
                <a:gd name="connsiteY3" fmla="*/ 85 h 178188"/>
                <a:gd name="connsiteX4" fmla="*/ 34814 w 80690"/>
                <a:gd name="connsiteY4" fmla="*/ 8555 h 178188"/>
                <a:gd name="connsiteX5" fmla="*/ 5389 w 80690"/>
                <a:gd name="connsiteY5" fmla="*/ 40926 h 178188"/>
                <a:gd name="connsiteX6" fmla="*/ 232 w 80690"/>
                <a:gd name="connsiteY6" fmla="*/ 46674 h 178188"/>
                <a:gd name="connsiteX7" fmla="*/ 1446 w 80690"/>
                <a:gd name="connsiteY7" fmla="*/ 48792 h 178188"/>
                <a:gd name="connsiteX8" fmla="*/ 17523 w 80690"/>
                <a:gd name="connsiteY8" fmla="*/ 48792 h 178188"/>
                <a:gd name="connsiteX9" fmla="*/ 17523 w 80690"/>
                <a:gd name="connsiteY9" fmla="*/ 139852 h 178188"/>
                <a:gd name="connsiteX10" fmla="*/ 44521 w 80690"/>
                <a:gd name="connsiteY10" fmla="*/ 178273 h 178188"/>
                <a:gd name="connsiteX11" fmla="*/ 80923 w 80690"/>
                <a:gd name="connsiteY11" fmla="*/ 155281 h 178188"/>
                <a:gd name="connsiteX12" fmla="*/ 76980 w 80690"/>
                <a:gd name="connsiteY12" fmla="*/ 151953 h 178188"/>
                <a:gd name="connsiteX13" fmla="*/ 58779 w 80690"/>
                <a:gd name="connsiteY13" fmla="*/ 162542 h 178188"/>
                <a:gd name="connsiteX14" fmla="*/ 43004 w 80690"/>
                <a:gd name="connsiteY14" fmla="*/ 135314 h 178188"/>
                <a:gd name="connsiteX15" fmla="*/ 43004 w 80690"/>
                <a:gd name="connsiteY15" fmla="*/ 48792 h 178188"/>
                <a:gd name="connsiteX16" fmla="*/ 73643 w 80690"/>
                <a:gd name="connsiteY16" fmla="*/ 48792 h 178188"/>
                <a:gd name="connsiteX17" fmla="*/ 73643 w 80690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90" h="178188">
                  <a:moveTo>
                    <a:pt x="73643" y="39111"/>
                  </a:moveTo>
                  <a:lnTo>
                    <a:pt x="43004" y="39111"/>
                  </a:lnTo>
                  <a:lnTo>
                    <a:pt x="43004" y="4018"/>
                  </a:lnTo>
                  <a:cubicBezTo>
                    <a:pt x="43004" y="992"/>
                    <a:pt x="42701" y="85"/>
                    <a:pt x="40881" y="85"/>
                  </a:cubicBezTo>
                  <a:cubicBezTo>
                    <a:pt x="38758" y="2807"/>
                    <a:pt x="36937" y="5530"/>
                    <a:pt x="34814" y="8555"/>
                  </a:cubicBezTo>
                  <a:cubicBezTo>
                    <a:pt x="23287" y="25194"/>
                    <a:pt x="10243" y="39716"/>
                    <a:pt x="5389" y="40926"/>
                  </a:cubicBezTo>
                  <a:cubicBezTo>
                    <a:pt x="2052" y="43044"/>
                    <a:pt x="232" y="45161"/>
                    <a:pt x="232" y="46674"/>
                  </a:cubicBezTo>
                  <a:cubicBezTo>
                    <a:pt x="232" y="47581"/>
                    <a:pt x="536" y="48186"/>
                    <a:pt x="1446" y="48792"/>
                  </a:cubicBezTo>
                  <a:lnTo>
                    <a:pt x="17523" y="48792"/>
                  </a:lnTo>
                  <a:lnTo>
                    <a:pt x="17523" y="139852"/>
                  </a:lnTo>
                  <a:cubicBezTo>
                    <a:pt x="17523" y="165264"/>
                    <a:pt x="26624" y="178273"/>
                    <a:pt x="44521" y="178273"/>
                  </a:cubicBezTo>
                  <a:cubicBezTo>
                    <a:pt x="59385" y="178273"/>
                    <a:pt x="70913" y="171012"/>
                    <a:pt x="80923" y="155281"/>
                  </a:cubicBezTo>
                  <a:lnTo>
                    <a:pt x="76980" y="151953"/>
                  </a:lnTo>
                  <a:cubicBezTo>
                    <a:pt x="70609" y="159516"/>
                    <a:pt x="65452" y="162542"/>
                    <a:pt x="58779" y="162542"/>
                  </a:cubicBezTo>
                  <a:cubicBezTo>
                    <a:pt x="47555" y="162542"/>
                    <a:pt x="43004" y="154373"/>
                    <a:pt x="43004" y="135314"/>
                  </a:cubicBezTo>
                  <a:lnTo>
                    <a:pt x="43004" y="48792"/>
                  </a:lnTo>
                  <a:lnTo>
                    <a:pt x="73643" y="48792"/>
                  </a:lnTo>
                  <a:lnTo>
                    <a:pt x="73643" y="3911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EEDBD7-46F3-EE3C-D6ED-161DE940760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727166" y="4914494"/>
              <a:ext cx="71893" cy="206625"/>
            </a:xfrm>
            <a:custGeom>
              <a:avLst/>
              <a:gdLst>
                <a:gd name="connsiteX0" fmla="*/ 48467 w 71893"/>
                <a:gd name="connsiteY0" fmla="*/ 67548 h 206625"/>
                <a:gd name="connsiteX1" fmla="*/ 1448 w 71893"/>
                <a:gd name="connsiteY1" fmla="*/ 84187 h 206625"/>
                <a:gd name="connsiteX2" fmla="*/ 1448 w 71893"/>
                <a:gd name="connsiteY2" fmla="*/ 88725 h 206625"/>
                <a:gd name="connsiteX3" fmla="*/ 3875 w 71893"/>
                <a:gd name="connsiteY3" fmla="*/ 88423 h 206625"/>
                <a:gd name="connsiteX4" fmla="*/ 14189 w 71893"/>
                <a:gd name="connsiteY4" fmla="*/ 87515 h 206625"/>
                <a:gd name="connsiteX5" fmla="*/ 24200 w 71893"/>
                <a:gd name="connsiteY5" fmla="*/ 105667 h 206625"/>
                <a:gd name="connsiteX6" fmla="*/ 24200 w 71893"/>
                <a:gd name="connsiteY6" fmla="*/ 175853 h 206625"/>
                <a:gd name="connsiteX7" fmla="*/ 235 w 71893"/>
                <a:gd name="connsiteY7" fmla="*/ 202173 h 206625"/>
                <a:gd name="connsiteX8" fmla="*/ 235 w 71893"/>
                <a:gd name="connsiteY8" fmla="*/ 206710 h 206625"/>
                <a:gd name="connsiteX9" fmla="*/ 72129 w 71893"/>
                <a:gd name="connsiteY9" fmla="*/ 206710 h 206625"/>
                <a:gd name="connsiteX10" fmla="*/ 72129 w 71893"/>
                <a:gd name="connsiteY10" fmla="*/ 202173 h 206625"/>
                <a:gd name="connsiteX11" fmla="*/ 49681 w 71893"/>
                <a:gd name="connsiteY11" fmla="*/ 175853 h 206625"/>
                <a:gd name="connsiteX12" fmla="*/ 49681 w 71893"/>
                <a:gd name="connsiteY12" fmla="*/ 68456 h 206625"/>
                <a:gd name="connsiteX13" fmla="*/ 48467 w 71893"/>
                <a:gd name="connsiteY13" fmla="*/ 67548 h 206625"/>
                <a:gd name="connsiteX14" fmla="*/ 34210 w 71893"/>
                <a:gd name="connsiteY14" fmla="*/ 85 h 206625"/>
                <a:gd name="connsiteX15" fmla="*/ 19043 w 71893"/>
                <a:gd name="connsiteY15" fmla="*/ 15514 h 206625"/>
                <a:gd name="connsiteX16" fmla="*/ 34210 w 71893"/>
                <a:gd name="connsiteY16" fmla="*/ 30942 h 206625"/>
                <a:gd name="connsiteX17" fmla="*/ 49984 w 71893"/>
                <a:gd name="connsiteY17" fmla="*/ 15514 h 206625"/>
                <a:gd name="connsiteX18" fmla="*/ 34210 w 71893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93" h="206625">
                  <a:moveTo>
                    <a:pt x="48467" y="67548"/>
                  </a:moveTo>
                  <a:lnTo>
                    <a:pt x="1448" y="84187"/>
                  </a:lnTo>
                  <a:lnTo>
                    <a:pt x="1448" y="88725"/>
                  </a:lnTo>
                  <a:lnTo>
                    <a:pt x="3875" y="88423"/>
                  </a:lnTo>
                  <a:cubicBezTo>
                    <a:pt x="7515" y="87817"/>
                    <a:pt x="11459" y="87515"/>
                    <a:pt x="14189" y="87515"/>
                  </a:cubicBezTo>
                  <a:cubicBezTo>
                    <a:pt x="21469" y="87515"/>
                    <a:pt x="24200" y="92355"/>
                    <a:pt x="24200" y="105667"/>
                  </a:cubicBezTo>
                  <a:lnTo>
                    <a:pt x="24200" y="175853"/>
                  </a:lnTo>
                  <a:cubicBezTo>
                    <a:pt x="24200" y="197635"/>
                    <a:pt x="21166" y="200962"/>
                    <a:pt x="235" y="202173"/>
                  </a:cubicBezTo>
                  <a:lnTo>
                    <a:pt x="235" y="206710"/>
                  </a:lnTo>
                  <a:lnTo>
                    <a:pt x="72129" y="206710"/>
                  </a:lnTo>
                  <a:lnTo>
                    <a:pt x="72129" y="202173"/>
                  </a:lnTo>
                  <a:cubicBezTo>
                    <a:pt x="52108" y="200660"/>
                    <a:pt x="49681" y="197635"/>
                    <a:pt x="49681" y="175853"/>
                  </a:cubicBezTo>
                  <a:lnTo>
                    <a:pt x="49681" y="68456"/>
                  </a:lnTo>
                  <a:lnTo>
                    <a:pt x="48467" y="67548"/>
                  </a:lnTo>
                  <a:close/>
                  <a:moveTo>
                    <a:pt x="34210" y="85"/>
                  </a:moveTo>
                  <a:cubicBezTo>
                    <a:pt x="26020" y="85"/>
                    <a:pt x="19043" y="7043"/>
                    <a:pt x="19043" y="15514"/>
                  </a:cubicBezTo>
                  <a:cubicBezTo>
                    <a:pt x="19043" y="23984"/>
                    <a:pt x="25716" y="30942"/>
                    <a:pt x="34210" y="30942"/>
                  </a:cubicBezTo>
                  <a:cubicBezTo>
                    <a:pt x="43007" y="30942"/>
                    <a:pt x="49984" y="24287"/>
                    <a:pt x="49984" y="15514"/>
                  </a:cubicBezTo>
                  <a:cubicBezTo>
                    <a:pt x="49984" y="7043"/>
                    <a:pt x="43007" y="85"/>
                    <a:pt x="34210" y="85"/>
                  </a:cubicBez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116736-A542-171E-2DC3-6B4AFB888CE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815754" y="4981958"/>
              <a:ext cx="133776" cy="142187"/>
            </a:xfrm>
            <a:custGeom>
              <a:avLst/>
              <a:gdLst>
                <a:gd name="connsiteX0" fmla="*/ 67278 w 133776"/>
                <a:gd name="connsiteY0" fmla="*/ 85 h 142187"/>
                <a:gd name="connsiteX1" fmla="*/ 238 w 133776"/>
                <a:gd name="connsiteY1" fmla="*/ 70876 h 142187"/>
                <a:gd name="connsiteX2" fmla="*/ 66671 w 133776"/>
                <a:gd name="connsiteY2" fmla="*/ 142272 h 142187"/>
                <a:gd name="connsiteX3" fmla="*/ 134015 w 133776"/>
                <a:gd name="connsiteY3" fmla="*/ 68456 h 142187"/>
                <a:gd name="connsiteX4" fmla="*/ 67278 w 133776"/>
                <a:gd name="connsiteY4" fmla="*/ 85 h 142187"/>
                <a:gd name="connsiteX5" fmla="*/ 63334 w 133776"/>
                <a:gd name="connsiteY5" fmla="*/ 8555 h 142187"/>
                <a:gd name="connsiteX6" fmla="*/ 106713 w 133776"/>
                <a:gd name="connsiteY6" fmla="*/ 79044 h 142187"/>
                <a:gd name="connsiteX7" fmla="*/ 70311 w 133776"/>
                <a:gd name="connsiteY7" fmla="*/ 133802 h 142187"/>
                <a:gd name="connsiteX8" fmla="*/ 40887 w 133776"/>
                <a:gd name="connsiteY8" fmla="*/ 114440 h 142187"/>
                <a:gd name="connsiteX9" fmla="*/ 27539 w 133776"/>
                <a:gd name="connsiteY9" fmla="*/ 56052 h 142187"/>
                <a:gd name="connsiteX10" fmla="*/ 63334 w 133776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76" h="142187">
                  <a:moveTo>
                    <a:pt x="67278" y="85"/>
                  </a:moveTo>
                  <a:cubicBezTo>
                    <a:pt x="27843" y="85"/>
                    <a:pt x="238" y="29127"/>
                    <a:pt x="238" y="70876"/>
                  </a:cubicBezTo>
                  <a:cubicBezTo>
                    <a:pt x="238" y="111717"/>
                    <a:pt x="28449" y="142272"/>
                    <a:pt x="66671" y="142272"/>
                  </a:cubicBezTo>
                  <a:cubicBezTo>
                    <a:pt x="104893" y="142272"/>
                    <a:pt x="134015" y="110204"/>
                    <a:pt x="134015" y="68456"/>
                  </a:cubicBezTo>
                  <a:cubicBezTo>
                    <a:pt x="134015" y="28825"/>
                    <a:pt x="106107" y="85"/>
                    <a:pt x="67278" y="85"/>
                  </a:cubicBezTo>
                  <a:close/>
                  <a:moveTo>
                    <a:pt x="63334" y="8555"/>
                  </a:moveTo>
                  <a:cubicBezTo>
                    <a:pt x="88816" y="8555"/>
                    <a:pt x="106713" y="37598"/>
                    <a:pt x="106713" y="79044"/>
                  </a:cubicBezTo>
                  <a:cubicBezTo>
                    <a:pt x="106713" y="113230"/>
                    <a:pt x="93063" y="133802"/>
                    <a:pt x="70311" y="133802"/>
                  </a:cubicBezTo>
                  <a:cubicBezTo>
                    <a:pt x="58481" y="133802"/>
                    <a:pt x="47257" y="126541"/>
                    <a:pt x="40887" y="114440"/>
                  </a:cubicBezTo>
                  <a:cubicBezTo>
                    <a:pt x="32393" y="98708"/>
                    <a:pt x="27539" y="77532"/>
                    <a:pt x="27539" y="56052"/>
                  </a:cubicBezTo>
                  <a:cubicBezTo>
                    <a:pt x="27539" y="27312"/>
                    <a:pt x="41797" y="8555"/>
                    <a:pt x="63334" y="8555"/>
                  </a:cubicBez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49FC59-191B-36D2-BD53-449094D9246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964053" y="4981958"/>
              <a:ext cx="142270" cy="139162"/>
            </a:xfrm>
            <a:custGeom>
              <a:avLst/>
              <a:gdLst>
                <a:gd name="connsiteX0" fmla="*/ 243 w 142270"/>
                <a:gd name="connsiteY0" fmla="*/ 18841 h 139162"/>
                <a:gd name="connsiteX1" fmla="*/ 8433 w 142270"/>
                <a:gd name="connsiteY1" fmla="*/ 17631 h 139162"/>
                <a:gd name="connsiteX2" fmla="*/ 19657 w 142270"/>
                <a:gd name="connsiteY2" fmla="*/ 36993 h 139162"/>
                <a:gd name="connsiteX3" fmla="*/ 19657 w 142270"/>
                <a:gd name="connsiteY3" fmla="*/ 112020 h 139162"/>
                <a:gd name="connsiteX4" fmla="*/ 849 w 142270"/>
                <a:gd name="connsiteY4" fmla="*/ 134709 h 139162"/>
                <a:gd name="connsiteX5" fmla="*/ 849 w 142270"/>
                <a:gd name="connsiteY5" fmla="*/ 139247 h 139162"/>
                <a:gd name="connsiteX6" fmla="*/ 65159 w 142270"/>
                <a:gd name="connsiteY6" fmla="*/ 139247 h 139162"/>
                <a:gd name="connsiteX7" fmla="*/ 65159 w 142270"/>
                <a:gd name="connsiteY7" fmla="*/ 134709 h 139162"/>
                <a:gd name="connsiteX8" fmla="*/ 45138 w 142270"/>
                <a:gd name="connsiteY8" fmla="*/ 118978 h 139162"/>
                <a:gd name="connsiteX9" fmla="*/ 45138 w 142270"/>
                <a:gd name="connsiteY9" fmla="*/ 33968 h 139162"/>
                <a:gd name="connsiteX10" fmla="*/ 76383 w 142270"/>
                <a:gd name="connsiteY10" fmla="*/ 16724 h 139162"/>
                <a:gd name="connsiteX11" fmla="*/ 98528 w 142270"/>
                <a:gd name="connsiteY11" fmla="*/ 46069 h 139162"/>
                <a:gd name="connsiteX12" fmla="*/ 98528 w 142270"/>
                <a:gd name="connsiteY12" fmla="*/ 109297 h 139162"/>
                <a:gd name="connsiteX13" fmla="*/ 79417 w 142270"/>
                <a:gd name="connsiteY13" fmla="*/ 134709 h 139162"/>
                <a:gd name="connsiteX14" fmla="*/ 79417 w 142270"/>
                <a:gd name="connsiteY14" fmla="*/ 139247 h 139162"/>
                <a:gd name="connsiteX15" fmla="*/ 142513 w 142270"/>
                <a:gd name="connsiteY15" fmla="*/ 139247 h 139162"/>
                <a:gd name="connsiteX16" fmla="*/ 142513 w 142270"/>
                <a:gd name="connsiteY16" fmla="*/ 134709 h 139162"/>
                <a:gd name="connsiteX17" fmla="*/ 124009 w 142270"/>
                <a:gd name="connsiteY17" fmla="*/ 114742 h 139162"/>
                <a:gd name="connsiteX18" fmla="*/ 124009 w 142270"/>
                <a:gd name="connsiteY18" fmla="*/ 45464 h 139162"/>
                <a:gd name="connsiteX19" fmla="*/ 88214 w 142270"/>
                <a:gd name="connsiteY19" fmla="*/ 85 h 139162"/>
                <a:gd name="connsiteX20" fmla="*/ 44228 w 142270"/>
                <a:gd name="connsiteY20" fmla="*/ 24589 h 139162"/>
                <a:gd name="connsiteX21" fmla="*/ 44228 w 142270"/>
                <a:gd name="connsiteY21" fmla="*/ 690 h 139162"/>
                <a:gd name="connsiteX22" fmla="*/ 42105 w 142270"/>
                <a:gd name="connsiteY22" fmla="*/ 85 h 139162"/>
                <a:gd name="connsiteX23" fmla="*/ 243 w 142270"/>
                <a:gd name="connsiteY23" fmla="*/ 13698 h 139162"/>
                <a:gd name="connsiteX24" fmla="*/ 243 w 142270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70" h="139162">
                  <a:moveTo>
                    <a:pt x="243" y="18841"/>
                  </a:moveTo>
                  <a:cubicBezTo>
                    <a:pt x="2063" y="17934"/>
                    <a:pt x="5096" y="17631"/>
                    <a:pt x="8433" y="17631"/>
                  </a:cubicBezTo>
                  <a:cubicBezTo>
                    <a:pt x="16927" y="17631"/>
                    <a:pt x="19657" y="22169"/>
                    <a:pt x="19657" y="36993"/>
                  </a:cubicBezTo>
                  <a:lnTo>
                    <a:pt x="19657" y="112020"/>
                  </a:lnTo>
                  <a:cubicBezTo>
                    <a:pt x="19657" y="129264"/>
                    <a:pt x="16320" y="133499"/>
                    <a:pt x="849" y="134709"/>
                  </a:cubicBezTo>
                  <a:lnTo>
                    <a:pt x="849" y="139247"/>
                  </a:lnTo>
                  <a:lnTo>
                    <a:pt x="65159" y="139247"/>
                  </a:lnTo>
                  <a:lnTo>
                    <a:pt x="65159" y="134709"/>
                  </a:lnTo>
                  <a:cubicBezTo>
                    <a:pt x="49689" y="133499"/>
                    <a:pt x="45138" y="129869"/>
                    <a:pt x="45138" y="118978"/>
                  </a:cubicBezTo>
                  <a:lnTo>
                    <a:pt x="45138" y="33968"/>
                  </a:lnTo>
                  <a:cubicBezTo>
                    <a:pt x="59699" y="20354"/>
                    <a:pt x="66373" y="16724"/>
                    <a:pt x="76383" y="16724"/>
                  </a:cubicBezTo>
                  <a:cubicBezTo>
                    <a:pt x="91247" y="16724"/>
                    <a:pt x="98528" y="26102"/>
                    <a:pt x="98528" y="46069"/>
                  </a:cubicBezTo>
                  <a:lnTo>
                    <a:pt x="98528" y="109297"/>
                  </a:lnTo>
                  <a:cubicBezTo>
                    <a:pt x="98528" y="128356"/>
                    <a:pt x="94584" y="133499"/>
                    <a:pt x="79417" y="134709"/>
                  </a:cubicBezTo>
                  <a:lnTo>
                    <a:pt x="79417" y="139247"/>
                  </a:lnTo>
                  <a:lnTo>
                    <a:pt x="142513" y="139247"/>
                  </a:lnTo>
                  <a:lnTo>
                    <a:pt x="142513" y="134709"/>
                  </a:lnTo>
                  <a:cubicBezTo>
                    <a:pt x="127649" y="133196"/>
                    <a:pt x="124009" y="129566"/>
                    <a:pt x="124009" y="114742"/>
                  </a:cubicBezTo>
                  <a:lnTo>
                    <a:pt x="124009" y="45464"/>
                  </a:lnTo>
                  <a:cubicBezTo>
                    <a:pt x="124009" y="17026"/>
                    <a:pt x="110662" y="85"/>
                    <a:pt x="88214" y="85"/>
                  </a:cubicBezTo>
                  <a:cubicBezTo>
                    <a:pt x="74260" y="85"/>
                    <a:pt x="64856" y="5228"/>
                    <a:pt x="44228" y="24589"/>
                  </a:cubicBezTo>
                  <a:lnTo>
                    <a:pt x="44228" y="690"/>
                  </a:lnTo>
                  <a:lnTo>
                    <a:pt x="42105" y="85"/>
                  </a:lnTo>
                  <a:cubicBezTo>
                    <a:pt x="27241" y="5530"/>
                    <a:pt x="16927" y="8858"/>
                    <a:pt x="243" y="13698"/>
                  </a:cubicBezTo>
                  <a:lnTo>
                    <a:pt x="243" y="1884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3CC7A9C-1869-EC56-9640-D684630D11B7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193632" y="4914494"/>
              <a:ext cx="110115" cy="206625"/>
            </a:xfrm>
            <a:custGeom>
              <a:avLst/>
              <a:gdLst>
                <a:gd name="connsiteX0" fmla="*/ 87918 w 110115"/>
                <a:gd name="connsiteY0" fmla="*/ 70573 h 206625"/>
                <a:gd name="connsiteX1" fmla="*/ 50606 w 110115"/>
                <a:gd name="connsiteY1" fmla="*/ 70573 h 206625"/>
                <a:gd name="connsiteX2" fmla="*/ 50606 w 110115"/>
                <a:gd name="connsiteY2" fmla="*/ 35480 h 206625"/>
                <a:gd name="connsiteX3" fmla="*/ 67897 w 110115"/>
                <a:gd name="connsiteY3" fmla="*/ 8555 h 206625"/>
                <a:gd name="connsiteX4" fmla="*/ 83975 w 110115"/>
                <a:gd name="connsiteY4" fmla="*/ 20354 h 206625"/>
                <a:gd name="connsiteX5" fmla="*/ 97625 w 110115"/>
                <a:gd name="connsiteY5" fmla="*/ 31245 h 206625"/>
                <a:gd name="connsiteX6" fmla="*/ 110366 w 110115"/>
                <a:gd name="connsiteY6" fmla="*/ 18841 h 206625"/>
                <a:gd name="connsiteX7" fmla="*/ 78818 w 110115"/>
                <a:gd name="connsiteY7" fmla="*/ 85 h 206625"/>
                <a:gd name="connsiteX8" fmla="*/ 36045 w 110115"/>
                <a:gd name="connsiteY8" fmla="*/ 22169 h 206625"/>
                <a:gd name="connsiteX9" fmla="*/ 25428 w 110115"/>
                <a:gd name="connsiteY9" fmla="*/ 70573 h 206625"/>
                <a:gd name="connsiteX10" fmla="*/ 554 w 110115"/>
                <a:gd name="connsiteY10" fmla="*/ 70573 h 206625"/>
                <a:gd name="connsiteX11" fmla="*/ 554 w 110115"/>
                <a:gd name="connsiteY11" fmla="*/ 80254 h 206625"/>
                <a:gd name="connsiteX12" fmla="*/ 25428 w 110115"/>
                <a:gd name="connsiteY12" fmla="*/ 80254 h 206625"/>
                <a:gd name="connsiteX13" fmla="*/ 25428 w 110115"/>
                <a:gd name="connsiteY13" fmla="*/ 175248 h 206625"/>
                <a:gd name="connsiteX14" fmla="*/ 250 w 110115"/>
                <a:gd name="connsiteY14" fmla="*/ 202173 h 206625"/>
                <a:gd name="connsiteX15" fmla="*/ 250 w 110115"/>
                <a:gd name="connsiteY15" fmla="*/ 206710 h 206625"/>
                <a:gd name="connsiteX16" fmla="*/ 79121 w 110115"/>
                <a:gd name="connsiteY16" fmla="*/ 206710 h 206625"/>
                <a:gd name="connsiteX17" fmla="*/ 79121 w 110115"/>
                <a:gd name="connsiteY17" fmla="*/ 202173 h 206625"/>
                <a:gd name="connsiteX18" fmla="*/ 50909 w 110115"/>
                <a:gd name="connsiteY18" fmla="*/ 175248 h 206625"/>
                <a:gd name="connsiteX19" fmla="*/ 50909 w 110115"/>
                <a:gd name="connsiteY19" fmla="*/ 80254 h 206625"/>
                <a:gd name="connsiteX20" fmla="*/ 87918 w 110115"/>
                <a:gd name="connsiteY20" fmla="*/ 80254 h 206625"/>
                <a:gd name="connsiteX21" fmla="*/ 87918 w 110115"/>
                <a:gd name="connsiteY21" fmla="*/ 70573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115" h="206625">
                  <a:moveTo>
                    <a:pt x="87918" y="70573"/>
                  </a:moveTo>
                  <a:lnTo>
                    <a:pt x="50606" y="70573"/>
                  </a:lnTo>
                  <a:lnTo>
                    <a:pt x="50606" y="35480"/>
                  </a:lnTo>
                  <a:cubicBezTo>
                    <a:pt x="50606" y="17934"/>
                    <a:pt x="56370" y="8555"/>
                    <a:pt x="67897" y="8555"/>
                  </a:cubicBezTo>
                  <a:cubicBezTo>
                    <a:pt x="74267" y="8555"/>
                    <a:pt x="78514" y="11581"/>
                    <a:pt x="83975" y="20354"/>
                  </a:cubicBezTo>
                  <a:cubicBezTo>
                    <a:pt x="88828" y="28220"/>
                    <a:pt x="92468" y="31245"/>
                    <a:pt x="97625" y="31245"/>
                  </a:cubicBezTo>
                  <a:cubicBezTo>
                    <a:pt x="104602" y="31245"/>
                    <a:pt x="110366" y="25799"/>
                    <a:pt x="110366" y="18841"/>
                  </a:cubicBezTo>
                  <a:cubicBezTo>
                    <a:pt x="110366" y="7950"/>
                    <a:pt x="97019" y="85"/>
                    <a:pt x="78818" y="85"/>
                  </a:cubicBezTo>
                  <a:cubicBezTo>
                    <a:pt x="60010" y="85"/>
                    <a:pt x="43932" y="8253"/>
                    <a:pt x="36045" y="22169"/>
                  </a:cubicBezTo>
                  <a:cubicBezTo>
                    <a:pt x="28158" y="35480"/>
                    <a:pt x="25732" y="46371"/>
                    <a:pt x="25428" y="70573"/>
                  </a:cubicBezTo>
                  <a:lnTo>
                    <a:pt x="554" y="70573"/>
                  </a:lnTo>
                  <a:lnTo>
                    <a:pt x="554" y="80254"/>
                  </a:lnTo>
                  <a:lnTo>
                    <a:pt x="25428" y="80254"/>
                  </a:lnTo>
                  <a:lnTo>
                    <a:pt x="25428" y="175248"/>
                  </a:lnTo>
                  <a:cubicBezTo>
                    <a:pt x="25428" y="197332"/>
                    <a:pt x="22091" y="200962"/>
                    <a:pt x="250" y="202173"/>
                  </a:cubicBezTo>
                  <a:lnTo>
                    <a:pt x="250" y="206710"/>
                  </a:lnTo>
                  <a:lnTo>
                    <a:pt x="79121" y="206710"/>
                  </a:lnTo>
                  <a:lnTo>
                    <a:pt x="79121" y="202173"/>
                  </a:lnTo>
                  <a:cubicBezTo>
                    <a:pt x="54246" y="201265"/>
                    <a:pt x="50909" y="197937"/>
                    <a:pt x="50909" y="175248"/>
                  </a:cubicBezTo>
                  <a:lnTo>
                    <a:pt x="50909" y="80254"/>
                  </a:lnTo>
                  <a:lnTo>
                    <a:pt x="87918" y="80254"/>
                  </a:lnTo>
                  <a:lnTo>
                    <a:pt x="87918" y="70573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34F286E-8A3F-52EA-9CFD-D1ADD5C5C94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297755" y="4981958"/>
              <a:ext cx="133776" cy="142187"/>
            </a:xfrm>
            <a:custGeom>
              <a:avLst/>
              <a:gdLst>
                <a:gd name="connsiteX0" fmla="*/ 67294 w 133776"/>
                <a:gd name="connsiteY0" fmla="*/ 85 h 142187"/>
                <a:gd name="connsiteX1" fmla="*/ 254 w 133776"/>
                <a:gd name="connsiteY1" fmla="*/ 70876 h 142187"/>
                <a:gd name="connsiteX2" fmla="*/ 66687 w 133776"/>
                <a:gd name="connsiteY2" fmla="*/ 142272 h 142187"/>
                <a:gd name="connsiteX3" fmla="*/ 134030 w 133776"/>
                <a:gd name="connsiteY3" fmla="*/ 68456 h 142187"/>
                <a:gd name="connsiteX4" fmla="*/ 67294 w 133776"/>
                <a:gd name="connsiteY4" fmla="*/ 85 h 142187"/>
                <a:gd name="connsiteX5" fmla="*/ 63350 w 133776"/>
                <a:gd name="connsiteY5" fmla="*/ 8555 h 142187"/>
                <a:gd name="connsiteX6" fmla="*/ 106729 w 133776"/>
                <a:gd name="connsiteY6" fmla="*/ 79044 h 142187"/>
                <a:gd name="connsiteX7" fmla="*/ 70327 w 133776"/>
                <a:gd name="connsiteY7" fmla="*/ 133802 h 142187"/>
                <a:gd name="connsiteX8" fmla="*/ 40902 w 133776"/>
                <a:gd name="connsiteY8" fmla="*/ 114440 h 142187"/>
                <a:gd name="connsiteX9" fmla="*/ 27555 w 133776"/>
                <a:gd name="connsiteY9" fmla="*/ 56052 h 142187"/>
                <a:gd name="connsiteX10" fmla="*/ 63350 w 133776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76" h="142187">
                  <a:moveTo>
                    <a:pt x="67294" y="85"/>
                  </a:moveTo>
                  <a:cubicBezTo>
                    <a:pt x="27858" y="85"/>
                    <a:pt x="254" y="29127"/>
                    <a:pt x="254" y="70876"/>
                  </a:cubicBezTo>
                  <a:cubicBezTo>
                    <a:pt x="254" y="111717"/>
                    <a:pt x="28465" y="142272"/>
                    <a:pt x="66687" y="142272"/>
                  </a:cubicBezTo>
                  <a:cubicBezTo>
                    <a:pt x="104909" y="142272"/>
                    <a:pt x="134030" y="110204"/>
                    <a:pt x="134030" y="68456"/>
                  </a:cubicBezTo>
                  <a:cubicBezTo>
                    <a:pt x="134030" y="28825"/>
                    <a:pt x="106122" y="85"/>
                    <a:pt x="67294" y="85"/>
                  </a:cubicBezTo>
                  <a:close/>
                  <a:moveTo>
                    <a:pt x="63350" y="8555"/>
                  </a:moveTo>
                  <a:cubicBezTo>
                    <a:pt x="88831" y="8555"/>
                    <a:pt x="106729" y="37598"/>
                    <a:pt x="106729" y="79044"/>
                  </a:cubicBezTo>
                  <a:cubicBezTo>
                    <a:pt x="106729" y="113230"/>
                    <a:pt x="93078" y="133802"/>
                    <a:pt x="70327" y="133802"/>
                  </a:cubicBezTo>
                  <a:cubicBezTo>
                    <a:pt x="58497" y="133802"/>
                    <a:pt x="47273" y="126541"/>
                    <a:pt x="40902" y="114440"/>
                  </a:cubicBezTo>
                  <a:cubicBezTo>
                    <a:pt x="32409" y="98708"/>
                    <a:pt x="27555" y="77532"/>
                    <a:pt x="27555" y="56052"/>
                  </a:cubicBezTo>
                  <a:cubicBezTo>
                    <a:pt x="27555" y="27312"/>
                    <a:pt x="41812" y="8555"/>
                    <a:pt x="63350" y="8555"/>
                  </a:cubicBez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1EB167-96CB-C10A-6B81-C9F3682CA8A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442717" y="4981958"/>
              <a:ext cx="100105" cy="139162"/>
            </a:xfrm>
            <a:custGeom>
              <a:avLst/>
              <a:gdLst>
                <a:gd name="connsiteX0" fmla="*/ 865 w 100105"/>
                <a:gd name="connsiteY0" fmla="*/ 21262 h 139162"/>
                <a:gd name="connsiteX1" fmla="*/ 11482 w 100105"/>
                <a:gd name="connsiteY1" fmla="*/ 20051 h 139162"/>
                <a:gd name="connsiteX2" fmla="*/ 21796 w 100105"/>
                <a:gd name="connsiteY2" fmla="*/ 38203 h 139162"/>
                <a:gd name="connsiteX3" fmla="*/ 21796 w 100105"/>
                <a:gd name="connsiteY3" fmla="*/ 113835 h 139162"/>
                <a:gd name="connsiteX4" fmla="*/ 259 w 100105"/>
                <a:gd name="connsiteY4" fmla="*/ 134709 h 139162"/>
                <a:gd name="connsiteX5" fmla="*/ 259 w 100105"/>
                <a:gd name="connsiteY5" fmla="*/ 139247 h 139162"/>
                <a:gd name="connsiteX6" fmla="*/ 73062 w 100105"/>
                <a:gd name="connsiteY6" fmla="*/ 139247 h 139162"/>
                <a:gd name="connsiteX7" fmla="*/ 73062 w 100105"/>
                <a:gd name="connsiteY7" fmla="*/ 134709 h 139162"/>
                <a:gd name="connsiteX8" fmla="*/ 47278 w 100105"/>
                <a:gd name="connsiteY8" fmla="*/ 112020 h 139162"/>
                <a:gd name="connsiteX9" fmla="*/ 47278 w 100105"/>
                <a:gd name="connsiteY9" fmla="*/ 43951 h 139162"/>
                <a:gd name="connsiteX10" fmla="*/ 68512 w 100105"/>
                <a:gd name="connsiteY10" fmla="*/ 19144 h 139162"/>
                <a:gd name="connsiteX11" fmla="*/ 76399 w 100105"/>
                <a:gd name="connsiteY11" fmla="*/ 23682 h 139162"/>
                <a:gd name="connsiteX12" fmla="*/ 88533 w 100105"/>
                <a:gd name="connsiteY12" fmla="*/ 29732 h 139162"/>
                <a:gd name="connsiteX13" fmla="*/ 100364 w 100105"/>
                <a:gd name="connsiteY13" fmla="*/ 16119 h 139162"/>
                <a:gd name="connsiteX14" fmla="*/ 83679 w 100105"/>
                <a:gd name="connsiteY14" fmla="*/ 85 h 139162"/>
                <a:gd name="connsiteX15" fmla="*/ 47278 w 100105"/>
                <a:gd name="connsiteY15" fmla="*/ 28522 h 139162"/>
                <a:gd name="connsiteX16" fmla="*/ 47278 w 100105"/>
                <a:gd name="connsiteY16" fmla="*/ 690 h 139162"/>
                <a:gd name="connsiteX17" fmla="*/ 45761 w 100105"/>
                <a:gd name="connsiteY17" fmla="*/ 85 h 139162"/>
                <a:gd name="connsiteX18" fmla="*/ 865 w 100105"/>
                <a:gd name="connsiteY18" fmla="*/ 16421 h 139162"/>
                <a:gd name="connsiteX19" fmla="*/ 865 w 100105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105" h="139162">
                  <a:moveTo>
                    <a:pt x="865" y="21262"/>
                  </a:moveTo>
                  <a:cubicBezTo>
                    <a:pt x="5112" y="20354"/>
                    <a:pt x="7842" y="20051"/>
                    <a:pt x="11482" y="20051"/>
                  </a:cubicBezTo>
                  <a:cubicBezTo>
                    <a:pt x="19066" y="20051"/>
                    <a:pt x="21796" y="24892"/>
                    <a:pt x="21796" y="38203"/>
                  </a:cubicBezTo>
                  <a:lnTo>
                    <a:pt x="21796" y="113835"/>
                  </a:lnTo>
                  <a:cubicBezTo>
                    <a:pt x="21796" y="128961"/>
                    <a:pt x="19673" y="131079"/>
                    <a:pt x="259" y="134709"/>
                  </a:cubicBezTo>
                  <a:lnTo>
                    <a:pt x="259" y="139247"/>
                  </a:lnTo>
                  <a:lnTo>
                    <a:pt x="73062" y="139247"/>
                  </a:lnTo>
                  <a:lnTo>
                    <a:pt x="73062" y="134709"/>
                  </a:lnTo>
                  <a:cubicBezTo>
                    <a:pt x="52435" y="133802"/>
                    <a:pt x="47278" y="129264"/>
                    <a:pt x="47278" y="112020"/>
                  </a:cubicBezTo>
                  <a:lnTo>
                    <a:pt x="47278" y="43951"/>
                  </a:lnTo>
                  <a:cubicBezTo>
                    <a:pt x="47278" y="34270"/>
                    <a:pt x="60322" y="19144"/>
                    <a:pt x="68512" y="19144"/>
                  </a:cubicBezTo>
                  <a:cubicBezTo>
                    <a:pt x="70332" y="19144"/>
                    <a:pt x="73062" y="20656"/>
                    <a:pt x="76399" y="23682"/>
                  </a:cubicBezTo>
                  <a:cubicBezTo>
                    <a:pt x="81253" y="27917"/>
                    <a:pt x="84590" y="29732"/>
                    <a:pt x="88533" y="29732"/>
                  </a:cubicBezTo>
                  <a:cubicBezTo>
                    <a:pt x="95813" y="29732"/>
                    <a:pt x="100364" y="24589"/>
                    <a:pt x="100364" y="16119"/>
                  </a:cubicBezTo>
                  <a:cubicBezTo>
                    <a:pt x="100364" y="6135"/>
                    <a:pt x="93993" y="85"/>
                    <a:pt x="83679" y="85"/>
                  </a:cubicBezTo>
                  <a:cubicBezTo>
                    <a:pt x="70939" y="85"/>
                    <a:pt x="62142" y="7043"/>
                    <a:pt x="47278" y="28522"/>
                  </a:cubicBezTo>
                  <a:lnTo>
                    <a:pt x="47278" y="690"/>
                  </a:lnTo>
                  <a:lnTo>
                    <a:pt x="45761" y="85"/>
                  </a:lnTo>
                  <a:cubicBezTo>
                    <a:pt x="29683" y="6740"/>
                    <a:pt x="18763" y="10673"/>
                    <a:pt x="865" y="16421"/>
                  </a:cubicBezTo>
                  <a:lnTo>
                    <a:pt x="865" y="21262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E2F445-9649-E1CE-FD91-A8921B34868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547447" y="4981958"/>
              <a:ext cx="230241" cy="139162"/>
            </a:xfrm>
            <a:custGeom>
              <a:avLst/>
              <a:gdLst>
                <a:gd name="connsiteX0" fmla="*/ 1172 w 230241"/>
                <a:gd name="connsiteY0" fmla="*/ 18841 h 139162"/>
                <a:gd name="connsiteX1" fmla="*/ 10879 w 230241"/>
                <a:gd name="connsiteY1" fmla="*/ 17631 h 139162"/>
                <a:gd name="connsiteX2" fmla="*/ 21496 w 230241"/>
                <a:gd name="connsiteY2" fmla="*/ 36993 h 139162"/>
                <a:gd name="connsiteX3" fmla="*/ 21496 w 230241"/>
                <a:gd name="connsiteY3" fmla="*/ 113532 h 139162"/>
                <a:gd name="connsiteX4" fmla="*/ 262 w 230241"/>
                <a:gd name="connsiteY4" fmla="*/ 134709 h 139162"/>
                <a:gd name="connsiteX5" fmla="*/ 262 w 230241"/>
                <a:gd name="connsiteY5" fmla="*/ 139247 h 139162"/>
                <a:gd name="connsiteX6" fmla="*/ 67605 w 230241"/>
                <a:gd name="connsiteY6" fmla="*/ 139247 h 139162"/>
                <a:gd name="connsiteX7" fmla="*/ 67605 w 230241"/>
                <a:gd name="connsiteY7" fmla="*/ 134709 h 139162"/>
                <a:gd name="connsiteX8" fmla="*/ 46978 w 230241"/>
                <a:gd name="connsiteY8" fmla="*/ 118978 h 139162"/>
                <a:gd name="connsiteX9" fmla="*/ 46978 w 230241"/>
                <a:gd name="connsiteY9" fmla="*/ 33665 h 139162"/>
                <a:gd name="connsiteX10" fmla="*/ 51528 w 230241"/>
                <a:gd name="connsiteY10" fmla="*/ 27917 h 139162"/>
                <a:gd name="connsiteX11" fmla="*/ 82773 w 230241"/>
                <a:gd name="connsiteY11" fmla="*/ 15816 h 139162"/>
                <a:gd name="connsiteX12" fmla="*/ 102794 w 230241"/>
                <a:gd name="connsiteY12" fmla="*/ 47581 h 139162"/>
                <a:gd name="connsiteX13" fmla="*/ 102794 w 230241"/>
                <a:gd name="connsiteY13" fmla="*/ 113230 h 139162"/>
                <a:gd name="connsiteX14" fmla="*/ 82166 w 230241"/>
                <a:gd name="connsiteY14" fmla="*/ 134709 h 139162"/>
                <a:gd name="connsiteX15" fmla="*/ 82166 w 230241"/>
                <a:gd name="connsiteY15" fmla="*/ 139247 h 139162"/>
                <a:gd name="connsiteX16" fmla="*/ 150116 w 230241"/>
                <a:gd name="connsiteY16" fmla="*/ 139247 h 139162"/>
                <a:gd name="connsiteX17" fmla="*/ 150116 w 230241"/>
                <a:gd name="connsiteY17" fmla="*/ 134709 h 139162"/>
                <a:gd name="connsiteX18" fmla="*/ 128275 w 230241"/>
                <a:gd name="connsiteY18" fmla="*/ 110507 h 139162"/>
                <a:gd name="connsiteX19" fmla="*/ 128275 w 230241"/>
                <a:gd name="connsiteY19" fmla="*/ 34270 h 139162"/>
                <a:gd name="connsiteX20" fmla="*/ 161340 w 230241"/>
                <a:gd name="connsiteY20" fmla="*/ 15816 h 139162"/>
                <a:gd name="connsiteX21" fmla="*/ 184091 w 230241"/>
                <a:gd name="connsiteY21" fmla="*/ 49094 h 139162"/>
                <a:gd name="connsiteX22" fmla="*/ 184091 w 230241"/>
                <a:gd name="connsiteY22" fmla="*/ 112927 h 139162"/>
                <a:gd name="connsiteX23" fmla="*/ 164070 w 230241"/>
                <a:gd name="connsiteY23" fmla="*/ 134709 h 139162"/>
                <a:gd name="connsiteX24" fmla="*/ 164070 w 230241"/>
                <a:gd name="connsiteY24" fmla="*/ 139247 h 139162"/>
                <a:gd name="connsiteX25" fmla="*/ 230504 w 230241"/>
                <a:gd name="connsiteY25" fmla="*/ 139247 h 139162"/>
                <a:gd name="connsiteX26" fmla="*/ 230504 w 230241"/>
                <a:gd name="connsiteY26" fmla="*/ 134709 h 139162"/>
                <a:gd name="connsiteX27" fmla="*/ 222617 w 230241"/>
                <a:gd name="connsiteY27" fmla="*/ 134104 h 139162"/>
                <a:gd name="connsiteX28" fmla="*/ 209573 w 230241"/>
                <a:gd name="connsiteY28" fmla="*/ 116255 h 139162"/>
                <a:gd name="connsiteX29" fmla="*/ 209573 w 230241"/>
                <a:gd name="connsiteY29" fmla="*/ 53934 h 139162"/>
                <a:gd name="connsiteX30" fmla="*/ 174384 w 230241"/>
                <a:gd name="connsiteY30" fmla="*/ 85 h 139162"/>
                <a:gd name="connsiteX31" fmla="*/ 124938 w 230241"/>
                <a:gd name="connsiteY31" fmla="*/ 25497 h 139162"/>
                <a:gd name="connsiteX32" fmla="*/ 92783 w 230241"/>
                <a:gd name="connsiteY32" fmla="*/ 85 h 139162"/>
                <a:gd name="connsiteX33" fmla="*/ 45764 w 230241"/>
                <a:gd name="connsiteY33" fmla="*/ 23379 h 139162"/>
                <a:gd name="connsiteX34" fmla="*/ 45764 w 230241"/>
                <a:gd name="connsiteY34" fmla="*/ 690 h 139162"/>
                <a:gd name="connsiteX35" fmla="*/ 43641 w 230241"/>
                <a:gd name="connsiteY35" fmla="*/ 85 h 139162"/>
                <a:gd name="connsiteX36" fmla="*/ 1172 w 230241"/>
                <a:gd name="connsiteY36" fmla="*/ 13698 h 139162"/>
                <a:gd name="connsiteX37" fmla="*/ 1172 w 230241"/>
                <a:gd name="connsiteY37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0241" h="139162">
                  <a:moveTo>
                    <a:pt x="1172" y="18841"/>
                  </a:moveTo>
                  <a:cubicBezTo>
                    <a:pt x="5115" y="17934"/>
                    <a:pt x="7542" y="17631"/>
                    <a:pt x="10879" y="17631"/>
                  </a:cubicBezTo>
                  <a:cubicBezTo>
                    <a:pt x="18766" y="17631"/>
                    <a:pt x="21496" y="22472"/>
                    <a:pt x="21496" y="36993"/>
                  </a:cubicBezTo>
                  <a:lnTo>
                    <a:pt x="21496" y="113532"/>
                  </a:lnTo>
                  <a:cubicBezTo>
                    <a:pt x="21496" y="129869"/>
                    <a:pt x="17249" y="134407"/>
                    <a:pt x="262" y="134709"/>
                  </a:cubicBezTo>
                  <a:lnTo>
                    <a:pt x="262" y="139247"/>
                  </a:lnTo>
                  <a:lnTo>
                    <a:pt x="67605" y="139247"/>
                  </a:lnTo>
                  <a:lnTo>
                    <a:pt x="67605" y="134709"/>
                  </a:lnTo>
                  <a:cubicBezTo>
                    <a:pt x="51528" y="134104"/>
                    <a:pt x="46978" y="130776"/>
                    <a:pt x="46978" y="118978"/>
                  </a:cubicBezTo>
                  <a:lnTo>
                    <a:pt x="46978" y="33665"/>
                  </a:lnTo>
                  <a:cubicBezTo>
                    <a:pt x="46978" y="33060"/>
                    <a:pt x="49404" y="30035"/>
                    <a:pt x="51528" y="27917"/>
                  </a:cubicBezTo>
                  <a:cubicBezTo>
                    <a:pt x="59112" y="20959"/>
                    <a:pt x="72156" y="15816"/>
                    <a:pt x="82773" y="15816"/>
                  </a:cubicBezTo>
                  <a:cubicBezTo>
                    <a:pt x="96120" y="15816"/>
                    <a:pt x="102794" y="26404"/>
                    <a:pt x="102794" y="47581"/>
                  </a:cubicBezTo>
                  <a:lnTo>
                    <a:pt x="102794" y="113230"/>
                  </a:lnTo>
                  <a:cubicBezTo>
                    <a:pt x="102794" y="130171"/>
                    <a:pt x="99457" y="133499"/>
                    <a:pt x="82166" y="134709"/>
                  </a:cubicBezTo>
                  <a:lnTo>
                    <a:pt x="82166" y="139247"/>
                  </a:lnTo>
                  <a:lnTo>
                    <a:pt x="150116" y="139247"/>
                  </a:lnTo>
                  <a:lnTo>
                    <a:pt x="150116" y="134709"/>
                  </a:lnTo>
                  <a:cubicBezTo>
                    <a:pt x="132825" y="134407"/>
                    <a:pt x="128275" y="129264"/>
                    <a:pt x="128275" y="110507"/>
                  </a:cubicBezTo>
                  <a:lnTo>
                    <a:pt x="128275" y="34270"/>
                  </a:lnTo>
                  <a:cubicBezTo>
                    <a:pt x="137376" y="21262"/>
                    <a:pt x="147386" y="15816"/>
                    <a:pt x="161340" y="15816"/>
                  </a:cubicBezTo>
                  <a:cubicBezTo>
                    <a:pt x="178631" y="15816"/>
                    <a:pt x="184091" y="23984"/>
                    <a:pt x="184091" y="49094"/>
                  </a:cubicBezTo>
                  <a:lnTo>
                    <a:pt x="184091" y="112927"/>
                  </a:lnTo>
                  <a:cubicBezTo>
                    <a:pt x="184091" y="130171"/>
                    <a:pt x="181664" y="132591"/>
                    <a:pt x="164070" y="134709"/>
                  </a:cubicBezTo>
                  <a:lnTo>
                    <a:pt x="164070" y="139247"/>
                  </a:lnTo>
                  <a:lnTo>
                    <a:pt x="230504" y="139247"/>
                  </a:lnTo>
                  <a:lnTo>
                    <a:pt x="230504" y="134709"/>
                  </a:lnTo>
                  <a:lnTo>
                    <a:pt x="222617" y="134104"/>
                  </a:lnTo>
                  <a:cubicBezTo>
                    <a:pt x="213516" y="133499"/>
                    <a:pt x="209573" y="128054"/>
                    <a:pt x="209573" y="116255"/>
                  </a:cubicBezTo>
                  <a:lnTo>
                    <a:pt x="209573" y="53934"/>
                  </a:lnTo>
                  <a:cubicBezTo>
                    <a:pt x="209573" y="18236"/>
                    <a:pt x="197742" y="85"/>
                    <a:pt x="174384" y="85"/>
                  </a:cubicBezTo>
                  <a:cubicBezTo>
                    <a:pt x="156790" y="85"/>
                    <a:pt x="141319" y="7950"/>
                    <a:pt x="124938" y="25497"/>
                  </a:cubicBezTo>
                  <a:cubicBezTo>
                    <a:pt x="119478" y="8253"/>
                    <a:pt x="109164" y="85"/>
                    <a:pt x="92783" y="85"/>
                  </a:cubicBezTo>
                  <a:cubicBezTo>
                    <a:pt x="79436" y="85"/>
                    <a:pt x="70942" y="4320"/>
                    <a:pt x="45764" y="23379"/>
                  </a:cubicBezTo>
                  <a:lnTo>
                    <a:pt x="45764" y="690"/>
                  </a:lnTo>
                  <a:lnTo>
                    <a:pt x="43641" y="85"/>
                  </a:lnTo>
                  <a:cubicBezTo>
                    <a:pt x="28170" y="5833"/>
                    <a:pt x="17856" y="9160"/>
                    <a:pt x="1172" y="13698"/>
                  </a:cubicBezTo>
                  <a:lnTo>
                    <a:pt x="1172" y="18841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AF18EA9-A605-A32A-C581-CDE5B455256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782211" y="4984983"/>
              <a:ext cx="142573" cy="139162"/>
            </a:xfrm>
            <a:custGeom>
              <a:avLst/>
              <a:gdLst>
                <a:gd name="connsiteX0" fmla="*/ 142844 w 142573"/>
                <a:gd name="connsiteY0" fmla="*/ 121095 h 139162"/>
                <a:gd name="connsiteX1" fmla="*/ 141327 w 142573"/>
                <a:gd name="connsiteY1" fmla="*/ 121095 h 139162"/>
                <a:gd name="connsiteX2" fmla="*/ 124036 w 142573"/>
                <a:gd name="connsiteY2" fmla="*/ 103851 h 139162"/>
                <a:gd name="connsiteX3" fmla="*/ 124036 w 142573"/>
                <a:gd name="connsiteY3" fmla="*/ 85 h 139162"/>
                <a:gd name="connsiteX4" fmla="*/ 76107 w 142573"/>
                <a:gd name="connsiteY4" fmla="*/ 85 h 139162"/>
                <a:gd name="connsiteX5" fmla="*/ 76107 w 142573"/>
                <a:gd name="connsiteY5" fmla="*/ 5228 h 139162"/>
                <a:gd name="connsiteX6" fmla="*/ 98555 w 142573"/>
                <a:gd name="connsiteY6" fmla="*/ 24287 h 139162"/>
                <a:gd name="connsiteX7" fmla="*/ 98555 w 142573"/>
                <a:gd name="connsiteY7" fmla="*/ 95381 h 139162"/>
                <a:gd name="connsiteX8" fmla="*/ 92791 w 142573"/>
                <a:gd name="connsiteY8" fmla="*/ 111415 h 139162"/>
                <a:gd name="connsiteX9" fmla="*/ 66096 w 142573"/>
                <a:gd name="connsiteY9" fmla="*/ 121700 h 139162"/>
                <a:gd name="connsiteX10" fmla="*/ 44559 w 142573"/>
                <a:gd name="connsiteY10" fmla="*/ 98708 h 139162"/>
                <a:gd name="connsiteX11" fmla="*/ 44559 w 142573"/>
                <a:gd name="connsiteY11" fmla="*/ 85 h 139162"/>
                <a:gd name="connsiteX12" fmla="*/ 270 w 142573"/>
                <a:gd name="connsiteY12" fmla="*/ 85 h 139162"/>
                <a:gd name="connsiteX13" fmla="*/ 270 w 142573"/>
                <a:gd name="connsiteY13" fmla="*/ 4320 h 139162"/>
                <a:gd name="connsiteX14" fmla="*/ 19077 w 142573"/>
                <a:gd name="connsiteY14" fmla="*/ 23682 h 139162"/>
                <a:gd name="connsiteX15" fmla="*/ 19077 w 142573"/>
                <a:gd name="connsiteY15" fmla="*/ 99919 h 139162"/>
                <a:gd name="connsiteX16" fmla="*/ 55782 w 142573"/>
                <a:gd name="connsiteY16" fmla="*/ 139247 h 139162"/>
                <a:gd name="connsiteX17" fmla="*/ 87027 w 142573"/>
                <a:gd name="connsiteY17" fmla="*/ 126238 h 139162"/>
                <a:gd name="connsiteX18" fmla="*/ 100071 w 142573"/>
                <a:gd name="connsiteY18" fmla="*/ 113230 h 139162"/>
                <a:gd name="connsiteX19" fmla="*/ 100071 w 142573"/>
                <a:gd name="connsiteY19" fmla="*/ 138339 h 139162"/>
                <a:gd name="connsiteX20" fmla="*/ 101285 w 142573"/>
                <a:gd name="connsiteY20" fmla="*/ 138944 h 139162"/>
                <a:gd name="connsiteX21" fmla="*/ 142844 w 142573"/>
                <a:gd name="connsiteY21" fmla="*/ 125331 h 139162"/>
                <a:gd name="connsiteX22" fmla="*/ 142844 w 142573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573" h="139162">
                  <a:moveTo>
                    <a:pt x="142844" y="121095"/>
                  </a:moveTo>
                  <a:lnTo>
                    <a:pt x="141327" y="121095"/>
                  </a:lnTo>
                  <a:cubicBezTo>
                    <a:pt x="127373" y="121095"/>
                    <a:pt x="124036" y="117768"/>
                    <a:pt x="124036" y="103851"/>
                  </a:cubicBezTo>
                  <a:lnTo>
                    <a:pt x="124036" y="85"/>
                  </a:lnTo>
                  <a:lnTo>
                    <a:pt x="76107" y="85"/>
                  </a:lnTo>
                  <a:lnTo>
                    <a:pt x="76107" y="5228"/>
                  </a:lnTo>
                  <a:cubicBezTo>
                    <a:pt x="94914" y="6135"/>
                    <a:pt x="98555" y="9160"/>
                    <a:pt x="98555" y="24287"/>
                  </a:cubicBezTo>
                  <a:lnTo>
                    <a:pt x="98555" y="95381"/>
                  </a:lnTo>
                  <a:cubicBezTo>
                    <a:pt x="98555" y="103851"/>
                    <a:pt x="97038" y="108087"/>
                    <a:pt x="92791" y="111415"/>
                  </a:cubicBezTo>
                  <a:cubicBezTo>
                    <a:pt x="84601" y="118070"/>
                    <a:pt x="75197" y="121700"/>
                    <a:pt x="66096" y="121700"/>
                  </a:cubicBezTo>
                  <a:cubicBezTo>
                    <a:pt x="54266" y="121700"/>
                    <a:pt x="44559" y="111415"/>
                    <a:pt x="44559" y="98708"/>
                  </a:cubicBezTo>
                  <a:lnTo>
                    <a:pt x="44559" y="85"/>
                  </a:lnTo>
                  <a:lnTo>
                    <a:pt x="270" y="85"/>
                  </a:lnTo>
                  <a:lnTo>
                    <a:pt x="270" y="4320"/>
                  </a:lnTo>
                  <a:cubicBezTo>
                    <a:pt x="14830" y="5228"/>
                    <a:pt x="19077" y="9766"/>
                    <a:pt x="19077" y="23682"/>
                  </a:cubicBezTo>
                  <a:lnTo>
                    <a:pt x="19077" y="99919"/>
                  </a:lnTo>
                  <a:cubicBezTo>
                    <a:pt x="19077" y="123818"/>
                    <a:pt x="33638" y="139247"/>
                    <a:pt x="55782" y="139247"/>
                  </a:cubicBezTo>
                  <a:cubicBezTo>
                    <a:pt x="67006" y="139247"/>
                    <a:pt x="78837" y="134407"/>
                    <a:pt x="87027" y="126238"/>
                  </a:cubicBezTo>
                  <a:lnTo>
                    <a:pt x="100071" y="113230"/>
                  </a:lnTo>
                  <a:lnTo>
                    <a:pt x="100071" y="138339"/>
                  </a:lnTo>
                  <a:lnTo>
                    <a:pt x="101285" y="138944"/>
                  </a:lnTo>
                  <a:cubicBezTo>
                    <a:pt x="116452" y="132894"/>
                    <a:pt x="127373" y="129566"/>
                    <a:pt x="142844" y="125331"/>
                  </a:cubicBezTo>
                  <a:lnTo>
                    <a:pt x="142844" y="121095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ACFF489-48B2-7A23-C2F5-03A2101C8D7D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937488" y="4914494"/>
              <a:ext cx="72197" cy="206625"/>
            </a:xfrm>
            <a:custGeom>
              <a:avLst/>
              <a:gdLst>
                <a:gd name="connsiteX0" fmla="*/ 275 w 72197"/>
                <a:gd name="connsiteY0" fmla="*/ 18236 h 206625"/>
                <a:gd name="connsiteX1" fmla="*/ 2095 w 72197"/>
                <a:gd name="connsiteY1" fmla="*/ 18236 h 206625"/>
                <a:gd name="connsiteX2" fmla="*/ 11498 w 72197"/>
                <a:gd name="connsiteY2" fmla="*/ 17631 h 206625"/>
                <a:gd name="connsiteX3" fmla="*/ 24239 w 72197"/>
                <a:gd name="connsiteY3" fmla="*/ 36085 h 206625"/>
                <a:gd name="connsiteX4" fmla="*/ 24239 w 72197"/>
                <a:gd name="connsiteY4" fmla="*/ 180391 h 206625"/>
                <a:gd name="connsiteX5" fmla="*/ 881 w 72197"/>
                <a:gd name="connsiteY5" fmla="*/ 202173 h 206625"/>
                <a:gd name="connsiteX6" fmla="*/ 881 w 72197"/>
                <a:gd name="connsiteY6" fmla="*/ 206710 h 206625"/>
                <a:gd name="connsiteX7" fmla="*/ 72472 w 72197"/>
                <a:gd name="connsiteY7" fmla="*/ 206710 h 206625"/>
                <a:gd name="connsiteX8" fmla="*/ 72472 w 72197"/>
                <a:gd name="connsiteY8" fmla="*/ 202173 h 206625"/>
                <a:gd name="connsiteX9" fmla="*/ 49720 w 72197"/>
                <a:gd name="connsiteY9" fmla="*/ 181298 h 206625"/>
                <a:gd name="connsiteX10" fmla="*/ 49720 w 72197"/>
                <a:gd name="connsiteY10" fmla="*/ 690 h 206625"/>
                <a:gd name="connsiteX11" fmla="*/ 48507 w 72197"/>
                <a:gd name="connsiteY11" fmla="*/ 85 h 206625"/>
                <a:gd name="connsiteX12" fmla="*/ 275 w 72197"/>
                <a:gd name="connsiteY12" fmla="*/ 13396 h 206625"/>
                <a:gd name="connsiteX13" fmla="*/ 275 w 72197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97" h="206625">
                  <a:moveTo>
                    <a:pt x="275" y="18236"/>
                  </a:moveTo>
                  <a:lnTo>
                    <a:pt x="2095" y="18236"/>
                  </a:lnTo>
                  <a:cubicBezTo>
                    <a:pt x="5432" y="17934"/>
                    <a:pt x="9072" y="17631"/>
                    <a:pt x="11498" y="17631"/>
                  </a:cubicBezTo>
                  <a:cubicBezTo>
                    <a:pt x="21206" y="17631"/>
                    <a:pt x="24239" y="21867"/>
                    <a:pt x="24239" y="36085"/>
                  </a:cubicBezTo>
                  <a:lnTo>
                    <a:pt x="24239" y="180391"/>
                  </a:lnTo>
                  <a:cubicBezTo>
                    <a:pt x="24239" y="196727"/>
                    <a:pt x="19992" y="200660"/>
                    <a:pt x="881" y="202173"/>
                  </a:cubicBezTo>
                  <a:lnTo>
                    <a:pt x="881" y="206710"/>
                  </a:lnTo>
                  <a:lnTo>
                    <a:pt x="72472" y="206710"/>
                  </a:lnTo>
                  <a:lnTo>
                    <a:pt x="72472" y="202173"/>
                  </a:lnTo>
                  <a:cubicBezTo>
                    <a:pt x="53361" y="200962"/>
                    <a:pt x="49720" y="197937"/>
                    <a:pt x="49720" y="181298"/>
                  </a:cubicBezTo>
                  <a:lnTo>
                    <a:pt x="49720" y="690"/>
                  </a:lnTo>
                  <a:lnTo>
                    <a:pt x="48507" y="85"/>
                  </a:lnTo>
                  <a:cubicBezTo>
                    <a:pt x="32733" y="5228"/>
                    <a:pt x="21206" y="8253"/>
                    <a:pt x="275" y="13396"/>
                  </a:cubicBezTo>
                  <a:lnTo>
                    <a:pt x="275" y="1823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75DBA18-E3B7-F4CE-98B6-9951549820A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027593" y="4981958"/>
              <a:ext cx="122856" cy="142187"/>
            </a:xfrm>
            <a:custGeom>
              <a:avLst/>
              <a:gdLst>
                <a:gd name="connsiteX0" fmla="*/ 123134 w 122856"/>
                <a:gd name="connsiteY0" fmla="*/ 119280 h 142187"/>
                <a:gd name="connsiteX1" fmla="*/ 109786 w 122856"/>
                <a:gd name="connsiteY1" fmla="*/ 125028 h 142187"/>
                <a:gd name="connsiteX2" fmla="*/ 100686 w 122856"/>
                <a:gd name="connsiteY2" fmla="*/ 107482 h 142187"/>
                <a:gd name="connsiteX3" fmla="*/ 100686 w 122856"/>
                <a:gd name="connsiteY3" fmla="*/ 48489 h 142187"/>
                <a:gd name="connsiteX4" fmla="*/ 94619 w 122856"/>
                <a:gd name="connsiteY4" fmla="*/ 16724 h 142187"/>
                <a:gd name="connsiteX5" fmla="*/ 57004 w 122856"/>
                <a:gd name="connsiteY5" fmla="*/ 85 h 142187"/>
                <a:gd name="connsiteX6" fmla="*/ 6041 w 122856"/>
                <a:gd name="connsiteY6" fmla="*/ 33968 h 142187"/>
                <a:gd name="connsiteX7" fmla="*/ 19085 w 122856"/>
                <a:gd name="connsiteY7" fmla="*/ 46976 h 142187"/>
                <a:gd name="connsiteX8" fmla="*/ 32736 w 122856"/>
                <a:gd name="connsiteY8" fmla="*/ 34270 h 142187"/>
                <a:gd name="connsiteX9" fmla="*/ 32129 w 122856"/>
                <a:gd name="connsiteY9" fmla="*/ 29430 h 142187"/>
                <a:gd name="connsiteX10" fmla="*/ 31219 w 122856"/>
                <a:gd name="connsiteY10" fmla="*/ 22169 h 142187"/>
                <a:gd name="connsiteX11" fmla="*/ 53060 w 122856"/>
                <a:gd name="connsiteY11" fmla="*/ 7345 h 142187"/>
                <a:gd name="connsiteX12" fmla="*/ 76115 w 122856"/>
                <a:gd name="connsiteY12" fmla="*/ 32455 h 142187"/>
                <a:gd name="connsiteX13" fmla="*/ 76115 w 122856"/>
                <a:gd name="connsiteY13" fmla="*/ 50909 h 142187"/>
                <a:gd name="connsiteX14" fmla="*/ 11198 w 122856"/>
                <a:gd name="connsiteY14" fmla="*/ 83582 h 142187"/>
                <a:gd name="connsiteX15" fmla="*/ 277 w 122856"/>
                <a:gd name="connsiteY15" fmla="*/ 109902 h 142187"/>
                <a:gd name="connsiteX16" fmla="*/ 32129 w 122856"/>
                <a:gd name="connsiteY16" fmla="*/ 142272 h 142187"/>
                <a:gd name="connsiteX17" fmla="*/ 76418 w 122856"/>
                <a:gd name="connsiteY17" fmla="*/ 120188 h 142187"/>
                <a:gd name="connsiteX18" fmla="*/ 95832 w 122856"/>
                <a:gd name="connsiteY18" fmla="*/ 142272 h 142187"/>
                <a:gd name="connsiteX19" fmla="*/ 123134 w 122856"/>
                <a:gd name="connsiteY19" fmla="*/ 127146 h 142187"/>
                <a:gd name="connsiteX20" fmla="*/ 123134 w 122856"/>
                <a:gd name="connsiteY20" fmla="*/ 119280 h 142187"/>
                <a:gd name="connsiteX21" fmla="*/ 76115 w 122856"/>
                <a:gd name="connsiteY21" fmla="*/ 102036 h 142187"/>
                <a:gd name="connsiteX22" fmla="*/ 68227 w 122856"/>
                <a:gd name="connsiteY22" fmla="*/ 117768 h 142187"/>
                <a:gd name="connsiteX23" fmla="*/ 46083 w 122856"/>
                <a:gd name="connsiteY23" fmla="*/ 124726 h 142187"/>
                <a:gd name="connsiteX24" fmla="*/ 26972 w 122856"/>
                <a:gd name="connsiteY24" fmla="*/ 101431 h 142187"/>
                <a:gd name="connsiteX25" fmla="*/ 26972 w 122856"/>
                <a:gd name="connsiteY25" fmla="*/ 100221 h 142187"/>
                <a:gd name="connsiteX26" fmla="*/ 76115 w 122856"/>
                <a:gd name="connsiteY26" fmla="*/ 58170 h 142187"/>
                <a:gd name="connsiteX27" fmla="*/ 76115 w 122856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56" h="142187">
                  <a:moveTo>
                    <a:pt x="123134" y="119280"/>
                  </a:moveTo>
                  <a:cubicBezTo>
                    <a:pt x="117977" y="123516"/>
                    <a:pt x="114336" y="125028"/>
                    <a:pt x="109786" y="125028"/>
                  </a:cubicBezTo>
                  <a:cubicBezTo>
                    <a:pt x="102809" y="125028"/>
                    <a:pt x="100686" y="120793"/>
                    <a:pt x="100686" y="107482"/>
                  </a:cubicBezTo>
                  <a:lnTo>
                    <a:pt x="100686" y="48489"/>
                  </a:lnTo>
                  <a:cubicBezTo>
                    <a:pt x="100686" y="32758"/>
                    <a:pt x="99169" y="23984"/>
                    <a:pt x="94619" y="16724"/>
                  </a:cubicBezTo>
                  <a:cubicBezTo>
                    <a:pt x="87945" y="5833"/>
                    <a:pt x="74901" y="85"/>
                    <a:pt x="57004" y="85"/>
                  </a:cubicBezTo>
                  <a:cubicBezTo>
                    <a:pt x="28489" y="85"/>
                    <a:pt x="6041" y="14908"/>
                    <a:pt x="6041" y="33968"/>
                  </a:cubicBezTo>
                  <a:cubicBezTo>
                    <a:pt x="6041" y="40926"/>
                    <a:pt x="12108" y="46976"/>
                    <a:pt x="19085" y="46976"/>
                  </a:cubicBezTo>
                  <a:cubicBezTo>
                    <a:pt x="26365" y="46976"/>
                    <a:pt x="32736" y="40926"/>
                    <a:pt x="32736" y="34270"/>
                  </a:cubicBezTo>
                  <a:cubicBezTo>
                    <a:pt x="32736" y="33060"/>
                    <a:pt x="32432" y="31547"/>
                    <a:pt x="32129" y="29430"/>
                  </a:cubicBezTo>
                  <a:cubicBezTo>
                    <a:pt x="31522" y="26707"/>
                    <a:pt x="31219" y="24287"/>
                    <a:pt x="31219" y="22169"/>
                  </a:cubicBezTo>
                  <a:cubicBezTo>
                    <a:pt x="31219" y="14001"/>
                    <a:pt x="40926" y="7345"/>
                    <a:pt x="53060" y="7345"/>
                  </a:cubicBezTo>
                  <a:cubicBezTo>
                    <a:pt x="67924" y="7345"/>
                    <a:pt x="76115" y="16119"/>
                    <a:pt x="76115" y="32455"/>
                  </a:cubicBezTo>
                  <a:lnTo>
                    <a:pt x="76115" y="50909"/>
                  </a:lnTo>
                  <a:cubicBezTo>
                    <a:pt x="29399" y="69666"/>
                    <a:pt x="24242" y="72086"/>
                    <a:pt x="11198" y="83582"/>
                  </a:cubicBezTo>
                  <a:cubicBezTo>
                    <a:pt x="4524" y="89633"/>
                    <a:pt x="277" y="99919"/>
                    <a:pt x="277" y="109902"/>
                  </a:cubicBezTo>
                  <a:cubicBezTo>
                    <a:pt x="277" y="128961"/>
                    <a:pt x="13625" y="142272"/>
                    <a:pt x="32129" y="142272"/>
                  </a:cubicBezTo>
                  <a:cubicBezTo>
                    <a:pt x="45476" y="142272"/>
                    <a:pt x="57914" y="135919"/>
                    <a:pt x="76418" y="120188"/>
                  </a:cubicBezTo>
                  <a:cubicBezTo>
                    <a:pt x="77935" y="135919"/>
                    <a:pt x="83395" y="142272"/>
                    <a:pt x="95832" y="142272"/>
                  </a:cubicBezTo>
                  <a:cubicBezTo>
                    <a:pt x="106146" y="142272"/>
                    <a:pt x="112516" y="138642"/>
                    <a:pt x="123134" y="127146"/>
                  </a:cubicBezTo>
                  <a:lnTo>
                    <a:pt x="123134" y="119280"/>
                  </a:lnTo>
                  <a:close/>
                  <a:moveTo>
                    <a:pt x="76115" y="102036"/>
                  </a:moveTo>
                  <a:cubicBezTo>
                    <a:pt x="76115" y="111415"/>
                    <a:pt x="74598" y="114137"/>
                    <a:pt x="68227" y="117768"/>
                  </a:cubicBezTo>
                  <a:cubicBezTo>
                    <a:pt x="60947" y="122003"/>
                    <a:pt x="52453" y="124726"/>
                    <a:pt x="46083" y="124726"/>
                  </a:cubicBezTo>
                  <a:cubicBezTo>
                    <a:pt x="35466" y="124726"/>
                    <a:pt x="26972" y="114440"/>
                    <a:pt x="26972" y="101431"/>
                  </a:cubicBezTo>
                  <a:lnTo>
                    <a:pt x="26972" y="100221"/>
                  </a:lnTo>
                  <a:cubicBezTo>
                    <a:pt x="26972" y="82372"/>
                    <a:pt x="39409" y="71481"/>
                    <a:pt x="76115" y="58170"/>
                  </a:cubicBezTo>
                  <a:lnTo>
                    <a:pt x="76115" y="10203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0AF7E01-4D7D-A6EA-A38E-1071096C1EF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233748" y="4914494"/>
              <a:ext cx="110115" cy="206625"/>
            </a:xfrm>
            <a:custGeom>
              <a:avLst/>
              <a:gdLst>
                <a:gd name="connsiteX0" fmla="*/ 87952 w 110115"/>
                <a:gd name="connsiteY0" fmla="*/ 70573 h 206625"/>
                <a:gd name="connsiteX1" fmla="*/ 50640 w 110115"/>
                <a:gd name="connsiteY1" fmla="*/ 70573 h 206625"/>
                <a:gd name="connsiteX2" fmla="*/ 50640 w 110115"/>
                <a:gd name="connsiteY2" fmla="*/ 35480 h 206625"/>
                <a:gd name="connsiteX3" fmla="*/ 67931 w 110115"/>
                <a:gd name="connsiteY3" fmla="*/ 8555 h 206625"/>
                <a:gd name="connsiteX4" fmla="*/ 84009 w 110115"/>
                <a:gd name="connsiteY4" fmla="*/ 20354 h 206625"/>
                <a:gd name="connsiteX5" fmla="*/ 97659 w 110115"/>
                <a:gd name="connsiteY5" fmla="*/ 31245 h 206625"/>
                <a:gd name="connsiteX6" fmla="*/ 110400 w 110115"/>
                <a:gd name="connsiteY6" fmla="*/ 18841 h 206625"/>
                <a:gd name="connsiteX7" fmla="*/ 78852 w 110115"/>
                <a:gd name="connsiteY7" fmla="*/ 85 h 206625"/>
                <a:gd name="connsiteX8" fmla="*/ 36079 w 110115"/>
                <a:gd name="connsiteY8" fmla="*/ 22169 h 206625"/>
                <a:gd name="connsiteX9" fmla="*/ 25462 w 110115"/>
                <a:gd name="connsiteY9" fmla="*/ 70573 h 206625"/>
                <a:gd name="connsiteX10" fmla="*/ 588 w 110115"/>
                <a:gd name="connsiteY10" fmla="*/ 70573 h 206625"/>
                <a:gd name="connsiteX11" fmla="*/ 588 w 110115"/>
                <a:gd name="connsiteY11" fmla="*/ 80254 h 206625"/>
                <a:gd name="connsiteX12" fmla="*/ 25462 w 110115"/>
                <a:gd name="connsiteY12" fmla="*/ 80254 h 206625"/>
                <a:gd name="connsiteX13" fmla="*/ 25462 w 110115"/>
                <a:gd name="connsiteY13" fmla="*/ 175248 h 206625"/>
                <a:gd name="connsiteX14" fmla="*/ 284 w 110115"/>
                <a:gd name="connsiteY14" fmla="*/ 202173 h 206625"/>
                <a:gd name="connsiteX15" fmla="*/ 284 w 110115"/>
                <a:gd name="connsiteY15" fmla="*/ 206710 h 206625"/>
                <a:gd name="connsiteX16" fmla="*/ 79155 w 110115"/>
                <a:gd name="connsiteY16" fmla="*/ 206710 h 206625"/>
                <a:gd name="connsiteX17" fmla="*/ 79155 w 110115"/>
                <a:gd name="connsiteY17" fmla="*/ 202173 h 206625"/>
                <a:gd name="connsiteX18" fmla="*/ 50944 w 110115"/>
                <a:gd name="connsiteY18" fmla="*/ 175248 h 206625"/>
                <a:gd name="connsiteX19" fmla="*/ 50944 w 110115"/>
                <a:gd name="connsiteY19" fmla="*/ 80254 h 206625"/>
                <a:gd name="connsiteX20" fmla="*/ 87952 w 110115"/>
                <a:gd name="connsiteY20" fmla="*/ 80254 h 206625"/>
                <a:gd name="connsiteX21" fmla="*/ 87952 w 110115"/>
                <a:gd name="connsiteY21" fmla="*/ 70573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115" h="206625">
                  <a:moveTo>
                    <a:pt x="87952" y="70573"/>
                  </a:moveTo>
                  <a:lnTo>
                    <a:pt x="50640" y="70573"/>
                  </a:lnTo>
                  <a:lnTo>
                    <a:pt x="50640" y="35480"/>
                  </a:lnTo>
                  <a:cubicBezTo>
                    <a:pt x="50640" y="17934"/>
                    <a:pt x="56404" y="8555"/>
                    <a:pt x="67931" y="8555"/>
                  </a:cubicBezTo>
                  <a:cubicBezTo>
                    <a:pt x="74301" y="8555"/>
                    <a:pt x="78548" y="11581"/>
                    <a:pt x="84009" y="20354"/>
                  </a:cubicBezTo>
                  <a:cubicBezTo>
                    <a:pt x="88862" y="28220"/>
                    <a:pt x="92502" y="31245"/>
                    <a:pt x="97659" y="31245"/>
                  </a:cubicBezTo>
                  <a:cubicBezTo>
                    <a:pt x="104636" y="31245"/>
                    <a:pt x="110400" y="25799"/>
                    <a:pt x="110400" y="18841"/>
                  </a:cubicBezTo>
                  <a:cubicBezTo>
                    <a:pt x="110400" y="7950"/>
                    <a:pt x="97053" y="85"/>
                    <a:pt x="78852" y="85"/>
                  </a:cubicBezTo>
                  <a:cubicBezTo>
                    <a:pt x="60044" y="85"/>
                    <a:pt x="43967" y="8253"/>
                    <a:pt x="36079" y="22169"/>
                  </a:cubicBezTo>
                  <a:cubicBezTo>
                    <a:pt x="28192" y="35480"/>
                    <a:pt x="25766" y="46371"/>
                    <a:pt x="25462" y="70573"/>
                  </a:cubicBezTo>
                  <a:lnTo>
                    <a:pt x="588" y="70573"/>
                  </a:lnTo>
                  <a:lnTo>
                    <a:pt x="588" y="80254"/>
                  </a:lnTo>
                  <a:lnTo>
                    <a:pt x="25462" y="80254"/>
                  </a:lnTo>
                  <a:lnTo>
                    <a:pt x="25462" y="175248"/>
                  </a:lnTo>
                  <a:cubicBezTo>
                    <a:pt x="25462" y="197332"/>
                    <a:pt x="22125" y="200962"/>
                    <a:pt x="284" y="202173"/>
                  </a:cubicBezTo>
                  <a:lnTo>
                    <a:pt x="284" y="206710"/>
                  </a:lnTo>
                  <a:lnTo>
                    <a:pt x="79155" y="206710"/>
                  </a:lnTo>
                  <a:lnTo>
                    <a:pt x="79155" y="202173"/>
                  </a:lnTo>
                  <a:cubicBezTo>
                    <a:pt x="54280" y="201265"/>
                    <a:pt x="50944" y="197937"/>
                    <a:pt x="50944" y="175248"/>
                  </a:cubicBezTo>
                  <a:lnTo>
                    <a:pt x="50944" y="80254"/>
                  </a:lnTo>
                  <a:lnTo>
                    <a:pt x="87952" y="80254"/>
                  </a:lnTo>
                  <a:lnTo>
                    <a:pt x="87952" y="70573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F276655-5671-927C-91FB-D10C5577CFC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337871" y="4981958"/>
              <a:ext cx="133776" cy="142187"/>
            </a:xfrm>
            <a:custGeom>
              <a:avLst/>
              <a:gdLst>
                <a:gd name="connsiteX0" fmla="*/ 67328 w 133776"/>
                <a:gd name="connsiteY0" fmla="*/ 85 h 142187"/>
                <a:gd name="connsiteX1" fmla="*/ 288 w 133776"/>
                <a:gd name="connsiteY1" fmla="*/ 70876 h 142187"/>
                <a:gd name="connsiteX2" fmla="*/ 66721 w 133776"/>
                <a:gd name="connsiteY2" fmla="*/ 142272 h 142187"/>
                <a:gd name="connsiteX3" fmla="*/ 134064 w 133776"/>
                <a:gd name="connsiteY3" fmla="*/ 68456 h 142187"/>
                <a:gd name="connsiteX4" fmla="*/ 67328 w 133776"/>
                <a:gd name="connsiteY4" fmla="*/ 85 h 142187"/>
                <a:gd name="connsiteX5" fmla="*/ 63384 w 133776"/>
                <a:gd name="connsiteY5" fmla="*/ 8555 h 142187"/>
                <a:gd name="connsiteX6" fmla="*/ 106763 w 133776"/>
                <a:gd name="connsiteY6" fmla="*/ 79044 h 142187"/>
                <a:gd name="connsiteX7" fmla="*/ 70361 w 133776"/>
                <a:gd name="connsiteY7" fmla="*/ 133802 h 142187"/>
                <a:gd name="connsiteX8" fmla="*/ 40936 w 133776"/>
                <a:gd name="connsiteY8" fmla="*/ 114440 h 142187"/>
                <a:gd name="connsiteX9" fmla="*/ 27589 w 133776"/>
                <a:gd name="connsiteY9" fmla="*/ 56052 h 142187"/>
                <a:gd name="connsiteX10" fmla="*/ 63384 w 133776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76" h="142187">
                  <a:moveTo>
                    <a:pt x="67328" y="85"/>
                  </a:moveTo>
                  <a:cubicBezTo>
                    <a:pt x="27892" y="85"/>
                    <a:pt x="288" y="29127"/>
                    <a:pt x="288" y="70876"/>
                  </a:cubicBezTo>
                  <a:cubicBezTo>
                    <a:pt x="288" y="111717"/>
                    <a:pt x="28499" y="142272"/>
                    <a:pt x="66721" y="142272"/>
                  </a:cubicBezTo>
                  <a:cubicBezTo>
                    <a:pt x="104943" y="142272"/>
                    <a:pt x="134064" y="110204"/>
                    <a:pt x="134064" y="68456"/>
                  </a:cubicBezTo>
                  <a:cubicBezTo>
                    <a:pt x="134064" y="28825"/>
                    <a:pt x="106156" y="85"/>
                    <a:pt x="67328" y="85"/>
                  </a:cubicBezTo>
                  <a:close/>
                  <a:moveTo>
                    <a:pt x="63384" y="8555"/>
                  </a:moveTo>
                  <a:cubicBezTo>
                    <a:pt x="88865" y="8555"/>
                    <a:pt x="106763" y="37598"/>
                    <a:pt x="106763" y="79044"/>
                  </a:cubicBezTo>
                  <a:cubicBezTo>
                    <a:pt x="106763" y="113230"/>
                    <a:pt x="93112" y="133802"/>
                    <a:pt x="70361" y="133802"/>
                  </a:cubicBezTo>
                  <a:cubicBezTo>
                    <a:pt x="58531" y="133802"/>
                    <a:pt x="47307" y="126541"/>
                    <a:pt x="40936" y="114440"/>
                  </a:cubicBezTo>
                  <a:cubicBezTo>
                    <a:pt x="32443" y="98708"/>
                    <a:pt x="27589" y="77532"/>
                    <a:pt x="27589" y="56052"/>
                  </a:cubicBezTo>
                  <a:cubicBezTo>
                    <a:pt x="27589" y="27312"/>
                    <a:pt x="41846" y="8555"/>
                    <a:pt x="63384" y="8555"/>
                  </a:cubicBez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7ABE3B-7E95-3244-2A8F-7629CA8ED0C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482833" y="4981958"/>
              <a:ext cx="100105" cy="139162"/>
            </a:xfrm>
            <a:custGeom>
              <a:avLst/>
              <a:gdLst>
                <a:gd name="connsiteX0" fmla="*/ 899 w 100105"/>
                <a:gd name="connsiteY0" fmla="*/ 21262 h 139162"/>
                <a:gd name="connsiteX1" fmla="*/ 11516 w 100105"/>
                <a:gd name="connsiteY1" fmla="*/ 20051 h 139162"/>
                <a:gd name="connsiteX2" fmla="*/ 21830 w 100105"/>
                <a:gd name="connsiteY2" fmla="*/ 38203 h 139162"/>
                <a:gd name="connsiteX3" fmla="*/ 21830 w 100105"/>
                <a:gd name="connsiteY3" fmla="*/ 113835 h 139162"/>
                <a:gd name="connsiteX4" fmla="*/ 293 w 100105"/>
                <a:gd name="connsiteY4" fmla="*/ 134709 h 139162"/>
                <a:gd name="connsiteX5" fmla="*/ 293 w 100105"/>
                <a:gd name="connsiteY5" fmla="*/ 139247 h 139162"/>
                <a:gd name="connsiteX6" fmla="*/ 73096 w 100105"/>
                <a:gd name="connsiteY6" fmla="*/ 139247 h 139162"/>
                <a:gd name="connsiteX7" fmla="*/ 73096 w 100105"/>
                <a:gd name="connsiteY7" fmla="*/ 134709 h 139162"/>
                <a:gd name="connsiteX8" fmla="*/ 47312 w 100105"/>
                <a:gd name="connsiteY8" fmla="*/ 112020 h 139162"/>
                <a:gd name="connsiteX9" fmla="*/ 47312 w 100105"/>
                <a:gd name="connsiteY9" fmla="*/ 43951 h 139162"/>
                <a:gd name="connsiteX10" fmla="*/ 68546 w 100105"/>
                <a:gd name="connsiteY10" fmla="*/ 19144 h 139162"/>
                <a:gd name="connsiteX11" fmla="*/ 76433 w 100105"/>
                <a:gd name="connsiteY11" fmla="*/ 23682 h 139162"/>
                <a:gd name="connsiteX12" fmla="*/ 88567 w 100105"/>
                <a:gd name="connsiteY12" fmla="*/ 29732 h 139162"/>
                <a:gd name="connsiteX13" fmla="*/ 100398 w 100105"/>
                <a:gd name="connsiteY13" fmla="*/ 16119 h 139162"/>
                <a:gd name="connsiteX14" fmla="*/ 83714 w 100105"/>
                <a:gd name="connsiteY14" fmla="*/ 85 h 139162"/>
                <a:gd name="connsiteX15" fmla="*/ 47312 w 100105"/>
                <a:gd name="connsiteY15" fmla="*/ 28522 h 139162"/>
                <a:gd name="connsiteX16" fmla="*/ 47312 w 100105"/>
                <a:gd name="connsiteY16" fmla="*/ 690 h 139162"/>
                <a:gd name="connsiteX17" fmla="*/ 45795 w 100105"/>
                <a:gd name="connsiteY17" fmla="*/ 85 h 139162"/>
                <a:gd name="connsiteX18" fmla="*/ 899 w 100105"/>
                <a:gd name="connsiteY18" fmla="*/ 16421 h 139162"/>
                <a:gd name="connsiteX19" fmla="*/ 899 w 100105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105" h="139162">
                  <a:moveTo>
                    <a:pt x="899" y="21262"/>
                  </a:moveTo>
                  <a:cubicBezTo>
                    <a:pt x="5146" y="20354"/>
                    <a:pt x="7876" y="20051"/>
                    <a:pt x="11516" y="20051"/>
                  </a:cubicBezTo>
                  <a:cubicBezTo>
                    <a:pt x="19100" y="20051"/>
                    <a:pt x="21830" y="24892"/>
                    <a:pt x="21830" y="38203"/>
                  </a:cubicBezTo>
                  <a:lnTo>
                    <a:pt x="21830" y="113835"/>
                  </a:lnTo>
                  <a:cubicBezTo>
                    <a:pt x="21830" y="128961"/>
                    <a:pt x="19707" y="131079"/>
                    <a:pt x="293" y="134709"/>
                  </a:cubicBezTo>
                  <a:lnTo>
                    <a:pt x="293" y="139247"/>
                  </a:lnTo>
                  <a:lnTo>
                    <a:pt x="73096" y="139247"/>
                  </a:lnTo>
                  <a:lnTo>
                    <a:pt x="73096" y="134709"/>
                  </a:lnTo>
                  <a:cubicBezTo>
                    <a:pt x="52469" y="133802"/>
                    <a:pt x="47312" y="129264"/>
                    <a:pt x="47312" y="112020"/>
                  </a:cubicBezTo>
                  <a:lnTo>
                    <a:pt x="47312" y="43951"/>
                  </a:lnTo>
                  <a:cubicBezTo>
                    <a:pt x="47312" y="34270"/>
                    <a:pt x="60356" y="19144"/>
                    <a:pt x="68546" y="19144"/>
                  </a:cubicBezTo>
                  <a:cubicBezTo>
                    <a:pt x="70366" y="19144"/>
                    <a:pt x="73096" y="20656"/>
                    <a:pt x="76433" y="23682"/>
                  </a:cubicBezTo>
                  <a:cubicBezTo>
                    <a:pt x="81287" y="27917"/>
                    <a:pt x="84624" y="29732"/>
                    <a:pt x="88567" y="29732"/>
                  </a:cubicBezTo>
                  <a:cubicBezTo>
                    <a:pt x="95847" y="29732"/>
                    <a:pt x="100398" y="24589"/>
                    <a:pt x="100398" y="16119"/>
                  </a:cubicBezTo>
                  <a:cubicBezTo>
                    <a:pt x="100398" y="6135"/>
                    <a:pt x="94027" y="85"/>
                    <a:pt x="83714" y="85"/>
                  </a:cubicBezTo>
                  <a:cubicBezTo>
                    <a:pt x="70973" y="85"/>
                    <a:pt x="62176" y="7043"/>
                    <a:pt x="47312" y="28522"/>
                  </a:cubicBezTo>
                  <a:lnTo>
                    <a:pt x="47312" y="690"/>
                  </a:lnTo>
                  <a:lnTo>
                    <a:pt x="45795" y="85"/>
                  </a:lnTo>
                  <a:cubicBezTo>
                    <a:pt x="29717" y="6740"/>
                    <a:pt x="18797" y="10673"/>
                    <a:pt x="899" y="16421"/>
                  </a:cubicBezTo>
                  <a:lnTo>
                    <a:pt x="899" y="21262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8EA810F-9B93-F8B5-0087-A5C0EC1165C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663078" y="4987706"/>
              <a:ext cx="139540" cy="136137"/>
            </a:xfrm>
            <a:custGeom>
              <a:avLst/>
              <a:gdLst>
                <a:gd name="connsiteX0" fmla="*/ 135592 w 139540"/>
                <a:gd name="connsiteY0" fmla="*/ 98103 h 136137"/>
                <a:gd name="connsiteX1" fmla="*/ 129222 w 139540"/>
                <a:gd name="connsiteY1" fmla="*/ 105969 h 136137"/>
                <a:gd name="connsiteX2" fmla="*/ 110717 w 139540"/>
                <a:gd name="connsiteY2" fmla="*/ 122003 h 136137"/>
                <a:gd name="connsiteX3" fmla="*/ 105864 w 139540"/>
                <a:gd name="connsiteY3" fmla="*/ 117163 h 136137"/>
                <a:gd name="connsiteX4" fmla="*/ 110111 w 139540"/>
                <a:gd name="connsiteY4" fmla="*/ 98103 h 136137"/>
                <a:gd name="connsiteX5" fmla="*/ 127402 w 139540"/>
                <a:gd name="connsiteY5" fmla="*/ 35783 h 136137"/>
                <a:gd name="connsiteX6" fmla="*/ 130132 w 139540"/>
                <a:gd name="connsiteY6" fmla="*/ 18539 h 136137"/>
                <a:gd name="connsiteX7" fmla="*/ 110111 w 139540"/>
                <a:gd name="connsiteY7" fmla="*/ 85 h 136137"/>
                <a:gd name="connsiteX8" fmla="*/ 40340 w 139540"/>
                <a:gd name="connsiteY8" fmla="*/ 66641 h 136137"/>
                <a:gd name="connsiteX9" fmla="*/ 60665 w 139540"/>
                <a:gd name="connsiteY9" fmla="*/ 690 h 136137"/>
                <a:gd name="connsiteX10" fmla="*/ 59755 w 139540"/>
                <a:gd name="connsiteY10" fmla="*/ 85 h 136137"/>
                <a:gd name="connsiteX11" fmla="*/ 10612 w 139540"/>
                <a:gd name="connsiteY11" fmla="*/ 9463 h 136137"/>
                <a:gd name="connsiteX12" fmla="*/ 10612 w 139540"/>
                <a:gd name="connsiteY12" fmla="*/ 14303 h 136137"/>
                <a:gd name="connsiteX13" fmla="*/ 30027 w 139540"/>
                <a:gd name="connsiteY13" fmla="*/ 22472 h 136137"/>
                <a:gd name="connsiteX14" fmla="*/ 29420 w 139540"/>
                <a:gd name="connsiteY14" fmla="*/ 27615 h 136137"/>
                <a:gd name="connsiteX15" fmla="*/ 298 w 139540"/>
                <a:gd name="connsiteY15" fmla="*/ 133499 h 136137"/>
                <a:gd name="connsiteX16" fmla="*/ 23050 w 139540"/>
                <a:gd name="connsiteY16" fmla="*/ 133499 h 136137"/>
                <a:gd name="connsiteX17" fmla="*/ 53384 w 139540"/>
                <a:gd name="connsiteY17" fmla="*/ 58472 h 136137"/>
                <a:gd name="connsiteX18" fmla="*/ 98280 w 139540"/>
                <a:gd name="connsiteY18" fmla="*/ 15514 h 136137"/>
                <a:gd name="connsiteX19" fmla="*/ 105560 w 139540"/>
                <a:gd name="connsiteY19" fmla="*/ 24287 h 136137"/>
                <a:gd name="connsiteX20" fmla="*/ 101314 w 139540"/>
                <a:gd name="connsiteY20" fmla="*/ 47279 h 136137"/>
                <a:gd name="connsiteX21" fmla="*/ 87966 w 139540"/>
                <a:gd name="connsiteY21" fmla="*/ 97196 h 136137"/>
                <a:gd name="connsiteX22" fmla="*/ 83113 w 139540"/>
                <a:gd name="connsiteY22" fmla="*/ 119885 h 136137"/>
                <a:gd name="connsiteX23" fmla="*/ 97370 w 139540"/>
                <a:gd name="connsiteY23" fmla="*/ 136222 h 136137"/>
                <a:gd name="connsiteX24" fmla="*/ 139839 w 139540"/>
                <a:gd name="connsiteY24" fmla="*/ 102036 h 136137"/>
                <a:gd name="connsiteX25" fmla="*/ 135592 w 139540"/>
                <a:gd name="connsiteY25" fmla="*/ 98103 h 1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540" h="136137">
                  <a:moveTo>
                    <a:pt x="135592" y="98103"/>
                  </a:moveTo>
                  <a:lnTo>
                    <a:pt x="129222" y="105969"/>
                  </a:lnTo>
                  <a:cubicBezTo>
                    <a:pt x="120425" y="117163"/>
                    <a:pt x="114964" y="122003"/>
                    <a:pt x="110717" y="122003"/>
                  </a:cubicBezTo>
                  <a:cubicBezTo>
                    <a:pt x="108291" y="122003"/>
                    <a:pt x="105864" y="119583"/>
                    <a:pt x="105864" y="117163"/>
                  </a:cubicBezTo>
                  <a:cubicBezTo>
                    <a:pt x="105864" y="115045"/>
                    <a:pt x="105864" y="115045"/>
                    <a:pt x="110111" y="98103"/>
                  </a:cubicBezTo>
                  <a:lnTo>
                    <a:pt x="127402" y="35783"/>
                  </a:lnTo>
                  <a:cubicBezTo>
                    <a:pt x="128918" y="29430"/>
                    <a:pt x="130132" y="22774"/>
                    <a:pt x="130132" y="18539"/>
                  </a:cubicBezTo>
                  <a:cubicBezTo>
                    <a:pt x="130132" y="7648"/>
                    <a:pt x="121941" y="85"/>
                    <a:pt x="110111" y="85"/>
                  </a:cubicBezTo>
                  <a:cubicBezTo>
                    <a:pt x="90696" y="85"/>
                    <a:pt x="71585" y="18236"/>
                    <a:pt x="40340" y="66641"/>
                  </a:cubicBezTo>
                  <a:lnTo>
                    <a:pt x="60665" y="690"/>
                  </a:lnTo>
                  <a:lnTo>
                    <a:pt x="59755" y="85"/>
                  </a:lnTo>
                  <a:cubicBezTo>
                    <a:pt x="43374" y="3412"/>
                    <a:pt x="37004" y="4623"/>
                    <a:pt x="10612" y="9463"/>
                  </a:cubicBezTo>
                  <a:lnTo>
                    <a:pt x="10612" y="14303"/>
                  </a:lnTo>
                  <a:cubicBezTo>
                    <a:pt x="26083" y="14606"/>
                    <a:pt x="30027" y="16421"/>
                    <a:pt x="30027" y="22472"/>
                  </a:cubicBezTo>
                  <a:cubicBezTo>
                    <a:pt x="30027" y="24287"/>
                    <a:pt x="29723" y="26102"/>
                    <a:pt x="29420" y="27615"/>
                  </a:cubicBezTo>
                  <a:lnTo>
                    <a:pt x="298" y="133499"/>
                  </a:lnTo>
                  <a:lnTo>
                    <a:pt x="23050" y="133499"/>
                  </a:lnTo>
                  <a:cubicBezTo>
                    <a:pt x="37307" y="85700"/>
                    <a:pt x="40037" y="79044"/>
                    <a:pt x="53384" y="58472"/>
                  </a:cubicBezTo>
                  <a:cubicBezTo>
                    <a:pt x="71585" y="30640"/>
                    <a:pt x="87056" y="15514"/>
                    <a:pt x="98280" y="15514"/>
                  </a:cubicBezTo>
                  <a:cubicBezTo>
                    <a:pt x="102830" y="15514"/>
                    <a:pt x="105560" y="18841"/>
                    <a:pt x="105560" y="24287"/>
                  </a:cubicBezTo>
                  <a:cubicBezTo>
                    <a:pt x="105560" y="27917"/>
                    <a:pt x="103740" y="37901"/>
                    <a:pt x="101314" y="47279"/>
                  </a:cubicBezTo>
                  <a:lnTo>
                    <a:pt x="87966" y="97196"/>
                  </a:lnTo>
                  <a:cubicBezTo>
                    <a:pt x="84023" y="112625"/>
                    <a:pt x="83113" y="116860"/>
                    <a:pt x="83113" y="119885"/>
                  </a:cubicBezTo>
                  <a:cubicBezTo>
                    <a:pt x="83113" y="131381"/>
                    <a:pt x="87359" y="136222"/>
                    <a:pt x="97370" y="136222"/>
                  </a:cubicBezTo>
                  <a:cubicBezTo>
                    <a:pt x="111021" y="136222"/>
                    <a:pt x="118908" y="129869"/>
                    <a:pt x="139839" y="102036"/>
                  </a:cubicBezTo>
                  <a:lnTo>
                    <a:pt x="135592" y="98103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E973F84-C255-9327-4111-A47818005187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895724" y="5010093"/>
              <a:ext cx="201727" cy="70791"/>
            </a:xfrm>
            <a:custGeom>
              <a:avLst/>
              <a:gdLst>
                <a:gd name="connsiteX0" fmla="*/ 191719 w 201727"/>
                <a:gd name="connsiteY0" fmla="*/ 12186 h 70791"/>
                <a:gd name="connsiteX1" fmla="*/ 202033 w 201727"/>
                <a:gd name="connsiteY1" fmla="*/ 6135 h 70791"/>
                <a:gd name="connsiteX2" fmla="*/ 192022 w 201727"/>
                <a:gd name="connsiteY2" fmla="*/ 85 h 70791"/>
                <a:gd name="connsiteX3" fmla="*/ 10316 w 201727"/>
                <a:gd name="connsiteY3" fmla="*/ 85 h 70791"/>
                <a:gd name="connsiteX4" fmla="*/ 306 w 201727"/>
                <a:gd name="connsiteY4" fmla="*/ 6135 h 70791"/>
                <a:gd name="connsiteX5" fmla="*/ 10619 w 201727"/>
                <a:gd name="connsiteY5" fmla="*/ 12186 h 70791"/>
                <a:gd name="connsiteX6" fmla="*/ 191719 w 201727"/>
                <a:gd name="connsiteY6" fmla="*/ 12186 h 70791"/>
                <a:gd name="connsiteX7" fmla="*/ 192022 w 201727"/>
                <a:gd name="connsiteY7" fmla="*/ 70876 h 70791"/>
                <a:gd name="connsiteX8" fmla="*/ 202033 w 201727"/>
                <a:gd name="connsiteY8" fmla="*/ 64825 h 70791"/>
                <a:gd name="connsiteX9" fmla="*/ 191719 w 201727"/>
                <a:gd name="connsiteY9" fmla="*/ 58775 h 70791"/>
                <a:gd name="connsiteX10" fmla="*/ 10619 w 201727"/>
                <a:gd name="connsiteY10" fmla="*/ 58775 h 70791"/>
                <a:gd name="connsiteX11" fmla="*/ 306 w 201727"/>
                <a:gd name="connsiteY11" fmla="*/ 64825 h 70791"/>
                <a:gd name="connsiteX12" fmla="*/ 10316 w 201727"/>
                <a:gd name="connsiteY12" fmla="*/ 70876 h 70791"/>
                <a:gd name="connsiteX13" fmla="*/ 192022 w 201727"/>
                <a:gd name="connsiteY13" fmla="*/ 70876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727" h="70791">
                  <a:moveTo>
                    <a:pt x="191719" y="12186"/>
                  </a:moveTo>
                  <a:cubicBezTo>
                    <a:pt x="196269" y="12186"/>
                    <a:pt x="202033" y="12186"/>
                    <a:pt x="202033" y="6135"/>
                  </a:cubicBezTo>
                  <a:cubicBezTo>
                    <a:pt x="202033" y="85"/>
                    <a:pt x="196269" y="85"/>
                    <a:pt x="192022" y="85"/>
                  </a:cubicBezTo>
                  <a:lnTo>
                    <a:pt x="10316" y="85"/>
                  </a:lnTo>
                  <a:cubicBezTo>
                    <a:pt x="6069" y="85"/>
                    <a:pt x="306" y="85"/>
                    <a:pt x="306" y="6135"/>
                  </a:cubicBezTo>
                  <a:cubicBezTo>
                    <a:pt x="306" y="12186"/>
                    <a:pt x="6069" y="12186"/>
                    <a:pt x="10619" y="12186"/>
                  </a:cubicBezTo>
                  <a:lnTo>
                    <a:pt x="191719" y="12186"/>
                  </a:lnTo>
                  <a:close/>
                  <a:moveTo>
                    <a:pt x="192022" y="70876"/>
                  </a:moveTo>
                  <a:cubicBezTo>
                    <a:pt x="196269" y="70876"/>
                    <a:pt x="202033" y="70876"/>
                    <a:pt x="202033" y="64825"/>
                  </a:cubicBezTo>
                  <a:cubicBezTo>
                    <a:pt x="202033" y="58775"/>
                    <a:pt x="196269" y="58775"/>
                    <a:pt x="191719" y="58775"/>
                  </a:cubicBezTo>
                  <a:lnTo>
                    <a:pt x="10619" y="58775"/>
                  </a:lnTo>
                  <a:cubicBezTo>
                    <a:pt x="6069" y="58775"/>
                    <a:pt x="306" y="58775"/>
                    <a:pt x="306" y="64825"/>
                  </a:cubicBezTo>
                  <a:cubicBezTo>
                    <a:pt x="306" y="70876"/>
                    <a:pt x="6069" y="70876"/>
                    <a:pt x="10316" y="70876"/>
                  </a:cubicBezTo>
                  <a:lnTo>
                    <a:pt x="192022" y="70876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6B8E521-7A04-C120-6105-3F31E29DE15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2186621" y="4916612"/>
              <a:ext cx="139540" cy="204508"/>
            </a:xfrm>
            <a:custGeom>
              <a:avLst/>
              <a:gdLst>
                <a:gd name="connsiteX0" fmla="*/ 139856 w 139540"/>
                <a:gd name="connsiteY0" fmla="*/ 134709 h 204508"/>
                <a:gd name="connsiteX1" fmla="*/ 108914 w 139540"/>
                <a:gd name="connsiteY1" fmla="*/ 134709 h 204508"/>
                <a:gd name="connsiteX2" fmla="*/ 108914 w 139540"/>
                <a:gd name="connsiteY2" fmla="*/ 85 h 204508"/>
                <a:gd name="connsiteX3" fmla="*/ 95567 w 139540"/>
                <a:gd name="connsiteY3" fmla="*/ 85 h 204508"/>
                <a:gd name="connsiteX4" fmla="*/ 316 w 139540"/>
                <a:gd name="connsiteY4" fmla="*/ 134709 h 204508"/>
                <a:gd name="connsiteX5" fmla="*/ 316 w 139540"/>
                <a:gd name="connsiteY5" fmla="*/ 154071 h 204508"/>
                <a:gd name="connsiteX6" fmla="*/ 85557 w 139540"/>
                <a:gd name="connsiteY6" fmla="*/ 154071 h 204508"/>
                <a:gd name="connsiteX7" fmla="*/ 85557 w 139540"/>
                <a:gd name="connsiteY7" fmla="*/ 204593 h 204508"/>
                <a:gd name="connsiteX8" fmla="*/ 108914 w 139540"/>
                <a:gd name="connsiteY8" fmla="*/ 204593 h 204508"/>
                <a:gd name="connsiteX9" fmla="*/ 108914 w 139540"/>
                <a:gd name="connsiteY9" fmla="*/ 154071 h 204508"/>
                <a:gd name="connsiteX10" fmla="*/ 139856 w 139540"/>
                <a:gd name="connsiteY10" fmla="*/ 154071 h 204508"/>
                <a:gd name="connsiteX11" fmla="*/ 139856 w 139540"/>
                <a:gd name="connsiteY11" fmla="*/ 134709 h 204508"/>
                <a:gd name="connsiteX12" fmla="*/ 85253 w 139540"/>
                <a:gd name="connsiteY12" fmla="*/ 134709 h 204508"/>
                <a:gd name="connsiteX13" fmla="*/ 12449 w 139540"/>
                <a:gd name="connsiteY13" fmla="*/ 134709 h 204508"/>
                <a:gd name="connsiteX14" fmla="*/ 85253 w 139540"/>
                <a:gd name="connsiteY14" fmla="*/ 30942 h 204508"/>
                <a:gd name="connsiteX15" fmla="*/ 85253 w 139540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540" h="204508">
                  <a:moveTo>
                    <a:pt x="139856" y="134709"/>
                  </a:moveTo>
                  <a:lnTo>
                    <a:pt x="108914" y="134709"/>
                  </a:lnTo>
                  <a:lnTo>
                    <a:pt x="108914" y="85"/>
                  </a:lnTo>
                  <a:lnTo>
                    <a:pt x="95567" y="85"/>
                  </a:lnTo>
                  <a:lnTo>
                    <a:pt x="316" y="134709"/>
                  </a:lnTo>
                  <a:lnTo>
                    <a:pt x="316" y="154071"/>
                  </a:lnTo>
                  <a:lnTo>
                    <a:pt x="85557" y="154071"/>
                  </a:lnTo>
                  <a:lnTo>
                    <a:pt x="85557" y="204593"/>
                  </a:lnTo>
                  <a:lnTo>
                    <a:pt x="108914" y="204593"/>
                  </a:lnTo>
                  <a:lnTo>
                    <a:pt x="108914" y="154071"/>
                  </a:lnTo>
                  <a:lnTo>
                    <a:pt x="139856" y="154071"/>
                  </a:lnTo>
                  <a:lnTo>
                    <a:pt x="139856" y="134709"/>
                  </a:lnTo>
                  <a:close/>
                  <a:moveTo>
                    <a:pt x="85253" y="134709"/>
                  </a:moveTo>
                  <a:lnTo>
                    <a:pt x="12449" y="134709"/>
                  </a:lnTo>
                  <a:lnTo>
                    <a:pt x="85253" y="30942"/>
                  </a:lnTo>
                  <a:lnTo>
                    <a:pt x="85253" y="134709"/>
                  </a:ln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5CE9F36-5E5F-A4AE-CABE-9BB2DD90336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435917" y="4982260"/>
              <a:ext cx="33671" cy="142187"/>
            </a:xfrm>
            <a:custGeom>
              <a:avLst/>
              <a:gdLst>
                <a:gd name="connsiteX0" fmla="*/ 17007 w 33671"/>
                <a:gd name="connsiteY0" fmla="*/ 85 h 142187"/>
                <a:gd name="connsiteX1" fmla="*/ 323 w 33671"/>
                <a:gd name="connsiteY1" fmla="*/ 17329 h 142187"/>
                <a:gd name="connsiteX2" fmla="*/ 16704 w 33671"/>
                <a:gd name="connsiteY2" fmla="*/ 33665 h 142187"/>
                <a:gd name="connsiteX3" fmla="*/ 33995 w 33671"/>
                <a:gd name="connsiteY3" fmla="*/ 17329 h 142187"/>
                <a:gd name="connsiteX4" fmla="*/ 17007 w 33671"/>
                <a:gd name="connsiteY4" fmla="*/ 85 h 142187"/>
                <a:gd name="connsiteX5" fmla="*/ 17007 w 33671"/>
                <a:gd name="connsiteY5" fmla="*/ 108692 h 142187"/>
                <a:gd name="connsiteX6" fmla="*/ 323 w 33671"/>
                <a:gd name="connsiteY6" fmla="*/ 125936 h 142187"/>
                <a:gd name="connsiteX7" fmla="*/ 16704 w 33671"/>
                <a:gd name="connsiteY7" fmla="*/ 142272 h 142187"/>
                <a:gd name="connsiteX8" fmla="*/ 33995 w 33671"/>
                <a:gd name="connsiteY8" fmla="*/ 125936 h 142187"/>
                <a:gd name="connsiteX9" fmla="*/ 17007 w 33671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71" h="142187">
                  <a:moveTo>
                    <a:pt x="17007" y="85"/>
                  </a:moveTo>
                  <a:cubicBezTo>
                    <a:pt x="7907" y="85"/>
                    <a:pt x="323" y="7950"/>
                    <a:pt x="323" y="17329"/>
                  </a:cubicBezTo>
                  <a:cubicBezTo>
                    <a:pt x="323" y="26102"/>
                    <a:pt x="7907" y="33665"/>
                    <a:pt x="16704" y="33665"/>
                  </a:cubicBezTo>
                  <a:cubicBezTo>
                    <a:pt x="26108" y="33665"/>
                    <a:pt x="33995" y="26102"/>
                    <a:pt x="33995" y="17329"/>
                  </a:cubicBezTo>
                  <a:cubicBezTo>
                    <a:pt x="33995" y="7950"/>
                    <a:pt x="26108" y="85"/>
                    <a:pt x="17007" y="85"/>
                  </a:cubicBezTo>
                  <a:close/>
                  <a:moveTo>
                    <a:pt x="17007" y="108692"/>
                  </a:moveTo>
                  <a:cubicBezTo>
                    <a:pt x="7907" y="108692"/>
                    <a:pt x="323" y="116558"/>
                    <a:pt x="323" y="125936"/>
                  </a:cubicBezTo>
                  <a:cubicBezTo>
                    <a:pt x="323" y="134709"/>
                    <a:pt x="7907" y="142272"/>
                    <a:pt x="16704" y="142272"/>
                  </a:cubicBezTo>
                  <a:cubicBezTo>
                    <a:pt x="26108" y="142272"/>
                    <a:pt x="33995" y="134709"/>
                    <a:pt x="33995" y="125936"/>
                  </a:cubicBezTo>
                  <a:cubicBezTo>
                    <a:pt x="33995" y="116558"/>
                    <a:pt x="26108" y="108692"/>
                    <a:pt x="17007" y="108692"/>
                  </a:cubicBezTo>
                  <a:close/>
                </a:path>
              </a:pathLst>
            </a:custGeom>
            <a:grpFill/>
            <a:ln w="30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774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6AEB-98E8-CFF3-D664-5C16E490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F2FC-4C89-9DEF-9ACA-BA279D8E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8094-2C9C-3E3E-71D7-F91BD7A01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5A072-1096-C121-CCBE-A95BCDA335CD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</a:t>
            </a:r>
          </a:p>
        </p:txBody>
      </p:sp>
      <p:grpSp>
        <p:nvGrpSpPr>
          <p:cNvPr id="4621" name="Group 4620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 &amp;= \frac{(x-3)(x-5)(x-7)(x-12)}{(1-3)(1-5)(1-7)(1-13)} \times 800 \\&#10;%&#10;&amp;+\frac{(x-1)(x-5)(x-7)(x-13)}{(3-1)(3-5)(3-7)(3-13)} \times 2310 \\&#10;%&#10;&amp;+\frac{(x-1)(x-3)(x-7)(x-13)}{(5-1)(5-3)(5-7)(5-13)} \times 3090 \\&#10;%&#10;&amp;+\frac{(x-1)(x-3)(x-5)(x-13)}{(7-1)(7-3)(7-5)(7-13)} \times 3940 \\&#10;%&#10;&amp;+\frac{(x-1)(x-3)(x-5)(x-7)}{(13-1)(13-3)(13-5)(13-7)} \times 4755&#10;\end{align*}&#10;}&#10;\end{document}" title="IguanaTex Shape Display">
            <a:extLst>
              <a:ext uri="{FF2B5EF4-FFF2-40B4-BE49-F238E27FC236}">
                <a16:creationId xmlns:a16="http://schemas.microsoft.com/office/drawing/2014/main" id="{FD82C8F1-61EC-F02B-6111-F0CB38859CE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189434" y="1499868"/>
            <a:ext cx="6900501" cy="4733482"/>
            <a:chOff x="7469981" y="3679616"/>
            <a:chExt cx="6900501" cy="4733482"/>
          </a:xfrm>
        </p:grpSpPr>
        <p:sp>
          <p:nvSpPr>
            <p:cNvPr id="4366" name="Freeform: Shape 4365">
              <a:extLst>
                <a:ext uri="{FF2B5EF4-FFF2-40B4-BE49-F238E27FC236}">
                  <a16:creationId xmlns:a16="http://schemas.microsoft.com/office/drawing/2014/main" id="{D8E43998-178B-EBFD-C1E8-CBE4287E488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469981" y="3943877"/>
              <a:ext cx="202320" cy="311193"/>
            </a:xfrm>
            <a:custGeom>
              <a:avLst/>
              <a:gdLst>
                <a:gd name="connsiteX0" fmla="*/ 64626 w 202320"/>
                <a:gd name="connsiteY0" fmla="*/ 99248 h 311193"/>
                <a:gd name="connsiteX1" fmla="*/ 96515 w 202320"/>
                <a:gd name="connsiteY1" fmla="*/ 99248 h 311193"/>
                <a:gd name="connsiteX2" fmla="*/ 65334 w 202320"/>
                <a:gd name="connsiteY2" fmla="*/ 246933 h 311193"/>
                <a:gd name="connsiteX3" fmla="*/ 30965 w 202320"/>
                <a:gd name="connsiteY3" fmla="*/ 303897 h 311193"/>
                <a:gd name="connsiteX4" fmla="*/ 23878 w 202320"/>
                <a:gd name="connsiteY4" fmla="*/ 298271 h 311193"/>
                <a:gd name="connsiteX5" fmla="*/ 25295 w 202320"/>
                <a:gd name="connsiteY5" fmla="*/ 294403 h 311193"/>
                <a:gd name="connsiteX6" fmla="*/ 27067 w 202320"/>
                <a:gd name="connsiteY6" fmla="*/ 288777 h 311193"/>
                <a:gd name="connsiteX7" fmla="*/ 13248 w 202320"/>
                <a:gd name="connsiteY7" fmla="*/ 275415 h 311193"/>
                <a:gd name="connsiteX8" fmla="*/ 138 w 202320"/>
                <a:gd name="connsiteY8" fmla="*/ 289832 h 311193"/>
                <a:gd name="connsiteX9" fmla="*/ 28130 w 202320"/>
                <a:gd name="connsiteY9" fmla="*/ 311282 h 311193"/>
                <a:gd name="connsiteX10" fmla="*/ 98995 w 202320"/>
                <a:gd name="connsiteY10" fmla="*/ 211770 h 311193"/>
                <a:gd name="connsiteX11" fmla="*/ 124507 w 202320"/>
                <a:gd name="connsiteY11" fmla="*/ 99248 h 311193"/>
                <a:gd name="connsiteX12" fmla="*/ 163128 w 202320"/>
                <a:gd name="connsiteY12" fmla="*/ 99248 h 311193"/>
                <a:gd name="connsiteX13" fmla="*/ 165254 w 202320"/>
                <a:gd name="connsiteY13" fmla="*/ 87996 h 311193"/>
                <a:gd name="connsiteX14" fmla="*/ 126987 w 202320"/>
                <a:gd name="connsiteY14" fmla="*/ 87996 h 311193"/>
                <a:gd name="connsiteX15" fmla="*/ 170215 w 202320"/>
                <a:gd name="connsiteY15" fmla="*/ 7824 h 311193"/>
                <a:gd name="connsiteX16" fmla="*/ 178010 w 202320"/>
                <a:gd name="connsiteY16" fmla="*/ 12043 h 311193"/>
                <a:gd name="connsiteX17" fmla="*/ 176593 w 202320"/>
                <a:gd name="connsiteY17" fmla="*/ 15560 h 311193"/>
                <a:gd name="connsiteX18" fmla="*/ 174467 w 202320"/>
                <a:gd name="connsiteY18" fmla="*/ 22944 h 311193"/>
                <a:gd name="connsiteX19" fmla="*/ 187577 w 202320"/>
                <a:gd name="connsiteY19" fmla="*/ 37009 h 311193"/>
                <a:gd name="connsiteX20" fmla="*/ 202459 w 202320"/>
                <a:gd name="connsiteY20" fmla="*/ 22944 h 311193"/>
                <a:gd name="connsiteX21" fmla="*/ 171987 w 202320"/>
                <a:gd name="connsiteY21" fmla="*/ 88 h 311193"/>
                <a:gd name="connsiteX22" fmla="*/ 128050 w 202320"/>
                <a:gd name="connsiteY22" fmla="*/ 24350 h 311193"/>
                <a:gd name="connsiteX23" fmla="*/ 99704 w 202320"/>
                <a:gd name="connsiteY23" fmla="*/ 87996 h 311193"/>
                <a:gd name="connsiteX24" fmla="*/ 67106 w 202320"/>
                <a:gd name="connsiteY24" fmla="*/ 87996 h 311193"/>
                <a:gd name="connsiteX25" fmla="*/ 64626 w 202320"/>
                <a:gd name="connsiteY25" fmla="*/ 99248 h 3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2320" h="311193">
                  <a:moveTo>
                    <a:pt x="64626" y="99248"/>
                  </a:moveTo>
                  <a:lnTo>
                    <a:pt x="96515" y="99248"/>
                  </a:lnTo>
                  <a:lnTo>
                    <a:pt x="65334" y="246933"/>
                  </a:lnTo>
                  <a:cubicBezTo>
                    <a:pt x="57539" y="284558"/>
                    <a:pt x="45846" y="303897"/>
                    <a:pt x="30965" y="303897"/>
                  </a:cubicBezTo>
                  <a:cubicBezTo>
                    <a:pt x="26713" y="303897"/>
                    <a:pt x="23878" y="301436"/>
                    <a:pt x="23878" y="298271"/>
                  </a:cubicBezTo>
                  <a:cubicBezTo>
                    <a:pt x="23878" y="297216"/>
                    <a:pt x="24232" y="296161"/>
                    <a:pt x="25295" y="294403"/>
                  </a:cubicBezTo>
                  <a:cubicBezTo>
                    <a:pt x="26713" y="292293"/>
                    <a:pt x="27067" y="290887"/>
                    <a:pt x="27067" y="288777"/>
                  </a:cubicBezTo>
                  <a:cubicBezTo>
                    <a:pt x="27067" y="281393"/>
                    <a:pt x="20689" y="275415"/>
                    <a:pt x="13248" y="275415"/>
                  </a:cubicBezTo>
                  <a:cubicBezTo>
                    <a:pt x="5807" y="275415"/>
                    <a:pt x="138" y="281744"/>
                    <a:pt x="138" y="289832"/>
                  </a:cubicBezTo>
                  <a:cubicBezTo>
                    <a:pt x="138" y="301787"/>
                    <a:pt x="12540" y="311282"/>
                    <a:pt x="28130" y="311282"/>
                  </a:cubicBezTo>
                  <a:cubicBezTo>
                    <a:pt x="59665" y="311282"/>
                    <a:pt x="84468" y="276470"/>
                    <a:pt x="98995" y="211770"/>
                  </a:cubicBezTo>
                  <a:lnTo>
                    <a:pt x="124507" y="99248"/>
                  </a:lnTo>
                  <a:lnTo>
                    <a:pt x="163128" y="99248"/>
                  </a:lnTo>
                  <a:lnTo>
                    <a:pt x="165254" y="87996"/>
                  </a:lnTo>
                  <a:lnTo>
                    <a:pt x="126987" y="87996"/>
                  </a:lnTo>
                  <a:cubicBezTo>
                    <a:pt x="137263" y="32790"/>
                    <a:pt x="150373" y="7824"/>
                    <a:pt x="170215" y="7824"/>
                  </a:cubicBezTo>
                  <a:cubicBezTo>
                    <a:pt x="174821" y="7824"/>
                    <a:pt x="178010" y="9582"/>
                    <a:pt x="178010" y="12043"/>
                  </a:cubicBezTo>
                  <a:cubicBezTo>
                    <a:pt x="178010" y="13098"/>
                    <a:pt x="177656" y="13802"/>
                    <a:pt x="176593" y="15560"/>
                  </a:cubicBezTo>
                  <a:cubicBezTo>
                    <a:pt x="175176" y="18724"/>
                    <a:pt x="174467" y="20483"/>
                    <a:pt x="174467" y="22944"/>
                  </a:cubicBezTo>
                  <a:cubicBezTo>
                    <a:pt x="174467" y="31383"/>
                    <a:pt x="179782" y="37009"/>
                    <a:pt x="187577" y="37009"/>
                  </a:cubicBezTo>
                  <a:cubicBezTo>
                    <a:pt x="195726" y="37009"/>
                    <a:pt x="202459" y="30680"/>
                    <a:pt x="202459" y="22944"/>
                  </a:cubicBezTo>
                  <a:cubicBezTo>
                    <a:pt x="202459" y="9934"/>
                    <a:pt x="189349" y="88"/>
                    <a:pt x="171987" y="88"/>
                  </a:cubicBezTo>
                  <a:cubicBezTo>
                    <a:pt x="154625" y="88"/>
                    <a:pt x="140806" y="7824"/>
                    <a:pt x="128050" y="24350"/>
                  </a:cubicBezTo>
                  <a:cubicBezTo>
                    <a:pt x="117420" y="38064"/>
                    <a:pt x="110334" y="54239"/>
                    <a:pt x="99704" y="87996"/>
                  </a:cubicBezTo>
                  <a:lnTo>
                    <a:pt x="67106" y="87996"/>
                  </a:lnTo>
                  <a:lnTo>
                    <a:pt x="64626" y="9924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7" name="Freeform: Shape 4366">
              <a:extLst>
                <a:ext uri="{FF2B5EF4-FFF2-40B4-BE49-F238E27FC236}">
                  <a16:creationId xmlns:a16="http://schemas.microsoft.com/office/drawing/2014/main" id="{AF938C10-503A-E04D-142E-05FAA4BAAB5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707938" y="3918560"/>
              <a:ext cx="82203" cy="351631"/>
            </a:xfrm>
            <a:custGeom>
              <a:avLst/>
              <a:gdLst>
                <a:gd name="connsiteX0" fmla="*/ 82346 w 82203"/>
                <a:gd name="connsiteY0" fmla="*/ 348203 h 351631"/>
                <a:gd name="connsiteX1" fmla="*/ 76323 w 82203"/>
                <a:gd name="connsiteY1" fmla="*/ 340467 h 351631"/>
                <a:gd name="connsiteX2" fmla="*/ 20693 w 82203"/>
                <a:gd name="connsiteY2" fmla="*/ 175904 h 351631"/>
                <a:gd name="connsiteX3" fmla="*/ 77740 w 82203"/>
                <a:gd name="connsiteY3" fmla="*/ 9582 h 351631"/>
                <a:gd name="connsiteX4" fmla="*/ 82346 w 82203"/>
                <a:gd name="connsiteY4" fmla="*/ 3604 h 351631"/>
                <a:gd name="connsiteX5" fmla="*/ 78803 w 82203"/>
                <a:gd name="connsiteY5" fmla="*/ 88 h 351631"/>
                <a:gd name="connsiteX6" fmla="*/ 22465 w 82203"/>
                <a:gd name="connsiteY6" fmla="*/ 68656 h 351631"/>
                <a:gd name="connsiteX7" fmla="*/ 142 w 82203"/>
                <a:gd name="connsiteY7" fmla="*/ 175904 h 351631"/>
                <a:gd name="connsiteX8" fmla="*/ 23528 w 82203"/>
                <a:gd name="connsiteY8" fmla="*/ 285612 h 351631"/>
                <a:gd name="connsiteX9" fmla="*/ 78803 w 82203"/>
                <a:gd name="connsiteY9" fmla="*/ 351719 h 351631"/>
                <a:gd name="connsiteX10" fmla="*/ 82346 w 82203"/>
                <a:gd name="connsiteY10" fmla="*/ 348203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46" y="348203"/>
                  </a:moveTo>
                  <a:cubicBezTo>
                    <a:pt x="82346" y="347148"/>
                    <a:pt x="82346" y="346445"/>
                    <a:pt x="76323" y="340467"/>
                  </a:cubicBezTo>
                  <a:cubicBezTo>
                    <a:pt x="32032" y="296161"/>
                    <a:pt x="20693" y="229703"/>
                    <a:pt x="20693" y="175904"/>
                  </a:cubicBezTo>
                  <a:cubicBezTo>
                    <a:pt x="20693" y="114720"/>
                    <a:pt x="34158" y="53536"/>
                    <a:pt x="77740" y="9582"/>
                  </a:cubicBezTo>
                  <a:cubicBezTo>
                    <a:pt x="82346" y="5362"/>
                    <a:pt x="82346" y="4659"/>
                    <a:pt x="82346" y="3604"/>
                  </a:cubicBezTo>
                  <a:cubicBezTo>
                    <a:pt x="82346" y="1143"/>
                    <a:pt x="80929" y="88"/>
                    <a:pt x="78803" y="88"/>
                  </a:cubicBezTo>
                  <a:cubicBezTo>
                    <a:pt x="75260" y="88"/>
                    <a:pt x="43370" y="23999"/>
                    <a:pt x="22465" y="68656"/>
                  </a:cubicBezTo>
                  <a:cubicBezTo>
                    <a:pt x="4394" y="107335"/>
                    <a:pt x="142" y="146367"/>
                    <a:pt x="142" y="175904"/>
                  </a:cubicBezTo>
                  <a:cubicBezTo>
                    <a:pt x="142" y="203331"/>
                    <a:pt x="4040" y="245878"/>
                    <a:pt x="23528" y="285612"/>
                  </a:cubicBezTo>
                  <a:cubicBezTo>
                    <a:pt x="44787" y="328863"/>
                    <a:pt x="75260" y="351719"/>
                    <a:pt x="78803" y="351719"/>
                  </a:cubicBezTo>
                  <a:cubicBezTo>
                    <a:pt x="80929" y="351719"/>
                    <a:pt x="82346" y="350664"/>
                    <a:pt x="82346" y="34820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8" name="Freeform: Shape 4367">
              <a:extLst>
                <a:ext uri="{FF2B5EF4-FFF2-40B4-BE49-F238E27FC236}">
                  <a16:creationId xmlns:a16="http://schemas.microsoft.com/office/drawing/2014/main" id="{DCA9D850-487B-F055-9937-7788CC90FBE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801283" y="4027214"/>
              <a:ext cx="167950" cy="158937"/>
            </a:xfrm>
            <a:custGeom>
              <a:avLst/>
              <a:gdLst>
                <a:gd name="connsiteX0" fmla="*/ 152152 w 167950"/>
                <a:gd name="connsiteY0" fmla="*/ 116126 h 158937"/>
                <a:gd name="connsiteX1" fmla="*/ 144357 w 167950"/>
                <a:gd name="connsiteY1" fmla="*/ 125620 h 158937"/>
                <a:gd name="connsiteX2" fmla="*/ 128058 w 167950"/>
                <a:gd name="connsiteY2" fmla="*/ 139686 h 158937"/>
                <a:gd name="connsiteX3" fmla="*/ 117074 w 167950"/>
                <a:gd name="connsiteY3" fmla="*/ 125269 h 158937"/>
                <a:gd name="connsiteX4" fmla="*/ 115657 w 167950"/>
                <a:gd name="connsiteY4" fmla="*/ 119291 h 158937"/>
                <a:gd name="connsiteX5" fmla="*/ 102901 w 167950"/>
                <a:gd name="connsiteY5" fmla="*/ 62327 h 158937"/>
                <a:gd name="connsiteX6" fmla="*/ 137625 w 167950"/>
                <a:gd name="connsiteY6" fmla="*/ 19779 h 158937"/>
                <a:gd name="connsiteX7" fmla="*/ 146129 w 167950"/>
                <a:gd name="connsiteY7" fmla="*/ 22592 h 158937"/>
                <a:gd name="connsiteX8" fmla="*/ 155696 w 167950"/>
                <a:gd name="connsiteY8" fmla="*/ 25757 h 158937"/>
                <a:gd name="connsiteX9" fmla="*/ 168097 w 167950"/>
                <a:gd name="connsiteY9" fmla="*/ 13098 h 158937"/>
                <a:gd name="connsiteX10" fmla="*/ 153570 w 167950"/>
                <a:gd name="connsiteY10" fmla="*/ 88 h 158937"/>
                <a:gd name="connsiteX11" fmla="*/ 100066 w 167950"/>
                <a:gd name="connsiteY11" fmla="*/ 50371 h 158937"/>
                <a:gd name="connsiteX12" fmla="*/ 96169 w 167950"/>
                <a:gd name="connsiteY12" fmla="*/ 31031 h 158937"/>
                <a:gd name="connsiteX13" fmla="*/ 77744 w 167950"/>
                <a:gd name="connsiteY13" fmla="*/ 88 h 158937"/>
                <a:gd name="connsiteX14" fmla="*/ 36288 w 167950"/>
                <a:gd name="connsiteY14" fmla="*/ 10285 h 158937"/>
                <a:gd name="connsiteX15" fmla="*/ 32390 w 167950"/>
                <a:gd name="connsiteY15" fmla="*/ 11692 h 158937"/>
                <a:gd name="connsiteX16" fmla="*/ 33807 w 167950"/>
                <a:gd name="connsiteY16" fmla="*/ 16966 h 158937"/>
                <a:gd name="connsiteX17" fmla="*/ 53650 w 167950"/>
                <a:gd name="connsiteY17" fmla="*/ 13098 h 158937"/>
                <a:gd name="connsiteX18" fmla="*/ 69594 w 167950"/>
                <a:gd name="connsiteY18" fmla="*/ 37361 h 158937"/>
                <a:gd name="connsiteX19" fmla="*/ 79870 w 167950"/>
                <a:gd name="connsiteY19" fmla="*/ 80611 h 158937"/>
                <a:gd name="connsiteX20" fmla="*/ 50815 w 167950"/>
                <a:gd name="connsiteY20" fmla="*/ 121752 h 158937"/>
                <a:gd name="connsiteX21" fmla="*/ 32744 w 167950"/>
                <a:gd name="connsiteY21" fmla="*/ 138631 h 158937"/>
                <a:gd name="connsiteX22" fmla="*/ 23532 w 167950"/>
                <a:gd name="connsiteY22" fmla="*/ 135466 h 158937"/>
                <a:gd name="connsiteX23" fmla="*/ 12193 w 167950"/>
                <a:gd name="connsiteY23" fmla="*/ 131950 h 158937"/>
                <a:gd name="connsiteX24" fmla="*/ 146 w 167950"/>
                <a:gd name="connsiteY24" fmla="*/ 144257 h 158937"/>
                <a:gd name="connsiteX25" fmla="*/ 17863 w 167950"/>
                <a:gd name="connsiteY25" fmla="*/ 159025 h 158937"/>
                <a:gd name="connsiteX26" fmla="*/ 50815 w 167950"/>
                <a:gd name="connsiteY26" fmla="*/ 134411 h 158937"/>
                <a:gd name="connsiteX27" fmla="*/ 82704 w 167950"/>
                <a:gd name="connsiteY27" fmla="*/ 93270 h 158937"/>
                <a:gd name="connsiteX28" fmla="*/ 93334 w 167950"/>
                <a:gd name="connsiteY28" fmla="*/ 135466 h 158937"/>
                <a:gd name="connsiteX29" fmla="*/ 113885 w 167950"/>
                <a:gd name="connsiteY29" fmla="*/ 159025 h 158937"/>
                <a:gd name="connsiteX30" fmla="*/ 157113 w 167950"/>
                <a:gd name="connsiteY30" fmla="*/ 118939 h 158937"/>
                <a:gd name="connsiteX31" fmla="*/ 152152 w 167950"/>
                <a:gd name="connsiteY31" fmla="*/ 116126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152" y="116126"/>
                  </a:moveTo>
                  <a:cubicBezTo>
                    <a:pt x="149318" y="119291"/>
                    <a:pt x="147546" y="121401"/>
                    <a:pt x="144357" y="125620"/>
                  </a:cubicBezTo>
                  <a:cubicBezTo>
                    <a:pt x="136208" y="136169"/>
                    <a:pt x="131956" y="139686"/>
                    <a:pt x="128058" y="139686"/>
                  </a:cubicBezTo>
                  <a:cubicBezTo>
                    <a:pt x="122743" y="139686"/>
                    <a:pt x="119554" y="135114"/>
                    <a:pt x="117074" y="125269"/>
                  </a:cubicBezTo>
                  <a:cubicBezTo>
                    <a:pt x="116365" y="122456"/>
                    <a:pt x="116011" y="120346"/>
                    <a:pt x="115657" y="119291"/>
                  </a:cubicBezTo>
                  <a:cubicBezTo>
                    <a:pt x="106799" y="83776"/>
                    <a:pt x="102901" y="67601"/>
                    <a:pt x="102901" y="62327"/>
                  </a:cubicBezTo>
                  <a:cubicBezTo>
                    <a:pt x="118491" y="35251"/>
                    <a:pt x="131247" y="19779"/>
                    <a:pt x="137625" y="19779"/>
                  </a:cubicBezTo>
                  <a:cubicBezTo>
                    <a:pt x="139751" y="19779"/>
                    <a:pt x="142586" y="20834"/>
                    <a:pt x="146129" y="22592"/>
                  </a:cubicBezTo>
                  <a:cubicBezTo>
                    <a:pt x="150381" y="25054"/>
                    <a:pt x="152861" y="25757"/>
                    <a:pt x="155696" y="25757"/>
                  </a:cubicBezTo>
                  <a:cubicBezTo>
                    <a:pt x="163136" y="25757"/>
                    <a:pt x="168097" y="20483"/>
                    <a:pt x="168097" y="13098"/>
                  </a:cubicBezTo>
                  <a:cubicBezTo>
                    <a:pt x="168097" y="5714"/>
                    <a:pt x="162074" y="88"/>
                    <a:pt x="153570" y="88"/>
                  </a:cubicBezTo>
                  <a:cubicBezTo>
                    <a:pt x="137979" y="88"/>
                    <a:pt x="124515" y="12747"/>
                    <a:pt x="100066" y="50371"/>
                  </a:cubicBezTo>
                  <a:lnTo>
                    <a:pt x="96169" y="31031"/>
                  </a:lnTo>
                  <a:cubicBezTo>
                    <a:pt x="91208" y="7121"/>
                    <a:pt x="87311" y="88"/>
                    <a:pt x="77744" y="88"/>
                  </a:cubicBezTo>
                  <a:cubicBezTo>
                    <a:pt x="69949" y="88"/>
                    <a:pt x="57901" y="3253"/>
                    <a:pt x="36288" y="10285"/>
                  </a:cubicBezTo>
                  <a:lnTo>
                    <a:pt x="32390" y="11692"/>
                  </a:lnTo>
                  <a:lnTo>
                    <a:pt x="33807" y="16966"/>
                  </a:lnTo>
                  <a:cubicBezTo>
                    <a:pt x="47272" y="13802"/>
                    <a:pt x="50461" y="13098"/>
                    <a:pt x="53650" y="13098"/>
                  </a:cubicBezTo>
                  <a:cubicBezTo>
                    <a:pt x="62508" y="13098"/>
                    <a:pt x="64634" y="16263"/>
                    <a:pt x="69594" y="37361"/>
                  </a:cubicBezTo>
                  <a:lnTo>
                    <a:pt x="79870" y="80611"/>
                  </a:lnTo>
                  <a:lnTo>
                    <a:pt x="50815" y="121752"/>
                  </a:lnTo>
                  <a:cubicBezTo>
                    <a:pt x="43728" y="132301"/>
                    <a:pt x="36642" y="138631"/>
                    <a:pt x="32744" y="138631"/>
                  </a:cubicBezTo>
                  <a:cubicBezTo>
                    <a:pt x="30618" y="138631"/>
                    <a:pt x="27075" y="137576"/>
                    <a:pt x="23532" y="135466"/>
                  </a:cubicBezTo>
                  <a:cubicBezTo>
                    <a:pt x="18926" y="133005"/>
                    <a:pt x="15028" y="131950"/>
                    <a:pt x="12193" y="131950"/>
                  </a:cubicBezTo>
                  <a:cubicBezTo>
                    <a:pt x="5461" y="131950"/>
                    <a:pt x="146" y="137224"/>
                    <a:pt x="146" y="144257"/>
                  </a:cubicBezTo>
                  <a:cubicBezTo>
                    <a:pt x="146" y="153399"/>
                    <a:pt x="7233" y="159025"/>
                    <a:pt x="17863" y="159025"/>
                  </a:cubicBezTo>
                  <a:cubicBezTo>
                    <a:pt x="28847" y="159025"/>
                    <a:pt x="33099" y="155861"/>
                    <a:pt x="50815" y="134411"/>
                  </a:cubicBezTo>
                  <a:cubicBezTo>
                    <a:pt x="60382" y="123159"/>
                    <a:pt x="67823" y="113665"/>
                    <a:pt x="82704" y="93270"/>
                  </a:cubicBezTo>
                  <a:lnTo>
                    <a:pt x="93334" y="135466"/>
                  </a:lnTo>
                  <a:cubicBezTo>
                    <a:pt x="97940" y="153399"/>
                    <a:pt x="102547" y="159025"/>
                    <a:pt x="113885" y="159025"/>
                  </a:cubicBezTo>
                  <a:cubicBezTo>
                    <a:pt x="127349" y="159025"/>
                    <a:pt x="136562" y="150586"/>
                    <a:pt x="157113" y="118939"/>
                  </a:cubicBezTo>
                  <a:lnTo>
                    <a:pt x="152152" y="11612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9" name="Freeform: Shape 4368">
              <a:extLst>
                <a:ext uri="{FF2B5EF4-FFF2-40B4-BE49-F238E27FC236}">
                  <a16:creationId xmlns:a16="http://schemas.microsoft.com/office/drawing/2014/main" id="{80D886B9-AFF1-E763-73D5-4BE08F3D39F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990018" y="3918560"/>
              <a:ext cx="82203" cy="351631"/>
            </a:xfrm>
            <a:custGeom>
              <a:avLst/>
              <a:gdLst>
                <a:gd name="connsiteX0" fmla="*/ 82354 w 82203"/>
                <a:gd name="connsiteY0" fmla="*/ 175904 h 351631"/>
                <a:gd name="connsiteX1" fmla="*/ 58969 w 82203"/>
                <a:gd name="connsiteY1" fmla="*/ 66195 h 351631"/>
                <a:gd name="connsiteX2" fmla="*/ 3694 w 82203"/>
                <a:gd name="connsiteY2" fmla="*/ 88 h 351631"/>
                <a:gd name="connsiteX3" fmla="*/ 151 w 82203"/>
                <a:gd name="connsiteY3" fmla="*/ 3604 h 351631"/>
                <a:gd name="connsiteX4" fmla="*/ 6883 w 82203"/>
                <a:gd name="connsiteY4" fmla="*/ 11692 h 351631"/>
                <a:gd name="connsiteX5" fmla="*/ 61804 w 82203"/>
                <a:gd name="connsiteY5" fmla="*/ 175904 h 351631"/>
                <a:gd name="connsiteX6" fmla="*/ 4757 w 82203"/>
                <a:gd name="connsiteY6" fmla="*/ 342225 h 351631"/>
                <a:gd name="connsiteX7" fmla="*/ 151 w 82203"/>
                <a:gd name="connsiteY7" fmla="*/ 348203 h 351631"/>
                <a:gd name="connsiteX8" fmla="*/ 3694 w 82203"/>
                <a:gd name="connsiteY8" fmla="*/ 351719 h 351631"/>
                <a:gd name="connsiteX9" fmla="*/ 60032 w 82203"/>
                <a:gd name="connsiteY9" fmla="*/ 283151 h 351631"/>
                <a:gd name="connsiteX10" fmla="*/ 82354 w 82203"/>
                <a:gd name="connsiteY10" fmla="*/ 17590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54" y="175904"/>
                  </a:moveTo>
                  <a:cubicBezTo>
                    <a:pt x="82354" y="148476"/>
                    <a:pt x="78457" y="105929"/>
                    <a:pt x="58969" y="66195"/>
                  </a:cubicBezTo>
                  <a:cubicBezTo>
                    <a:pt x="37709" y="22944"/>
                    <a:pt x="7237" y="88"/>
                    <a:pt x="3694" y="88"/>
                  </a:cubicBezTo>
                  <a:cubicBezTo>
                    <a:pt x="1568" y="88"/>
                    <a:pt x="151" y="1494"/>
                    <a:pt x="151" y="3604"/>
                  </a:cubicBezTo>
                  <a:cubicBezTo>
                    <a:pt x="151" y="4659"/>
                    <a:pt x="151" y="5362"/>
                    <a:pt x="6883" y="11692"/>
                  </a:cubicBezTo>
                  <a:cubicBezTo>
                    <a:pt x="41607" y="46503"/>
                    <a:pt x="61804" y="102413"/>
                    <a:pt x="61804" y="175904"/>
                  </a:cubicBezTo>
                  <a:cubicBezTo>
                    <a:pt x="61804" y="236032"/>
                    <a:pt x="48693" y="297920"/>
                    <a:pt x="4757" y="342225"/>
                  </a:cubicBezTo>
                  <a:cubicBezTo>
                    <a:pt x="151" y="346445"/>
                    <a:pt x="151" y="347148"/>
                    <a:pt x="151" y="348203"/>
                  </a:cubicBezTo>
                  <a:cubicBezTo>
                    <a:pt x="151" y="350313"/>
                    <a:pt x="1568" y="351719"/>
                    <a:pt x="3694" y="351719"/>
                  </a:cubicBezTo>
                  <a:cubicBezTo>
                    <a:pt x="7237" y="351719"/>
                    <a:pt x="39127" y="327808"/>
                    <a:pt x="60032" y="283151"/>
                  </a:cubicBezTo>
                  <a:cubicBezTo>
                    <a:pt x="78103" y="244472"/>
                    <a:pt x="82354" y="205441"/>
                    <a:pt x="82354" y="17590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0" name="Freeform: Shape 4369">
              <a:extLst>
                <a:ext uri="{FF2B5EF4-FFF2-40B4-BE49-F238E27FC236}">
                  <a16:creationId xmlns:a16="http://schemas.microsoft.com/office/drawing/2014/main" id="{7F4F57BD-7545-A8E3-526A-E54F60534B7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206685" y="4053234"/>
              <a:ext cx="235627" cy="82281"/>
            </a:xfrm>
            <a:custGeom>
              <a:avLst/>
              <a:gdLst>
                <a:gd name="connsiteX0" fmla="*/ 223737 w 235627"/>
                <a:gd name="connsiteY0" fmla="*/ 14153 h 82281"/>
                <a:gd name="connsiteX1" fmla="*/ 235784 w 235627"/>
                <a:gd name="connsiteY1" fmla="*/ 7121 h 82281"/>
                <a:gd name="connsiteX2" fmla="*/ 224091 w 235627"/>
                <a:gd name="connsiteY2" fmla="*/ 88 h 82281"/>
                <a:gd name="connsiteX3" fmla="*/ 11850 w 235627"/>
                <a:gd name="connsiteY3" fmla="*/ 88 h 82281"/>
                <a:gd name="connsiteX4" fmla="*/ 157 w 235627"/>
                <a:gd name="connsiteY4" fmla="*/ 7121 h 82281"/>
                <a:gd name="connsiteX5" fmla="*/ 12204 w 235627"/>
                <a:gd name="connsiteY5" fmla="*/ 14153 h 82281"/>
                <a:gd name="connsiteX6" fmla="*/ 223737 w 235627"/>
                <a:gd name="connsiteY6" fmla="*/ 14153 h 82281"/>
                <a:gd name="connsiteX7" fmla="*/ 224091 w 235627"/>
                <a:gd name="connsiteY7" fmla="*/ 82370 h 82281"/>
                <a:gd name="connsiteX8" fmla="*/ 235784 w 235627"/>
                <a:gd name="connsiteY8" fmla="*/ 75337 h 82281"/>
                <a:gd name="connsiteX9" fmla="*/ 223737 w 235627"/>
                <a:gd name="connsiteY9" fmla="*/ 68304 h 82281"/>
                <a:gd name="connsiteX10" fmla="*/ 12204 w 235627"/>
                <a:gd name="connsiteY10" fmla="*/ 68304 h 82281"/>
                <a:gd name="connsiteX11" fmla="*/ 157 w 235627"/>
                <a:gd name="connsiteY11" fmla="*/ 75337 h 82281"/>
                <a:gd name="connsiteX12" fmla="*/ 11850 w 235627"/>
                <a:gd name="connsiteY12" fmla="*/ 82370 h 82281"/>
                <a:gd name="connsiteX13" fmla="*/ 224091 w 235627"/>
                <a:gd name="connsiteY13" fmla="*/ 82370 h 8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627" h="82281">
                  <a:moveTo>
                    <a:pt x="223737" y="14153"/>
                  </a:moveTo>
                  <a:cubicBezTo>
                    <a:pt x="229052" y="14153"/>
                    <a:pt x="235784" y="14153"/>
                    <a:pt x="235784" y="7121"/>
                  </a:cubicBezTo>
                  <a:cubicBezTo>
                    <a:pt x="235784" y="88"/>
                    <a:pt x="229052" y="88"/>
                    <a:pt x="224091" y="88"/>
                  </a:cubicBezTo>
                  <a:lnTo>
                    <a:pt x="11850" y="88"/>
                  </a:lnTo>
                  <a:cubicBezTo>
                    <a:pt x="6889" y="88"/>
                    <a:pt x="157" y="88"/>
                    <a:pt x="157" y="7121"/>
                  </a:cubicBezTo>
                  <a:cubicBezTo>
                    <a:pt x="157" y="14153"/>
                    <a:pt x="6889" y="14153"/>
                    <a:pt x="12204" y="14153"/>
                  </a:cubicBezTo>
                  <a:lnTo>
                    <a:pt x="223737" y="14153"/>
                  </a:lnTo>
                  <a:close/>
                  <a:moveTo>
                    <a:pt x="224091" y="82370"/>
                  </a:moveTo>
                  <a:cubicBezTo>
                    <a:pt x="229052" y="82370"/>
                    <a:pt x="235784" y="82370"/>
                    <a:pt x="235784" y="75337"/>
                  </a:cubicBezTo>
                  <a:cubicBezTo>
                    <a:pt x="235784" y="68304"/>
                    <a:pt x="229052" y="68304"/>
                    <a:pt x="223737" y="68304"/>
                  </a:cubicBezTo>
                  <a:lnTo>
                    <a:pt x="12204" y="68304"/>
                  </a:lnTo>
                  <a:cubicBezTo>
                    <a:pt x="6889" y="68304"/>
                    <a:pt x="157" y="68304"/>
                    <a:pt x="157" y="75337"/>
                  </a:cubicBezTo>
                  <a:cubicBezTo>
                    <a:pt x="157" y="82370"/>
                    <a:pt x="6889" y="82370"/>
                    <a:pt x="11850" y="82370"/>
                  </a:cubicBezTo>
                  <a:lnTo>
                    <a:pt x="224091" y="823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1" name="Freeform: Shape 4370">
              <a:extLst>
                <a:ext uri="{FF2B5EF4-FFF2-40B4-BE49-F238E27FC236}">
                  <a16:creationId xmlns:a16="http://schemas.microsoft.com/office/drawing/2014/main" id="{CBABE3CC-FE5B-F6BD-4C44-6A34BD09795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657685" y="3679616"/>
              <a:ext cx="82203" cy="351631"/>
            </a:xfrm>
            <a:custGeom>
              <a:avLst/>
              <a:gdLst>
                <a:gd name="connsiteX0" fmla="*/ 82373 w 82203"/>
                <a:gd name="connsiteY0" fmla="*/ 348196 h 351631"/>
                <a:gd name="connsiteX1" fmla="*/ 76349 w 82203"/>
                <a:gd name="connsiteY1" fmla="*/ 340460 h 351631"/>
                <a:gd name="connsiteX2" fmla="*/ 20720 w 82203"/>
                <a:gd name="connsiteY2" fmla="*/ 175897 h 351631"/>
                <a:gd name="connsiteX3" fmla="*/ 77766 w 82203"/>
                <a:gd name="connsiteY3" fmla="*/ 9575 h 351631"/>
                <a:gd name="connsiteX4" fmla="*/ 82373 w 82203"/>
                <a:gd name="connsiteY4" fmla="*/ 3598 h 351631"/>
                <a:gd name="connsiteX5" fmla="*/ 78829 w 82203"/>
                <a:gd name="connsiteY5" fmla="*/ 81 h 351631"/>
                <a:gd name="connsiteX6" fmla="*/ 22492 w 82203"/>
                <a:gd name="connsiteY6" fmla="*/ 68649 h 351631"/>
                <a:gd name="connsiteX7" fmla="*/ 169 w 82203"/>
                <a:gd name="connsiteY7" fmla="*/ 175897 h 351631"/>
                <a:gd name="connsiteX8" fmla="*/ 23554 w 82203"/>
                <a:gd name="connsiteY8" fmla="*/ 285606 h 351631"/>
                <a:gd name="connsiteX9" fmla="*/ 78829 w 82203"/>
                <a:gd name="connsiteY9" fmla="*/ 351712 h 351631"/>
                <a:gd name="connsiteX10" fmla="*/ 82373 w 82203"/>
                <a:gd name="connsiteY10" fmla="*/ 34819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3" y="348196"/>
                  </a:moveTo>
                  <a:cubicBezTo>
                    <a:pt x="82373" y="347141"/>
                    <a:pt x="82373" y="346438"/>
                    <a:pt x="76349" y="340460"/>
                  </a:cubicBezTo>
                  <a:cubicBezTo>
                    <a:pt x="32058" y="296155"/>
                    <a:pt x="20720" y="229696"/>
                    <a:pt x="20720" y="175897"/>
                  </a:cubicBezTo>
                  <a:cubicBezTo>
                    <a:pt x="20720" y="114713"/>
                    <a:pt x="34184" y="53529"/>
                    <a:pt x="77766" y="9575"/>
                  </a:cubicBezTo>
                  <a:cubicBezTo>
                    <a:pt x="82373" y="5356"/>
                    <a:pt x="82373" y="4652"/>
                    <a:pt x="82373" y="3598"/>
                  </a:cubicBezTo>
                  <a:cubicBezTo>
                    <a:pt x="82373" y="1136"/>
                    <a:pt x="80955" y="81"/>
                    <a:pt x="78829" y="81"/>
                  </a:cubicBezTo>
                  <a:cubicBezTo>
                    <a:pt x="75286" y="81"/>
                    <a:pt x="43397" y="23992"/>
                    <a:pt x="22492" y="68649"/>
                  </a:cubicBezTo>
                  <a:cubicBezTo>
                    <a:pt x="4421" y="107329"/>
                    <a:pt x="169" y="146360"/>
                    <a:pt x="169" y="175897"/>
                  </a:cubicBezTo>
                  <a:cubicBezTo>
                    <a:pt x="169" y="203324"/>
                    <a:pt x="4067" y="245871"/>
                    <a:pt x="23554" y="285606"/>
                  </a:cubicBezTo>
                  <a:cubicBezTo>
                    <a:pt x="44814" y="328856"/>
                    <a:pt x="75286" y="351712"/>
                    <a:pt x="78829" y="351712"/>
                  </a:cubicBezTo>
                  <a:cubicBezTo>
                    <a:pt x="80955" y="351712"/>
                    <a:pt x="82373" y="350657"/>
                    <a:pt x="82373" y="3481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2" name="Freeform: Shape 4371">
              <a:extLst>
                <a:ext uri="{FF2B5EF4-FFF2-40B4-BE49-F238E27FC236}">
                  <a16:creationId xmlns:a16="http://schemas.microsoft.com/office/drawing/2014/main" id="{506C44A3-988C-A57D-03BD-2650A8CD34ED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751029" y="3788270"/>
              <a:ext cx="167950" cy="158937"/>
            </a:xfrm>
            <a:custGeom>
              <a:avLst/>
              <a:gdLst>
                <a:gd name="connsiteX0" fmla="*/ 152179 w 167950"/>
                <a:gd name="connsiteY0" fmla="*/ 116119 h 158937"/>
                <a:gd name="connsiteX1" fmla="*/ 144384 w 167950"/>
                <a:gd name="connsiteY1" fmla="*/ 125614 h 158937"/>
                <a:gd name="connsiteX2" fmla="*/ 128085 w 167950"/>
                <a:gd name="connsiteY2" fmla="*/ 139679 h 158937"/>
                <a:gd name="connsiteX3" fmla="*/ 117101 w 167950"/>
                <a:gd name="connsiteY3" fmla="*/ 125262 h 158937"/>
                <a:gd name="connsiteX4" fmla="*/ 115683 w 167950"/>
                <a:gd name="connsiteY4" fmla="*/ 119284 h 158937"/>
                <a:gd name="connsiteX5" fmla="*/ 102928 w 167950"/>
                <a:gd name="connsiteY5" fmla="*/ 62320 h 158937"/>
                <a:gd name="connsiteX6" fmla="*/ 137652 w 167950"/>
                <a:gd name="connsiteY6" fmla="*/ 19773 h 158937"/>
                <a:gd name="connsiteX7" fmla="*/ 146155 w 167950"/>
                <a:gd name="connsiteY7" fmla="*/ 22586 h 158937"/>
                <a:gd name="connsiteX8" fmla="*/ 155722 w 167950"/>
                <a:gd name="connsiteY8" fmla="*/ 25750 h 158937"/>
                <a:gd name="connsiteX9" fmla="*/ 168124 w 167950"/>
                <a:gd name="connsiteY9" fmla="*/ 13092 h 158937"/>
                <a:gd name="connsiteX10" fmla="*/ 153596 w 167950"/>
                <a:gd name="connsiteY10" fmla="*/ 81 h 158937"/>
                <a:gd name="connsiteX11" fmla="*/ 100093 w 167950"/>
                <a:gd name="connsiteY11" fmla="*/ 50364 h 158937"/>
                <a:gd name="connsiteX12" fmla="*/ 96195 w 167950"/>
                <a:gd name="connsiteY12" fmla="*/ 31025 h 158937"/>
                <a:gd name="connsiteX13" fmla="*/ 77770 w 167950"/>
                <a:gd name="connsiteY13" fmla="*/ 81 h 158937"/>
                <a:gd name="connsiteX14" fmla="*/ 36314 w 167950"/>
                <a:gd name="connsiteY14" fmla="*/ 10278 h 158937"/>
                <a:gd name="connsiteX15" fmla="*/ 32417 w 167950"/>
                <a:gd name="connsiteY15" fmla="*/ 11685 h 158937"/>
                <a:gd name="connsiteX16" fmla="*/ 33834 w 167950"/>
                <a:gd name="connsiteY16" fmla="*/ 16959 h 158937"/>
                <a:gd name="connsiteX17" fmla="*/ 53676 w 167950"/>
                <a:gd name="connsiteY17" fmla="*/ 13092 h 158937"/>
                <a:gd name="connsiteX18" fmla="*/ 69621 w 167950"/>
                <a:gd name="connsiteY18" fmla="*/ 37354 h 158937"/>
                <a:gd name="connsiteX19" fmla="*/ 79896 w 167950"/>
                <a:gd name="connsiteY19" fmla="*/ 80605 h 158937"/>
                <a:gd name="connsiteX20" fmla="*/ 50842 w 167950"/>
                <a:gd name="connsiteY20" fmla="*/ 121746 h 158937"/>
                <a:gd name="connsiteX21" fmla="*/ 32771 w 167950"/>
                <a:gd name="connsiteY21" fmla="*/ 138624 h 158937"/>
                <a:gd name="connsiteX22" fmla="*/ 23558 w 167950"/>
                <a:gd name="connsiteY22" fmla="*/ 135459 h 158937"/>
                <a:gd name="connsiteX23" fmla="*/ 12220 w 167950"/>
                <a:gd name="connsiteY23" fmla="*/ 131943 h 158937"/>
                <a:gd name="connsiteX24" fmla="*/ 173 w 167950"/>
                <a:gd name="connsiteY24" fmla="*/ 144250 h 158937"/>
                <a:gd name="connsiteX25" fmla="*/ 17889 w 167950"/>
                <a:gd name="connsiteY25" fmla="*/ 159018 h 158937"/>
                <a:gd name="connsiteX26" fmla="*/ 50842 w 167950"/>
                <a:gd name="connsiteY26" fmla="*/ 134404 h 158937"/>
                <a:gd name="connsiteX27" fmla="*/ 82731 w 167950"/>
                <a:gd name="connsiteY27" fmla="*/ 93263 h 158937"/>
                <a:gd name="connsiteX28" fmla="*/ 93361 w 167950"/>
                <a:gd name="connsiteY28" fmla="*/ 135459 h 158937"/>
                <a:gd name="connsiteX29" fmla="*/ 113912 w 167950"/>
                <a:gd name="connsiteY29" fmla="*/ 159018 h 158937"/>
                <a:gd name="connsiteX30" fmla="*/ 157140 w 167950"/>
                <a:gd name="connsiteY30" fmla="*/ 118933 h 158937"/>
                <a:gd name="connsiteX31" fmla="*/ 152179 w 167950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179" y="116119"/>
                  </a:moveTo>
                  <a:cubicBezTo>
                    <a:pt x="149344" y="119284"/>
                    <a:pt x="147573" y="121394"/>
                    <a:pt x="144384" y="125614"/>
                  </a:cubicBezTo>
                  <a:cubicBezTo>
                    <a:pt x="136234" y="136162"/>
                    <a:pt x="131982" y="139679"/>
                    <a:pt x="128085" y="139679"/>
                  </a:cubicBezTo>
                  <a:cubicBezTo>
                    <a:pt x="122770" y="139679"/>
                    <a:pt x="119581" y="135108"/>
                    <a:pt x="117101" y="125262"/>
                  </a:cubicBezTo>
                  <a:cubicBezTo>
                    <a:pt x="116392" y="122449"/>
                    <a:pt x="116038" y="120339"/>
                    <a:pt x="115683" y="119284"/>
                  </a:cubicBezTo>
                  <a:cubicBezTo>
                    <a:pt x="106825" y="83769"/>
                    <a:pt x="102928" y="67594"/>
                    <a:pt x="102928" y="62320"/>
                  </a:cubicBezTo>
                  <a:cubicBezTo>
                    <a:pt x="118518" y="35244"/>
                    <a:pt x="131274" y="19773"/>
                    <a:pt x="137652" y="19773"/>
                  </a:cubicBezTo>
                  <a:cubicBezTo>
                    <a:pt x="139778" y="19773"/>
                    <a:pt x="142612" y="20827"/>
                    <a:pt x="146155" y="22586"/>
                  </a:cubicBezTo>
                  <a:cubicBezTo>
                    <a:pt x="150407" y="25047"/>
                    <a:pt x="152888" y="25750"/>
                    <a:pt x="155722" y="25750"/>
                  </a:cubicBezTo>
                  <a:cubicBezTo>
                    <a:pt x="163163" y="25750"/>
                    <a:pt x="168124" y="20476"/>
                    <a:pt x="168124" y="13092"/>
                  </a:cubicBezTo>
                  <a:cubicBezTo>
                    <a:pt x="168124" y="5707"/>
                    <a:pt x="162100" y="81"/>
                    <a:pt x="153596" y="81"/>
                  </a:cubicBezTo>
                  <a:cubicBezTo>
                    <a:pt x="138006" y="81"/>
                    <a:pt x="124541" y="12740"/>
                    <a:pt x="100093" y="50364"/>
                  </a:cubicBezTo>
                  <a:lnTo>
                    <a:pt x="96195" y="31025"/>
                  </a:lnTo>
                  <a:cubicBezTo>
                    <a:pt x="91235" y="7114"/>
                    <a:pt x="87337" y="81"/>
                    <a:pt x="77770" y="81"/>
                  </a:cubicBezTo>
                  <a:cubicBezTo>
                    <a:pt x="69975" y="81"/>
                    <a:pt x="57928" y="3246"/>
                    <a:pt x="36314" y="10278"/>
                  </a:cubicBezTo>
                  <a:lnTo>
                    <a:pt x="32417" y="11685"/>
                  </a:lnTo>
                  <a:lnTo>
                    <a:pt x="33834" y="16959"/>
                  </a:lnTo>
                  <a:cubicBezTo>
                    <a:pt x="47298" y="13795"/>
                    <a:pt x="50487" y="13092"/>
                    <a:pt x="53676" y="13092"/>
                  </a:cubicBezTo>
                  <a:cubicBezTo>
                    <a:pt x="62534" y="13092"/>
                    <a:pt x="64660" y="16256"/>
                    <a:pt x="69621" y="37354"/>
                  </a:cubicBezTo>
                  <a:lnTo>
                    <a:pt x="79896" y="80605"/>
                  </a:lnTo>
                  <a:lnTo>
                    <a:pt x="50842" y="121746"/>
                  </a:lnTo>
                  <a:cubicBezTo>
                    <a:pt x="43755" y="132295"/>
                    <a:pt x="36668" y="138624"/>
                    <a:pt x="32771" y="138624"/>
                  </a:cubicBezTo>
                  <a:cubicBezTo>
                    <a:pt x="30645" y="138624"/>
                    <a:pt x="27102" y="137569"/>
                    <a:pt x="23558" y="135459"/>
                  </a:cubicBezTo>
                  <a:cubicBezTo>
                    <a:pt x="18952" y="132998"/>
                    <a:pt x="15055" y="131943"/>
                    <a:pt x="12220" y="131943"/>
                  </a:cubicBezTo>
                  <a:cubicBezTo>
                    <a:pt x="5488" y="131943"/>
                    <a:pt x="173" y="137217"/>
                    <a:pt x="173" y="144250"/>
                  </a:cubicBezTo>
                  <a:cubicBezTo>
                    <a:pt x="173" y="153392"/>
                    <a:pt x="7259" y="159018"/>
                    <a:pt x="17889" y="159018"/>
                  </a:cubicBezTo>
                  <a:cubicBezTo>
                    <a:pt x="28873" y="159018"/>
                    <a:pt x="33125" y="155854"/>
                    <a:pt x="50842" y="134404"/>
                  </a:cubicBezTo>
                  <a:cubicBezTo>
                    <a:pt x="60408" y="123152"/>
                    <a:pt x="67849" y="113658"/>
                    <a:pt x="82731" y="93263"/>
                  </a:cubicBezTo>
                  <a:lnTo>
                    <a:pt x="93361" y="135459"/>
                  </a:lnTo>
                  <a:cubicBezTo>
                    <a:pt x="97967" y="153392"/>
                    <a:pt x="102573" y="159018"/>
                    <a:pt x="113912" y="159018"/>
                  </a:cubicBezTo>
                  <a:cubicBezTo>
                    <a:pt x="127376" y="159018"/>
                    <a:pt x="136589" y="150579"/>
                    <a:pt x="157140" y="118933"/>
                  </a:cubicBezTo>
                  <a:lnTo>
                    <a:pt x="152179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3" name="Freeform: Shape 4372">
              <a:extLst>
                <a:ext uri="{FF2B5EF4-FFF2-40B4-BE49-F238E27FC236}">
                  <a16:creationId xmlns:a16="http://schemas.microsoft.com/office/drawing/2014/main" id="{1E2793F4-4E4C-C4DF-ADAC-9DF5F0E0169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998373" y="3848399"/>
              <a:ext cx="216493" cy="14065"/>
            </a:xfrm>
            <a:custGeom>
              <a:avLst/>
              <a:gdLst>
                <a:gd name="connsiteX0" fmla="*/ 204271 w 216493"/>
                <a:gd name="connsiteY0" fmla="*/ 14146 h 14065"/>
                <a:gd name="connsiteX1" fmla="*/ 216672 w 216493"/>
                <a:gd name="connsiteY1" fmla="*/ 7114 h 14065"/>
                <a:gd name="connsiteX2" fmla="*/ 204271 w 216493"/>
                <a:gd name="connsiteY2" fmla="*/ 81 h 14065"/>
                <a:gd name="connsiteX3" fmla="*/ 12580 w 216493"/>
                <a:gd name="connsiteY3" fmla="*/ 81 h 14065"/>
                <a:gd name="connsiteX4" fmla="*/ 179 w 216493"/>
                <a:gd name="connsiteY4" fmla="*/ 7114 h 14065"/>
                <a:gd name="connsiteX5" fmla="*/ 12580 w 216493"/>
                <a:gd name="connsiteY5" fmla="*/ 14146 h 14065"/>
                <a:gd name="connsiteX6" fmla="*/ 204271 w 216493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71" y="14146"/>
                  </a:moveTo>
                  <a:cubicBezTo>
                    <a:pt x="210294" y="14146"/>
                    <a:pt x="216672" y="14146"/>
                    <a:pt x="216672" y="7114"/>
                  </a:cubicBezTo>
                  <a:cubicBezTo>
                    <a:pt x="216672" y="81"/>
                    <a:pt x="210294" y="81"/>
                    <a:pt x="204271" y="81"/>
                  </a:cubicBezTo>
                  <a:lnTo>
                    <a:pt x="12580" y="81"/>
                  </a:lnTo>
                  <a:cubicBezTo>
                    <a:pt x="6557" y="81"/>
                    <a:pt x="179" y="81"/>
                    <a:pt x="179" y="7114"/>
                  </a:cubicBezTo>
                  <a:cubicBezTo>
                    <a:pt x="179" y="14146"/>
                    <a:pt x="6557" y="14146"/>
                    <a:pt x="12580" y="14146"/>
                  </a:cubicBezTo>
                  <a:lnTo>
                    <a:pt x="204271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4" name="Freeform: Shape 4373">
              <a:extLst>
                <a:ext uri="{FF2B5EF4-FFF2-40B4-BE49-F238E27FC236}">
                  <a16:creationId xmlns:a16="http://schemas.microsoft.com/office/drawing/2014/main" id="{CB51245F-BF75-6DD6-8FB4-FEE60036E9F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309936" y="3705637"/>
              <a:ext cx="137833" cy="242625"/>
            </a:xfrm>
            <a:custGeom>
              <a:avLst/>
              <a:gdLst>
                <a:gd name="connsiteX0" fmla="*/ 39164 w 137833"/>
                <a:gd name="connsiteY0" fmla="*/ 121746 h 242625"/>
                <a:gd name="connsiteX1" fmla="*/ 76722 w 137833"/>
                <a:gd name="connsiteY1" fmla="*/ 125614 h 242625"/>
                <a:gd name="connsiteX2" fmla="*/ 112509 w 137833"/>
                <a:gd name="connsiteY2" fmla="*/ 177655 h 242625"/>
                <a:gd name="connsiteX3" fmla="*/ 66093 w 137833"/>
                <a:gd name="connsiteY3" fmla="*/ 230048 h 242625"/>
                <a:gd name="connsiteX4" fmla="*/ 36329 w 137833"/>
                <a:gd name="connsiteY4" fmla="*/ 219147 h 242625"/>
                <a:gd name="connsiteX5" fmla="*/ 13652 w 137833"/>
                <a:gd name="connsiteY5" fmla="*/ 210357 h 242625"/>
                <a:gd name="connsiteX6" fmla="*/ 188 w 137833"/>
                <a:gd name="connsiteY6" fmla="*/ 222664 h 242625"/>
                <a:gd name="connsiteX7" fmla="*/ 40227 w 137833"/>
                <a:gd name="connsiteY7" fmla="*/ 242707 h 242625"/>
                <a:gd name="connsiteX8" fmla="*/ 112155 w 137833"/>
                <a:gd name="connsiteY8" fmla="*/ 219147 h 242625"/>
                <a:gd name="connsiteX9" fmla="*/ 138021 w 137833"/>
                <a:gd name="connsiteY9" fmla="*/ 160777 h 242625"/>
                <a:gd name="connsiteX10" fmla="*/ 122076 w 137833"/>
                <a:gd name="connsiteY10" fmla="*/ 115416 h 242625"/>
                <a:gd name="connsiteX11" fmla="*/ 92667 w 137833"/>
                <a:gd name="connsiteY11" fmla="*/ 96780 h 242625"/>
                <a:gd name="connsiteX12" fmla="*/ 125974 w 137833"/>
                <a:gd name="connsiteY12" fmla="*/ 48255 h 242625"/>
                <a:gd name="connsiteX13" fmla="*/ 70699 w 137833"/>
                <a:gd name="connsiteY13" fmla="*/ 81 h 242625"/>
                <a:gd name="connsiteX14" fmla="*/ 24636 w 137833"/>
                <a:gd name="connsiteY14" fmla="*/ 17311 h 242625"/>
                <a:gd name="connsiteX15" fmla="*/ 896 w 137833"/>
                <a:gd name="connsiteY15" fmla="*/ 57045 h 242625"/>
                <a:gd name="connsiteX16" fmla="*/ 6211 w 137833"/>
                <a:gd name="connsiteY16" fmla="*/ 58452 h 242625"/>
                <a:gd name="connsiteX17" fmla="*/ 59006 w 137833"/>
                <a:gd name="connsiteY17" fmla="*/ 21179 h 242625"/>
                <a:gd name="connsiteX18" fmla="*/ 97982 w 137833"/>
                <a:gd name="connsiteY18" fmla="*/ 58804 h 242625"/>
                <a:gd name="connsiteX19" fmla="*/ 83809 w 137833"/>
                <a:gd name="connsiteY19" fmla="*/ 92912 h 242625"/>
                <a:gd name="connsiteX20" fmla="*/ 39164 w 137833"/>
                <a:gd name="connsiteY20" fmla="*/ 117174 h 242625"/>
                <a:gd name="connsiteX21" fmla="*/ 39164 w 137833"/>
                <a:gd name="connsiteY21" fmla="*/ 121746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64" y="121746"/>
                  </a:moveTo>
                  <a:cubicBezTo>
                    <a:pt x="60069" y="121746"/>
                    <a:pt x="68219" y="122449"/>
                    <a:pt x="76722" y="125614"/>
                  </a:cubicBezTo>
                  <a:cubicBezTo>
                    <a:pt x="98691" y="133349"/>
                    <a:pt x="112509" y="153392"/>
                    <a:pt x="112509" y="177655"/>
                  </a:cubicBezTo>
                  <a:cubicBezTo>
                    <a:pt x="112509" y="207192"/>
                    <a:pt x="92313" y="230048"/>
                    <a:pt x="66093" y="230048"/>
                  </a:cubicBezTo>
                  <a:cubicBezTo>
                    <a:pt x="56526" y="230048"/>
                    <a:pt x="49439" y="227587"/>
                    <a:pt x="36329" y="219147"/>
                  </a:cubicBezTo>
                  <a:cubicBezTo>
                    <a:pt x="25699" y="212818"/>
                    <a:pt x="19676" y="210357"/>
                    <a:pt x="13652" y="210357"/>
                  </a:cubicBezTo>
                  <a:cubicBezTo>
                    <a:pt x="5503" y="210357"/>
                    <a:pt x="188" y="215279"/>
                    <a:pt x="188" y="222664"/>
                  </a:cubicBezTo>
                  <a:cubicBezTo>
                    <a:pt x="188" y="234971"/>
                    <a:pt x="15424" y="242707"/>
                    <a:pt x="40227" y="242707"/>
                  </a:cubicBezTo>
                  <a:cubicBezTo>
                    <a:pt x="67510" y="242707"/>
                    <a:pt x="95502" y="233564"/>
                    <a:pt x="112155" y="219147"/>
                  </a:cubicBezTo>
                  <a:cubicBezTo>
                    <a:pt x="128808" y="204731"/>
                    <a:pt x="138021" y="184336"/>
                    <a:pt x="138021" y="160777"/>
                  </a:cubicBezTo>
                  <a:cubicBezTo>
                    <a:pt x="138021" y="142843"/>
                    <a:pt x="132352" y="126317"/>
                    <a:pt x="122076" y="115416"/>
                  </a:cubicBezTo>
                  <a:cubicBezTo>
                    <a:pt x="114990" y="107680"/>
                    <a:pt x="108257" y="103461"/>
                    <a:pt x="92667" y="96780"/>
                  </a:cubicBezTo>
                  <a:cubicBezTo>
                    <a:pt x="117116" y="80253"/>
                    <a:pt x="125974" y="67243"/>
                    <a:pt x="125974" y="48255"/>
                  </a:cubicBezTo>
                  <a:cubicBezTo>
                    <a:pt x="125974" y="19773"/>
                    <a:pt x="103297" y="81"/>
                    <a:pt x="70699" y="81"/>
                  </a:cubicBezTo>
                  <a:cubicBezTo>
                    <a:pt x="52982" y="81"/>
                    <a:pt x="37392" y="6059"/>
                    <a:pt x="24636" y="17311"/>
                  </a:cubicBezTo>
                  <a:cubicBezTo>
                    <a:pt x="14007" y="26805"/>
                    <a:pt x="8692" y="35948"/>
                    <a:pt x="896" y="57045"/>
                  </a:cubicBezTo>
                  <a:lnTo>
                    <a:pt x="6211" y="58452"/>
                  </a:lnTo>
                  <a:cubicBezTo>
                    <a:pt x="20739" y="32783"/>
                    <a:pt x="36683" y="21179"/>
                    <a:pt x="59006" y="21179"/>
                  </a:cubicBezTo>
                  <a:cubicBezTo>
                    <a:pt x="82037" y="21179"/>
                    <a:pt x="97982" y="36651"/>
                    <a:pt x="97982" y="58804"/>
                  </a:cubicBezTo>
                  <a:cubicBezTo>
                    <a:pt x="97982" y="71462"/>
                    <a:pt x="92667" y="84121"/>
                    <a:pt x="83809" y="92912"/>
                  </a:cubicBezTo>
                  <a:cubicBezTo>
                    <a:pt x="73179" y="103461"/>
                    <a:pt x="63258" y="108735"/>
                    <a:pt x="39164" y="117174"/>
                  </a:cubicBezTo>
                  <a:lnTo>
                    <a:pt x="39164" y="1217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5" name="Freeform: Shape 4374">
              <a:extLst>
                <a:ext uri="{FF2B5EF4-FFF2-40B4-BE49-F238E27FC236}">
                  <a16:creationId xmlns:a16="http://schemas.microsoft.com/office/drawing/2014/main" id="{E0F108AF-6ACD-F3EF-59C6-2268BAE5259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492724" y="3679616"/>
              <a:ext cx="82203" cy="351631"/>
            </a:xfrm>
            <a:custGeom>
              <a:avLst/>
              <a:gdLst>
                <a:gd name="connsiteX0" fmla="*/ 82397 w 82203"/>
                <a:gd name="connsiteY0" fmla="*/ 175897 h 351631"/>
                <a:gd name="connsiteX1" fmla="*/ 59011 w 82203"/>
                <a:gd name="connsiteY1" fmla="*/ 66188 h 351631"/>
                <a:gd name="connsiteX2" fmla="*/ 3736 w 82203"/>
                <a:gd name="connsiteY2" fmla="*/ 81 h 351631"/>
                <a:gd name="connsiteX3" fmla="*/ 193 w 82203"/>
                <a:gd name="connsiteY3" fmla="*/ 3598 h 351631"/>
                <a:gd name="connsiteX4" fmla="*/ 6925 w 82203"/>
                <a:gd name="connsiteY4" fmla="*/ 11685 h 351631"/>
                <a:gd name="connsiteX5" fmla="*/ 61846 w 82203"/>
                <a:gd name="connsiteY5" fmla="*/ 175897 h 351631"/>
                <a:gd name="connsiteX6" fmla="*/ 4799 w 82203"/>
                <a:gd name="connsiteY6" fmla="*/ 342218 h 351631"/>
                <a:gd name="connsiteX7" fmla="*/ 193 w 82203"/>
                <a:gd name="connsiteY7" fmla="*/ 348196 h 351631"/>
                <a:gd name="connsiteX8" fmla="*/ 3736 w 82203"/>
                <a:gd name="connsiteY8" fmla="*/ 351712 h 351631"/>
                <a:gd name="connsiteX9" fmla="*/ 60074 w 82203"/>
                <a:gd name="connsiteY9" fmla="*/ 283144 h 351631"/>
                <a:gd name="connsiteX10" fmla="*/ 82397 w 82203"/>
                <a:gd name="connsiteY10" fmla="*/ 17589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7" y="175897"/>
                  </a:moveTo>
                  <a:cubicBezTo>
                    <a:pt x="82397" y="148470"/>
                    <a:pt x="78499" y="105922"/>
                    <a:pt x="59011" y="66188"/>
                  </a:cubicBezTo>
                  <a:cubicBezTo>
                    <a:pt x="37751" y="22937"/>
                    <a:pt x="7279" y="81"/>
                    <a:pt x="3736" y="81"/>
                  </a:cubicBezTo>
                  <a:cubicBezTo>
                    <a:pt x="1610" y="81"/>
                    <a:pt x="193" y="1488"/>
                    <a:pt x="193" y="3598"/>
                  </a:cubicBezTo>
                  <a:cubicBezTo>
                    <a:pt x="193" y="4652"/>
                    <a:pt x="193" y="5356"/>
                    <a:pt x="6925" y="11685"/>
                  </a:cubicBezTo>
                  <a:cubicBezTo>
                    <a:pt x="41649" y="46497"/>
                    <a:pt x="61846" y="102406"/>
                    <a:pt x="61846" y="175897"/>
                  </a:cubicBezTo>
                  <a:cubicBezTo>
                    <a:pt x="61846" y="236026"/>
                    <a:pt x="48736" y="297913"/>
                    <a:pt x="4799" y="342218"/>
                  </a:cubicBezTo>
                  <a:cubicBezTo>
                    <a:pt x="193" y="346438"/>
                    <a:pt x="193" y="347141"/>
                    <a:pt x="193" y="348196"/>
                  </a:cubicBezTo>
                  <a:cubicBezTo>
                    <a:pt x="193" y="350306"/>
                    <a:pt x="1610" y="351712"/>
                    <a:pt x="3736" y="351712"/>
                  </a:cubicBezTo>
                  <a:cubicBezTo>
                    <a:pt x="7279" y="351712"/>
                    <a:pt x="39169" y="327801"/>
                    <a:pt x="60074" y="283144"/>
                  </a:cubicBezTo>
                  <a:cubicBezTo>
                    <a:pt x="78145" y="244465"/>
                    <a:pt x="82397" y="205434"/>
                    <a:pt x="82397" y="17589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6" name="Freeform: Shape 4375">
              <a:extLst>
                <a:ext uri="{FF2B5EF4-FFF2-40B4-BE49-F238E27FC236}">
                  <a16:creationId xmlns:a16="http://schemas.microsoft.com/office/drawing/2014/main" id="{DBC6F7F0-28DE-23FC-23E5-96754343DA75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645596" y="3679616"/>
              <a:ext cx="82203" cy="351631"/>
            </a:xfrm>
            <a:custGeom>
              <a:avLst/>
              <a:gdLst>
                <a:gd name="connsiteX0" fmla="*/ 82400 w 82203"/>
                <a:gd name="connsiteY0" fmla="*/ 348196 h 351631"/>
                <a:gd name="connsiteX1" fmla="*/ 76377 w 82203"/>
                <a:gd name="connsiteY1" fmla="*/ 340460 h 351631"/>
                <a:gd name="connsiteX2" fmla="*/ 20748 w 82203"/>
                <a:gd name="connsiteY2" fmla="*/ 175897 h 351631"/>
                <a:gd name="connsiteX3" fmla="*/ 77794 w 82203"/>
                <a:gd name="connsiteY3" fmla="*/ 9575 h 351631"/>
                <a:gd name="connsiteX4" fmla="*/ 82400 w 82203"/>
                <a:gd name="connsiteY4" fmla="*/ 3598 h 351631"/>
                <a:gd name="connsiteX5" fmla="*/ 78857 w 82203"/>
                <a:gd name="connsiteY5" fmla="*/ 81 h 351631"/>
                <a:gd name="connsiteX6" fmla="*/ 22519 w 82203"/>
                <a:gd name="connsiteY6" fmla="*/ 68649 h 351631"/>
                <a:gd name="connsiteX7" fmla="*/ 197 w 82203"/>
                <a:gd name="connsiteY7" fmla="*/ 175897 h 351631"/>
                <a:gd name="connsiteX8" fmla="*/ 23582 w 82203"/>
                <a:gd name="connsiteY8" fmla="*/ 285606 h 351631"/>
                <a:gd name="connsiteX9" fmla="*/ 78857 w 82203"/>
                <a:gd name="connsiteY9" fmla="*/ 351712 h 351631"/>
                <a:gd name="connsiteX10" fmla="*/ 82400 w 82203"/>
                <a:gd name="connsiteY10" fmla="*/ 34819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00" y="348196"/>
                  </a:moveTo>
                  <a:cubicBezTo>
                    <a:pt x="82400" y="347141"/>
                    <a:pt x="82400" y="346438"/>
                    <a:pt x="76377" y="340460"/>
                  </a:cubicBezTo>
                  <a:cubicBezTo>
                    <a:pt x="32086" y="296155"/>
                    <a:pt x="20748" y="229696"/>
                    <a:pt x="20748" y="175897"/>
                  </a:cubicBezTo>
                  <a:cubicBezTo>
                    <a:pt x="20748" y="114713"/>
                    <a:pt x="34212" y="53529"/>
                    <a:pt x="77794" y="9575"/>
                  </a:cubicBezTo>
                  <a:cubicBezTo>
                    <a:pt x="82400" y="5356"/>
                    <a:pt x="82400" y="4652"/>
                    <a:pt x="82400" y="3598"/>
                  </a:cubicBezTo>
                  <a:cubicBezTo>
                    <a:pt x="82400" y="1136"/>
                    <a:pt x="80983" y="81"/>
                    <a:pt x="78857" y="81"/>
                  </a:cubicBezTo>
                  <a:cubicBezTo>
                    <a:pt x="75314" y="81"/>
                    <a:pt x="43424" y="23992"/>
                    <a:pt x="22519" y="68649"/>
                  </a:cubicBezTo>
                  <a:cubicBezTo>
                    <a:pt x="4449" y="107329"/>
                    <a:pt x="197" y="146360"/>
                    <a:pt x="197" y="175897"/>
                  </a:cubicBezTo>
                  <a:cubicBezTo>
                    <a:pt x="197" y="203324"/>
                    <a:pt x="4094" y="245871"/>
                    <a:pt x="23582" y="285606"/>
                  </a:cubicBezTo>
                  <a:cubicBezTo>
                    <a:pt x="44842" y="328856"/>
                    <a:pt x="75314" y="351712"/>
                    <a:pt x="78857" y="351712"/>
                  </a:cubicBezTo>
                  <a:cubicBezTo>
                    <a:pt x="80983" y="351712"/>
                    <a:pt x="82400" y="350657"/>
                    <a:pt x="82400" y="3481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7" name="Freeform: Shape 4376">
              <a:extLst>
                <a:ext uri="{FF2B5EF4-FFF2-40B4-BE49-F238E27FC236}">
                  <a16:creationId xmlns:a16="http://schemas.microsoft.com/office/drawing/2014/main" id="{8EB7869D-D488-D585-6696-F4A3CB969AB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738941" y="3788270"/>
              <a:ext cx="167950" cy="158937"/>
            </a:xfrm>
            <a:custGeom>
              <a:avLst/>
              <a:gdLst>
                <a:gd name="connsiteX0" fmla="*/ 152207 w 167950"/>
                <a:gd name="connsiteY0" fmla="*/ 116119 h 158937"/>
                <a:gd name="connsiteX1" fmla="*/ 144411 w 167950"/>
                <a:gd name="connsiteY1" fmla="*/ 125614 h 158937"/>
                <a:gd name="connsiteX2" fmla="*/ 128112 w 167950"/>
                <a:gd name="connsiteY2" fmla="*/ 139679 h 158937"/>
                <a:gd name="connsiteX3" fmla="*/ 117128 w 167950"/>
                <a:gd name="connsiteY3" fmla="*/ 125262 h 158937"/>
                <a:gd name="connsiteX4" fmla="*/ 115711 w 167950"/>
                <a:gd name="connsiteY4" fmla="*/ 119284 h 158937"/>
                <a:gd name="connsiteX5" fmla="*/ 102955 w 167950"/>
                <a:gd name="connsiteY5" fmla="*/ 62320 h 158937"/>
                <a:gd name="connsiteX6" fmla="*/ 137679 w 167950"/>
                <a:gd name="connsiteY6" fmla="*/ 19773 h 158937"/>
                <a:gd name="connsiteX7" fmla="*/ 146183 w 167950"/>
                <a:gd name="connsiteY7" fmla="*/ 22586 h 158937"/>
                <a:gd name="connsiteX8" fmla="*/ 155750 w 167950"/>
                <a:gd name="connsiteY8" fmla="*/ 25750 h 158937"/>
                <a:gd name="connsiteX9" fmla="*/ 168151 w 167950"/>
                <a:gd name="connsiteY9" fmla="*/ 13092 h 158937"/>
                <a:gd name="connsiteX10" fmla="*/ 153624 w 167950"/>
                <a:gd name="connsiteY10" fmla="*/ 81 h 158937"/>
                <a:gd name="connsiteX11" fmla="*/ 100121 w 167950"/>
                <a:gd name="connsiteY11" fmla="*/ 50364 h 158937"/>
                <a:gd name="connsiteX12" fmla="*/ 96223 w 167950"/>
                <a:gd name="connsiteY12" fmla="*/ 31025 h 158937"/>
                <a:gd name="connsiteX13" fmla="*/ 77798 w 167950"/>
                <a:gd name="connsiteY13" fmla="*/ 81 h 158937"/>
                <a:gd name="connsiteX14" fmla="*/ 36342 w 167950"/>
                <a:gd name="connsiteY14" fmla="*/ 10278 h 158937"/>
                <a:gd name="connsiteX15" fmla="*/ 32444 w 167950"/>
                <a:gd name="connsiteY15" fmla="*/ 11685 h 158937"/>
                <a:gd name="connsiteX16" fmla="*/ 33862 w 167950"/>
                <a:gd name="connsiteY16" fmla="*/ 16959 h 158937"/>
                <a:gd name="connsiteX17" fmla="*/ 53704 w 167950"/>
                <a:gd name="connsiteY17" fmla="*/ 13092 h 158937"/>
                <a:gd name="connsiteX18" fmla="*/ 69649 w 167950"/>
                <a:gd name="connsiteY18" fmla="*/ 37354 h 158937"/>
                <a:gd name="connsiteX19" fmla="*/ 79924 w 167950"/>
                <a:gd name="connsiteY19" fmla="*/ 80605 h 158937"/>
                <a:gd name="connsiteX20" fmla="*/ 50869 w 167950"/>
                <a:gd name="connsiteY20" fmla="*/ 121746 h 158937"/>
                <a:gd name="connsiteX21" fmla="*/ 32799 w 167950"/>
                <a:gd name="connsiteY21" fmla="*/ 138624 h 158937"/>
                <a:gd name="connsiteX22" fmla="*/ 23586 w 167950"/>
                <a:gd name="connsiteY22" fmla="*/ 135459 h 158937"/>
                <a:gd name="connsiteX23" fmla="*/ 12248 w 167950"/>
                <a:gd name="connsiteY23" fmla="*/ 131943 h 158937"/>
                <a:gd name="connsiteX24" fmla="*/ 201 w 167950"/>
                <a:gd name="connsiteY24" fmla="*/ 144250 h 158937"/>
                <a:gd name="connsiteX25" fmla="*/ 17917 w 167950"/>
                <a:gd name="connsiteY25" fmla="*/ 159018 h 158937"/>
                <a:gd name="connsiteX26" fmla="*/ 50869 w 167950"/>
                <a:gd name="connsiteY26" fmla="*/ 134404 h 158937"/>
                <a:gd name="connsiteX27" fmla="*/ 82759 w 167950"/>
                <a:gd name="connsiteY27" fmla="*/ 93263 h 158937"/>
                <a:gd name="connsiteX28" fmla="*/ 93388 w 167950"/>
                <a:gd name="connsiteY28" fmla="*/ 135459 h 158937"/>
                <a:gd name="connsiteX29" fmla="*/ 113939 w 167950"/>
                <a:gd name="connsiteY29" fmla="*/ 159018 h 158937"/>
                <a:gd name="connsiteX30" fmla="*/ 157167 w 167950"/>
                <a:gd name="connsiteY30" fmla="*/ 118933 h 158937"/>
                <a:gd name="connsiteX31" fmla="*/ 152207 w 167950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07" y="116119"/>
                  </a:moveTo>
                  <a:cubicBezTo>
                    <a:pt x="149372" y="119284"/>
                    <a:pt x="147600" y="121394"/>
                    <a:pt x="144411" y="125614"/>
                  </a:cubicBezTo>
                  <a:cubicBezTo>
                    <a:pt x="136262" y="136162"/>
                    <a:pt x="132010" y="139679"/>
                    <a:pt x="128112" y="139679"/>
                  </a:cubicBezTo>
                  <a:cubicBezTo>
                    <a:pt x="122798" y="139679"/>
                    <a:pt x="119609" y="135108"/>
                    <a:pt x="117128" y="125262"/>
                  </a:cubicBezTo>
                  <a:cubicBezTo>
                    <a:pt x="116420" y="122449"/>
                    <a:pt x="116065" y="120339"/>
                    <a:pt x="115711" y="119284"/>
                  </a:cubicBezTo>
                  <a:cubicBezTo>
                    <a:pt x="106853" y="83769"/>
                    <a:pt x="102955" y="67594"/>
                    <a:pt x="102955" y="62320"/>
                  </a:cubicBezTo>
                  <a:cubicBezTo>
                    <a:pt x="118546" y="35244"/>
                    <a:pt x="131301" y="19773"/>
                    <a:pt x="137679" y="19773"/>
                  </a:cubicBezTo>
                  <a:cubicBezTo>
                    <a:pt x="139805" y="19773"/>
                    <a:pt x="142640" y="20827"/>
                    <a:pt x="146183" y="22586"/>
                  </a:cubicBezTo>
                  <a:cubicBezTo>
                    <a:pt x="150435" y="25047"/>
                    <a:pt x="152915" y="25750"/>
                    <a:pt x="155750" y="25750"/>
                  </a:cubicBezTo>
                  <a:cubicBezTo>
                    <a:pt x="163191" y="25750"/>
                    <a:pt x="168151" y="20476"/>
                    <a:pt x="168151" y="13092"/>
                  </a:cubicBezTo>
                  <a:cubicBezTo>
                    <a:pt x="168151" y="5707"/>
                    <a:pt x="162128" y="81"/>
                    <a:pt x="153624" y="81"/>
                  </a:cubicBezTo>
                  <a:cubicBezTo>
                    <a:pt x="138034" y="81"/>
                    <a:pt x="124569" y="12740"/>
                    <a:pt x="100121" y="50364"/>
                  </a:cubicBezTo>
                  <a:lnTo>
                    <a:pt x="96223" y="31025"/>
                  </a:lnTo>
                  <a:cubicBezTo>
                    <a:pt x="91262" y="7114"/>
                    <a:pt x="87365" y="81"/>
                    <a:pt x="77798" y="81"/>
                  </a:cubicBezTo>
                  <a:cubicBezTo>
                    <a:pt x="70003" y="81"/>
                    <a:pt x="57956" y="3246"/>
                    <a:pt x="36342" y="10278"/>
                  </a:cubicBezTo>
                  <a:lnTo>
                    <a:pt x="32444" y="11685"/>
                  </a:lnTo>
                  <a:lnTo>
                    <a:pt x="33862" y="16959"/>
                  </a:lnTo>
                  <a:cubicBezTo>
                    <a:pt x="47326" y="13795"/>
                    <a:pt x="50515" y="13092"/>
                    <a:pt x="53704" y="13092"/>
                  </a:cubicBezTo>
                  <a:cubicBezTo>
                    <a:pt x="62562" y="13092"/>
                    <a:pt x="64688" y="16256"/>
                    <a:pt x="69649" y="37354"/>
                  </a:cubicBezTo>
                  <a:lnTo>
                    <a:pt x="79924" y="80605"/>
                  </a:lnTo>
                  <a:lnTo>
                    <a:pt x="50869" y="121746"/>
                  </a:lnTo>
                  <a:cubicBezTo>
                    <a:pt x="43783" y="132295"/>
                    <a:pt x="36696" y="138624"/>
                    <a:pt x="32799" y="138624"/>
                  </a:cubicBezTo>
                  <a:cubicBezTo>
                    <a:pt x="30673" y="138624"/>
                    <a:pt x="27129" y="137569"/>
                    <a:pt x="23586" y="135459"/>
                  </a:cubicBezTo>
                  <a:cubicBezTo>
                    <a:pt x="18980" y="132998"/>
                    <a:pt x="15082" y="131943"/>
                    <a:pt x="12248" y="131943"/>
                  </a:cubicBezTo>
                  <a:cubicBezTo>
                    <a:pt x="5515" y="131943"/>
                    <a:pt x="201" y="137217"/>
                    <a:pt x="201" y="144250"/>
                  </a:cubicBezTo>
                  <a:cubicBezTo>
                    <a:pt x="201" y="153392"/>
                    <a:pt x="7287" y="159018"/>
                    <a:pt x="17917" y="159018"/>
                  </a:cubicBezTo>
                  <a:cubicBezTo>
                    <a:pt x="28901" y="159018"/>
                    <a:pt x="33153" y="155854"/>
                    <a:pt x="50869" y="134404"/>
                  </a:cubicBezTo>
                  <a:cubicBezTo>
                    <a:pt x="60436" y="123152"/>
                    <a:pt x="67877" y="113658"/>
                    <a:pt x="82759" y="93263"/>
                  </a:cubicBezTo>
                  <a:lnTo>
                    <a:pt x="93388" y="135459"/>
                  </a:lnTo>
                  <a:cubicBezTo>
                    <a:pt x="97995" y="153392"/>
                    <a:pt x="102601" y="159018"/>
                    <a:pt x="113939" y="159018"/>
                  </a:cubicBezTo>
                  <a:cubicBezTo>
                    <a:pt x="127404" y="159018"/>
                    <a:pt x="136616" y="150579"/>
                    <a:pt x="157167" y="118933"/>
                  </a:cubicBezTo>
                  <a:lnTo>
                    <a:pt x="152207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8" name="Freeform: Shape 4377">
              <a:extLst>
                <a:ext uri="{FF2B5EF4-FFF2-40B4-BE49-F238E27FC236}">
                  <a16:creationId xmlns:a16="http://schemas.microsoft.com/office/drawing/2014/main" id="{7F6C5118-61DC-2B47-3853-0C5E04DB38F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986284" y="3848399"/>
              <a:ext cx="216493" cy="14065"/>
            </a:xfrm>
            <a:custGeom>
              <a:avLst/>
              <a:gdLst>
                <a:gd name="connsiteX0" fmla="*/ 204298 w 216493"/>
                <a:gd name="connsiteY0" fmla="*/ 14146 h 14065"/>
                <a:gd name="connsiteX1" fmla="*/ 216700 w 216493"/>
                <a:gd name="connsiteY1" fmla="*/ 7114 h 14065"/>
                <a:gd name="connsiteX2" fmla="*/ 204298 w 216493"/>
                <a:gd name="connsiteY2" fmla="*/ 81 h 14065"/>
                <a:gd name="connsiteX3" fmla="*/ 12608 w 216493"/>
                <a:gd name="connsiteY3" fmla="*/ 81 h 14065"/>
                <a:gd name="connsiteX4" fmla="*/ 206 w 216493"/>
                <a:gd name="connsiteY4" fmla="*/ 7114 h 14065"/>
                <a:gd name="connsiteX5" fmla="*/ 12608 w 216493"/>
                <a:gd name="connsiteY5" fmla="*/ 14146 h 14065"/>
                <a:gd name="connsiteX6" fmla="*/ 204298 w 216493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8" y="14146"/>
                  </a:moveTo>
                  <a:cubicBezTo>
                    <a:pt x="210322" y="14146"/>
                    <a:pt x="216700" y="14146"/>
                    <a:pt x="216700" y="7114"/>
                  </a:cubicBezTo>
                  <a:cubicBezTo>
                    <a:pt x="216700" y="81"/>
                    <a:pt x="210322" y="81"/>
                    <a:pt x="204298" y="81"/>
                  </a:cubicBezTo>
                  <a:lnTo>
                    <a:pt x="12608" y="81"/>
                  </a:lnTo>
                  <a:cubicBezTo>
                    <a:pt x="6584" y="81"/>
                    <a:pt x="206" y="81"/>
                    <a:pt x="206" y="7114"/>
                  </a:cubicBezTo>
                  <a:cubicBezTo>
                    <a:pt x="206" y="14146"/>
                    <a:pt x="6584" y="14146"/>
                    <a:pt x="12608" y="14146"/>
                  </a:cubicBezTo>
                  <a:lnTo>
                    <a:pt x="204298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9" name="Freeform: Shape 4378">
              <a:extLst>
                <a:ext uri="{FF2B5EF4-FFF2-40B4-BE49-F238E27FC236}">
                  <a16:creationId xmlns:a16="http://schemas.microsoft.com/office/drawing/2014/main" id="{FF5757CF-8BBC-F647-BD95-ED32DC3350F8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293949" y="3701418"/>
              <a:ext cx="143856" cy="246845"/>
            </a:xfrm>
            <a:custGeom>
              <a:avLst/>
              <a:gdLst>
                <a:gd name="connsiteX0" fmla="*/ 53010 w 143856"/>
                <a:gd name="connsiteY0" fmla="*/ 37002 h 246845"/>
                <a:gd name="connsiteX1" fmla="*/ 122458 w 143856"/>
                <a:gd name="connsiteY1" fmla="*/ 37002 h 246845"/>
                <a:gd name="connsiteX2" fmla="*/ 130608 w 143856"/>
                <a:gd name="connsiteY2" fmla="*/ 33838 h 246845"/>
                <a:gd name="connsiteX3" fmla="*/ 144072 w 143856"/>
                <a:gd name="connsiteY3" fmla="*/ 2543 h 246845"/>
                <a:gd name="connsiteX4" fmla="*/ 140883 w 143856"/>
                <a:gd name="connsiteY4" fmla="*/ 81 h 246845"/>
                <a:gd name="connsiteX5" fmla="*/ 124584 w 143856"/>
                <a:gd name="connsiteY5" fmla="*/ 9224 h 246845"/>
                <a:gd name="connsiteX6" fmla="*/ 50530 w 143856"/>
                <a:gd name="connsiteY6" fmla="*/ 9224 h 246845"/>
                <a:gd name="connsiteX7" fmla="*/ 11908 w 143856"/>
                <a:gd name="connsiteY7" fmla="*/ 92560 h 246845"/>
                <a:gd name="connsiteX8" fmla="*/ 11554 w 143856"/>
                <a:gd name="connsiteY8" fmla="*/ 94318 h 246845"/>
                <a:gd name="connsiteX9" fmla="*/ 15806 w 143856"/>
                <a:gd name="connsiteY9" fmla="*/ 97131 h 246845"/>
                <a:gd name="connsiteX10" fmla="*/ 55845 w 143856"/>
                <a:gd name="connsiteY10" fmla="*/ 104164 h 246845"/>
                <a:gd name="connsiteX11" fmla="*/ 115372 w 143856"/>
                <a:gd name="connsiteY11" fmla="*/ 173787 h 246845"/>
                <a:gd name="connsiteX12" fmla="*/ 66120 w 143856"/>
                <a:gd name="connsiteY12" fmla="*/ 233916 h 246845"/>
                <a:gd name="connsiteX13" fmla="*/ 42380 w 143856"/>
                <a:gd name="connsiteY13" fmla="*/ 223719 h 246845"/>
                <a:gd name="connsiteX14" fmla="*/ 15452 w 143856"/>
                <a:gd name="connsiteY14" fmla="*/ 212115 h 246845"/>
                <a:gd name="connsiteX15" fmla="*/ 215 w 143856"/>
                <a:gd name="connsiteY15" fmla="*/ 225125 h 246845"/>
                <a:gd name="connsiteX16" fmla="*/ 43443 w 143856"/>
                <a:gd name="connsiteY16" fmla="*/ 246926 h 246845"/>
                <a:gd name="connsiteX17" fmla="*/ 116435 w 143856"/>
                <a:gd name="connsiteY17" fmla="*/ 219499 h 246845"/>
                <a:gd name="connsiteX18" fmla="*/ 140174 w 143856"/>
                <a:gd name="connsiteY18" fmla="*/ 156909 h 246845"/>
                <a:gd name="connsiteX19" fmla="*/ 115726 w 143856"/>
                <a:gd name="connsiteY19" fmla="*/ 97835 h 246845"/>
                <a:gd name="connsiteX20" fmla="*/ 38128 w 143856"/>
                <a:gd name="connsiteY20" fmla="*/ 66891 h 246845"/>
                <a:gd name="connsiteX21" fmla="*/ 53010 w 143856"/>
                <a:gd name="connsiteY21" fmla="*/ 37002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10" y="37002"/>
                  </a:moveTo>
                  <a:lnTo>
                    <a:pt x="122458" y="37002"/>
                  </a:lnTo>
                  <a:cubicBezTo>
                    <a:pt x="128127" y="37002"/>
                    <a:pt x="129545" y="36299"/>
                    <a:pt x="130608" y="33838"/>
                  </a:cubicBezTo>
                  <a:lnTo>
                    <a:pt x="144072" y="2543"/>
                  </a:lnTo>
                  <a:lnTo>
                    <a:pt x="140883" y="81"/>
                  </a:lnTo>
                  <a:cubicBezTo>
                    <a:pt x="135568" y="7465"/>
                    <a:pt x="132025" y="9224"/>
                    <a:pt x="124584" y="9224"/>
                  </a:cubicBezTo>
                  <a:lnTo>
                    <a:pt x="50530" y="9224"/>
                  </a:lnTo>
                  <a:lnTo>
                    <a:pt x="11908" y="92560"/>
                  </a:lnTo>
                  <a:cubicBezTo>
                    <a:pt x="11554" y="93263"/>
                    <a:pt x="11554" y="93615"/>
                    <a:pt x="11554" y="94318"/>
                  </a:cubicBezTo>
                  <a:cubicBezTo>
                    <a:pt x="11554" y="96077"/>
                    <a:pt x="12971" y="97131"/>
                    <a:pt x="15806" y="97131"/>
                  </a:cubicBezTo>
                  <a:cubicBezTo>
                    <a:pt x="27144" y="97131"/>
                    <a:pt x="41317" y="99593"/>
                    <a:pt x="55845" y="104164"/>
                  </a:cubicBezTo>
                  <a:cubicBezTo>
                    <a:pt x="96592" y="117174"/>
                    <a:pt x="115372" y="138975"/>
                    <a:pt x="115372" y="173787"/>
                  </a:cubicBezTo>
                  <a:cubicBezTo>
                    <a:pt x="115372" y="207544"/>
                    <a:pt x="93758" y="233916"/>
                    <a:pt x="66120" y="233916"/>
                  </a:cubicBezTo>
                  <a:cubicBezTo>
                    <a:pt x="59034" y="233916"/>
                    <a:pt x="53010" y="231454"/>
                    <a:pt x="42380" y="223719"/>
                  </a:cubicBezTo>
                  <a:cubicBezTo>
                    <a:pt x="31042" y="215631"/>
                    <a:pt x="22892" y="212115"/>
                    <a:pt x="15452" y="212115"/>
                  </a:cubicBezTo>
                  <a:cubicBezTo>
                    <a:pt x="5176" y="212115"/>
                    <a:pt x="215" y="216334"/>
                    <a:pt x="215" y="225125"/>
                  </a:cubicBezTo>
                  <a:cubicBezTo>
                    <a:pt x="215" y="238487"/>
                    <a:pt x="16869" y="246926"/>
                    <a:pt x="43443" y="246926"/>
                  </a:cubicBezTo>
                  <a:cubicBezTo>
                    <a:pt x="73207" y="246926"/>
                    <a:pt x="98718" y="237432"/>
                    <a:pt x="116435" y="219499"/>
                  </a:cubicBezTo>
                  <a:cubicBezTo>
                    <a:pt x="132734" y="203676"/>
                    <a:pt x="140174" y="183633"/>
                    <a:pt x="140174" y="156909"/>
                  </a:cubicBezTo>
                  <a:cubicBezTo>
                    <a:pt x="140174" y="131591"/>
                    <a:pt x="133442" y="115416"/>
                    <a:pt x="115726" y="97835"/>
                  </a:cubicBezTo>
                  <a:cubicBezTo>
                    <a:pt x="100136" y="82363"/>
                    <a:pt x="79939" y="74275"/>
                    <a:pt x="38128" y="66891"/>
                  </a:cubicBezTo>
                  <a:lnTo>
                    <a:pt x="53010" y="370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0" name="Freeform: Shape 4379">
              <a:extLst>
                <a:ext uri="{FF2B5EF4-FFF2-40B4-BE49-F238E27FC236}">
                  <a16:creationId xmlns:a16="http://schemas.microsoft.com/office/drawing/2014/main" id="{61F64D34-F5C9-5049-C468-CE84BB278032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480635" y="3679616"/>
              <a:ext cx="82203" cy="351631"/>
            </a:xfrm>
            <a:custGeom>
              <a:avLst/>
              <a:gdLst>
                <a:gd name="connsiteX0" fmla="*/ 82424 w 82203"/>
                <a:gd name="connsiteY0" fmla="*/ 175897 h 351631"/>
                <a:gd name="connsiteX1" fmla="*/ 59039 w 82203"/>
                <a:gd name="connsiteY1" fmla="*/ 66188 h 351631"/>
                <a:gd name="connsiteX2" fmla="*/ 3764 w 82203"/>
                <a:gd name="connsiteY2" fmla="*/ 81 h 351631"/>
                <a:gd name="connsiteX3" fmla="*/ 220 w 82203"/>
                <a:gd name="connsiteY3" fmla="*/ 3598 h 351631"/>
                <a:gd name="connsiteX4" fmla="*/ 6953 w 82203"/>
                <a:gd name="connsiteY4" fmla="*/ 11685 h 351631"/>
                <a:gd name="connsiteX5" fmla="*/ 61873 w 82203"/>
                <a:gd name="connsiteY5" fmla="*/ 175897 h 351631"/>
                <a:gd name="connsiteX6" fmla="*/ 4827 w 82203"/>
                <a:gd name="connsiteY6" fmla="*/ 342218 h 351631"/>
                <a:gd name="connsiteX7" fmla="*/ 220 w 82203"/>
                <a:gd name="connsiteY7" fmla="*/ 348196 h 351631"/>
                <a:gd name="connsiteX8" fmla="*/ 3764 w 82203"/>
                <a:gd name="connsiteY8" fmla="*/ 351712 h 351631"/>
                <a:gd name="connsiteX9" fmla="*/ 60102 w 82203"/>
                <a:gd name="connsiteY9" fmla="*/ 283144 h 351631"/>
                <a:gd name="connsiteX10" fmla="*/ 82424 w 82203"/>
                <a:gd name="connsiteY10" fmla="*/ 17589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4" y="175897"/>
                  </a:moveTo>
                  <a:cubicBezTo>
                    <a:pt x="82424" y="148470"/>
                    <a:pt x="78527" y="105922"/>
                    <a:pt x="59039" y="66188"/>
                  </a:cubicBezTo>
                  <a:cubicBezTo>
                    <a:pt x="37779" y="22937"/>
                    <a:pt x="7307" y="81"/>
                    <a:pt x="3764" y="81"/>
                  </a:cubicBezTo>
                  <a:cubicBezTo>
                    <a:pt x="1638" y="81"/>
                    <a:pt x="220" y="1488"/>
                    <a:pt x="220" y="3598"/>
                  </a:cubicBezTo>
                  <a:cubicBezTo>
                    <a:pt x="220" y="4652"/>
                    <a:pt x="220" y="5356"/>
                    <a:pt x="6953" y="11685"/>
                  </a:cubicBezTo>
                  <a:cubicBezTo>
                    <a:pt x="41677" y="46497"/>
                    <a:pt x="61873" y="102406"/>
                    <a:pt x="61873" y="175897"/>
                  </a:cubicBezTo>
                  <a:cubicBezTo>
                    <a:pt x="61873" y="236026"/>
                    <a:pt x="48763" y="297913"/>
                    <a:pt x="4827" y="342218"/>
                  </a:cubicBezTo>
                  <a:cubicBezTo>
                    <a:pt x="220" y="346438"/>
                    <a:pt x="220" y="347141"/>
                    <a:pt x="220" y="348196"/>
                  </a:cubicBezTo>
                  <a:cubicBezTo>
                    <a:pt x="220" y="350306"/>
                    <a:pt x="1638" y="351712"/>
                    <a:pt x="3764" y="351712"/>
                  </a:cubicBezTo>
                  <a:cubicBezTo>
                    <a:pt x="7307" y="351712"/>
                    <a:pt x="39196" y="327801"/>
                    <a:pt x="60102" y="283144"/>
                  </a:cubicBezTo>
                  <a:cubicBezTo>
                    <a:pt x="78172" y="244465"/>
                    <a:pt x="82424" y="205434"/>
                    <a:pt x="82424" y="17589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1" name="Freeform: Shape 4380">
              <a:extLst>
                <a:ext uri="{FF2B5EF4-FFF2-40B4-BE49-F238E27FC236}">
                  <a16:creationId xmlns:a16="http://schemas.microsoft.com/office/drawing/2014/main" id="{9E7274F7-2336-63DE-3A64-F66A49BACD4E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633507" y="3679616"/>
              <a:ext cx="82203" cy="351631"/>
            </a:xfrm>
            <a:custGeom>
              <a:avLst/>
              <a:gdLst>
                <a:gd name="connsiteX0" fmla="*/ 82428 w 82203"/>
                <a:gd name="connsiteY0" fmla="*/ 348196 h 351631"/>
                <a:gd name="connsiteX1" fmla="*/ 76405 w 82203"/>
                <a:gd name="connsiteY1" fmla="*/ 340460 h 351631"/>
                <a:gd name="connsiteX2" fmla="*/ 20775 w 82203"/>
                <a:gd name="connsiteY2" fmla="*/ 175897 h 351631"/>
                <a:gd name="connsiteX3" fmla="*/ 77822 w 82203"/>
                <a:gd name="connsiteY3" fmla="*/ 9575 h 351631"/>
                <a:gd name="connsiteX4" fmla="*/ 82428 w 82203"/>
                <a:gd name="connsiteY4" fmla="*/ 3598 h 351631"/>
                <a:gd name="connsiteX5" fmla="*/ 78885 w 82203"/>
                <a:gd name="connsiteY5" fmla="*/ 81 h 351631"/>
                <a:gd name="connsiteX6" fmla="*/ 22547 w 82203"/>
                <a:gd name="connsiteY6" fmla="*/ 68649 h 351631"/>
                <a:gd name="connsiteX7" fmla="*/ 224 w 82203"/>
                <a:gd name="connsiteY7" fmla="*/ 175897 h 351631"/>
                <a:gd name="connsiteX8" fmla="*/ 23610 w 82203"/>
                <a:gd name="connsiteY8" fmla="*/ 285606 h 351631"/>
                <a:gd name="connsiteX9" fmla="*/ 78885 w 82203"/>
                <a:gd name="connsiteY9" fmla="*/ 351712 h 351631"/>
                <a:gd name="connsiteX10" fmla="*/ 82428 w 82203"/>
                <a:gd name="connsiteY10" fmla="*/ 34819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8" y="348196"/>
                  </a:moveTo>
                  <a:cubicBezTo>
                    <a:pt x="82428" y="347141"/>
                    <a:pt x="82428" y="346438"/>
                    <a:pt x="76405" y="340460"/>
                  </a:cubicBezTo>
                  <a:cubicBezTo>
                    <a:pt x="32114" y="296155"/>
                    <a:pt x="20775" y="229696"/>
                    <a:pt x="20775" y="175897"/>
                  </a:cubicBezTo>
                  <a:cubicBezTo>
                    <a:pt x="20775" y="114713"/>
                    <a:pt x="34240" y="53529"/>
                    <a:pt x="77822" y="9575"/>
                  </a:cubicBezTo>
                  <a:cubicBezTo>
                    <a:pt x="82428" y="5356"/>
                    <a:pt x="82428" y="4652"/>
                    <a:pt x="82428" y="3598"/>
                  </a:cubicBezTo>
                  <a:cubicBezTo>
                    <a:pt x="82428" y="1136"/>
                    <a:pt x="81011" y="81"/>
                    <a:pt x="78885" y="81"/>
                  </a:cubicBezTo>
                  <a:cubicBezTo>
                    <a:pt x="75342" y="81"/>
                    <a:pt x="43452" y="23992"/>
                    <a:pt x="22547" y="68649"/>
                  </a:cubicBezTo>
                  <a:cubicBezTo>
                    <a:pt x="4476" y="107329"/>
                    <a:pt x="224" y="146360"/>
                    <a:pt x="224" y="175897"/>
                  </a:cubicBezTo>
                  <a:cubicBezTo>
                    <a:pt x="224" y="203324"/>
                    <a:pt x="4122" y="245871"/>
                    <a:pt x="23610" y="285606"/>
                  </a:cubicBezTo>
                  <a:cubicBezTo>
                    <a:pt x="44869" y="328856"/>
                    <a:pt x="75342" y="351712"/>
                    <a:pt x="78885" y="351712"/>
                  </a:cubicBezTo>
                  <a:cubicBezTo>
                    <a:pt x="81011" y="351712"/>
                    <a:pt x="82428" y="350657"/>
                    <a:pt x="82428" y="3481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2" name="Freeform: Shape 4381">
              <a:extLst>
                <a:ext uri="{FF2B5EF4-FFF2-40B4-BE49-F238E27FC236}">
                  <a16:creationId xmlns:a16="http://schemas.microsoft.com/office/drawing/2014/main" id="{F92265B9-F195-AD83-6EE8-24794FEA9B0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726852" y="3788270"/>
              <a:ext cx="167950" cy="158937"/>
            </a:xfrm>
            <a:custGeom>
              <a:avLst/>
              <a:gdLst>
                <a:gd name="connsiteX0" fmla="*/ 152234 w 167950"/>
                <a:gd name="connsiteY0" fmla="*/ 116119 h 158937"/>
                <a:gd name="connsiteX1" fmla="*/ 144439 w 167950"/>
                <a:gd name="connsiteY1" fmla="*/ 125614 h 158937"/>
                <a:gd name="connsiteX2" fmla="*/ 128140 w 167950"/>
                <a:gd name="connsiteY2" fmla="*/ 139679 h 158937"/>
                <a:gd name="connsiteX3" fmla="*/ 117156 w 167950"/>
                <a:gd name="connsiteY3" fmla="*/ 125262 h 158937"/>
                <a:gd name="connsiteX4" fmla="*/ 115739 w 167950"/>
                <a:gd name="connsiteY4" fmla="*/ 119284 h 158937"/>
                <a:gd name="connsiteX5" fmla="*/ 102983 w 167950"/>
                <a:gd name="connsiteY5" fmla="*/ 62320 h 158937"/>
                <a:gd name="connsiteX6" fmla="*/ 137707 w 167950"/>
                <a:gd name="connsiteY6" fmla="*/ 19773 h 158937"/>
                <a:gd name="connsiteX7" fmla="*/ 146211 w 167950"/>
                <a:gd name="connsiteY7" fmla="*/ 22586 h 158937"/>
                <a:gd name="connsiteX8" fmla="*/ 155778 w 167950"/>
                <a:gd name="connsiteY8" fmla="*/ 25750 h 158937"/>
                <a:gd name="connsiteX9" fmla="*/ 168179 w 167950"/>
                <a:gd name="connsiteY9" fmla="*/ 13092 h 158937"/>
                <a:gd name="connsiteX10" fmla="*/ 153652 w 167950"/>
                <a:gd name="connsiteY10" fmla="*/ 81 h 158937"/>
                <a:gd name="connsiteX11" fmla="*/ 100148 w 167950"/>
                <a:gd name="connsiteY11" fmla="*/ 50364 h 158937"/>
                <a:gd name="connsiteX12" fmla="*/ 96251 w 167950"/>
                <a:gd name="connsiteY12" fmla="*/ 31025 h 158937"/>
                <a:gd name="connsiteX13" fmla="*/ 77826 w 167950"/>
                <a:gd name="connsiteY13" fmla="*/ 81 h 158937"/>
                <a:gd name="connsiteX14" fmla="*/ 36369 w 167950"/>
                <a:gd name="connsiteY14" fmla="*/ 10278 h 158937"/>
                <a:gd name="connsiteX15" fmla="*/ 32472 w 167950"/>
                <a:gd name="connsiteY15" fmla="*/ 11685 h 158937"/>
                <a:gd name="connsiteX16" fmla="*/ 33889 w 167950"/>
                <a:gd name="connsiteY16" fmla="*/ 16959 h 158937"/>
                <a:gd name="connsiteX17" fmla="*/ 53731 w 167950"/>
                <a:gd name="connsiteY17" fmla="*/ 13092 h 158937"/>
                <a:gd name="connsiteX18" fmla="*/ 69676 w 167950"/>
                <a:gd name="connsiteY18" fmla="*/ 37354 h 158937"/>
                <a:gd name="connsiteX19" fmla="*/ 79952 w 167950"/>
                <a:gd name="connsiteY19" fmla="*/ 80605 h 158937"/>
                <a:gd name="connsiteX20" fmla="*/ 50897 w 167950"/>
                <a:gd name="connsiteY20" fmla="*/ 121746 h 158937"/>
                <a:gd name="connsiteX21" fmla="*/ 32826 w 167950"/>
                <a:gd name="connsiteY21" fmla="*/ 138624 h 158937"/>
                <a:gd name="connsiteX22" fmla="*/ 23614 w 167950"/>
                <a:gd name="connsiteY22" fmla="*/ 135459 h 158937"/>
                <a:gd name="connsiteX23" fmla="*/ 12275 w 167950"/>
                <a:gd name="connsiteY23" fmla="*/ 131943 h 158937"/>
                <a:gd name="connsiteX24" fmla="*/ 228 w 167950"/>
                <a:gd name="connsiteY24" fmla="*/ 144250 h 158937"/>
                <a:gd name="connsiteX25" fmla="*/ 17945 w 167950"/>
                <a:gd name="connsiteY25" fmla="*/ 159018 h 158937"/>
                <a:gd name="connsiteX26" fmla="*/ 50897 w 167950"/>
                <a:gd name="connsiteY26" fmla="*/ 134404 h 158937"/>
                <a:gd name="connsiteX27" fmla="*/ 82786 w 167950"/>
                <a:gd name="connsiteY27" fmla="*/ 93263 h 158937"/>
                <a:gd name="connsiteX28" fmla="*/ 93416 w 167950"/>
                <a:gd name="connsiteY28" fmla="*/ 135459 h 158937"/>
                <a:gd name="connsiteX29" fmla="*/ 113967 w 167950"/>
                <a:gd name="connsiteY29" fmla="*/ 159018 h 158937"/>
                <a:gd name="connsiteX30" fmla="*/ 157195 w 167950"/>
                <a:gd name="connsiteY30" fmla="*/ 118933 h 158937"/>
                <a:gd name="connsiteX31" fmla="*/ 152234 w 167950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34" y="116119"/>
                  </a:moveTo>
                  <a:cubicBezTo>
                    <a:pt x="149400" y="119284"/>
                    <a:pt x="147628" y="121394"/>
                    <a:pt x="144439" y="125614"/>
                  </a:cubicBezTo>
                  <a:cubicBezTo>
                    <a:pt x="136290" y="136162"/>
                    <a:pt x="132038" y="139679"/>
                    <a:pt x="128140" y="139679"/>
                  </a:cubicBezTo>
                  <a:cubicBezTo>
                    <a:pt x="122825" y="139679"/>
                    <a:pt x="119636" y="135108"/>
                    <a:pt x="117156" y="125262"/>
                  </a:cubicBezTo>
                  <a:cubicBezTo>
                    <a:pt x="116447" y="122449"/>
                    <a:pt x="116093" y="120339"/>
                    <a:pt x="115739" y="119284"/>
                  </a:cubicBezTo>
                  <a:cubicBezTo>
                    <a:pt x="106880" y="83769"/>
                    <a:pt x="102983" y="67594"/>
                    <a:pt x="102983" y="62320"/>
                  </a:cubicBezTo>
                  <a:cubicBezTo>
                    <a:pt x="118573" y="35244"/>
                    <a:pt x="131329" y="19773"/>
                    <a:pt x="137707" y="19773"/>
                  </a:cubicBezTo>
                  <a:cubicBezTo>
                    <a:pt x="139833" y="19773"/>
                    <a:pt x="142667" y="20827"/>
                    <a:pt x="146211" y="22586"/>
                  </a:cubicBezTo>
                  <a:cubicBezTo>
                    <a:pt x="150463" y="25047"/>
                    <a:pt x="152943" y="25750"/>
                    <a:pt x="155778" y="25750"/>
                  </a:cubicBezTo>
                  <a:cubicBezTo>
                    <a:pt x="163218" y="25750"/>
                    <a:pt x="168179" y="20476"/>
                    <a:pt x="168179" y="13092"/>
                  </a:cubicBezTo>
                  <a:cubicBezTo>
                    <a:pt x="168179" y="5707"/>
                    <a:pt x="162155" y="81"/>
                    <a:pt x="153652" y="81"/>
                  </a:cubicBezTo>
                  <a:cubicBezTo>
                    <a:pt x="138061" y="81"/>
                    <a:pt x="124597" y="12740"/>
                    <a:pt x="100148" y="50364"/>
                  </a:cubicBezTo>
                  <a:lnTo>
                    <a:pt x="96251" y="31025"/>
                  </a:lnTo>
                  <a:cubicBezTo>
                    <a:pt x="91290" y="7114"/>
                    <a:pt x="87393" y="81"/>
                    <a:pt x="77826" y="81"/>
                  </a:cubicBezTo>
                  <a:cubicBezTo>
                    <a:pt x="70030" y="81"/>
                    <a:pt x="57983" y="3246"/>
                    <a:pt x="36369" y="10278"/>
                  </a:cubicBezTo>
                  <a:lnTo>
                    <a:pt x="32472" y="11685"/>
                  </a:lnTo>
                  <a:lnTo>
                    <a:pt x="33889" y="16959"/>
                  </a:lnTo>
                  <a:cubicBezTo>
                    <a:pt x="47354" y="13795"/>
                    <a:pt x="50543" y="13092"/>
                    <a:pt x="53731" y="13092"/>
                  </a:cubicBezTo>
                  <a:cubicBezTo>
                    <a:pt x="62590" y="13092"/>
                    <a:pt x="64716" y="16256"/>
                    <a:pt x="69676" y="37354"/>
                  </a:cubicBezTo>
                  <a:lnTo>
                    <a:pt x="79952" y="80605"/>
                  </a:lnTo>
                  <a:lnTo>
                    <a:pt x="50897" y="121746"/>
                  </a:lnTo>
                  <a:cubicBezTo>
                    <a:pt x="43810" y="132295"/>
                    <a:pt x="36724" y="138624"/>
                    <a:pt x="32826" y="138624"/>
                  </a:cubicBezTo>
                  <a:cubicBezTo>
                    <a:pt x="30700" y="138624"/>
                    <a:pt x="27157" y="137569"/>
                    <a:pt x="23614" y="135459"/>
                  </a:cubicBezTo>
                  <a:cubicBezTo>
                    <a:pt x="19007" y="132998"/>
                    <a:pt x="15110" y="131943"/>
                    <a:pt x="12275" y="131943"/>
                  </a:cubicBezTo>
                  <a:cubicBezTo>
                    <a:pt x="5543" y="131943"/>
                    <a:pt x="228" y="137217"/>
                    <a:pt x="228" y="144250"/>
                  </a:cubicBezTo>
                  <a:cubicBezTo>
                    <a:pt x="228" y="153392"/>
                    <a:pt x="7315" y="159018"/>
                    <a:pt x="17945" y="159018"/>
                  </a:cubicBezTo>
                  <a:cubicBezTo>
                    <a:pt x="28929" y="159018"/>
                    <a:pt x="33181" y="155854"/>
                    <a:pt x="50897" y="134404"/>
                  </a:cubicBezTo>
                  <a:cubicBezTo>
                    <a:pt x="60464" y="123152"/>
                    <a:pt x="67905" y="113658"/>
                    <a:pt x="82786" y="93263"/>
                  </a:cubicBezTo>
                  <a:lnTo>
                    <a:pt x="93416" y="135459"/>
                  </a:lnTo>
                  <a:cubicBezTo>
                    <a:pt x="98022" y="153392"/>
                    <a:pt x="102629" y="159018"/>
                    <a:pt x="113967" y="159018"/>
                  </a:cubicBezTo>
                  <a:cubicBezTo>
                    <a:pt x="127431" y="159018"/>
                    <a:pt x="136644" y="150579"/>
                    <a:pt x="157195" y="118933"/>
                  </a:cubicBezTo>
                  <a:lnTo>
                    <a:pt x="152234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3" name="Freeform: Shape 4382">
              <a:extLst>
                <a:ext uri="{FF2B5EF4-FFF2-40B4-BE49-F238E27FC236}">
                  <a16:creationId xmlns:a16="http://schemas.microsoft.com/office/drawing/2014/main" id="{DBC2B52D-2932-F9BA-E2E2-48B1AC86EF7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974195" y="3848399"/>
              <a:ext cx="216493" cy="14065"/>
            </a:xfrm>
            <a:custGeom>
              <a:avLst/>
              <a:gdLst>
                <a:gd name="connsiteX0" fmla="*/ 204326 w 216493"/>
                <a:gd name="connsiteY0" fmla="*/ 14146 h 14065"/>
                <a:gd name="connsiteX1" fmla="*/ 216728 w 216493"/>
                <a:gd name="connsiteY1" fmla="*/ 7114 h 14065"/>
                <a:gd name="connsiteX2" fmla="*/ 204326 w 216493"/>
                <a:gd name="connsiteY2" fmla="*/ 81 h 14065"/>
                <a:gd name="connsiteX3" fmla="*/ 12635 w 216493"/>
                <a:gd name="connsiteY3" fmla="*/ 81 h 14065"/>
                <a:gd name="connsiteX4" fmla="*/ 234 w 216493"/>
                <a:gd name="connsiteY4" fmla="*/ 7114 h 14065"/>
                <a:gd name="connsiteX5" fmla="*/ 12635 w 216493"/>
                <a:gd name="connsiteY5" fmla="*/ 14146 h 14065"/>
                <a:gd name="connsiteX6" fmla="*/ 204326 w 216493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6" y="14146"/>
                  </a:moveTo>
                  <a:cubicBezTo>
                    <a:pt x="210350" y="14146"/>
                    <a:pt x="216728" y="14146"/>
                    <a:pt x="216728" y="7114"/>
                  </a:cubicBezTo>
                  <a:cubicBezTo>
                    <a:pt x="216728" y="81"/>
                    <a:pt x="210350" y="81"/>
                    <a:pt x="204326" y="81"/>
                  </a:cubicBezTo>
                  <a:lnTo>
                    <a:pt x="12635" y="81"/>
                  </a:lnTo>
                  <a:cubicBezTo>
                    <a:pt x="6612" y="81"/>
                    <a:pt x="234" y="81"/>
                    <a:pt x="234" y="7114"/>
                  </a:cubicBezTo>
                  <a:cubicBezTo>
                    <a:pt x="234" y="14146"/>
                    <a:pt x="6612" y="14146"/>
                    <a:pt x="12635" y="14146"/>
                  </a:cubicBezTo>
                  <a:lnTo>
                    <a:pt x="204326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4" name="Freeform: Shape 4383">
              <a:extLst>
                <a:ext uri="{FF2B5EF4-FFF2-40B4-BE49-F238E27FC236}">
                  <a16:creationId xmlns:a16="http://schemas.microsoft.com/office/drawing/2014/main" id="{B52C8F01-27A6-9945-BF1F-EB851372649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277609" y="3710560"/>
              <a:ext cx="152006" cy="235592"/>
            </a:xfrm>
            <a:custGeom>
              <a:avLst/>
              <a:gdLst>
                <a:gd name="connsiteX0" fmla="*/ 152249 w 152006"/>
                <a:gd name="connsiteY0" fmla="*/ 81 h 235592"/>
                <a:gd name="connsiteX1" fmla="*/ 21148 w 152006"/>
                <a:gd name="connsiteY1" fmla="*/ 81 h 235592"/>
                <a:gd name="connsiteX2" fmla="*/ 243 w 152006"/>
                <a:gd name="connsiteY2" fmla="*/ 51771 h 235592"/>
                <a:gd name="connsiteX3" fmla="*/ 6267 w 152006"/>
                <a:gd name="connsiteY3" fmla="*/ 54584 h 235592"/>
                <a:gd name="connsiteX4" fmla="*/ 47369 w 152006"/>
                <a:gd name="connsiteY4" fmla="*/ 26102 h 235592"/>
                <a:gd name="connsiteX5" fmla="*/ 124257 w 152006"/>
                <a:gd name="connsiteY5" fmla="*/ 26102 h 235592"/>
                <a:gd name="connsiteX6" fmla="*/ 54101 w 152006"/>
                <a:gd name="connsiteY6" fmla="*/ 235674 h 235592"/>
                <a:gd name="connsiteX7" fmla="*/ 77132 w 152006"/>
                <a:gd name="connsiteY7" fmla="*/ 235674 h 235592"/>
                <a:gd name="connsiteX8" fmla="*/ 152249 w 152006"/>
                <a:gd name="connsiteY8" fmla="*/ 5707 h 235592"/>
                <a:gd name="connsiteX9" fmla="*/ 152249 w 152006"/>
                <a:gd name="connsiteY9" fmla="*/ 81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49" y="81"/>
                  </a:moveTo>
                  <a:lnTo>
                    <a:pt x="21148" y="81"/>
                  </a:lnTo>
                  <a:lnTo>
                    <a:pt x="243" y="51771"/>
                  </a:lnTo>
                  <a:lnTo>
                    <a:pt x="6267" y="54584"/>
                  </a:lnTo>
                  <a:cubicBezTo>
                    <a:pt x="21503" y="30673"/>
                    <a:pt x="27881" y="26102"/>
                    <a:pt x="47369" y="26102"/>
                  </a:cubicBezTo>
                  <a:lnTo>
                    <a:pt x="124257" y="26102"/>
                  </a:lnTo>
                  <a:lnTo>
                    <a:pt x="54101" y="235674"/>
                  </a:lnTo>
                  <a:lnTo>
                    <a:pt x="77132" y="235674"/>
                  </a:lnTo>
                  <a:lnTo>
                    <a:pt x="152249" y="5707"/>
                  </a:lnTo>
                  <a:lnTo>
                    <a:pt x="152249" y="8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5" name="Freeform: Shape 4384">
              <a:extLst>
                <a:ext uri="{FF2B5EF4-FFF2-40B4-BE49-F238E27FC236}">
                  <a16:creationId xmlns:a16="http://schemas.microsoft.com/office/drawing/2014/main" id="{E83C74EB-BFB1-FD34-3331-BD0D1717CBB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468547" y="3679616"/>
              <a:ext cx="82203" cy="351631"/>
            </a:xfrm>
            <a:custGeom>
              <a:avLst/>
              <a:gdLst>
                <a:gd name="connsiteX0" fmla="*/ 82452 w 82203"/>
                <a:gd name="connsiteY0" fmla="*/ 175897 h 351631"/>
                <a:gd name="connsiteX1" fmla="*/ 59066 w 82203"/>
                <a:gd name="connsiteY1" fmla="*/ 66188 h 351631"/>
                <a:gd name="connsiteX2" fmla="*/ 3791 w 82203"/>
                <a:gd name="connsiteY2" fmla="*/ 81 h 351631"/>
                <a:gd name="connsiteX3" fmla="*/ 248 w 82203"/>
                <a:gd name="connsiteY3" fmla="*/ 3598 h 351631"/>
                <a:gd name="connsiteX4" fmla="*/ 6980 w 82203"/>
                <a:gd name="connsiteY4" fmla="*/ 11685 h 351631"/>
                <a:gd name="connsiteX5" fmla="*/ 61901 w 82203"/>
                <a:gd name="connsiteY5" fmla="*/ 175897 h 351631"/>
                <a:gd name="connsiteX6" fmla="*/ 4854 w 82203"/>
                <a:gd name="connsiteY6" fmla="*/ 342218 h 351631"/>
                <a:gd name="connsiteX7" fmla="*/ 248 w 82203"/>
                <a:gd name="connsiteY7" fmla="*/ 348196 h 351631"/>
                <a:gd name="connsiteX8" fmla="*/ 3791 w 82203"/>
                <a:gd name="connsiteY8" fmla="*/ 351712 h 351631"/>
                <a:gd name="connsiteX9" fmla="*/ 60129 w 82203"/>
                <a:gd name="connsiteY9" fmla="*/ 283144 h 351631"/>
                <a:gd name="connsiteX10" fmla="*/ 82452 w 82203"/>
                <a:gd name="connsiteY10" fmla="*/ 17589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2" y="175897"/>
                  </a:moveTo>
                  <a:cubicBezTo>
                    <a:pt x="82452" y="148470"/>
                    <a:pt x="78554" y="105922"/>
                    <a:pt x="59066" y="66188"/>
                  </a:cubicBezTo>
                  <a:cubicBezTo>
                    <a:pt x="37807" y="22937"/>
                    <a:pt x="7335" y="81"/>
                    <a:pt x="3791" y="81"/>
                  </a:cubicBezTo>
                  <a:cubicBezTo>
                    <a:pt x="1665" y="81"/>
                    <a:pt x="248" y="1488"/>
                    <a:pt x="248" y="3598"/>
                  </a:cubicBezTo>
                  <a:cubicBezTo>
                    <a:pt x="248" y="4652"/>
                    <a:pt x="248" y="5356"/>
                    <a:pt x="6980" y="11685"/>
                  </a:cubicBezTo>
                  <a:cubicBezTo>
                    <a:pt x="41704" y="46497"/>
                    <a:pt x="61901" y="102406"/>
                    <a:pt x="61901" y="175897"/>
                  </a:cubicBezTo>
                  <a:cubicBezTo>
                    <a:pt x="61901" y="236026"/>
                    <a:pt x="48791" y="297913"/>
                    <a:pt x="4854" y="342218"/>
                  </a:cubicBezTo>
                  <a:cubicBezTo>
                    <a:pt x="248" y="346438"/>
                    <a:pt x="248" y="347141"/>
                    <a:pt x="248" y="348196"/>
                  </a:cubicBezTo>
                  <a:cubicBezTo>
                    <a:pt x="248" y="350306"/>
                    <a:pt x="1665" y="351712"/>
                    <a:pt x="3791" y="351712"/>
                  </a:cubicBezTo>
                  <a:cubicBezTo>
                    <a:pt x="7335" y="351712"/>
                    <a:pt x="39224" y="327801"/>
                    <a:pt x="60129" y="283144"/>
                  </a:cubicBezTo>
                  <a:cubicBezTo>
                    <a:pt x="78200" y="244465"/>
                    <a:pt x="82452" y="205434"/>
                    <a:pt x="82452" y="17589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6" name="Freeform: Shape 4385">
              <a:extLst>
                <a:ext uri="{FF2B5EF4-FFF2-40B4-BE49-F238E27FC236}">
                  <a16:creationId xmlns:a16="http://schemas.microsoft.com/office/drawing/2014/main" id="{1432A3D3-D176-C86C-E3A8-8C5E634B8C8B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621418" y="3679616"/>
              <a:ext cx="82203" cy="351631"/>
            </a:xfrm>
            <a:custGeom>
              <a:avLst/>
              <a:gdLst>
                <a:gd name="connsiteX0" fmla="*/ 82456 w 82203"/>
                <a:gd name="connsiteY0" fmla="*/ 348196 h 351631"/>
                <a:gd name="connsiteX1" fmla="*/ 76432 w 82203"/>
                <a:gd name="connsiteY1" fmla="*/ 340460 h 351631"/>
                <a:gd name="connsiteX2" fmla="*/ 20803 w 82203"/>
                <a:gd name="connsiteY2" fmla="*/ 175897 h 351631"/>
                <a:gd name="connsiteX3" fmla="*/ 77849 w 82203"/>
                <a:gd name="connsiteY3" fmla="*/ 9575 h 351631"/>
                <a:gd name="connsiteX4" fmla="*/ 82456 w 82203"/>
                <a:gd name="connsiteY4" fmla="*/ 3598 h 351631"/>
                <a:gd name="connsiteX5" fmla="*/ 78912 w 82203"/>
                <a:gd name="connsiteY5" fmla="*/ 81 h 351631"/>
                <a:gd name="connsiteX6" fmla="*/ 22575 w 82203"/>
                <a:gd name="connsiteY6" fmla="*/ 68649 h 351631"/>
                <a:gd name="connsiteX7" fmla="*/ 252 w 82203"/>
                <a:gd name="connsiteY7" fmla="*/ 175897 h 351631"/>
                <a:gd name="connsiteX8" fmla="*/ 23638 w 82203"/>
                <a:gd name="connsiteY8" fmla="*/ 285606 h 351631"/>
                <a:gd name="connsiteX9" fmla="*/ 78912 w 82203"/>
                <a:gd name="connsiteY9" fmla="*/ 351712 h 351631"/>
                <a:gd name="connsiteX10" fmla="*/ 82456 w 82203"/>
                <a:gd name="connsiteY10" fmla="*/ 34819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6" y="348196"/>
                  </a:moveTo>
                  <a:cubicBezTo>
                    <a:pt x="82456" y="347141"/>
                    <a:pt x="82456" y="346438"/>
                    <a:pt x="76432" y="340460"/>
                  </a:cubicBezTo>
                  <a:cubicBezTo>
                    <a:pt x="32141" y="296155"/>
                    <a:pt x="20803" y="229696"/>
                    <a:pt x="20803" y="175897"/>
                  </a:cubicBezTo>
                  <a:cubicBezTo>
                    <a:pt x="20803" y="114713"/>
                    <a:pt x="34267" y="53529"/>
                    <a:pt x="77849" y="9575"/>
                  </a:cubicBezTo>
                  <a:cubicBezTo>
                    <a:pt x="82456" y="5356"/>
                    <a:pt x="82456" y="4652"/>
                    <a:pt x="82456" y="3598"/>
                  </a:cubicBezTo>
                  <a:cubicBezTo>
                    <a:pt x="82456" y="1136"/>
                    <a:pt x="81038" y="81"/>
                    <a:pt x="78912" y="81"/>
                  </a:cubicBezTo>
                  <a:cubicBezTo>
                    <a:pt x="75369" y="81"/>
                    <a:pt x="43480" y="23992"/>
                    <a:pt x="22575" y="68649"/>
                  </a:cubicBezTo>
                  <a:cubicBezTo>
                    <a:pt x="4504" y="107329"/>
                    <a:pt x="252" y="146360"/>
                    <a:pt x="252" y="175897"/>
                  </a:cubicBezTo>
                  <a:cubicBezTo>
                    <a:pt x="252" y="203324"/>
                    <a:pt x="4150" y="245871"/>
                    <a:pt x="23638" y="285606"/>
                  </a:cubicBezTo>
                  <a:cubicBezTo>
                    <a:pt x="44897" y="328856"/>
                    <a:pt x="75369" y="351712"/>
                    <a:pt x="78912" y="351712"/>
                  </a:cubicBezTo>
                  <a:cubicBezTo>
                    <a:pt x="81038" y="351712"/>
                    <a:pt x="82456" y="350657"/>
                    <a:pt x="82456" y="34819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7" name="Freeform: Shape 4386">
              <a:extLst>
                <a:ext uri="{FF2B5EF4-FFF2-40B4-BE49-F238E27FC236}">
                  <a16:creationId xmlns:a16="http://schemas.microsoft.com/office/drawing/2014/main" id="{DB782C1F-D89B-5F84-02DC-46CC648F8941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714763" y="3788270"/>
              <a:ext cx="167950" cy="158937"/>
            </a:xfrm>
            <a:custGeom>
              <a:avLst/>
              <a:gdLst>
                <a:gd name="connsiteX0" fmla="*/ 152262 w 167950"/>
                <a:gd name="connsiteY0" fmla="*/ 116119 h 158937"/>
                <a:gd name="connsiteX1" fmla="*/ 144467 w 167950"/>
                <a:gd name="connsiteY1" fmla="*/ 125614 h 158937"/>
                <a:gd name="connsiteX2" fmla="*/ 128168 w 167950"/>
                <a:gd name="connsiteY2" fmla="*/ 139679 h 158937"/>
                <a:gd name="connsiteX3" fmla="*/ 117184 w 167950"/>
                <a:gd name="connsiteY3" fmla="*/ 125262 h 158937"/>
                <a:gd name="connsiteX4" fmla="*/ 115766 w 167950"/>
                <a:gd name="connsiteY4" fmla="*/ 119284 h 158937"/>
                <a:gd name="connsiteX5" fmla="*/ 103011 w 167950"/>
                <a:gd name="connsiteY5" fmla="*/ 62320 h 158937"/>
                <a:gd name="connsiteX6" fmla="*/ 137735 w 167950"/>
                <a:gd name="connsiteY6" fmla="*/ 19773 h 158937"/>
                <a:gd name="connsiteX7" fmla="*/ 146238 w 167950"/>
                <a:gd name="connsiteY7" fmla="*/ 22586 h 158937"/>
                <a:gd name="connsiteX8" fmla="*/ 155805 w 167950"/>
                <a:gd name="connsiteY8" fmla="*/ 25750 h 158937"/>
                <a:gd name="connsiteX9" fmla="*/ 168207 w 167950"/>
                <a:gd name="connsiteY9" fmla="*/ 13092 h 158937"/>
                <a:gd name="connsiteX10" fmla="*/ 153679 w 167950"/>
                <a:gd name="connsiteY10" fmla="*/ 81 h 158937"/>
                <a:gd name="connsiteX11" fmla="*/ 100176 w 167950"/>
                <a:gd name="connsiteY11" fmla="*/ 50364 h 158937"/>
                <a:gd name="connsiteX12" fmla="*/ 96278 w 167950"/>
                <a:gd name="connsiteY12" fmla="*/ 31025 h 158937"/>
                <a:gd name="connsiteX13" fmla="*/ 77853 w 167950"/>
                <a:gd name="connsiteY13" fmla="*/ 81 h 158937"/>
                <a:gd name="connsiteX14" fmla="*/ 36397 w 167950"/>
                <a:gd name="connsiteY14" fmla="*/ 10278 h 158937"/>
                <a:gd name="connsiteX15" fmla="*/ 32500 w 167950"/>
                <a:gd name="connsiteY15" fmla="*/ 11685 h 158937"/>
                <a:gd name="connsiteX16" fmla="*/ 33917 w 167950"/>
                <a:gd name="connsiteY16" fmla="*/ 16959 h 158937"/>
                <a:gd name="connsiteX17" fmla="*/ 53759 w 167950"/>
                <a:gd name="connsiteY17" fmla="*/ 13092 h 158937"/>
                <a:gd name="connsiteX18" fmla="*/ 69704 w 167950"/>
                <a:gd name="connsiteY18" fmla="*/ 37354 h 158937"/>
                <a:gd name="connsiteX19" fmla="*/ 79979 w 167950"/>
                <a:gd name="connsiteY19" fmla="*/ 80605 h 158937"/>
                <a:gd name="connsiteX20" fmla="*/ 50925 w 167950"/>
                <a:gd name="connsiteY20" fmla="*/ 121746 h 158937"/>
                <a:gd name="connsiteX21" fmla="*/ 32854 w 167950"/>
                <a:gd name="connsiteY21" fmla="*/ 138624 h 158937"/>
                <a:gd name="connsiteX22" fmla="*/ 23641 w 167950"/>
                <a:gd name="connsiteY22" fmla="*/ 135459 h 158937"/>
                <a:gd name="connsiteX23" fmla="*/ 12303 w 167950"/>
                <a:gd name="connsiteY23" fmla="*/ 131943 h 158937"/>
                <a:gd name="connsiteX24" fmla="*/ 256 w 167950"/>
                <a:gd name="connsiteY24" fmla="*/ 144250 h 158937"/>
                <a:gd name="connsiteX25" fmla="*/ 17972 w 167950"/>
                <a:gd name="connsiteY25" fmla="*/ 159018 h 158937"/>
                <a:gd name="connsiteX26" fmla="*/ 50925 w 167950"/>
                <a:gd name="connsiteY26" fmla="*/ 134404 h 158937"/>
                <a:gd name="connsiteX27" fmla="*/ 82814 w 167950"/>
                <a:gd name="connsiteY27" fmla="*/ 93263 h 158937"/>
                <a:gd name="connsiteX28" fmla="*/ 93444 w 167950"/>
                <a:gd name="connsiteY28" fmla="*/ 135459 h 158937"/>
                <a:gd name="connsiteX29" fmla="*/ 113995 w 167950"/>
                <a:gd name="connsiteY29" fmla="*/ 159018 h 158937"/>
                <a:gd name="connsiteX30" fmla="*/ 157223 w 167950"/>
                <a:gd name="connsiteY30" fmla="*/ 118933 h 158937"/>
                <a:gd name="connsiteX31" fmla="*/ 152262 w 167950"/>
                <a:gd name="connsiteY31" fmla="*/ 116119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62" y="116119"/>
                  </a:moveTo>
                  <a:cubicBezTo>
                    <a:pt x="149427" y="119284"/>
                    <a:pt x="147656" y="121394"/>
                    <a:pt x="144467" y="125614"/>
                  </a:cubicBezTo>
                  <a:cubicBezTo>
                    <a:pt x="136317" y="136162"/>
                    <a:pt x="132065" y="139679"/>
                    <a:pt x="128168" y="139679"/>
                  </a:cubicBezTo>
                  <a:cubicBezTo>
                    <a:pt x="122853" y="139679"/>
                    <a:pt x="119664" y="135108"/>
                    <a:pt x="117184" y="125262"/>
                  </a:cubicBezTo>
                  <a:cubicBezTo>
                    <a:pt x="116475" y="122449"/>
                    <a:pt x="116121" y="120339"/>
                    <a:pt x="115766" y="119284"/>
                  </a:cubicBezTo>
                  <a:cubicBezTo>
                    <a:pt x="106908" y="83769"/>
                    <a:pt x="103011" y="67594"/>
                    <a:pt x="103011" y="62320"/>
                  </a:cubicBezTo>
                  <a:cubicBezTo>
                    <a:pt x="118601" y="35244"/>
                    <a:pt x="131357" y="19773"/>
                    <a:pt x="137735" y="19773"/>
                  </a:cubicBezTo>
                  <a:cubicBezTo>
                    <a:pt x="139861" y="19773"/>
                    <a:pt x="142695" y="20827"/>
                    <a:pt x="146238" y="22586"/>
                  </a:cubicBezTo>
                  <a:cubicBezTo>
                    <a:pt x="150490" y="25047"/>
                    <a:pt x="152971" y="25750"/>
                    <a:pt x="155805" y="25750"/>
                  </a:cubicBezTo>
                  <a:cubicBezTo>
                    <a:pt x="163246" y="25750"/>
                    <a:pt x="168207" y="20476"/>
                    <a:pt x="168207" y="13092"/>
                  </a:cubicBezTo>
                  <a:cubicBezTo>
                    <a:pt x="168207" y="5707"/>
                    <a:pt x="162183" y="81"/>
                    <a:pt x="153679" y="81"/>
                  </a:cubicBezTo>
                  <a:cubicBezTo>
                    <a:pt x="138089" y="81"/>
                    <a:pt x="124624" y="12740"/>
                    <a:pt x="100176" y="50364"/>
                  </a:cubicBezTo>
                  <a:lnTo>
                    <a:pt x="96278" y="31025"/>
                  </a:lnTo>
                  <a:cubicBezTo>
                    <a:pt x="91318" y="7114"/>
                    <a:pt x="87420" y="81"/>
                    <a:pt x="77853" y="81"/>
                  </a:cubicBezTo>
                  <a:cubicBezTo>
                    <a:pt x="70058" y="81"/>
                    <a:pt x="58011" y="3246"/>
                    <a:pt x="36397" y="10278"/>
                  </a:cubicBezTo>
                  <a:lnTo>
                    <a:pt x="32500" y="11685"/>
                  </a:lnTo>
                  <a:lnTo>
                    <a:pt x="33917" y="16959"/>
                  </a:lnTo>
                  <a:cubicBezTo>
                    <a:pt x="47381" y="13795"/>
                    <a:pt x="50570" y="13092"/>
                    <a:pt x="53759" y="13092"/>
                  </a:cubicBezTo>
                  <a:cubicBezTo>
                    <a:pt x="62617" y="13092"/>
                    <a:pt x="64743" y="16256"/>
                    <a:pt x="69704" y="37354"/>
                  </a:cubicBezTo>
                  <a:lnTo>
                    <a:pt x="79979" y="80605"/>
                  </a:lnTo>
                  <a:lnTo>
                    <a:pt x="50925" y="121746"/>
                  </a:lnTo>
                  <a:cubicBezTo>
                    <a:pt x="43838" y="132295"/>
                    <a:pt x="36751" y="138624"/>
                    <a:pt x="32854" y="138624"/>
                  </a:cubicBezTo>
                  <a:cubicBezTo>
                    <a:pt x="30728" y="138624"/>
                    <a:pt x="27185" y="137569"/>
                    <a:pt x="23641" y="135459"/>
                  </a:cubicBezTo>
                  <a:cubicBezTo>
                    <a:pt x="19035" y="132998"/>
                    <a:pt x="15138" y="131943"/>
                    <a:pt x="12303" y="131943"/>
                  </a:cubicBezTo>
                  <a:cubicBezTo>
                    <a:pt x="5571" y="131943"/>
                    <a:pt x="256" y="137217"/>
                    <a:pt x="256" y="144250"/>
                  </a:cubicBezTo>
                  <a:cubicBezTo>
                    <a:pt x="256" y="153392"/>
                    <a:pt x="7342" y="159018"/>
                    <a:pt x="17972" y="159018"/>
                  </a:cubicBezTo>
                  <a:cubicBezTo>
                    <a:pt x="28956" y="159018"/>
                    <a:pt x="33208" y="155854"/>
                    <a:pt x="50925" y="134404"/>
                  </a:cubicBezTo>
                  <a:cubicBezTo>
                    <a:pt x="60491" y="123152"/>
                    <a:pt x="67932" y="113658"/>
                    <a:pt x="82814" y="93263"/>
                  </a:cubicBezTo>
                  <a:lnTo>
                    <a:pt x="93444" y="135459"/>
                  </a:lnTo>
                  <a:cubicBezTo>
                    <a:pt x="98050" y="153392"/>
                    <a:pt x="102656" y="159018"/>
                    <a:pt x="113995" y="159018"/>
                  </a:cubicBezTo>
                  <a:cubicBezTo>
                    <a:pt x="127459" y="159018"/>
                    <a:pt x="136672" y="150579"/>
                    <a:pt x="157223" y="118933"/>
                  </a:cubicBezTo>
                  <a:lnTo>
                    <a:pt x="152262" y="116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8" name="Freeform: Shape 4387">
              <a:extLst>
                <a:ext uri="{FF2B5EF4-FFF2-40B4-BE49-F238E27FC236}">
                  <a16:creationId xmlns:a16="http://schemas.microsoft.com/office/drawing/2014/main" id="{C9F86F46-A43F-0AB8-A7B5-58B8BD21AC1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962107" y="3848399"/>
              <a:ext cx="216493" cy="14065"/>
            </a:xfrm>
            <a:custGeom>
              <a:avLst/>
              <a:gdLst>
                <a:gd name="connsiteX0" fmla="*/ 204354 w 216493"/>
                <a:gd name="connsiteY0" fmla="*/ 14146 h 14065"/>
                <a:gd name="connsiteX1" fmla="*/ 216755 w 216493"/>
                <a:gd name="connsiteY1" fmla="*/ 7114 h 14065"/>
                <a:gd name="connsiteX2" fmla="*/ 204354 w 216493"/>
                <a:gd name="connsiteY2" fmla="*/ 81 h 14065"/>
                <a:gd name="connsiteX3" fmla="*/ 12663 w 216493"/>
                <a:gd name="connsiteY3" fmla="*/ 81 h 14065"/>
                <a:gd name="connsiteX4" fmla="*/ 262 w 216493"/>
                <a:gd name="connsiteY4" fmla="*/ 7114 h 14065"/>
                <a:gd name="connsiteX5" fmla="*/ 12663 w 216493"/>
                <a:gd name="connsiteY5" fmla="*/ 14146 h 14065"/>
                <a:gd name="connsiteX6" fmla="*/ 204354 w 216493"/>
                <a:gd name="connsiteY6" fmla="*/ 14146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4" y="14146"/>
                  </a:moveTo>
                  <a:cubicBezTo>
                    <a:pt x="210377" y="14146"/>
                    <a:pt x="216755" y="14146"/>
                    <a:pt x="216755" y="7114"/>
                  </a:cubicBezTo>
                  <a:cubicBezTo>
                    <a:pt x="216755" y="81"/>
                    <a:pt x="210377" y="81"/>
                    <a:pt x="204354" y="81"/>
                  </a:cubicBezTo>
                  <a:lnTo>
                    <a:pt x="12663" y="81"/>
                  </a:lnTo>
                  <a:cubicBezTo>
                    <a:pt x="6640" y="81"/>
                    <a:pt x="262" y="81"/>
                    <a:pt x="262" y="7114"/>
                  </a:cubicBezTo>
                  <a:cubicBezTo>
                    <a:pt x="262" y="14146"/>
                    <a:pt x="6640" y="14146"/>
                    <a:pt x="12663" y="14146"/>
                  </a:cubicBezTo>
                  <a:lnTo>
                    <a:pt x="204354" y="141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9" name="Freeform: Shape 4388">
              <a:extLst>
                <a:ext uri="{FF2B5EF4-FFF2-40B4-BE49-F238E27FC236}">
                  <a16:creationId xmlns:a16="http://schemas.microsoft.com/office/drawing/2014/main" id="{1D6BC661-3778-9EFF-E6C4-E9B0B2E3045E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297764" y="3705637"/>
              <a:ext cx="100274" cy="237702"/>
            </a:xfrm>
            <a:custGeom>
              <a:avLst/>
              <a:gdLst>
                <a:gd name="connsiteX0" fmla="*/ 64050 w 100274"/>
                <a:gd name="connsiteY0" fmla="*/ 81 h 237702"/>
                <a:gd name="connsiteX1" fmla="*/ 271 w 100274"/>
                <a:gd name="connsiteY1" fmla="*/ 32080 h 237702"/>
                <a:gd name="connsiteX2" fmla="*/ 271 w 100274"/>
                <a:gd name="connsiteY2" fmla="*/ 37002 h 237702"/>
                <a:gd name="connsiteX3" fmla="*/ 9838 w 100274"/>
                <a:gd name="connsiteY3" fmla="*/ 33135 h 237702"/>
                <a:gd name="connsiteX4" fmla="*/ 25782 w 100274"/>
                <a:gd name="connsiteY4" fmla="*/ 29267 h 237702"/>
                <a:gd name="connsiteX5" fmla="*/ 36412 w 100274"/>
                <a:gd name="connsiteY5" fmla="*/ 45793 h 237702"/>
                <a:gd name="connsiteX6" fmla="*/ 36412 w 100274"/>
                <a:gd name="connsiteY6" fmla="*/ 205082 h 237702"/>
                <a:gd name="connsiteX7" fmla="*/ 27908 w 100274"/>
                <a:gd name="connsiteY7" fmla="*/ 227938 h 237702"/>
                <a:gd name="connsiteX8" fmla="*/ 2751 w 100274"/>
                <a:gd name="connsiteY8" fmla="*/ 232509 h 237702"/>
                <a:gd name="connsiteX9" fmla="*/ 2751 w 100274"/>
                <a:gd name="connsiteY9" fmla="*/ 237784 h 237702"/>
                <a:gd name="connsiteX10" fmla="*/ 100545 w 100274"/>
                <a:gd name="connsiteY10" fmla="*/ 237784 h 237702"/>
                <a:gd name="connsiteX11" fmla="*/ 100545 w 100274"/>
                <a:gd name="connsiteY11" fmla="*/ 232509 h 237702"/>
                <a:gd name="connsiteX12" fmla="*/ 66884 w 100274"/>
                <a:gd name="connsiteY12" fmla="*/ 211763 h 237702"/>
                <a:gd name="connsiteX13" fmla="*/ 66884 w 100274"/>
                <a:gd name="connsiteY13" fmla="*/ 784 h 237702"/>
                <a:gd name="connsiteX14" fmla="*/ 64050 w 100274"/>
                <a:gd name="connsiteY14" fmla="*/ 81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50" y="81"/>
                  </a:moveTo>
                  <a:lnTo>
                    <a:pt x="271" y="32080"/>
                  </a:lnTo>
                  <a:lnTo>
                    <a:pt x="271" y="37002"/>
                  </a:lnTo>
                  <a:cubicBezTo>
                    <a:pt x="4523" y="35244"/>
                    <a:pt x="8420" y="33838"/>
                    <a:pt x="9838" y="33135"/>
                  </a:cubicBezTo>
                  <a:cubicBezTo>
                    <a:pt x="16215" y="30673"/>
                    <a:pt x="22239" y="29267"/>
                    <a:pt x="25782" y="29267"/>
                  </a:cubicBezTo>
                  <a:cubicBezTo>
                    <a:pt x="33223" y="29267"/>
                    <a:pt x="36412" y="34541"/>
                    <a:pt x="36412" y="45793"/>
                  </a:cubicBezTo>
                  <a:lnTo>
                    <a:pt x="36412" y="205082"/>
                  </a:lnTo>
                  <a:cubicBezTo>
                    <a:pt x="36412" y="216686"/>
                    <a:pt x="33577" y="224773"/>
                    <a:pt x="27908" y="227938"/>
                  </a:cubicBezTo>
                  <a:cubicBezTo>
                    <a:pt x="22593" y="231103"/>
                    <a:pt x="17633" y="232158"/>
                    <a:pt x="2751" y="232509"/>
                  </a:cubicBezTo>
                  <a:lnTo>
                    <a:pt x="2751" y="237784"/>
                  </a:lnTo>
                  <a:lnTo>
                    <a:pt x="100545" y="237784"/>
                  </a:lnTo>
                  <a:lnTo>
                    <a:pt x="100545" y="232509"/>
                  </a:lnTo>
                  <a:cubicBezTo>
                    <a:pt x="72553" y="232158"/>
                    <a:pt x="66884" y="228641"/>
                    <a:pt x="66884" y="211763"/>
                  </a:cubicBezTo>
                  <a:lnTo>
                    <a:pt x="66884" y="784"/>
                  </a:lnTo>
                  <a:lnTo>
                    <a:pt x="64050" y="8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0" name="Freeform: Shape 4389">
              <a:extLst>
                <a:ext uri="{FF2B5EF4-FFF2-40B4-BE49-F238E27FC236}">
                  <a16:creationId xmlns:a16="http://schemas.microsoft.com/office/drawing/2014/main" id="{1F931CEC-1CC4-0115-743A-A0C476ABEA3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446891" y="3705637"/>
              <a:ext cx="157675" cy="237702"/>
            </a:xfrm>
            <a:custGeom>
              <a:avLst/>
              <a:gdLst>
                <a:gd name="connsiteX0" fmla="*/ 157951 w 157675"/>
                <a:gd name="connsiteY0" fmla="*/ 189610 h 237702"/>
                <a:gd name="connsiteX1" fmla="*/ 153345 w 157675"/>
                <a:gd name="connsiteY1" fmla="*/ 187852 h 237702"/>
                <a:gd name="connsiteX2" fmla="*/ 119684 w 157675"/>
                <a:gd name="connsiteY2" fmla="*/ 211060 h 237702"/>
                <a:gd name="connsiteX3" fmla="*/ 35000 w 157675"/>
                <a:gd name="connsiteY3" fmla="*/ 211060 h 237702"/>
                <a:gd name="connsiteX4" fmla="*/ 94527 w 157675"/>
                <a:gd name="connsiteY4" fmla="*/ 149173 h 237702"/>
                <a:gd name="connsiteX5" fmla="*/ 139880 w 157675"/>
                <a:gd name="connsiteY5" fmla="*/ 62320 h 237702"/>
                <a:gd name="connsiteX6" fmla="*/ 74330 w 157675"/>
                <a:gd name="connsiteY6" fmla="*/ 81 h 237702"/>
                <a:gd name="connsiteX7" fmla="*/ 23307 w 157675"/>
                <a:gd name="connsiteY7" fmla="*/ 21882 h 237702"/>
                <a:gd name="connsiteX8" fmla="*/ 630 w 157675"/>
                <a:gd name="connsiteY8" fmla="*/ 70056 h 237702"/>
                <a:gd name="connsiteX9" fmla="*/ 8071 w 157675"/>
                <a:gd name="connsiteY9" fmla="*/ 71814 h 237702"/>
                <a:gd name="connsiteX10" fmla="*/ 59448 w 157675"/>
                <a:gd name="connsiteY10" fmla="*/ 26102 h 237702"/>
                <a:gd name="connsiteX11" fmla="*/ 109408 w 157675"/>
                <a:gd name="connsiteY11" fmla="*/ 75682 h 237702"/>
                <a:gd name="connsiteX12" fmla="*/ 63346 w 157675"/>
                <a:gd name="connsiteY12" fmla="*/ 167106 h 237702"/>
                <a:gd name="connsiteX13" fmla="*/ 276 w 157675"/>
                <a:gd name="connsiteY13" fmla="*/ 233564 h 237702"/>
                <a:gd name="connsiteX14" fmla="*/ 276 w 157675"/>
                <a:gd name="connsiteY14" fmla="*/ 237784 h 237702"/>
                <a:gd name="connsiteX15" fmla="*/ 138463 w 157675"/>
                <a:gd name="connsiteY15" fmla="*/ 237784 h 237702"/>
                <a:gd name="connsiteX16" fmla="*/ 157951 w 157675"/>
                <a:gd name="connsiteY16" fmla="*/ 189610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7675" h="237702">
                  <a:moveTo>
                    <a:pt x="157951" y="189610"/>
                  </a:moveTo>
                  <a:lnTo>
                    <a:pt x="153345" y="187852"/>
                  </a:lnTo>
                  <a:cubicBezTo>
                    <a:pt x="140235" y="207895"/>
                    <a:pt x="135629" y="211060"/>
                    <a:pt x="119684" y="211060"/>
                  </a:cubicBezTo>
                  <a:lnTo>
                    <a:pt x="35000" y="211060"/>
                  </a:lnTo>
                  <a:lnTo>
                    <a:pt x="94527" y="149173"/>
                  </a:lnTo>
                  <a:cubicBezTo>
                    <a:pt x="126062" y="116471"/>
                    <a:pt x="139880" y="89747"/>
                    <a:pt x="139880" y="62320"/>
                  </a:cubicBezTo>
                  <a:cubicBezTo>
                    <a:pt x="139880" y="27157"/>
                    <a:pt x="111180" y="81"/>
                    <a:pt x="74330" y="81"/>
                  </a:cubicBezTo>
                  <a:cubicBezTo>
                    <a:pt x="54842" y="81"/>
                    <a:pt x="36417" y="7817"/>
                    <a:pt x="23307" y="21882"/>
                  </a:cubicBezTo>
                  <a:cubicBezTo>
                    <a:pt x="11969" y="33838"/>
                    <a:pt x="6654" y="45090"/>
                    <a:pt x="630" y="70056"/>
                  </a:cubicBezTo>
                  <a:lnTo>
                    <a:pt x="8071" y="71814"/>
                  </a:lnTo>
                  <a:cubicBezTo>
                    <a:pt x="22244" y="37354"/>
                    <a:pt x="35000" y="26102"/>
                    <a:pt x="59448" y="26102"/>
                  </a:cubicBezTo>
                  <a:cubicBezTo>
                    <a:pt x="89212" y="26102"/>
                    <a:pt x="109408" y="46145"/>
                    <a:pt x="109408" y="75682"/>
                  </a:cubicBezTo>
                  <a:cubicBezTo>
                    <a:pt x="109408" y="103109"/>
                    <a:pt x="93109" y="135811"/>
                    <a:pt x="63346" y="167106"/>
                  </a:cubicBezTo>
                  <a:lnTo>
                    <a:pt x="276" y="233564"/>
                  </a:lnTo>
                  <a:lnTo>
                    <a:pt x="276" y="237784"/>
                  </a:lnTo>
                  <a:lnTo>
                    <a:pt x="138463" y="237784"/>
                  </a:lnTo>
                  <a:lnTo>
                    <a:pt x="157951" y="18961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1" name="Freeform: Shape 4390">
              <a:extLst>
                <a:ext uri="{FF2B5EF4-FFF2-40B4-BE49-F238E27FC236}">
                  <a16:creationId xmlns:a16="http://schemas.microsoft.com/office/drawing/2014/main" id="{E44F72F8-35CA-B97A-F661-6AD4FA34D4F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634286" y="3679616"/>
              <a:ext cx="82203" cy="351631"/>
            </a:xfrm>
            <a:custGeom>
              <a:avLst/>
              <a:gdLst>
                <a:gd name="connsiteX0" fmla="*/ 82485 w 82203"/>
                <a:gd name="connsiteY0" fmla="*/ 175897 h 351631"/>
                <a:gd name="connsiteX1" fmla="*/ 59099 w 82203"/>
                <a:gd name="connsiteY1" fmla="*/ 66188 h 351631"/>
                <a:gd name="connsiteX2" fmla="*/ 3824 w 82203"/>
                <a:gd name="connsiteY2" fmla="*/ 81 h 351631"/>
                <a:gd name="connsiteX3" fmla="*/ 281 w 82203"/>
                <a:gd name="connsiteY3" fmla="*/ 3598 h 351631"/>
                <a:gd name="connsiteX4" fmla="*/ 7013 w 82203"/>
                <a:gd name="connsiteY4" fmla="*/ 11685 h 351631"/>
                <a:gd name="connsiteX5" fmla="*/ 61934 w 82203"/>
                <a:gd name="connsiteY5" fmla="*/ 175897 h 351631"/>
                <a:gd name="connsiteX6" fmla="*/ 4887 w 82203"/>
                <a:gd name="connsiteY6" fmla="*/ 342218 h 351631"/>
                <a:gd name="connsiteX7" fmla="*/ 281 w 82203"/>
                <a:gd name="connsiteY7" fmla="*/ 348196 h 351631"/>
                <a:gd name="connsiteX8" fmla="*/ 3824 w 82203"/>
                <a:gd name="connsiteY8" fmla="*/ 351712 h 351631"/>
                <a:gd name="connsiteX9" fmla="*/ 60162 w 82203"/>
                <a:gd name="connsiteY9" fmla="*/ 283144 h 351631"/>
                <a:gd name="connsiteX10" fmla="*/ 82485 w 82203"/>
                <a:gd name="connsiteY10" fmla="*/ 17589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5" y="175897"/>
                  </a:moveTo>
                  <a:cubicBezTo>
                    <a:pt x="82485" y="148470"/>
                    <a:pt x="78587" y="105922"/>
                    <a:pt x="59099" y="66188"/>
                  </a:cubicBezTo>
                  <a:cubicBezTo>
                    <a:pt x="37839" y="22937"/>
                    <a:pt x="7367" y="81"/>
                    <a:pt x="3824" y="81"/>
                  </a:cubicBezTo>
                  <a:cubicBezTo>
                    <a:pt x="1698" y="81"/>
                    <a:pt x="281" y="1488"/>
                    <a:pt x="281" y="3598"/>
                  </a:cubicBezTo>
                  <a:cubicBezTo>
                    <a:pt x="281" y="4652"/>
                    <a:pt x="281" y="5356"/>
                    <a:pt x="7013" y="11685"/>
                  </a:cubicBezTo>
                  <a:cubicBezTo>
                    <a:pt x="41737" y="46497"/>
                    <a:pt x="61934" y="102406"/>
                    <a:pt x="61934" y="175897"/>
                  </a:cubicBezTo>
                  <a:cubicBezTo>
                    <a:pt x="61934" y="236026"/>
                    <a:pt x="48824" y="297913"/>
                    <a:pt x="4887" y="342218"/>
                  </a:cubicBezTo>
                  <a:cubicBezTo>
                    <a:pt x="281" y="346438"/>
                    <a:pt x="281" y="347141"/>
                    <a:pt x="281" y="348196"/>
                  </a:cubicBezTo>
                  <a:cubicBezTo>
                    <a:pt x="281" y="350306"/>
                    <a:pt x="1698" y="351712"/>
                    <a:pt x="3824" y="351712"/>
                  </a:cubicBezTo>
                  <a:cubicBezTo>
                    <a:pt x="7367" y="351712"/>
                    <a:pt x="39257" y="327801"/>
                    <a:pt x="60162" y="283144"/>
                  </a:cubicBezTo>
                  <a:cubicBezTo>
                    <a:pt x="78233" y="244465"/>
                    <a:pt x="82485" y="205434"/>
                    <a:pt x="82485" y="17589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2" name="Freeform: Shape 4391">
              <a:extLst>
                <a:ext uri="{FF2B5EF4-FFF2-40B4-BE49-F238E27FC236}">
                  <a16:creationId xmlns:a16="http://schemas.microsoft.com/office/drawing/2014/main" id="{5E56CF71-3371-715E-4EFC-FD2DE66636E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584895" y="4086988"/>
              <a:ext cx="4204890" cy="14114"/>
            </a:xfrm>
            <a:custGeom>
              <a:avLst/>
              <a:gdLst>
                <a:gd name="connsiteX0" fmla="*/ 0 w 4204890"/>
                <a:gd name="connsiteY0" fmla="*/ 0 h 14114"/>
                <a:gd name="connsiteX1" fmla="*/ 4204891 w 4204890"/>
                <a:gd name="connsiteY1" fmla="*/ 0 h 14114"/>
                <a:gd name="connsiteX2" fmla="*/ 4204891 w 4204890"/>
                <a:gd name="connsiteY2" fmla="*/ 14115 h 14114"/>
                <a:gd name="connsiteX3" fmla="*/ 0 w 4204890"/>
                <a:gd name="connsiteY3" fmla="*/ 14115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890" h="14114">
                  <a:moveTo>
                    <a:pt x="0" y="0"/>
                  </a:moveTo>
                  <a:lnTo>
                    <a:pt x="4204891" y="0"/>
                  </a:lnTo>
                  <a:lnTo>
                    <a:pt x="4204891" y="14115"/>
                  </a:lnTo>
                  <a:lnTo>
                    <a:pt x="0" y="141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4" name="Freeform: Shape 4393">
              <a:extLst>
                <a:ext uri="{FF2B5EF4-FFF2-40B4-BE49-F238E27FC236}">
                  <a16:creationId xmlns:a16="http://schemas.microsoft.com/office/drawing/2014/main" id="{C665AEB7-30B0-DC23-ACAD-A8AC7219F76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619973" y="4160683"/>
              <a:ext cx="82203" cy="351631"/>
            </a:xfrm>
            <a:custGeom>
              <a:avLst/>
              <a:gdLst>
                <a:gd name="connsiteX0" fmla="*/ 82372 w 82203"/>
                <a:gd name="connsiteY0" fmla="*/ 348210 h 351631"/>
                <a:gd name="connsiteX1" fmla="*/ 76348 w 82203"/>
                <a:gd name="connsiteY1" fmla="*/ 340474 h 351631"/>
                <a:gd name="connsiteX2" fmla="*/ 20719 w 82203"/>
                <a:gd name="connsiteY2" fmla="*/ 175910 h 351631"/>
                <a:gd name="connsiteX3" fmla="*/ 77765 w 82203"/>
                <a:gd name="connsiteY3" fmla="*/ 9589 h 351631"/>
                <a:gd name="connsiteX4" fmla="*/ 82372 w 82203"/>
                <a:gd name="connsiteY4" fmla="*/ 3611 h 351631"/>
                <a:gd name="connsiteX5" fmla="*/ 78828 w 82203"/>
                <a:gd name="connsiteY5" fmla="*/ 95 h 351631"/>
                <a:gd name="connsiteX6" fmla="*/ 22490 w 82203"/>
                <a:gd name="connsiteY6" fmla="*/ 68663 h 351631"/>
                <a:gd name="connsiteX7" fmla="*/ 168 w 82203"/>
                <a:gd name="connsiteY7" fmla="*/ 175910 h 351631"/>
                <a:gd name="connsiteX8" fmla="*/ 23553 w 82203"/>
                <a:gd name="connsiteY8" fmla="*/ 285619 h 351631"/>
                <a:gd name="connsiteX9" fmla="*/ 78828 w 82203"/>
                <a:gd name="connsiteY9" fmla="*/ 351726 h 351631"/>
                <a:gd name="connsiteX10" fmla="*/ 82372 w 82203"/>
                <a:gd name="connsiteY10" fmla="*/ 3482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2" y="348210"/>
                  </a:moveTo>
                  <a:cubicBezTo>
                    <a:pt x="82372" y="347155"/>
                    <a:pt x="82372" y="346451"/>
                    <a:pt x="76348" y="340474"/>
                  </a:cubicBezTo>
                  <a:cubicBezTo>
                    <a:pt x="32057" y="296168"/>
                    <a:pt x="20719" y="229710"/>
                    <a:pt x="20719" y="175910"/>
                  </a:cubicBezTo>
                  <a:cubicBezTo>
                    <a:pt x="20719" y="114727"/>
                    <a:pt x="34183" y="53543"/>
                    <a:pt x="77765" y="9589"/>
                  </a:cubicBezTo>
                  <a:cubicBezTo>
                    <a:pt x="82372" y="5369"/>
                    <a:pt x="82372" y="4666"/>
                    <a:pt x="82372" y="3611"/>
                  </a:cubicBezTo>
                  <a:cubicBezTo>
                    <a:pt x="82372" y="1150"/>
                    <a:pt x="80954" y="95"/>
                    <a:pt x="78828" y="95"/>
                  </a:cubicBezTo>
                  <a:cubicBezTo>
                    <a:pt x="75285" y="95"/>
                    <a:pt x="43396" y="24006"/>
                    <a:pt x="22490" y="68663"/>
                  </a:cubicBezTo>
                  <a:cubicBezTo>
                    <a:pt x="4420" y="107342"/>
                    <a:pt x="168" y="146373"/>
                    <a:pt x="168" y="175910"/>
                  </a:cubicBezTo>
                  <a:cubicBezTo>
                    <a:pt x="168" y="203338"/>
                    <a:pt x="4065" y="245885"/>
                    <a:pt x="23553" y="285619"/>
                  </a:cubicBezTo>
                  <a:cubicBezTo>
                    <a:pt x="44813" y="328870"/>
                    <a:pt x="75285" y="351726"/>
                    <a:pt x="78828" y="351726"/>
                  </a:cubicBezTo>
                  <a:cubicBezTo>
                    <a:pt x="80954" y="351726"/>
                    <a:pt x="82372" y="350671"/>
                    <a:pt x="82372" y="3482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5" name="Freeform: Shape 4394">
              <a:extLst>
                <a:ext uri="{FF2B5EF4-FFF2-40B4-BE49-F238E27FC236}">
                  <a16:creationId xmlns:a16="http://schemas.microsoft.com/office/drawing/2014/main" id="{2A039268-B036-E06F-DF6E-66CA82DEC772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762215" y="4186703"/>
              <a:ext cx="100274" cy="237702"/>
            </a:xfrm>
            <a:custGeom>
              <a:avLst/>
              <a:gdLst>
                <a:gd name="connsiteX0" fmla="*/ 63951 w 100274"/>
                <a:gd name="connsiteY0" fmla="*/ 95 h 237702"/>
                <a:gd name="connsiteX1" fmla="*/ 172 w 100274"/>
                <a:gd name="connsiteY1" fmla="*/ 32093 h 237702"/>
                <a:gd name="connsiteX2" fmla="*/ 172 w 100274"/>
                <a:gd name="connsiteY2" fmla="*/ 37016 h 237702"/>
                <a:gd name="connsiteX3" fmla="*/ 9739 w 100274"/>
                <a:gd name="connsiteY3" fmla="*/ 33148 h 237702"/>
                <a:gd name="connsiteX4" fmla="*/ 25683 w 100274"/>
                <a:gd name="connsiteY4" fmla="*/ 29280 h 237702"/>
                <a:gd name="connsiteX5" fmla="*/ 36313 w 100274"/>
                <a:gd name="connsiteY5" fmla="*/ 45807 h 237702"/>
                <a:gd name="connsiteX6" fmla="*/ 36313 w 100274"/>
                <a:gd name="connsiteY6" fmla="*/ 205096 h 237702"/>
                <a:gd name="connsiteX7" fmla="*/ 27809 w 100274"/>
                <a:gd name="connsiteY7" fmla="*/ 227952 h 237702"/>
                <a:gd name="connsiteX8" fmla="*/ 2652 w 100274"/>
                <a:gd name="connsiteY8" fmla="*/ 232523 h 237702"/>
                <a:gd name="connsiteX9" fmla="*/ 2652 w 100274"/>
                <a:gd name="connsiteY9" fmla="*/ 237797 h 237702"/>
                <a:gd name="connsiteX10" fmla="*/ 100446 w 100274"/>
                <a:gd name="connsiteY10" fmla="*/ 237797 h 237702"/>
                <a:gd name="connsiteX11" fmla="*/ 100446 w 100274"/>
                <a:gd name="connsiteY11" fmla="*/ 232523 h 237702"/>
                <a:gd name="connsiteX12" fmla="*/ 66785 w 100274"/>
                <a:gd name="connsiteY12" fmla="*/ 211777 h 237702"/>
                <a:gd name="connsiteX13" fmla="*/ 66785 w 100274"/>
                <a:gd name="connsiteY13" fmla="*/ 798 h 237702"/>
                <a:gd name="connsiteX14" fmla="*/ 63951 w 100274"/>
                <a:gd name="connsiteY14" fmla="*/ 9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51" y="95"/>
                  </a:moveTo>
                  <a:lnTo>
                    <a:pt x="172" y="32093"/>
                  </a:lnTo>
                  <a:lnTo>
                    <a:pt x="172" y="37016"/>
                  </a:lnTo>
                  <a:cubicBezTo>
                    <a:pt x="4424" y="35258"/>
                    <a:pt x="8321" y="33851"/>
                    <a:pt x="9739" y="33148"/>
                  </a:cubicBezTo>
                  <a:cubicBezTo>
                    <a:pt x="16116" y="30687"/>
                    <a:pt x="22140" y="29280"/>
                    <a:pt x="25683" y="29280"/>
                  </a:cubicBezTo>
                  <a:cubicBezTo>
                    <a:pt x="33124" y="29280"/>
                    <a:pt x="36313" y="34555"/>
                    <a:pt x="36313" y="45807"/>
                  </a:cubicBezTo>
                  <a:lnTo>
                    <a:pt x="36313" y="205096"/>
                  </a:lnTo>
                  <a:cubicBezTo>
                    <a:pt x="36313" y="216700"/>
                    <a:pt x="33478" y="224787"/>
                    <a:pt x="27809" y="227952"/>
                  </a:cubicBezTo>
                  <a:cubicBezTo>
                    <a:pt x="22494" y="231116"/>
                    <a:pt x="17534" y="232171"/>
                    <a:pt x="2652" y="232523"/>
                  </a:cubicBezTo>
                  <a:lnTo>
                    <a:pt x="2652" y="237797"/>
                  </a:lnTo>
                  <a:lnTo>
                    <a:pt x="100446" y="237797"/>
                  </a:lnTo>
                  <a:lnTo>
                    <a:pt x="100446" y="232523"/>
                  </a:lnTo>
                  <a:cubicBezTo>
                    <a:pt x="72454" y="232171"/>
                    <a:pt x="66785" y="228655"/>
                    <a:pt x="66785" y="211777"/>
                  </a:cubicBezTo>
                  <a:lnTo>
                    <a:pt x="66785" y="798"/>
                  </a:lnTo>
                  <a:lnTo>
                    <a:pt x="63951" y="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6" name="Freeform: Shape 4395">
              <a:extLst>
                <a:ext uri="{FF2B5EF4-FFF2-40B4-BE49-F238E27FC236}">
                  <a16:creationId xmlns:a16="http://schemas.microsoft.com/office/drawing/2014/main" id="{9C98F92F-F32C-A700-CD5B-C25E7647844C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979517" y="4329466"/>
              <a:ext cx="216493" cy="14065"/>
            </a:xfrm>
            <a:custGeom>
              <a:avLst/>
              <a:gdLst>
                <a:gd name="connsiteX0" fmla="*/ 204270 w 216493"/>
                <a:gd name="connsiteY0" fmla="*/ 14160 h 14065"/>
                <a:gd name="connsiteX1" fmla="*/ 216672 w 216493"/>
                <a:gd name="connsiteY1" fmla="*/ 7127 h 14065"/>
                <a:gd name="connsiteX2" fmla="*/ 204270 w 216493"/>
                <a:gd name="connsiteY2" fmla="*/ 95 h 14065"/>
                <a:gd name="connsiteX3" fmla="*/ 12580 w 216493"/>
                <a:gd name="connsiteY3" fmla="*/ 95 h 14065"/>
                <a:gd name="connsiteX4" fmla="*/ 178 w 216493"/>
                <a:gd name="connsiteY4" fmla="*/ 7127 h 14065"/>
                <a:gd name="connsiteX5" fmla="*/ 12580 w 216493"/>
                <a:gd name="connsiteY5" fmla="*/ 14160 h 14065"/>
                <a:gd name="connsiteX6" fmla="*/ 204270 w 216493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70" y="14160"/>
                  </a:moveTo>
                  <a:cubicBezTo>
                    <a:pt x="210294" y="14160"/>
                    <a:pt x="216672" y="14160"/>
                    <a:pt x="216672" y="7127"/>
                  </a:cubicBezTo>
                  <a:cubicBezTo>
                    <a:pt x="216672" y="95"/>
                    <a:pt x="210294" y="95"/>
                    <a:pt x="204270" y="95"/>
                  </a:cubicBezTo>
                  <a:lnTo>
                    <a:pt x="12580" y="95"/>
                  </a:lnTo>
                  <a:cubicBezTo>
                    <a:pt x="6556" y="95"/>
                    <a:pt x="178" y="95"/>
                    <a:pt x="178" y="7127"/>
                  </a:cubicBezTo>
                  <a:cubicBezTo>
                    <a:pt x="178" y="14160"/>
                    <a:pt x="6556" y="14160"/>
                    <a:pt x="12580" y="14160"/>
                  </a:cubicBezTo>
                  <a:lnTo>
                    <a:pt x="204270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7" name="Freeform: Shape 4396">
              <a:extLst>
                <a:ext uri="{FF2B5EF4-FFF2-40B4-BE49-F238E27FC236}">
                  <a16:creationId xmlns:a16="http://schemas.microsoft.com/office/drawing/2014/main" id="{97A95989-062C-9959-1BA8-BC5FF8B546C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291080" y="4186703"/>
              <a:ext cx="137833" cy="242625"/>
            </a:xfrm>
            <a:custGeom>
              <a:avLst/>
              <a:gdLst>
                <a:gd name="connsiteX0" fmla="*/ 39163 w 137833"/>
                <a:gd name="connsiteY0" fmla="*/ 121759 h 242625"/>
                <a:gd name="connsiteX1" fmla="*/ 76722 w 137833"/>
                <a:gd name="connsiteY1" fmla="*/ 125627 h 242625"/>
                <a:gd name="connsiteX2" fmla="*/ 112509 w 137833"/>
                <a:gd name="connsiteY2" fmla="*/ 177668 h 242625"/>
                <a:gd name="connsiteX3" fmla="*/ 66092 w 137833"/>
                <a:gd name="connsiteY3" fmla="*/ 230062 h 242625"/>
                <a:gd name="connsiteX4" fmla="*/ 36329 w 137833"/>
                <a:gd name="connsiteY4" fmla="*/ 219161 h 242625"/>
                <a:gd name="connsiteX5" fmla="*/ 13652 w 137833"/>
                <a:gd name="connsiteY5" fmla="*/ 210370 h 242625"/>
                <a:gd name="connsiteX6" fmla="*/ 187 w 137833"/>
                <a:gd name="connsiteY6" fmla="*/ 222677 h 242625"/>
                <a:gd name="connsiteX7" fmla="*/ 40226 w 137833"/>
                <a:gd name="connsiteY7" fmla="*/ 242720 h 242625"/>
                <a:gd name="connsiteX8" fmla="*/ 112154 w 137833"/>
                <a:gd name="connsiteY8" fmla="*/ 219161 h 242625"/>
                <a:gd name="connsiteX9" fmla="*/ 138020 w 137833"/>
                <a:gd name="connsiteY9" fmla="*/ 160790 h 242625"/>
                <a:gd name="connsiteX10" fmla="*/ 122076 w 137833"/>
                <a:gd name="connsiteY10" fmla="*/ 115430 h 242625"/>
                <a:gd name="connsiteX11" fmla="*/ 92667 w 137833"/>
                <a:gd name="connsiteY11" fmla="*/ 96793 h 242625"/>
                <a:gd name="connsiteX12" fmla="*/ 125973 w 137833"/>
                <a:gd name="connsiteY12" fmla="*/ 48268 h 242625"/>
                <a:gd name="connsiteX13" fmla="*/ 70698 w 137833"/>
                <a:gd name="connsiteY13" fmla="*/ 95 h 242625"/>
                <a:gd name="connsiteX14" fmla="*/ 24636 w 137833"/>
                <a:gd name="connsiteY14" fmla="*/ 17325 h 242625"/>
                <a:gd name="connsiteX15" fmla="*/ 896 w 137833"/>
                <a:gd name="connsiteY15" fmla="*/ 57059 h 242625"/>
                <a:gd name="connsiteX16" fmla="*/ 6211 w 137833"/>
                <a:gd name="connsiteY16" fmla="*/ 58466 h 242625"/>
                <a:gd name="connsiteX17" fmla="*/ 59005 w 137833"/>
                <a:gd name="connsiteY17" fmla="*/ 21193 h 242625"/>
                <a:gd name="connsiteX18" fmla="*/ 97981 w 137833"/>
                <a:gd name="connsiteY18" fmla="*/ 58817 h 242625"/>
                <a:gd name="connsiteX19" fmla="*/ 83808 w 137833"/>
                <a:gd name="connsiteY19" fmla="*/ 92925 h 242625"/>
                <a:gd name="connsiteX20" fmla="*/ 39163 w 137833"/>
                <a:gd name="connsiteY20" fmla="*/ 117188 h 242625"/>
                <a:gd name="connsiteX21" fmla="*/ 39163 w 137833"/>
                <a:gd name="connsiteY21" fmla="*/ 12175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63" y="121759"/>
                  </a:moveTo>
                  <a:cubicBezTo>
                    <a:pt x="60068" y="121759"/>
                    <a:pt x="68218" y="122462"/>
                    <a:pt x="76722" y="125627"/>
                  </a:cubicBezTo>
                  <a:cubicBezTo>
                    <a:pt x="98690" y="133363"/>
                    <a:pt x="112509" y="153406"/>
                    <a:pt x="112509" y="177668"/>
                  </a:cubicBezTo>
                  <a:cubicBezTo>
                    <a:pt x="112509" y="207206"/>
                    <a:pt x="92312" y="230062"/>
                    <a:pt x="66092" y="230062"/>
                  </a:cubicBezTo>
                  <a:cubicBezTo>
                    <a:pt x="56525" y="230062"/>
                    <a:pt x="49439" y="227600"/>
                    <a:pt x="36329" y="219161"/>
                  </a:cubicBezTo>
                  <a:cubicBezTo>
                    <a:pt x="25699" y="212832"/>
                    <a:pt x="19675" y="210370"/>
                    <a:pt x="13652" y="210370"/>
                  </a:cubicBezTo>
                  <a:cubicBezTo>
                    <a:pt x="5502" y="210370"/>
                    <a:pt x="187" y="215293"/>
                    <a:pt x="187" y="222677"/>
                  </a:cubicBezTo>
                  <a:cubicBezTo>
                    <a:pt x="187" y="234984"/>
                    <a:pt x="15423" y="242720"/>
                    <a:pt x="40226" y="242720"/>
                  </a:cubicBezTo>
                  <a:cubicBezTo>
                    <a:pt x="67509" y="242720"/>
                    <a:pt x="95501" y="233578"/>
                    <a:pt x="112154" y="219161"/>
                  </a:cubicBezTo>
                  <a:cubicBezTo>
                    <a:pt x="128808" y="204744"/>
                    <a:pt x="138020" y="184349"/>
                    <a:pt x="138020" y="160790"/>
                  </a:cubicBezTo>
                  <a:cubicBezTo>
                    <a:pt x="138020" y="142857"/>
                    <a:pt x="132351" y="126330"/>
                    <a:pt x="122076" y="115430"/>
                  </a:cubicBezTo>
                  <a:cubicBezTo>
                    <a:pt x="114989" y="107694"/>
                    <a:pt x="108257" y="103474"/>
                    <a:pt x="92667" y="96793"/>
                  </a:cubicBezTo>
                  <a:cubicBezTo>
                    <a:pt x="117115" y="80267"/>
                    <a:pt x="125973" y="67256"/>
                    <a:pt x="125973" y="48268"/>
                  </a:cubicBezTo>
                  <a:cubicBezTo>
                    <a:pt x="125973" y="19786"/>
                    <a:pt x="103296" y="95"/>
                    <a:pt x="70698" y="95"/>
                  </a:cubicBezTo>
                  <a:cubicBezTo>
                    <a:pt x="52982" y="95"/>
                    <a:pt x="37392" y="6073"/>
                    <a:pt x="24636" y="17325"/>
                  </a:cubicBezTo>
                  <a:cubicBezTo>
                    <a:pt x="14006" y="26819"/>
                    <a:pt x="8691" y="35961"/>
                    <a:pt x="896" y="57059"/>
                  </a:cubicBezTo>
                  <a:lnTo>
                    <a:pt x="6211" y="58466"/>
                  </a:lnTo>
                  <a:cubicBezTo>
                    <a:pt x="20738" y="32796"/>
                    <a:pt x="36683" y="21193"/>
                    <a:pt x="59005" y="21193"/>
                  </a:cubicBezTo>
                  <a:cubicBezTo>
                    <a:pt x="82037" y="21193"/>
                    <a:pt x="97981" y="36664"/>
                    <a:pt x="97981" y="58817"/>
                  </a:cubicBezTo>
                  <a:cubicBezTo>
                    <a:pt x="97981" y="71476"/>
                    <a:pt x="92667" y="84135"/>
                    <a:pt x="83808" y="92925"/>
                  </a:cubicBezTo>
                  <a:cubicBezTo>
                    <a:pt x="73179" y="103474"/>
                    <a:pt x="63257" y="108749"/>
                    <a:pt x="39163" y="117188"/>
                  </a:cubicBezTo>
                  <a:lnTo>
                    <a:pt x="39163" y="12175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8" name="Freeform: Shape 4397">
              <a:extLst>
                <a:ext uri="{FF2B5EF4-FFF2-40B4-BE49-F238E27FC236}">
                  <a16:creationId xmlns:a16="http://schemas.microsoft.com/office/drawing/2014/main" id="{3819A4EA-95C9-3072-BEB6-BC5BEEE1964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473868" y="4160683"/>
              <a:ext cx="82203" cy="351631"/>
            </a:xfrm>
            <a:custGeom>
              <a:avLst/>
              <a:gdLst>
                <a:gd name="connsiteX0" fmla="*/ 82396 w 82203"/>
                <a:gd name="connsiteY0" fmla="*/ 175910 h 351631"/>
                <a:gd name="connsiteX1" fmla="*/ 59010 w 82203"/>
                <a:gd name="connsiteY1" fmla="*/ 66201 h 351631"/>
                <a:gd name="connsiteX2" fmla="*/ 3736 w 82203"/>
                <a:gd name="connsiteY2" fmla="*/ 95 h 351631"/>
                <a:gd name="connsiteX3" fmla="*/ 192 w 82203"/>
                <a:gd name="connsiteY3" fmla="*/ 3611 h 351631"/>
                <a:gd name="connsiteX4" fmla="*/ 6924 w 82203"/>
                <a:gd name="connsiteY4" fmla="*/ 11699 h 351631"/>
                <a:gd name="connsiteX5" fmla="*/ 61845 w 82203"/>
                <a:gd name="connsiteY5" fmla="*/ 175910 h 351631"/>
                <a:gd name="connsiteX6" fmla="*/ 4798 w 82203"/>
                <a:gd name="connsiteY6" fmla="*/ 342232 h 351631"/>
                <a:gd name="connsiteX7" fmla="*/ 192 w 82203"/>
                <a:gd name="connsiteY7" fmla="*/ 348210 h 351631"/>
                <a:gd name="connsiteX8" fmla="*/ 3736 w 82203"/>
                <a:gd name="connsiteY8" fmla="*/ 351726 h 351631"/>
                <a:gd name="connsiteX9" fmla="*/ 60073 w 82203"/>
                <a:gd name="connsiteY9" fmla="*/ 283158 h 351631"/>
                <a:gd name="connsiteX10" fmla="*/ 82396 w 82203"/>
                <a:gd name="connsiteY10" fmla="*/ 1759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6" y="175910"/>
                  </a:moveTo>
                  <a:cubicBezTo>
                    <a:pt x="82396" y="148483"/>
                    <a:pt x="78498" y="105936"/>
                    <a:pt x="59010" y="66201"/>
                  </a:cubicBezTo>
                  <a:cubicBezTo>
                    <a:pt x="37751" y="22951"/>
                    <a:pt x="7279" y="95"/>
                    <a:pt x="3736" y="95"/>
                  </a:cubicBezTo>
                  <a:cubicBezTo>
                    <a:pt x="1610" y="95"/>
                    <a:pt x="192" y="1501"/>
                    <a:pt x="192" y="3611"/>
                  </a:cubicBezTo>
                  <a:cubicBezTo>
                    <a:pt x="192" y="4666"/>
                    <a:pt x="192" y="5369"/>
                    <a:pt x="6924" y="11699"/>
                  </a:cubicBezTo>
                  <a:cubicBezTo>
                    <a:pt x="41648" y="46510"/>
                    <a:pt x="61845" y="102419"/>
                    <a:pt x="61845" y="175910"/>
                  </a:cubicBezTo>
                  <a:cubicBezTo>
                    <a:pt x="61845" y="236039"/>
                    <a:pt x="48735" y="297926"/>
                    <a:pt x="4798" y="342232"/>
                  </a:cubicBezTo>
                  <a:cubicBezTo>
                    <a:pt x="192" y="346451"/>
                    <a:pt x="192" y="347155"/>
                    <a:pt x="192" y="348210"/>
                  </a:cubicBezTo>
                  <a:cubicBezTo>
                    <a:pt x="192" y="350319"/>
                    <a:pt x="1610" y="351726"/>
                    <a:pt x="3736" y="351726"/>
                  </a:cubicBezTo>
                  <a:cubicBezTo>
                    <a:pt x="7279" y="351726"/>
                    <a:pt x="39168" y="327815"/>
                    <a:pt x="60073" y="283158"/>
                  </a:cubicBezTo>
                  <a:cubicBezTo>
                    <a:pt x="78144" y="244478"/>
                    <a:pt x="82396" y="205447"/>
                    <a:pt x="82396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9" name="Freeform: Shape 4398">
              <a:extLst>
                <a:ext uri="{FF2B5EF4-FFF2-40B4-BE49-F238E27FC236}">
                  <a16:creationId xmlns:a16="http://schemas.microsoft.com/office/drawing/2014/main" id="{C336DFAD-7DCA-3659-BA6C-5FD3AFD2B19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626740" y="4160683"/>
              <a:ext cx="82203" cy="351631"/>
            </a:xfrm>
            <a:custGeom>
              <a:avLst/>
              <a:gdLst>
                <a:gd name="connsiteX0" fmla="*/ 82400 w 82203"/>
                <a:gd name="connsiteY0" fmla="*/ 348210 h 351631"/>
                <a:gd name="connsiteX1" fmla="*/ 76376 w 82203"/>
                <a:gd name="connsiteY1" fmla="*/ 340474 h 351631"/>
                <a:gd name="connsiteX2" fmla="*/ 20747 w 82203"/>
                <a:gd name="connsiteY2" fmla="*/ 175910 h 351631"/>
                <a:gd name="connsiteX3" fmla="*/ 77794 w 82203"/>
                <a:gd name="connsiteY3" fmla="*/ 9589 h 351631"/>
                <a:gd name="connsiteX4" fmla="*/ 82400 w 82203"/>
                <a:gd name="connsiteY4" fmla="*/ 3611 h 351631"/>
                <a:gd name="connsiteX5" fmla="*/ 78857 w 82203"/>
                <a:gd name="connsiteY5" fmla="*/ 95 h 351631"/>
                <a:gd name="connsiteX6" fmla="*/ 22519 w 82203"/>
                <a:gd name="connsiteY6" fmla="*/ 68663 h 351631"/>
                <a:gd name="connsiteX7" fmla="*/ 196 w 82203"/>
                <a:gd name="connsiteY7" fmla="*/ 175910 h 351631"/>
                <a:gd name="connsiteX8" fmla="*/ 23582 w 82203"/>
                <a:gd name="connsiteY8" fmla="*/ 285619 h 351631"/>
                <a:gd name="connsiteX9" fmla="*/ 78857 w 82203"/>
                <a:gd name="connsiteY9" fmla="*/ 351726 h 351631"/>
                <a:gd name="connsiteX10" fmla="*/ 82400 w 82203"/>
                <a:gd name="connsiteY10" fmla="*/ 3482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00" y="348210"/>
                  </a:moveTo>
                  <a:cubicBezTo>
                    <a:pt x="82400" y="347155"/>
                    <a:pt x="82400" y="346451"/>
                    <a:pt x="76376" y="340474"/>
                  </a:cubicBezTo>
                  <a:cubicBezTo>
                    <a:pt x="32085" y="296168"/>
                    <a:pt x="20747" y="229710"/>
                    <a:pt x="20747" y="175910"/>
                  </a:cubicBezTo>
                  <a:cubicBezTo>
                    <a:pt x="20747" y="114727"/>
                    <a:pt x="34211" y="53543"/>
                    <a:pt x="77794" y="9589"/>
                  </a:cubicBezTo>
                  <a:cubicBezTo>
                    <a:pt x="82400" y="5369"/>
                    <a:pt x="82400" y="4666"/>
                    <a:pt x="82400" y="3611"/>
                  </a:cubicBezTo>
                  <a:cubicBezTo>
                    <a:pt x="82400" y="1150"/>
                    <a:pt x="80983" y="95"/>
                    <a:pt x="78857" y="95"/>
                  </a:cubicBezTo>
                  <a:cubicBezTo>
                    <a:pt x="75313" y="95"/>
                    <a:pt x="43424" y="24006"/>
                    <a:pt x="22519" y="68663"/>
                  </a:cubicBezTo>
                  <a:cubicBezTo>
                    <a:pt x="4448" y="107342"/>
                    <a:pt x="196" y="146373"/>
                    <a:pt x="196" y="175910"/>
                  </a:cubicBezTo>
                  <a:cubicBezTo>
                    <a:pt x="196" y="203338"/>
                    <a:pt x="4094" y="245885"/>
                    <a:pt x="23582" y="285619"/>
                  </a:cubicBezTo>
                  <a:cubicBezTo>
                    <a:pt x="44841" y="328870"/>
                    <a:pt x="75313" y="351726"/>
                    <a:pt x="78857" y="351726"/>
                  </a:cubicBezTo>
                  <a:cubicBezTo>
                    <a:pt x="80983" y="351726"/>
                    <a:pt x="82400" y="350671"/>
                    <a:pt x="82400" y="3482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0" name="Freeform: Shape 4399">
              <a:extLst>
                <a:ext uri="{FF2B5EF4-FFF2-40B4-BE49-F238E27FC236}">
                  <a16:creationId xmlns:a16="http://schemas.microsoft.com/office/drawing/2014/main" id="{CA422A6A-E3D9-64D8-3A27-B0F620848C08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768982" y="4186703"/>
              <a:ext cx="100274" cy="237702"/>
            </a:xfrm>
            <a:custGeom>
              <a:avLst/>
              <a:gdLst>
                <a:gd name="connsiteX0" fmla="*/ 63979 w 100274"/>
                <a:gd name="connsiteY0" fmla="*/ 95 h 237702"/>
                <a:gd name="connsiteX1" fmla="*/ 200 w 100274"/>
                <a:gd name="connsiteY1" fmla="*/ 32093 h 237702"/>
                <a:gd name="connsiteX2" fmla="*/ 200 w 100274"/>
                <a:gd name="connsiteY2" fmla="*/ 37016 h 237702"/>
                <a:gd name="connsiteX3" fmla="*/ 9767 w 100274"/>
                <a:gd name="connsiteY3" fmla="*/ 33148 h 237702"/>
                <a:gd name="connsiteX4" fmla="*/ 25711 w 100274"/>
                <a:gd name="connsiteY4" fmla="*/ 29280 h 237702"/>
                <a:gd name="connsiteX5" fmla="*/ 36341 w 100274"/>
                <a:gd name="connsiteY5" fmla="*/ 45807 h 237702"/>
                <a:gd name="connsiteX6" fmla="*/ 36341 w 100274"/>
                <a:gd name="connsiteY6" fmla="*/ 205096 h 237702"/>
                <a:gd name="connsiteX7" fmla="*/ 27837 w 100274"/>
                <a:gd name="connsiteY7" fmla="*/ 227952 h 237702"/>
                <a:gd name="connsiteX8" fmla="*/ 2680 w 100274"/>
                <a:gd name="connsiteY8" fmla="*/ 232523 h 237702"/>
                <a:gd name="connsiteX9" fmla="*/ 2680 w 100274"/>
                <a:gd name="connsiteY9" fmla="*/ 237797 h 237702"/>
                <a:gd name="connsiteX10" fmla="*/ 100474 w 100274"/>
                <a:gd name="connsiteY10" fmla="*/ 237797 h 237702"/>
                <a:gd name="connsiteX11" fmla="*/ 100474 w 100274"/>
                <a:gd name="connsiteY11" fmla="*/ 232523 h 237702"/>
                <a:gd name="connsiteX12" fmla="*/ 66813 w 100274"/>
                <a:gd name="connsiteY12" fmla="*/ 211777 h 237702"/>
                <a:gd name="connsiteX13" fmla="*/ 66813 w 100274"/>
                <a:gd name="connsiteY13" fmla="*/ 798 h 237702"/>
                <a:gd name="connsiteX14" fmla="*/ 63979 w 100274"/>
                <a:gd name="connsiteY14" fmla="*/ 9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79" y="95"/>
                  </a:moveTo>
                  <a:lnTo>
                    <a:pt x="200" y="32093"/>
                  </a:lnTo>
                  <a:lnTo>
                    <a:pt x="200" y="37016"/>
                  </a:lnTo>
                  <a:cubicBezTo>
                    <a:pt x="4452" y="35258"/>
                    <a:pt x="8349" y="33851"/>
                    <a:pt x="9767" y="33148"/>
                  </a:cubicBezTo>
                  <a:cubicBezTo>
                    <a:pt x="16145" y="30687"/>
                    <a:pt x="22168" y="29280"/>
                    <a:pt x="25711" y="29280"/>
                  </a:cubicBezTo>
                  <a:cubicBezTo>
                    <a:pt x="33152" y="29280"/>
                    <a:pt x="36341" y="34555"/>
                    <a:pt x="36341" y="45807"/>
                  </a:cubicBezTo>
                  <a:lnTo>
                    <a:pt x="36341" y="205096"/>
                  </a:lnTo>
                  <a:cubicBezTo>
                    <a:pt x="36341" y="216700"/>
                    <a:pt x="33507" y="224787"/>
                    <a:pt x="27837" y="227952"/>
                  </a:cubicBezTo>
                  <a:cubicBezTo>
                    <a:pt x="22523" y="231116"/>
                    <a:pt x="17562" y="232171"/>
                    <a:pt x="2680" y="232523"/>
                  </a:cubicBezTo>
                  <a:lnTo>
                    <a:pt x="2680" y="237797"/>
                  </a:lnTo>
                  <a:lnTo>
                    <a:pt x="100474" y="237797"/>
                  </a:lnTo>
                  <a:lnTo>
                    <a:pt x="100474" y="232523"/>
                  </a:lnTo>
                  <a:cubicBezTo>
                    <a:pt x="72483" y="232171"/>
                    <a:pt x="66813" y="228655"/>
                    <a:pt x="66813" y="211777"/>
                  </a:cubicBezTo>
                  <a:lnTo>
                    <a:pt x="66813" y="798"/>
                  </a:lnTo>
                  <a:lnTo>
                    <a:pt x="63979" y="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1" name="Freeform: Shape 4400">
              <a:extLst>
                <a:ext uri="{FF2B5EF4-FFF2-40B4-BE49-F238E27FC236}">
                  <a16:creationId xmlns:a16="http://schemas.microsoft.com/office/drawing/2014/main" id="{C3419D83-8DB9-16C0-65E5-04A6E5F9BE18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986284" y="4329466"/>
              <a:ext cx="216493" cy="14065"/>
            </a:xfrm>
            <a:custGeom>
              <a:avLst/>
              <a:gdLst>
                <a:gd name="connsiteX0" fmla="*/ 204298 w 216493"/>
                <a:gd name="connsiteY0" fmla="*/ 14160 h 14065"/>
                <a:gd name="connsiteX1" fmla="*/ 216700 w 216493"/>
                <a:gd name="connsiteY1" fmla="*/ 7127 h 14065"/>
                <a:gd name="connsiteX2" fmla="*/ 204298 w 216493"/>
                <a:gd name="connsiteY2" fmla="*/ 95 h 14065"/>
                <a:gd name="connsiteX3" fmla="*/ 12608 w 216493"/>
                <a:gd name="connsiteY3" fmla="*/ 95 h 14065"/>
                <a:gd name="connsiteX4" fmla="*/ 206 w 216493"/>
                <a:gd name="connsiteY4" fmla="*/ 7127 h 14065"/>
                <a:gd name="connsiteX5" fmla="*/ 12608 w 216493"/>
                <a:gd name="connsiteY5" fmla="*/ 14160 h 14065"/>
                <a:gd name="connsiteX6" fmla="*/ 204298 w 216493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8" y="14160"/>
                  </a:moveTo>
                  <a:cubicBezTo>
                    <a:pt x="210322" y="14160"/>
                    <a:pt x="216700" y="14160"/>
                    <a:pt x="216700" y="7127"/>
                  </a:cubicBezTo>
                  <a:cubicBezTo>
                    <a:pt x="216700" y="95"/>
                    <a:pt x="210322" y="95"/>
                    <a:pt x="204298" y="95"/>
                  </a:cubicBezTo>
                  <a:lnTo>
                    <a:pt x="12608" y="95"/>
                  </a:lnTo>
                  <a:cubicBezTo>
                    <a:pt x="6584" y="95"/>
                    <a:pt x="206" y="95"/>
                    <a:pt x="206" y="7127"/>
                  </a:cubicBezTo>
                  <a:cubicBezTo>
                    <a:pt x="206" y="14160"/>
                    <a:pt x="6584" y="14160"/>
                    <a:pt x="12608" y="14160"/>
                  </a:cubicBezTo>
                  <a:lnTo>
                    <a:pt x="204298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2" name="Freeform: Shape 4401">
              <a:extLst>
                <a:ext uri="{FF2B5EF4-FFF2-40B4-BE49-F238E27FC236}">
                  <a16:creationId xmlns:a16="http://schemas.microsoft.com/office/drawing/2014/main" id="{5B48125B-E50E-7DD2-6E09-CA52ECF1DD9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293949" y="4182484"/>
              <a:ext cx="143856" cy="246845"/>
            </a:xfrm>
            <a:custGeom>
              <a:avLst/>
              <a:gdLst>
                <a:gd name="connsiteX0" fmla="*/ 53010 w 143856"/>
                <a:gd name="connsiteY0" fmla="*/ 37016 h 246845"/>
                <a:gd name="connsiteX1" fmla="*/ 122458 w 143856"/>
                <a:gd name="connsiteY1" fmla="*/ 37016 h 246845"/>
                <a:gd name="connsiteX2" fmla="*/ 130608 w 143856"/>
                <a:gd name="connsiteY2" fmla="*/ 33851 h 246845"/>
                <a:gd name="connsiteX3" fmla="*/ 144072 w 143856"/>
                <a:gd name="connsiteY3" fmla="*/ 2556 h 246845"/>
                <a:gd name="connsiteX4" fmla="*/ 140883 w 143856"/>
                <a:gd name="connsiteY4" fmla="*/ 95 h 246845"/>
                <a:gd name="connsiteX5" fmla="*/ 124584 w 143856"/>
                <a:gd name="connsiteY5" fmla="*/ 9237 h 246845"/>
                <a:gd name="connsiteX6" fmla="*/ 50530 w 143856"/>
                <a:gd name="connsiteY6" fmla="*/ 9237 h 246845"/>
                <a:gd name="connsiteX7" fmla="*/ 11908 w 143856"/>
                <a:gd name="connsiteY7" fmla="*/ 92574 h 246845"/>
                <a:gd name="connsiteX8" fmla="*/ 11554 w 143856"/>
                <a:gd name="connsiteY8" fmla="*/ 94332 h 246845"/>
                <a:gd name="connsiteX9" fmla="*/ 15806 w 143856"/>
                <a:gd name="connsiteY9" fmla="*/ 97145 h 246845"/>
                <a:gd name="connsiteX10" fmla="*/ 55845 w 143856"/>
                <a:gd name="connsiteY10" fmla="*/ 104178 h 246845"/>
                <a:gd name="connsiteX11" fmla="*/ 115372 w 143856"/>
                <a:gd name="connsiteY11" fmla="*/ 173801 h 246845"/>
                <a:gd name="connsiteX12" fmla="*/ 66120 w 143856"/>
                <a:gd name="connsiteY12" fmla="*/ 233929 h 246845"/>
                <a:gd name="connsiteX13" fmla="*/ 42380 w 143856"/>
                <a:gd name="connsiteY13" fmla="*/ 223732 h 246845"/>
                <a:gd name="connsiteX14" fmla="*/ 15452 w 143856"/>
                <a:gd name="connsiteY14" fmla="*/ 212128 h 246845"/>
                <a:gd name="connsiteX15" fmla="*/ 215 w 143856"/>
                <a:gd name="connsiteY15" fmla="*/ 225139 h 246845"/>
                <a:gd name="connsiteX16" fmla="*/ 43443 w 143856"/>
                <a:gd name="connsiteY16" fmla="*/ 246940 h 246845"/>
                <a:gd name="connsiteX17" fmla="*/ 116435 w 143856"/>
                <a:gd name="connsiteY17" fmla="*/ 219513 h 246845"/>
                <a:gd name="connsiteX18" fmla="*/ 140174 w 143856"/>
                <a:gd name="connsiteY18" fmla="*/ 156922 h 246845"/>
                <a:gd name="connsiteX19" fmla="*/ 115726 w 143856"/>
                <a:gd name="connsiteY19" fmla="*/ 97848 h 246845"/>
                <a:gd name="connsiteX20" fmla="*/ 38128 w 143856"/>
                <a:gd name="connsiteY20" fmla="*/ 66905 h 246845"/>
                <a:gd name="connsiteX21" fmla="*/ 53010 w 143856"/>
                <a:gd name="connsiteY21" fmla="*/ 37016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10" y="37016"/>
                  </a:moveTo>
                  <a:lnTo>
                    <a:pt x="122458" y="37016"/>
                  </a:lnTo>
                  <a:cubicBezTo>
                    <a:pt x="128127" y="37016"/>
                    <a:pt x="129545" y="36313"/>
                    <a:pt x="130608" y="33851"/>
                  </a:cubicBezTo>
                  <a:lnTo>
                    <a:pt x="144072" y="2556"/>
                  </a:lnTo>
                  <a:lnTo>
                    <a:pt x="140883" y="95"/>
                  </a:lnTo>
                  <a:cubicBezTo>
                    <a:pt x="135568" y="7479"/>
                    <a:pt x="132025" y="9237"/>
                    <a:pt x="124584" y="9237"/>
                  </a:cubicBezTo>
                  <a:lnTo>
                    <a:pt x="50530" y="9237"/>
                  </a:lnTo>
                  <a:lnTo>
                    <a:pt x="11908" y="92574"/>
                  </a:lnTo>
                  <a:cubicBezTo>
                    <a:pt x="11554" y="93277"/>
                    <a:pt x="11554" y="93629"/>
                    <a:pt x="11554" y="94332"/>
                  </a:cubicBezTo>
                  <a:cubicBezTo>
                    <a:pt x="11554" y="96090"/>
                    <a:pt x="12971" y="97145"/>
                    <a:pt x="15806" y="97145"/>
                  </a:cubicBezTo>
                  <a:cubicBezTo>
                    <a:pt x="27144" y="97145"/>
                    <a:pt x="41317" y="99606"/>
                    <a:pt x="55845" y="104178"/>
                  </a:cubicBezTo>
                  <a:cubicBezTo>
                    <a:pt x="96592" y="117188"/>
                    <a:pt x="115372" y="138989"/>
                    <a:pt x="115372" y="173801"/>
                  </a:cubicBezTo>
                  <a:cubicBezTo>
                    <a:pt x="115372" y="207557"/>
                    <a:pt x="93758" y="233929"/>
                    <a:pt x="66120" y="233929"/>
                  </a:cubicBezTo>
                  <a:cubicBezTo>
                    <a:pt x="59034" y="233929"/>
                    <a:pt x="53010" y="231468"/>
                    <a:pt x="42380" y="223732"/>
                  </a:cubicBezTo>
                  <a:cubicBezTo>
                    <a:pt x="31042" y="215645"/>
                    <a:pt x="22892" y="212128"/>
                    <a:pt x="15452" y="212128"/>
                  </a:cubicBezTo>
                  <a:cubicBezTo>
                    <a:pt x="5176" y="212128"/>
                    <a:pt x="215" y="216348"/>
                    <a:pt x="215" y="225139"/>
                  </a:cubicBezTo>
                  <a:cubicBezTo>
                    <a:pt x="215" y="238501"/>
                    <a:pt x="16869" y="246940"/>
                    <a:pt x="43443" y="246940"/>
                  </a:cubicBezTo>
                  <a:cubicBezTo>
                    <a:pt x="73207" y="246940"/>
                    <a:pt x="98718" y="237446"/>
                    <a:pt x="116435" y="219513"/>
                  </a:cubicBezTo>
                  <a:cubicBezTo>
                    <a:pt x="132734" y="203689"/>
                    <a:pt x="140174" y="183646"/>
                    <a:pt x="140174" y="156922"/>
                  </a:cubicBezTo>
                  <a:cubicBezTo>
                    <a:pt x="140174" y="131605"/>
                    <a:pt x="133442" y="115430"/>
                    <a:pt x="115726" y="97848"/>
                  </a:cubicBezTo>
                  <a:cubicBezTo>
                    <a:pt x="100136" y="82376"/>
                    <a:pt x="79939" y="74289"/>
                    <a:pt x="38128" y="66905"/>
                  </a:cubicBezTo>
                  <a:lnTo>
                    <a:pt x="53010" y="3701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3" name="Freeform: Shape 4402">
              <a:extLst>
                <a:ext uri="{FF2B5EF4-FFF2-40B4-BE49-F238E27FC236}">
                  <a16:creationId xmlns:a16="http://schemas.microsoft.com/office/drawing/2014/main" id="{1F8E3822-6CDE-8370-3F1E-FE9F3AAF267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480635" y="4160683"/>
              <a:ext cx="82203" cy="351631"/>
            </a:xfrm>
            <a:custGeom>
              <a:avLst/>
              <a:gdLst>
                <a:gd name="connsiteX0" fmla="*/ 82424 w 82203"/>
                <a:gd name="connsiteY0" fmla="*/ 175910 h 351631"/>
                <a:gd name="connsiteX1" fmla="*/ 59039 w 82203"/>
                <a:gd name="connsiteY1" fmla="*/ 66201 h 351631"/>
                <a:gd name="connsiteX2" fmla="*/ 3764 w 82203"/>
                <a:gd name="connsiteY2" fmla="*/ 95 h 351631"/>
                <a:gd name="connsiteX3" fmla="*/ 220 w 82203"/>
                <a:gd name="connsiteY3" fmla="*/ 3611 h 351631"/>
                <a:gd name="connsiteX4" fmla="*/ 6953 w 82203"/>
                <a:gd name="connsiteY4" fmla="*/ 11699 h 351631"/>
                <a:gd name="connsiteX5" fmla="*/ 61873 w 82203"/>
                <a:gd name="connsiteY5" fmla="*/ 175910 h 351631"/>
                <a:gd name="connsiteX6" fmla="*/ 4827 w 82203"/>
                <a:gd name="connsiteY6" fmla="*/ 342232 h 351631"/>
                <a:gd name="connsiteX7" fmla="*/ 220 w 82203"/>
                <a:gd name="connsiteY7" fmla="*/ 348210 h 351631"/>
                <a:gd name="connsiteX8" fmla="*/ 3764 w 82203"/>
                <a:gd name="connsiteY8" fmla="*/ 351726 h 351631"/>
                <a:gd name="connsiteX9" fmla="*/ 60102 w 82203"/>
                <a:gd name="connsiteY9" fmla="*/ 283158 h 351631"/>
                <a:gd name="connsiteX10" fmla="*/ 82424 w 82203"/>
                <a:gd name="connsiteY10" fmla="*/ 1759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4" y="175910"/>
                  </a:moveTo>
                  <a:cubicBezTo>
                    <a:pt x="82424" y="148483"/>
                    <a:pt x="78527" y="105936"/>
                    <a:pt x="59039" y="66201"/>
                  </a:cubicBezTo>
                  <a:cubicBezTo>
                    <a:pt x="37779" y="22951"/>
                    <a:pt x="7307" y="95"/>
                    <a:pt x="3764" y="95"/>
                  </a:cubicBezTo>
                  <a:cubicBezTo>
                    <a:pt x="1638" y="95"/>
                    <a:pt x="220" y="1501"/>
                    <a:pt x="220" y="3611"/>
                  </a:cubicBezTo>
                  <a:cubicBezTo>
                    <a:pt x="220" y="4666"/>
                    <a:pt x="220" y="5369"/>
                    <a:pt x="6953" y="11699"/>
                  </a:cubicBezTo>
                  <a:cubicBezTo>
                    <a:pt x="41677" y="46510"/>
                    <a:pt x="61873" y="102419"/>
                    <a:pt x="61873" y="175910"/>
                  </a:cubicBezTo>
                  <a:cubicBezTo>
                    <a:pt x="61873" y="236039"/>
                    <a:pt x="48763" y="297926"/>
                    <a:pt x="4827" y="342232"/>
                  </a:cubicBezTo>
                  <a:cubicBezTo>
                    <a:pt x="220" y="346451"/>
                    <a:pt x="220" y="347155"/>
                    <a:pt x="220" y="348210"/>
                  </a:cubicBezTo>
                  <a:cubicBezTo>
                    <a:pt x="220" y="350319"/>
                    <a:pt x="1638" y="351726"/>
                    <a:pt x="3764" y="351726"/>
                  </a:cubicBezTo>
                  <a:cubicBezTo>
                    <a:pt x="7307" y="351726"/>
                    <a:pt x="39196" y="327815"/>
                    <a:pt x="60102" y="283158"/>
                  </a:cubicBezTo>
                  <a:cubicBezTo>
                    <a:pt x="78172" y="244478"/>
                    <a:pt x="82424" y="205447"/>
                    <a:pt x="82424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4" name="Freeform: Shape 4403">
              <a:extLst>
                <a:ext uri="{FF2B5EF4-FFF2-40B4-BE49-F238E27FC236}">
                  <a16:creationId xmlns:a16="http://schemas.microsoft.com/office/drawing/2014/main" id="{E556BCE7-E47B-0093-3D73-3885A4327043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633507" y="4160683"/>
              <a:ext cx="82203" cy="351631"/>
            </a:xfrm>
            <a:custGeom>
              <a:avLst/>
              <a:gdLst>
                <a:gd name="connsiteX0" fmla="*/ 82428 w 82203"/>
                <a:gd name="connsiteY0" fmla="*/ 348210 h 351631"/>
                <a:gd name="connsiteX1" fmla="*/ 76405 w 82203"/>
                <a:gd name="connsiteY1" fmla="*/ 340474 h 351631"/>
                <a:gd name="connsiteX2" fmla="*/ 20775 w 82203"/>
                <a:gd name="connsiteY2" fmla="*/ 175910 h 351631"/>
                <a:gd name="connsiteX3" fmla="*/ 77822 w 82203"/>
                <a:gd name="connsiteY3" fmla="*/ 9589 h 351631"/>
                <a:gd name="connsiteX4" fmla="*/ 82428 w 82203"/>
                <a:gd name="connsiteY4" fmla="*/ 3611 h 351631"/>
                <a:gd name="connsiteX5" fmla="*/ 78885 w 82203"/>
                <a:gd name="connsiteY5" fmla="*/ 95 h 351631"/>
                <a:gd name="connsiteX6" fmla="*/ 22547 w 82203"/>
                <a:gd name="connsiteY6" fmla="*/ 68663 h 351631"/>
                <a:gd name="connsiteX7" fmla="*/ 224 w 82203"/>
                <a:gd name="connsiteY7" fmla="*/ 175910 h 351631"/>
                <a:gd name="connsiteX8" fmla="*/ 23610 w 82203"/>
                <a:gd name="connsiteY8" fmla="*/ 285619 h 351631"/>
                <a:gd name="connsiteX9" fmla="*/ 78885 w 82203"/>
                <a:gd name="connsiteY9" fmla="*/ 351726 h 351631"/>
                <a:gd name="connsiteX10" fmla="*/ 82428 w 82203"/>
                <a:gd name="connsiteY10" fmla="*/ 3482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8" y="348210"/>
                  </a:moveTo>
                  <a:cubicBezTo>
                    <a:pt x="82428" y="347155"/>
                    <a:pt x="82428" y="346451"/>
                    <a:pt x="76405" y="340474"/>
                  </a:cubicBezTo>
                  <a:cubicBezTo>
                    <a:pt x="32114" y="296168"/>
                    <a:pt x="20775" y="229710"/>
                    <a:pt x="20775" y="175910"/>
                  </a:cubicBezTo>
                  <a:cubicBezTo>
                    <a:pt x="20775" y="114727"/>
                    <a:pt x="34240" y="53543"/>
                    <a:pt x="77822" y="9589"/>
                  </a:cubicBezTo>
                  <a:cubicBezTo>
                    <a:pt x="82428" y="5369"/>
                    <a:pt x="82428" y="4666"/>
                    <a:pt x="82428" y="3611"/>
                  </a:cubicBezTo>
                  <a:cubicBezTo>
                    <a:pt x="82428" y="1150"/>
                    <a:pt x="81011" y="95"/>
                    <a:pt x="78885" y="95"/>
                  </a:cubicBezTo>
                  <a:cubicBezTo>
                    <a:pt x="75342" y="95"/>
                    <a:pt x="43452" y="24006"/>
                    <a:pt x="22547" y="68663"/>
                  </a:cubicBezTo>
                  <a:cubicBezTo>
                    <a:pt x="4476" y="107342"/>
                    <a:pt x="224" y="146373"/>
                    <a:pt x="224" y="175910"/>
                  </a:cubicBezTo>
                  <a:cubicBezTo>
                    <a:pt x="224" y="203338"/>
                    <a:pt x="4122" y="245885"/>
                    <a:pt x="23610" y="285619"/>
                  </a:cubicBezTo>
                  <a:cubicBezTo>
                    <a:pt x="44869" y="328870"/>
                    <a:pt x="75342" y="351726"/>
                    <a:pt x="78885" y="351726"/>
                  </a:cubicBezTo>
                  <a:cubicBezTo>
                    <a:pt x="81011" y="351726"/>
                    <a:pt x="82428" y="350671"/>
                    <a:pt x="82428" y="3482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5" name="Freeform: Shape 4404">
              <a:extLst>
                <a:ext uri="{FF2B5EF4-FFF2-40B4-BE49-F238E27FC236}">
                  <a16:creationId xmlns:a16="http://schemas.microsoft.com/office/drawing/2014/main" id="{91BB7AD2-48C3-C9B8-6B2E-44582936C6A5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775749" y="4186703"/>
              <a:ext cx="100274" cy="237702"/>
            </a:xfrm>
            <a:custGeom>
              <a:avLst/>
              <a:gdLst>
                <a:gd name="connsiteX0" fmla="*/ 64007 w 100274"/>
                <a:gd name="connsiteY0" fmla="*/ 95 h 237702"/>
                <a:gd name="connsiteX1" fmla="*/ 228 w 100274"/>
                <a:gd name="connsiteY1" fmla="*/ 32093 h 237702"/>
                <a:gd name="connsiteX2" fmla="*/ 228 w 100274"/>
                <a:gd name="connsiteY2" fmla="*/ 37016 h 237702"/>
                <a:gd name="connsiteX3" fmla="*/ 9795 w 100274"/>
                <a:gd name="connsiteY3" fmla="*/ 33148 h 237702"/>
                <a:gd name="connsiteX4" fmla="*/ 25740 w 100274"/>
                <a:gd name="connsiteY4" fmla="*/ 29280 h 237702"/>
                <a:gd name="connsiteX5" fmla="*/ 36369 w 100274"/>
                <a:gd name="connsiteY5" fmla="*/ 45807 h 237702"/>
                <a:gd name="connsiteX6" fmla="*/ 36369 w 100274"/>
                <a:gd name="connsiteY6" fmla="*/ 205096 h 237702"/>
                <a:gd name="connsiteX7" fmla="*/ 27866 w 100274"/>
                <a:gd name="connsiteY7" fmla="*/ 227952 h 237702"/>
                <a:gd name="connsiteX8" fmla="*/ 2708 w 100274"/>
                <a:gd name="connsiteY8" fmla="*/ 232523 h 237702"/>
                <a:gd name="connsiteX9" fmla="*/ 2708 w 100274"/>
                <a:gd name="connsiteY9" fmla="*/ 237797 h 237702"/>
                <a:gd name="connsiteX10" fmla="*/ 100503 w 100274"/>
                <a:gd name="connsiteY10" fmla="*/ 237797 h 237702"/>
                <a:gd name="connsiteX11" fmla="*/ 100503 w 100274"/>
                <a:gd name="connsiteY11" fmla="*/ 232523 h 237702"/>
                <a:gd name="connsiteX12" fmla="*/ 66842 w 100274"/>
                <a:gd name="connsiteY12" fmla="*/ 211777 h 237702"/>
                <a:gd name="connsiteX13" fmla="*/ 66842 w 100274"/>
                <a:gd name="connsiteY13" fmla="*/ 798 h 237702"/>
                <a:gd name="connsiteX14" fmla="*/ 64007 w 100274"/>
                <a:gd name="connsiteY14" fmla="*/ 9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07" y="95"/>
                  </a:moveTo>
                  <a:lnTo>
                    <a:pt x="228" y="32093"/>
                  </a:lnTo>
                  <a:lnTo>
                    <a:pt x="228" y="37016"/>
                  </a:lnTo>
                  <a:cubicBezTo>
                    <a:pt x="4480" y="35258"/>
                    <a:pt x="8378" y="33851"/>
                    <a:pt x="9795" y="33148"/>
                  </a:cubicBezTo>
                  <a:cubicBezTo>
                    <a:pt x="16173" y="30687"/>
                    <a:pt x="22196" y="29280"/>
                    <a:pt x="25740" y="29280"/>
                  </a:cubicBezTo>
                  <a:cubicBezTo>
                    <a:pt x="33181" y="29280"/>
                    <a:pt x="36369" y="34555"/>
                    <a:pt x="36369" y="45807"/>
                  </a:cubicBezTo>
                  <a:lnTo>
                    <a:pt x="36369" y="205096"/>
                  </a:lnTo>
                  <a:cubicBezTo>
                    <a:pt x="36369" y="216700"/>
                    <a:pt x="33535" y="224787"/>
                    <a:pt x="27866" y="227952"/>
                  </a:cubicBezTo>
                  <a:cubicBezTo>
                    <a:pt x="22551" y="231116"/>
                    <a:pt x="17590" y="232171"/>
                    <a:pt x="2708" y="232523"/>
                  </a:cubicBezTo>
                  <a:lnTo>
                    <a:pt x="2708" y="237797"/>
                  </a:lnTo>
                  <a:lnTo>
                    <a:pt x="100503" y="237797"/>
                  </a:lnTo>
                  <a:lnTo>
                    <a:pt x="100503" y="232523"/>
                  </a:lnTo>
                  <a:cubicBezTo>
                    <a:pt x="72511" y="232171"/>
                    <a:pt x="66842" y="228655"/>
                    <a:pt x="66842" y="211777"/>
                  </a:cubicBezTo>
                  <a:lnTo>
                    <a:pt x="66842" y="798"/>
                  </a:lnTo>
                  <a:lnTo>
                    <a:pt x="64007" y="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6" name="Freeform: Shape 4405">
              <a:extLst>
                <a:ext uri="{FF2B5EF4-FFF2-40B4-BE49-F238E27FC236}">
                  <a16:creationId xmlns:a16="http://schemas.microsoft.com/office/drawing/2014/main" id="{5673932A-096D-DAAE-C624-5BB005E23704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993051" y="4329466"/>
              <a:ext cx="216493" cy="14065"/>
            </a:xfrm>
            <a:custGeom>
              <a:avLst/>
              <a:gdLst>
                <a:gd name="connsiteX0" fmla="*/ 204327 w 216493"/>
                <a:gd name="connsiteY0" fmla="*/ 14160 h 14065"/>
                <a:gd name="connsiteX1" fmla="*/ 216728 w 216493"/>
                <a:gd name="connsiteY1" fmla="*/ 7127 h 14065"/>
                <a:gd name="connsiteX2" fmla="*/ 204327 w 216493"/>
                <a:gd name="connsiteY2" fmla="*/ 95 h 14065"/>
                <a:gd name="connsiteX3" fmla="*/ 12636 w 216493"/>
                <a:gd name="connsiteY3" fmla="*/ 95 h 14065"/>
                <a:gd name="connsiteX4" fmla="*/ 235 w 216493"/>
                <a:gd name="connsiteY4" fmla="*/ 7127 h 14065"/>
                <a:gd name="connsiteX5" fmla="*/ 12636 w 216493"/>
                <a:gd name="connsiteY5" fmla="*/ 14160 h 14065"/>
                <a:gd name="connsiteX6" fmla="*/ 204327 w 216493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7" y="14160"/>
                  </a:moveTo>
                  <a:cubicBezTo>
                    <a:pt x="210350" y="14160"/>
                    <a:pt x="216728" y="14160"/>
                    <a:pt x="216728" y="7127"/>
                  </a:cubicBezTo>
                  <a:cubicBezTo>
                    <a:pt x="216728" y="95"/>
                    <a:pt x="210350" y="95"/>
                    <a:pt x="204327" y="95"/>
                  </a:cubicBezTo>
                  <a:lnTo>
                    <a:pt x="12636" y="95"/>
                  </a:lnTo>
                  <a:cubicBezTo>
                    <a:pt x="6612" y="95"/>
                    <a:pt x="235" y="95"/>
                    <a:pt x="235" y="7127"/>
                  </a:cubicBezTo>
                  <a:cubicBezTo>
                    <a:pt x="235" y="14160"/>
                    <a:pt x="6612" y="14160"/>
                    <a:pt x="12636" y="14160"/>
                  </a:cubicBezTo>
                  <a:lnTo>
                    <a:pt x="204327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7" name="Freeform: Shape 4406">
              <a:extLst>
                <a:ext uri="{FF2B5EF4-FFF2-40B4-BE49-F238E27FC236}">
                  <a16:creationId xmlns:a16="http://schemas.microsoft.com/office/drawing/2014/main" id="{4C0E264E-CBAE-B468-29F4-B3AA4BD22816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296464" y="4191626"/>
              <a:ext cx="152006" cy="235592"/>
            </a:xfrm>
            <a:custGeom>
              <a:avLst/>
              <a:gdLst>
                <a:gd name="connsiteX0" fmla="*/ 152250 w 152006"/>
                <a:gd name="connsiteY0" fmla="*/ 95 h 235592"/>
                <a:gd name="connsiteX1" fmla="*/ 21149 w 152006"/>
                <a:gd name="connsiteY1" fmla="*/ 95 h 235592"/>
                <a:gd name="connsiteX2" fmla="*/ 244 w 152006"/>
                <a:gd name="connsiteY2" fmla="*/ 51785 h 235592"/>
                <a:gd name="connsiteX3" fmla="*/ 6267 w 152006"/>
                <a:gd name="connsiteY3" fmla="*/ 54598 h 235592"/>
                <a:gd name="connsiteX4" fmla="*/ 47369 w 152006"/>
                <a:gd name="connsiteY4" fmla="*/ 26115 h 235592"/>
                <a:gd name="connsiteX5" fmla="*/ 124258 w 152006"/>
                <a:gd name="connsiteY5" fmla="*/ 26115 h 235592"/>
                <a:gd name="connsiteX6" fmla="*/ 54101 w 152006"/>
                <a:gd name="connsiteY6" fmla="*/ 235688 h 235592"/>
                <a:gd name="connsiteX7" fmla="*/ 77133 w 152006"/>
                <a:gd name="connsiteY7" fmla="*/ 235688 h 235592"/>
                <a:gd name="connsiteX8" fmla="*/ 152250 w 152006"/>
                <a:gd name="connsiteY8" fmla="*/ 5721 h 235592"/>
                <a:gd name="connsiteX9" fmla="*/ 152250 w 152006"/>
                <a:gd name="connsiteY9" fmla="*/ 95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50" y="95"/>
                  </a:moveTo>
                  <a:lnTo>
                    <a:pt x="21149" y="95"/>
                  </a:lnTo>
                  <a:lnTo>
                    <a:pt x="244" y="51785"/>
                  </a:lnTo>
                  <a:lnTo>
                    <a:pt x="6267" y="54598"/>
                  </a:lnTo>
                  <a:cubicBezTo>
                    <a:pt x="21503" y="30687"/>
                    <a:pt x="27881" y="26115"/>
                    <a:pt x="47369" y="26115"/>
                  </a:cubicBezTo>
                  <a:lnTo>
                    <a:pt x="124258" y="26115"/>
                  </a:lnTo>
                  <a:lnTo>
                    <a:pt x="54101" y="235688"/>
                  </a:lnTo>
                  <a:lnTo>
                    <a:pt x="77133" y="235688"/>
                  </a:lnTo>
                  <a:lnTo>
                    <a:pt x="152250" y="5721"/>
                  </a:lnTo>
                  <a:lnTo>
                    <a:pt x="152250" y="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8" name="Freeform: Shape 4407">
              <a:extLst>
                <a:ext uri="{FF2B5EF4-FFF2-40B4-BE49-F238E27FC236}">
                  <a16:creationId xmlns:a16="http://schemas.microsoft.com/office/drawing/2014/main" id="{80BFDA96-D3F4-A782-6C57-F865C82BF54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487402" y="4160683"/>
              <a:ext cx="82203" cy="351631"/>
            </a:xfrm>
            <a:custGeom>
              <a:avLst/>
              <a:gdLst>
                <a:gd name="connsiteX0" fmla="*/ 82452 w 82203"/>
                <a:gd name="connsiteY0" fmla="*/ 175910 h 351631"/>
                <a:gd name="connsiteX1" fmla="*/ 59067 w 82203"/>
                <a:gd name="connsiteY1" fmla="*/ 66201 h 351631"/>
                <a:gd name="connsiteX2" fmla="*/ 3792 w 82203"/>
                <a:gd name="connsiteY2" fmla="*/ 95 h 351631"/>
                <a:gd name="connsiteX3" fmla="*/ 249 w 82203"/>
                <a:gd name="connsiteY3" fmla="*/ 3611 h 351631"/>
                <a:gd name="connsiteX4" fmla="*/ 6981 w 82203"/>
                <a:gd name="connsiteY4" fmla="*/ 11699 h 351631"/>
                <a:gd name="connsiteX5" fmla="*/ 61901 w 82203"/>
                <a:gd name="connsiteY5" fmla="*/ 175910 h 351631"/>
                <a:gd name="connsiteX6" fmla="*/ 4855 w 82203"/>
                <a:gd name="connsiteY6" fmla="*/ 342232 h 351631"/>
                <a:gd name="connsiteX7" fmla="*/ 249 w 82203"/>
                <a:gd name="connsiteY7" fmla="*/ 348210 h 351631"/>
                <a:gd name="connsiteX8" fmla="*/ 3792 w 82203"/>
                <a:gd name="connsiteY8" fmla="*/ 351726 h 351631"/>
                <a:gd name="connsiteX9" fmla="*/ 60130 w 82203"/>
                <a:gd name="connsiteY9" fmla="*/ 283158 h 351631"/>
                <a:gd name="connsiteX10" fmla="*/ 82452 w 82203"/>
                <a:gd name="connsiteY10" fmla="*/ 1759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2" y="175910"/>
                  </a:moveTo>
                  <a:cubicBezTo>
                    <a:pt x="82452" y="148483"/>
                    <a:pt x="78555" y="105936"/>
                    <a:pt x="59067" y="66201"/>
                  </a:cubicBezTo>
                  <a:cubicBezTo>
                    <a:pt x="37807" y="22951"/>
                    <a:pt x="7335" y="95"/>
                    <a:pt x="3792" y="95"/>
                  </a:cubicBezTo>
                  <a:cubicBezTo>
                    <a:pt x="1666" y="95"/>
                    <a:pt x="249" y="1501"/>
                    <a:pt x="249" y="3611"/>
                  </a:cubicBezTo>
                  <a:cubicBezTo>
                    <a:pt x="249" y="4666"/>
                    <a:pt x="249" y="5369"/>
                    <a:pt x="6981" y="11699"/>
                  </a:cubicBezTo>
                  <a:cubicBezTo>
                    <a:pt x="41705" y="46510"/>
                    <a:pt x="61901" y="102419"/>
                    <a:pt x="61901" y="175910"/>
                  </a:cubicBezTo>
                  <a:cubicBezTo>
                    <a:pt x="61901" y="236039"/>
                    <a:pt x="48791" y="297926"/>
                    <a:pt x="4855" y="342232"/>
                  </a:cubicBezTo>
                  <a:cubicBezTo>
                    <a:pt x="249" y="346451"/>
                    <a:pt x="249" y="347155"/>
                    <a:pt x="249" y="348210"/>
                  </a:cubicBezTo>
                  <a:cubicBezTo>
                    <a:pt x="249" y="350319"/>
                    <a:pt x="1666" y="351726"/>
                    <a:pt x="3792" y="351726"/>
                  </a:cubicBezTo>
                  <a:cubicBezTo>
                    <a:pt x="7335" y="351726"/>
                    <a:pt x="39225" y="327815"/>
                    <a:pt x="60130" y="283158"/>
                  </a:cubicBezTo>
                  <a:cubicBezTo>
                    <a:pt x="78200" y="244478"/>
                    <a:pt x="82452" y="205447"/>
                    <a:pt x="82452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9" name="Freeform: Shape 4408">
              <a:extLst>
                <a:ext uri="{FF2B5EF4-FFF2-40B4-BE49-F238E27FC236}">
                  <a16:creationId xmlns:a16="http://schemas.microsoft.com/office/drawing/2014/main" id="{1406F7CA-F18A-C4D7-EFA2-28D5F673657B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640274" y="4160683"/>
              <a:ext cx="82203" cy="351631"/>
            </a:xfrm>
            <a:custGeom>
              <a:avLst/>
              <a:gdLst>
                <a:gd name="connsiteX0" fmla="*/ 82456 w 82203"/>
                <a:gd name="connsiteY0" fmla="*/ 348210 h 351631"/>
                <a:gd name="connsiteX1" fmla="*/ 76433 w 82203"/>
                <a:gd name="connsiteY1" fmla="*/ 340474 h 351631"/>
                <a:gd name="connsiteX2" fmla="*/ 20803 w 82203"/>
                <a:gd name="connsiteY2" fmla="*/ 175910 h 351631"/>
                <a:gd name="connsiteX3" fmla="*/ 77850 w 82203"/>
                <a:gd name="connsiteY3" fmla="*/ 9589 h 351631"/>
                <a:gd name="connsiteX4" fmla="*/ 82456 w 82203"/>
                <a:gd name="connsiteY4" fmla="*/ 3611 h 351631"/>
                <a:gd name="connsiteX5" fmla="*/ 78913 w 82203"/>
                <a:gd name="connsiteY5" fmla="*/ 95 h 351631"/>
                <a:gd name="connsiteX6" fmla="*/ 22575 w 82203"/>
                <a:gd name="connsiteY6" fmla="*/ 68663 h 351631"/>
                <a:gd name="connsiteX7" fmla="*/ 253 w 82203"/>
                <a:gd name="connsiteY7" fmla="*/ 175910 h 351631"/>
                <a:gd name="connsiteX8" fmla="*/ 23638 w 82203"/>
                <a:gd name="connsiteY8" fmla="*/ 285619 h 351631"/>
                <a:gd name="connsiteX9" fmla="*/ 78913 w 82203"/>
                <a:gd name="connsiteY9" fmla="*/ 351726 h 351631"/>
                <a:gd name="connsiteX10" fmla="*/ 82456 w 82203"/>
                <a:gd name="connsiteY10" fmla="*/ 3482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6" y="348210"/>
                  </a:moveTo>
                  <a:cubicBezTo>
                    <a:pt x="82456" y="347155"/>
                    <a:pt x="82456" y="346451"/>
                    <a:pt x="76433" y="340474"/>
                  </a:cubicBezTo>
                  <a:cubicBezTo>
                    <a:pt x="32142" y="296168"/>
                    <a:pt x="20803" y="229710"/>
                    <a:pt x="20803" y="175910"/>
                  </a:cubicBezTo>
                  <a:cubicBezTo>
                    <a:pt x="20803" y="114727"/>
                    <a:pt x="34268" y="53543"/>
                    <a:pt x="77850" y="9589"/>
                  </a:cubicBezTo>
                  <a:cubicBezTo>
                    <a:pt x="82456" y="5369"/>
                    <a:pt x="82456" y="4666"/>
                    <a:pt x="82456" y="3611"/>
                  </a:cubicBezTo>
                  <a:cubicBezTo>
                    <a:pt x="82456" y="1150"/>
                    <a:pt x="81039" y="95"/>
                    <a:pt x="78913" y="95"/>
                  </a:cubicBezTo>
                  <a:cubicBezTo>
                    <a:pt x="75370" y="95"/>
                    <a:pt x="43480" y="24006"/>
                    <a:pt x="22575" y="68663"/>
                  </a:cubicBezTo>
                  <a:cubicBezTo>
                    <a:pt x="4504" y="107342"/>
                    <a:pt x="253" y="146373"/>
                    <a:pt x="253" y="175910"/>
                  </a:cubicBezTo>
                  <a:cubicBezTo>
                    <a:pt x="253" y="203338"/>
                    <a:pt x="4150" y="245885"/>
                    <a:pt x="23638" y="285619"/>
                  </a:cubicBezTo>
                  <a:cubicBezTo>
                    <a:pt x="44898" y="328870"/>
                    <a:pt x="75370" y="351726"/>
                    <a:pt x="78913" y="351726"/>
                  </a:cubicBezTo>
                  <a:cubicBezTo>
                    <a:pt x="81039" y="351726"/>
                    <a:pt x="82456" y="350671"/>
                    <a:pt x="82456" y="3482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0" name="Freeform: Shape 4409">
              <a:extLst>
                <a:ext uri="{FF2B5EF4-FFF2-40B4-BE49-F238E27FC236}">
                  <a16:creationId xmlns:a16="http://schemas.microsoft.com/office/drawing/2014/main" id="{17176B82-EC27-DF64-7E79-32852702519A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782516" y="4186703"/>
              <a:ext cx="100274" cy="237702"/>
            </a:xfrm>
            <a:custGeom>
              <a:avLst/>
              <a:gdLst>
                <a:gd name="connsiteX0" fmla="*/ 64035 w 100274"/>
                <a:gd name="connsiteY0" fmla="*/ 95 h 237702"/>
                <a:gd name="connsiteX1" fmla="*/ 256 w 100274"/>
                <a:gd name="connsiteY1" fmla="*/ 32093 h 237702"/>
                <a:gd name="connsiteX2" fmla="*/ 256 w 100274"/>
                <a:gd name="connsiteY2" fmla="*/ 37016 h 237702"/>
                <a:gd name="connsiteX3" fmla="*/ 9823 w 100274"/>
                <a:gd name="connsiteY3" fmla="*/ 33148 h 237702"/>
                <a:gd name="connsiteX4" fmla="*/ 25768 w 100274"/>
                <a:gd name="connsiteY4" fmla="*/ 29280 h 237702"/>
                <a:gd name="connsiteX5" fmla="*/ 36398 w 100274"/>
                <a:gd name="connsiteY5" fmla="*/ 45807 h 237702"/>
                <a:gd name="connsiteX6" fmla="*/ 36398 w 100274"/>
                <a:gd name="connsiteY6" fmla="*/ 205096 h 237702"/>
                <a:gd name="connsiteX7" fmla="*/ 27894 w 100274"/>
                <a:gd name="connsiteY7" fmla="*/ 227952 h 237702"/>
                <a:gd name="connsiteX8" fmla="*/ 2737 w 100274"/>
                <a:gd name="connsiteY8" fmla="*/ 232523 h 237702"/>
                <a:gd name="connsiteX9" fmla="*/ 2737 w 100274"/>
                <a:gd name="connsiteY9" fmla="*/ 237797 h 237702"/>
                <a:gd name="connsiteX10" fmla="*/ 100531 w 100274"/>
                <a:gd name="connsiteY10" fmla="*/ 237797 h 237702"/>
                <a:gd name="connsiteX11" fmla="*/ 100531 w 100274"/>
                <a:gd name="connsiteY11" fmla="*/ 232523 h 237702"/>
                <a:gd name="connsiteX12" fmla="*/ 66870 w 100274"/>
                <a:gd name="connsiteY12" fmla="*/ 211777 h 237702"/>
                <a:gd name="connsiteX13" fmla="*/ 66870 w 100274"/>
                <a:gd name="connsiteY13" fmla="*/ 798 h 237702"/>
                <a:gd name="connsiteX14" fmla="*/ 64035 w 100274"/>
                <a:gd name="connsiteY14" fmla="*/ 9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35" y="95"/>
                  </a:moveTo>
                  <a:lnTo>
                    <a:pt x="256" y="32093"/>
                  </a:lnTo>
                  <a:lnTo>
                    <a:pt x="256" y="37016"/>
                  </a:lnTo>
                  <a:cubicBezTo>
                    <a:pt x="4508" y="35258"/>
                    <a:pt x="8406" y="33851"/>
                    <a:pt x="9823" y="33148"/>
                  </a:cubicBezTo>
                  <a:cubicBezTo>
                    <a:pt x="16201" y="30687"/>
                    <a:pt x="22225" y="29280"/>
                    <a:pt x="25768" y="29280"/>
                  </a:cubicBezTo>
                  <a:cubicBezTo>
                    <a:pt x="33209" y="29280"/>
                    <a:pt x="36398" y="34555"/>
                    <a:pt x="36398" y="45807"/>
                  </a:cubicBezTo>
                  <a:lnTo>
                    <a:pt x="36398" y="205096"/>
                  </a:lnTo>
                  <a:cubicBezTo>
                    <a:pt x="36398" y="216700"/>
                    <a:pt x="33563" y="224787"/>
                    <a:pt x="27894" y="227952"/>
                  </a:cubicBezTo>
                  <a:cubicBezTo>
                    <a:pt x="22579" y="231116"/>
                    <a:pt x="17618" y="232171"/>
                    <a:pt x="2737" y="232523"/>
                  </a:cubicBezTo>
                  <a:lnTo>
                    <a:pt x="2737" y="237797"/>
                  </a:lnTo>
                  <a:lnTo>
                    <a:pt x="100531" y="237797"/>
                  </a:lnTo>
                  <a:lnTo>
                    <a:pt x="100531" y="232523"/>
                  </a:lnTo>
                  <a:cubicBezTo>
                    <a:pt x="72539" y="232171"/>
                    <a:pt x="66870" y="228655"/>
                    <a:pt x="66870" y="211777"/>
                  </a:cubicBezTo>
                  <a:lnTo>
                    <a:pt x="66870" y="798"/>
                  </a:lnTo>
                  <a:lnTo>
                    <a:pt x="64035" y="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1" name="Freeform: Shape 4410">
              <a:extLst>
                <a:ext uri="{FF2B5EF4-FFF2-40B4-BE49-F238E27FC236}">
                  <a16:creationId xmlns:a16="http://schemas.microsoft.com/office/drawing/2014/main" id="{9B8BCA16-E308-1C0E-D9A0-D14977BAAF4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999817" y="4329466"/>
              <a:ext cx="216493" cy="14065"/>
            </a:xfrm>
            <a:custGeom>
              <a:avLst/>
              <a:gdLst>
                <a:gd name="connsiteX0" fmla="*/ 204355 w 216493"/>
                <a:gd name="connsiteY0" fmla="*/ 14160 h 14065"/>
                <a:gd name="connsiteX1" fmla="*/ 216756 w 216493"/>
                <a:gd name="connsiteY1" fmla="*/ 7127 h 14065"/>
                <a:gd name="connsiteX2" fmla="*/ 204355 w 216493"/>
                <a:gd name="connsiteY2" fmla="*/ 95 h 14065"/>
                <a:gd name="connsiteX3" fmla="*/ 12664 w 216493"/>
                <a:gd name="connsiteY3" fmla="*/ 95 h 14065"/>
                <a:gd name="connsiteX4" fmla="*/ 263 w 216493"/>
                <a:gd name="connsiteY4" fmla="*/ 7127 h 14065"/>
                <a:gd name="connsiteX5" fmla="*/ 12664 w 216493"/>
                <a:gd name="connsiteY5" fmla="*/ 14160 h 14065"/>
                <a:gd name="connsiteX6" fmla="*/ 204355 w 216493"/>
                <a:gd name="connsiteY6" fmla="*/ 1416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5" y="14160"/>
                  </a:moveTo>
                  <a:cubicBezTo>
                    <a:pt x="210378" y="14160"/>
                    <a:pt x="216756" y="14160"/>
                    <a:pt x="216756" y="7127"/>
                  </a:cubicBezTo>
                  <a:cubicBezTo>
                    <a:pt x="216756" y="95"/>
                    <a:pt x="210378" y="95"/>
                    <a:pt x="204355" y="95"/>
                  </a:cubicBezTo>
                  <a:lnTo>
                    <a:pt x="12664" y="95"/>
                  </a:lnTo>
                  <a:cubicBezTo>
                    <a:pt x="6641" y="95"/>
                    <a:pt x="263" y="95"/>
                    <a:pt x="263" y="7127"/>
                  </a:cubicBezTo>
                  <a:cubicBezTo>
                    <a:pt x="263" y="14160"/>
                    <a:pt x="6641" y="14160"/>
                    <a:pt x="12664" y="14160"/>
                  </a:cubicBezTo>
                  <a:lnTo>
                    <a:pt x="204355" y="1416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2" name="Freeform: Shape 4411">
              <a:extLst>
                <a:ext uri="{FF2B5EF4-FFF2-40B4-BE49-F238E27FC236}">
                  <a16:creationId xmlns:a16="http://schemas.microsoft.com/office/drawing/2014/main" id="{4CBFB941-970C-3E69-B58A-BCA6264AC22C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2335475" y="4186703"/>
              <a:ext cx="100274" cy="237702"/>
            </a:xfrm>
            <a:custGeom>
              <a:avLst/>
              <a:gdLst>
                <a:gd name="connsiteX0" fmla="*/ 64051 w 100274"/>
                <a:gd name="connsiteY0" fmla="*/ 95 h 237702"/>
                <a:gd name="connsiteX1" fmla="*/ 272 w 100274"/>
                <a:gd name="connsiteY1" fmla="*/ 32093 h 237702"/>
                <a:gd name="connsiteX2" fmla="*/ 272 w 100274"/>
                <a:gd name="connsiteY2" fmla="*/ 37016 h 237702"/>
                <a:gd name="connsiteX3" fmla="*/ 9839 w 100274"/>
                <a:gd name="connsiteY3" fmla="*/ 33148 h 237702"/>
                <a:gd name="connsiteX4" fmla="*/ 25783 w 100274"/>
                <a:gd name="connsiteY4" fmla="*/ 29280 h 237702"/>
                <a:gd name="connsiteX5" fmla="*/ 36413 w 100274"/>
                <a:gd name="connsiteY5" fmla="*/ 45807 h 237702"/>
                <a:gd name="connsiteX6" fmla="*/ 36413 w 100274"/>
                <a:gd name="connsiteY6" fmla="*/ 205096 h 237702"/>
                <a:gd name="connsiteX7" fmla="*/ 27909 w 100274"/>
                <a:gd name="connsiteY7" fmla="*/ 227952 h 237702"/>
                <a:gd name="connsiteX8" fmla="*/ 2752 w 100274"/>
                <a:gd name="connsiteY8" fmla="*/ 232523 h 237702"/>
                <a:gd name="connsiteX9" fmla="*/ 2752 w 100274"/>
                <a:gd name="connsiteY9" fmla="*/ 237797 h 237702"/>
                <a:gd name="connsiteX10" fmla="*/ 100546 w 100274"/>
                <a:gd name="connsiteY10" fmla="*/ 237797 h 237702"/>
                <a:gd name="connsiteX11" fmla="*/ 100546 w 100274"/>
                <a:gd name="connsiteY11" fmla="*/ 232523 h 237702"/>
                <a:gd name="connsiteX12" fmla="*/ 66885 w 100274"/>
                <a:gd name="connsiteY12" fmla="*/ 211777 h 237702"/>
                <a:gd name="connsiteX13" fmla="*/ 66885 w 100274"/>
                <a:gd name="connsiteY13" fmla="*/ 798 h 237702"/>
                <a:gd name="connsiteX14" fmla="*/ 64051 w 100274"/>
                <a:gd name="connsiteY14" fmla="*/ 9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51" y="95"/>
                  </a:moveTo>
                  <a:lnTo>
                    <a:pt x="272" y="32093"/>
                  </a:lnTo>
                  <a:lnTo>
                    <a:pt x="272" y="37016"/>
                  </a:lnTo>
                  <a:cubicBezTo>
                    <a:pt x="4524" y="35258"/>
                    <a:pt x="8421" y="33851"/>
                    <a:pt x="9839" y="33148"/>
                  </a:cubicBezTo>
                  <a:cubicBezTo>
                    <a:pt x="16217" y="30687"/>
                    <a:pt x="22240" y="29280"/>
                    <a:pt x="25783" y="29280"/>
                  </a:cubicBezTo>
                  <a:cubicBezTo>
                    <a:pt x="33224" y="29280"/>
                    <a:pt x="36413" y="34555"/>
                    <a:pt x="36413" y="45807"/>
                  </a:cubicBezTo>
                  <a:lnTo>
                    <a:pt x="36413" y="205096"/>
                  </a:lnTo>
                  <a:cubicBezTo>
                    <a:pt x="36413" y="216700"/>
                    <a:pt x="33579" y="224787"/>
                    <a:pt x="27909" y="227952"/>
                  </a:cubicBezTo>
                  <a:cubicBezTo>
                    <a:pt x="22594" y="231116"/>
                    <a:pt x="17634" y="232171"/>
                    <a:pt x="2752" y="232523"/>
                  </a:cubicBezTo>
                  <a:lnTo>
                    <a:pt x="2752" y="237797"/>
                  </a:lnTo>
                  <a:lnTo>
                    <a:pt x="100546" y="237797"/>
                  </a:lnTo>
                  <a:lnTo>
                    <a:pt x="100546" y="232523"/>
                  </a:lnTo>
                  <a:cubicBezTo>
                    <a:pt x="72554" y="232171"/>
                    <a:pt x="66885" y="228655"/>
                    <a:pt x="66885" y="211777"/>
                  </a:cubicBezTo>
                  <a:lnTo>
                    <a:pt x="66885" y="798"/>
                  </a:lnTo>
                  <a:lnTo>
                    <a:pt x="64051" y="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3" name="Freeform: Shape 4412">
              <a:extLst>
                <a:ext uri="{FF2B5EF4-FFF2-40B4-BE49-F238E27FC236}">
                  <a16:creationId xmlns:a16="http://schemas.microsoft.com/office/drawing/2014/main" id="{80E607F8-3938-ED84-893F-249541304457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489208" y="4186703"/>
              <a:ext cx="137833" cy="242625"/>
            </a:xfrm>
            <a:custGeom>
              <a:avLst/>
              <a:gdLst>
                <a:gd name="connsiteX0" fmla="*/ 39253 w 137833"/>
                <a:gd name="connsiteY0" fmla="*/ 121759 h 242625"/>
                <a:gd name="connsiteX1" fmla="*/ 76811 w 137833"/>
                <a:gd name="connsiteY1" fmla="*/ 125627 h 242625"/>
                <a:gd name="connsiteX2" fmla="*/ 112598 w 137833"/>
                <a:gd name="connsiteY2" fmla="*/ 177668 h 242625"/>
                <a:gd name="connsiteX3" fmla="*/ 66182 w 137833"/>
                <a:gd name="connsiteY3" fmla="*/ 230062 h 242625"/>
                <a:gd name="connsiteX4" fmla="*/ 36418 w 137833"/>
                <a:gd name="connsiteY4" fmla="*/ 219161 h 242625"/>
                <a:gd name="connsiteX5" fmla="*/ 13741 w 137833"/>
                <a:gd name="connsiteY5" fmla="*/ 210370 h 242625"/>
                <a:gd name="connsiteX6" fmla="*/ 277 w 137833"/>
                <a:gd name="connsiteY6" fmla="*/ 222677 h 242625"/>
                <a:gd name="connsiteX7" fmla="*/ 40316 w 137833"/>
                <a:gd name="connsiteY7" fmla="*/ 242720 h 242625"/>
                <a:gd name="connsiteX8" fmla="*/ 112244 w 137833"/>
                <a:gd name="connsiteY8" fmla="*/ 219161 h 242625"/>
                <a:gd name="connsiteX9" fmla="*/ 138110 w 137833"/>
                <a:gd name="connsiteY9" fmla="*/ 160790 h 242625"/>
                <a:gd name="connsiteX10" fmla="*/ 122165 w 137833"/>
                <a:gd name="connsiteY10" fmla="*/ 115430 h 242625"/>
                <a:gd name="connsiteX11" fmla="*/ 92756 w 137833"/>
                <a:gd name="connsiteY11" fmla="*/ 96793 h 242625"/>
                <a:gd name="connsiteX12" fmla="*/ 126063 w 137833"/>
                <a:gd name="connsiteY12" fmla="*/ 48268 h 242625"/>
                <a:gd name="connsiteX13" fmla="*/ 70788 w 137833"/>
                <a:gd name="connsiteY13" fmla="*/ 95 h 242625"/>
                <a:gd name="connsiteX14" fmla="*/ 24725 w 137833"/>
                <a:gd name="connsiteY14" fmla="*/ 17325 h 242625"/>
                <a:gd name="connsiteX15" fmla="*/ 986 w 137833"/>
                <a:gd name="connsiteY15" fmla="*/ 57059 h 242625"/>
                <a:gd name="connsiteX16" fmla="*/ 6300 w 137833"/>
                <a:gd name="connsiteY16" fmla="*/ 58466 h 242625"/>
                <a:gd name="connsiteX17" fmla="*/ 59095 w 137833"/>
                <a:gd name="connsiteY17" fmla="*/ 21193 h 242625"/>
                <a:gd name="connsiteX18" fmla="*/ 98071 w 137833"/>
                <a:gd name="connsiteY18" fmla="*/ 58817 h 242625"/>
                <a:gd name="connsiteX19" fmla="*/ 83898 w 137833"/>
                <a:gd name="connsiteY19" fmla="*/ 92925 h 242625"/>
                <a:gd name="connsiteX20" fmla="*/ 39253 w 137833"/>
                <a:gd name="connsiteY20" fmla="*/ 117188 h 242625"/>
                <a:gd name="connsiteX21" fmla="*/ 39253 w 137833"/>
                <a:gd name="connsiteY21" fmla="*/ 12175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3" y="121759"/>
                  </a:moveTo>
                  <a:cubicBezTo>
                    <a:pt x="60158" y="121759"/>
                    <a:pt x="68308" y="122462"/>
                    <a:pt x="76811" y="125627"/>
                  </a:cubicBezTo>
                  <a:cubicBezTo>
                    <a:pt x="98780" y="133363"/>
                    <a:pt x="112598" y="153406"/>
                    <a:pt x="112598" y="177668"/>
                  </a:cubicBezTo>
                  <a:cubicBezTo>
                    <a:pt x="112598" y="207206"/>
                    <a:pt x="92402" y="230062"/>
                    <a:pt x="66182" y="230062"/>
                  </a:cubicBezTo>
                  <a:cubicBezTo>
                    <a:pt x="56615" y="230062"/>
                    <a:pt x="49528" y="227600"/>
                    <a:pt x="36418" y="219161"/>
                  </a:cubicBezTo>
                  <a:cubicBezTo>
                    <a:pt x="25788" y="212832"/>
                    <a:pt x="19765" y="210370"/>
                    <a:pt x="13741" y="210370"/>
                  </a:cubicBezTo>
                  <a:cubicBezTo>
                    <a:pt x="5592" y="210370"/>
                    <a:pt x="277" y="215293"/>
                    <a:pt x="277" y="222677"/>
                  </a:cubicBezTo>
                  <a:cubicBezTo>
                    <a:pt x="277" y="234984"/>
                    <a:pt x="15513" y="242720"/>
                    <a:pt x="40316" y="242720"/>
                  </a:cubicBezTo>
                  <a:cubicBezTo>
                    <a:pt x="67599" y="242720"/>
                    <a:pt x="95591" y="233578"/>
                    <a:pt x="112244" y="219161"/>
                  </a:cubicBezTo>
                  <a:cubicBezTo>
                    <a:pt x="128897" y="204744"/>
                    <a:pt x="138110" y="184349"/>
                    <a:pt x="138110" y="160790"/>
                  </a:cubicBezTo>
                  <a:cubicBezTo>
                    <a:pt x="138110" y="142857"/>
                    <a:pt x="132441" y="126330"/>
                    <a:pt x="122165" y="115430"/>
                  </a:cubicBezTo>
                  <a:cubicBezTo>
                    <a:pt x="115079" y="107694"/>
                    <a:pt x="108346" y="103474"/>
                    <a:pt x="92756" y="96793"/>
                  </a:cubicBezTo>
                  <a:cubicBezTo>
                    <a:pt x="117205" y="80267"/>
                    <a:pt x="126063" y="67256"/>
                    <a:pt x="126063" y="48268"/>
                  </a:cubicBezTo>
                  <a:cubicBezTo>
                    <a:pt x="126063" y="19786"/>
                    <a:pt x="103386" y="95"/>
                    <a:pt x="70788" y="95"/>
                  </a:cubicBezTo>
                  <a:cubicBezTo>
                    <a:pt x="53072" y="95"/>
                    <a:pt x="37481" y="6073"/>
                    <a:pt x="24725" y="17325"/>
                  </a:cubicBezTo>
                  <a:cubicBezTo>
                    <a:pt x="14096" y="26819"/>
                    <a:pt x="8781" y="35961"/>
                    <a:pt x="986" y="57059"/>
                  </a:cubicBezTo>
                  <a:lnTo>
                    <a:pt x="6300" y="58466"/>
                  </a:lnTo>
                  <a:cubicBezTo>
                    <a:pt x="20828" y="32796"/>
                    <a:pt x="36772" y="21193"/>
                    <a:pt x="59095" y="21193"/>
                  </a:cubicBezTo>
                  <a:cubicBezTo>
                    <a:pt x="82126" y="21193"/>
                    <a:pt x="98071" y="36664"/>
                    <a:pt x="98071" y="58817"/>
                  </a:cubicBezTo>
                  <a:cubicBezTo>
                    <a:pt x="98071" y="71476"/>
                    <a:pt x="92756" y="84135"/>
                    <a:pt x="83898" y="92925"/>
                  </a:cubicBezTo>
                  <a:cubicBezTo>
                    <a:pt x="73268" y="103474"/>
                    <a:pt x="63347" y="108749"/>
                    <a:pt x="39253" y="117188"/>
                  </a:cubicBezTo>
                  <a:lnTo>
                    <a:pt x="39253" y="12175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4" name="Freeform: Shape 4413">
              <a:extLst>
                <a:ext uri="{FF2B5EF4-FFF2-40B4-BE49-F238E27FC236}">
                  <a16:creationId xmlns:a16="http://schemas.microsoft.com/office/drawing/2014/main" id="{78E1EED7-2850-8E30-9309-44C446B9AB7F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671996" y="4160683"/>
              <a:ext cx="82203" cy="351631"/>
            </a:xfrm>
            <a:custGeom>
              <a:avLst/>
              <a:gdLst>
                <a:gd name="connsiteX0" fmla="*/ 82486 w 82203"/>
                <a:gd name="connsiteY0" fmla="*/ 175910 h 351631"/>
                <a:gd name="connsiteX1" fmla="*/ 59100 w 82203"/>
                <a:gd name="connsiteY1" fmla="*/ 66201 h 351631"/>
                <a:gd name="connsiteX2" fmla="*/ 3825 w 82203"/>
                <a:gd name="connsiteY2" fmla="*/ 95 h 351631"/>
                <a:gd name="connsiteX3" fmla="*/ 282 w 82203"/>
                <a:gd name="connsiteY3" fmla="*/ 3611 h 351631"/>
                <a:gd name="connsiteX4" fmla="*/ 7014 w 82203"/>
                <a:gd name="connsiteY4" fmla="*/ 11699 h 351631"/>
                <a:gd name="connsiteX5" fmla="*/ 61935 w 82203"/>
                <a:gd name="connsiteY5" fmla="*/ 175910 h 351631"/>
                <a:gd name="connsiteX6" fmla="*/ 4888 w 82203"/>
                <a:gd name="connsiteY6" fmla="*/ 342232 h 351631"/>
                <a:gd name="connsiteX7" fmla="*/ 282 w 82203"/>
                <a:gd name="connsiteY7" fmla="*/ 348210 h 351631"/>
                <a:gd name="connsiteX8" fmla="*/ 3825 w 82203"/>
                <a:gd name="connsiteY8" fmla="*/ 351726 h 351631"/>
                <a:gd name="connsiteX9" fmla="*/ 60163 w 82203"/>
                <a:gd name="connsiteY9" fmla="*/ 283158 h 351631"/>
                <a:gd name="connsiteX10" fmla="*/ 82486 w 82203"/>
                <a:gd name="connsiteY10" fmla="*/ 17591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6" y="175910"/>
                  </a:moveTo>
                  <a:cubicBezTo>
                    <a:pt x="82486" y="148483"/>
                    <a:pt x="78588" y="105936"/>
                    <a:pt x="59100" y="66201"/>
                  </a:cubicBezTo>
                  <a:cubicBezTo>
                    <a:pt x="37840" y="22951"/>
                    <a:pt x="7368" y="95"/>
                    <a:pt x="3825" y="95"/>
                  </a:cubicBezTo>
                  <a:cubicBezTo>
                    <a:pt x="1699" y="95"/>
                    <a:pt x="282" y="1501"/>
                    <a:pt x="282" y="3611"/>
                  </a:cubicBezTo>
                  <a:cubicBezTo>
                    <a:pt x="282" y="4666"/>
                    <a:pt x="282" y="5369"/>
                    <a:pt x="7014" y="11699"/>
                  </a:cubicBezTo>
                  <a:cubicBezTo>
                    <a:pt x="41738" y="46510"/>
                    <a:pt x="61935" y="102419"/>
                    <a:pt x="61935" y="175910"/>
                  </a:cubicBezTo>
                  <a:cubicBezTo>
                    <a:pt x="61935" y="236039"/>
                    <a:pt x="48825" y="297926"/>
                    <a:pt x="4888" y="342232"/>
                  </a:cubicBezTo>
                  <a:cubicBezTo>
                    <a:pt x="282" y="346451"/>
                    <a:pt x="282" y="347155"/>
                    <a:pt x="282" y="348210"/>
                  </a:cubicBezTo>
                  <a:cubicBezTo>
                    <a:pt x="282" y="350319"/>
                    <a:pt x="1699" y="351726"/>
                    <a:pt x="3825" y="351726"/>
                  </a:cubicBezTo>
                  <a:cubicBezTo>
                    <a:pt x="7368" y="351726"/>
                    <a:pt x="39258" y="327815"/>
                    <a:pt x="60163" y="283158"/>
                  </a:cubicBezTo>
                  <a:cubicBezTo>
                    <a:pt x="78234" y="244478"/>
                    <a:pt x="82486" y="205447"/>
                    <a:pt x="82486" y="17591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5" name="Freeform: Shape 4414">
              <a:extLst>
                <a:ext uri="{FF2B5EF4-FFF2-40B4-BE49-F238E27FC236}">
                  <a16:creationId xmlns:a16="http://schemas.microsoft.com/office/drawing/2014/main" id="{721FBE14-C5EA-5A67-A3F6-468B577F4ABE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933946" y="4009632"/>
              <a:ext cx="171139" cy="169486"/>
            </a:xfrm>
            <a:custGeom>
              <a:avLst/>
              <a:gdLst>
                <a:gd name="connsiteX0" fmla="*/ 86035 w 171139"/>
                <a:gd name="connsiteY0" fmla="*/ 74985 h 169486"/>
                <a:gd name="connsiteX1" fmla="*/ 15170 w 171139"/>
                <a:gd name="connsiteY1" fmla="*/ 5011 h 169486"/>
                <a:gd name="connsiteX2" fmla="*/ 7375 w 171139"/>
                <a:gd name="connsiteY2" fmla="*/ 88 h 169486"/>
                <a:gd name="connsiteX3" fmla="*/ 288 w 171139"/>
                <a:gd name="connsiteY3" fmla="*/ 7121 h 169486"/>
                <a:gd name="connsiteX4" fmla="*/ 4895 w 171139"/>
                <a:gd name="connsiteY4" fmla="*/ 14153 h 169486"/>
                <a:gd name="connsiteX5" fmla="*/ 75760 w 171139"/>
                <a:gd name="connsiteY5" fmla="*/ 84831 h 169486"/>
                <a:gd name="connsiteX6" fmla="*/ 4895 w 171139"/>
                <a:gd name="connsiteY6" fmla="*/ 155509 h 169486"/>
                <a:gd name="connsiteX7" fmla="*/ 288 w 171139"/>
                <a:gd name="connsiteY7" fmla="*/ 162542 h 169486"/>
                <a:gd name="connsiteX8" fmla="*/ 7375 w 171139"/>
                <a:gd name="connsiteY8" fmla="*/ 169574 h 169486"/>
                <a:gd name="connsiteX9" fmla="*/ 15170 w 171139"/>
                <a:gd name="connsiteY9" fmla="*/ 164651 h 169486"/>
                <a:gd name="connsiteX10" fmla="*/ 85681 w 171139"/>
                <a:gd name="connsiteY10" fmla="*/ 94677 h 169486"/>
                <a:gd name="connsiteX11" fmla="*/ 159027 w 171139"/>
                <a:gd name="connsiteY11" fmla="*/ 167464 h 169486"/>
                <a:gd name="connsiteX12" fmla="*/ 164341 w 171139"/>
                <a:gd name="connsiteY12" fmla="*/ 169574 h 169486"/>
                <a:gd name="connsiteX13" fmla="*/ 171428 w 171139"/>
                <a:gd name="connsiteY13" fmla="*/ 162542 h 169486"/>
                <a:gd name="connsiteX14" fmla="*/ 170365 w 171139"/>
                <a:gd name="connsiteY14" fmla="*/ 158674 h 169486"/>
                <a:gd name="connsiteX15" fmla="*/ 95956 w 171139"/>
                <a:gd name="connsiteY15" fmla="*/ 84831 h 169486"/>
                <a:gd name="connsiteX16" fmla="*/ 160798 w 171139"/>
                <a:gd name="connsiteY16" fmla="*/ 20483 h 169486"/>
                <a:gd name="connsiteX17" fmla="*/ 169656 w 171139"/>
                <a:gd name="connsiteY17" fmla="*/ 11692 h 169486"/>
                <a:gd name="connsiteX18" fmla="*/ 171428 w 171139"/>
                <a:gd name="connsiteY18" fmla="*/ 7121 h 169486"/>
                <a:gd name="connsiteX19" fmla="*/ 164341 w 171139"/>
                <a:gd name="connsiteY19" fmla="*/ 88 h 169486"/>
                <a:gd name="connsiteX20" fmla="*/ 156192 w 171139"/>
                <a:gd name="connsiteY20" fmla="*/ 5362 h 169486"/>
                <a:gd name="connsiteX21" fmla="*/ 86035 w 171139"/>
                <a:gd name="connsiteY21" fmla="*/ 74985 h 16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139" h="169486">
                  <a:moveTo>
                    <a:pt x="86035" y="74985"/>
                  </a:moveTo>
                  <a:lnTo>
                    <a:pt x="15170" y="5011"/>
                  </a:lnTo>
                  <a:cubicBezTo>
                    <a:pt x="10918" y="791"/>
                    <a:pt x="10209" y="88"/>
                    <a:pt x="7375" y="88"/>
                  </a:cubicBezTo>
                  <a:cubicBezTo>
                    <a:pt x="3832" y="88"/>
                    <a:pt x="288" y="3253"/>
                    <a:pt x="288" y="7121"/>
                  </a:cubicBezTo>
                  <a:cubicBezTo>
                    <a:pt x="288" y="9582"/>
                    <a:pt x="997" y="10285"/>
                    <a:pt x="4895" y="14153"/>
                  </a:cubicBezTo>
                  <a:lnTo>
                    <a:pt x="75760" y="84831"/>
                  </a:lnTo>
                  <a:lnTo>
                    <a:pt x="4895" y="155509"/>
                  </a:lnTo>
                  <a:cubicBezTo>
                    <a:pt x="997" y="159377"/>
                    <a:pt x="288" y="160080"/>
                    <a:pt x="288" y="162542"/>
                  </a:cubicBezTo>
                  <a:cubicBezTo>
                    <a:pt x="288" y="166409"/>
                    <a:pt x="3832" y="169574"/>
                    <a:pt x="7375" y="169574"/>
                  </a:cubicBezTo>
                  <a:cubicBezTo>
                    <a:pt x="10209" y="169574"/>
                    <a:pt x="10918" y="168871"/>
                    <a:pt x="15170" y="164651"/>
                  </a:cubicBezTo>
                  <a:lnTo>
                    <a:pt x="85681" y="94677"/>
                  </a:lnTo>
                  <a:lnTo>
                    <a:pt x="159027" y="167464"/>
                  </a:lnTo>
                  <a:cubicBezTo>
                    <a:pt x="159735" y="167816"/>
                    <a:pt x="162216" y="169574"/>
                    <a:pt x="164341" y="169574"/>
                  </a:cubicBezTo>
                  <a:cubicBezTo>
                    <a:pt x="168593" y="169574"/>
                    <a:pt x="171428" y="166409"/>
                    <a:pt x="171428" y="162542"/>
                  </a:cubicBezTo>
                  <a:cubicBezTo>
                    <a:pt x="171428" y="161838"/>
                    <a:pt x="171428" y="160432"/>
                    <a:pt x="170365" y="158674"/>
                  </a:cubicBezTo>
                  <a:cubicBezTo>
                    <a:pt x="170011" y="157970"/>
                    <a:pt x="113673" y="102764"/>
                    <a:pt x="95956" y="84831"/>
                  </a:cubicBezTo>
                  <a:lnTo>
                    <a:pt x="160798" y="20483"/>
                  </a:lnTo>
                  <a:cubicBezTo>
                    <a:pt x="162570" y="18373"/>
                    <a:pt x="167885" y="13802"/>
                    <a:pt x="169656" y="11692"/>
                  </a:cubicBezTo>
                  <a:cubicBezTo>
                    <a:pt x="170011" y="10989"/>
                    <a:pt x="171428" y="9582"/>
                    <a:pt x="171428" y="7121"/>
                  </a:cubicBezTo>
                  <a:cubicBezTo>
                    <a:pt x="171428" y="3253"/>
                    <a:pt x="168593" y="88"/>
                    <a:pt x="164341" y="88"/>
                  </a:cubicBezTo>
                  <a:cubicBezTo>
                    <a:pt x="161507" y="88"/>
                    <a:pt x="160090" y="1494"/>
                    <a:pt x="156192" y="5362"/>
                  </a:cubicBezTo>
                  <a:lnTo>
                    <a:pt x="86035" y="7498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6" name="Freeform: Shape 4415">
              <a:extLst>
                <a:ext uri="{FF2B5EF4-FFF2-40B4-BE49-F238E27FC236}">
                  <a16:creationId xmlns:a16="http://schemas.microsoft.com/office/drawing/2014/main" id="{7BBB3328-972B-E66F-3A53-F8D4DFB73D9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3227438" y="3944580"/>
              <a:ext cx="137833" cy="242625"/>
            </a:xfrm>
            <a:custGeom>
              <a:avLst/>
              <a:gdLst>
                <a:gd name="connsiteX0" fmla="*/ 83210 w 137833"/>
                <a:gd name="connsiteY0" fmla="*/ 107335 h 242625"/>
                <a:gd name="connsiteX1" fmla="*/ 130690 w 137833"/>
                <a:gd name="connsiteY1" fmla="*/ 50020 h 242625"/>
                <a:gd name="connsiteX2" fmla="*/ 69745 w 137833"/>
                <a:gd name="connsiteY2" fmla="*/ 88 h 242625"/>
                <a:gd name="connsiteX3" fmla="*/ 2423 w 137833"/>
                <a:gd name="connsiteY3" fmla="*/ 55646 h 242625"/>
                <a:gd name="connsiteX4" fmla="*/ 46360 w 137833"/>
                <a:gd name="connsiteY4" fmla="*/ 121049 h 242625"/>
                <a:gd name="connsiteX5" fmla="*/ 297 w 137833"/>
                <a:gd name="connsiteY5" fmla="*/ 184694 h 242625"/>
                <a:gd name="connsiteX6" fmla="*/ 68328 w 137833"/>
                <a:gd name="connsiteY6" fmla="*/ 242713 h 242625"/>
                <a:gd name="connsiteX7" fmla="*/ 138130 w 137833"/>
                <a:gd name="connsiteY7" fmla="*/ 183288 h 242625"/>
                <a:gd name="connsiteX8" fmla="*/ 83210 w 137833"/>
                <a:gd name="connsiteY8" fmla="*/ 107335 h 242625"/>
                <a:gd name="connsiteX9" fmla="*/ 76832 w 137833"/>
                <a:gd name="connsiteY9" fmla="*/ 143553 h 242625"/>
                <a:gd name="connsiteX10" fmla="*/ 111202 w 137833"/>
                <a:gd name="connsiteY10" fmla="*/ 194188 h 242625"/>
                <a:gd name="connsiteX11" fmla="*/ 72226 w 137833"/>
                <a:gd name="connsiteY11" fmla="*/ 232868 h 242625"/>
                <a:gd name="connsiteX12" fmla="*/ 27226 w 137833"/>
                <a:gd name="connsiteY12" fmla="*/ 181881 h 242625"/>
                <a:gd name="connsiteX13" fmla="*/ 55572 w 137833"/>
                <a:gd name="connsiteY13" fmla="*/ 128082 h 242625"/>
                <a:gd name="connsiteX14" fmla="*/ 76832 w 137833"/>
                <a:gd name="connsiteY14" fmla="*/ 143553 h 242625"/>
                <a:gd name="connsiteX15" fmla="*/ 72934 w 137833"/>
                <a:gd name="connsiteY15" fmla="*/ 101006 h 242625"/>
                <a:gd name="connsiteX16" fmla="*/ 28644 w 137833"/>
                <a:gd name="connsiteY16" fmla="*/ 44745 h 242625"/>
                <a:gd name="connsiteX17" fmla="*/ 66911 w 137833"/>
                <a:gd name="connsiteY17" fmla="*/ 9934 h 242625"/>
                <a:gd name="connsiteX18" fmla="*/ 106241 w 137833"/>
                <a:gd name="connsiteY18" fmla="*/ 49668 h 242625"/>
                <a:gd name="connsiteX19" fmla="*/ 76123 w 137833"/>
                <a:gd name="connsiteY19" fmla="*/ 98896 h 242625"/>
                <a:gd name="connsiteX20" fmla="*/ 72934 w 137833"/>
                <a:gd name="connsiteY20" fmla="*/ 101006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7833" h="242625">
                  <a:moveTo>
                    <a:pt x="83210" y="107335"/>
                  </a:moveTo>
                  <a:cubicBezTo>
                    <a:pt x="118288" y="88699"/>
                    <a:pt x="130690" y="73930"/>
                    <a:pt x="130690" y="50020"/>
                  </a:cubicBezTo>
                  <a:cubicBezTo>
                    <a:pt x="130690" y="21186"/>
                    <a:pt x="105178" y="88"/>
                    <a:pt x="69745" y="88"/>
                  </a:cubicBezTo>
                  <a:cubicBezTo>
                    <a:pt x="31124" y="88"/>
                    <a:pt x="2423" y="23647"/>
                    <a:pt x="2423" y="55646"/>
                  </a:cubicBezTo>
                  <a:cubicBezTo>
                    <a:pt x="2423" y="78502"/>
                    <a:pt x="9156" y="88699"/>
                    <a:pt x="46360" y="121049"/>
                  </a:cubicBezTo>
                  <a:cubicBezTo>
                    <a:pt x="8093" y="149883"/>
                    <a:pt x="297" y="160783"/>
                    <a:pt x="297" y="184694"/>
                  </a:cubicBezTo>
                  <a:cubicBezTo>
                    <a:pt x="297" y="218802"/>
                    <a:pt x="28289" y="242713"/>
                    <a:pt x="68328" y="242713"/>
                  </a:cubicBezTo>
                  <a:cubicBezTo>
                    <a:pt x="110847" y="242713"/>
                    <a:pt x="138130" y="219506"/>
                    <a:pt x="138130" y="183288"/>
                  </a:cubicBezTo>
                  <a:cubicBezTo>
                    <a:pt x="138130" y="156212"/>
                    <a:pt x="126083" y="138982"/>
                    <a:pt x="83210" y="107335"/>
                  </a:cubicBezTo>
                  <a:close/>
                  <a:moveTo>
                    <a:pt x="76832" y="143553"/>
                  </a:moveTo>
                  <a:cubicBezTo>
                    <a:pt x="102698" y="161838"/>
                    <a:pt x="111202" y="174497"/>
                    <a:pt x="111202" y="194188"/>
                  </a:cubicBezTo>
                  <a:cubicBezTo>
                    <a:pt x="111202" y="217044"/>
                    <a:pt x="95257" y="232868"/>
                    <a:pt x="72226" y="232868"/>
                  </a:cubicBezTo>
                  <a:cubicBezTo>
                    <a:pt x="45297" y="232868"/>
                    <a:pt x="27226" y="212473"/>
                    <a:pt x="27226" y="181881"/>
                  </a:cubicBezTo>
                  <a:cubicBezTo>
                    <a:pt x="27226" y="159377"/>
                    <a:pt x="35021" y="144608"/>
                    <a:pt x="55572" y="128082"/>
                  </a:cubicBezTo>
                  <a:lnTo>
                    <a:pt x="76832" y="143553"/>
                  </a:lnTo>
                  <a:close/>
                  <a:moveTo>
                    <a:pt x="72934" y="101006"/>
                  </a:moveTo>
                  <a:cubicBezTo>
                    <a:pt x="41399" y="80611"/>
                    <a:pt x="28644" y="64436"/>
                    <a:pt x="28644" y="44745"/>
                  </a:cubicBezTo>
                  <a:cubicBezTo>
                    <a:pt x="28644" y="24350"/>
                    <a:pt x="44588" y="9934"/>
                    <a:pt x="66911" y="9934"/>
                  </a:cubicBezTo>
                  <a:cubicBezTo>
                    <a:pt x="91005" y="9934"/>
                    <a:pt x="106241" y="25405"/>
                    <a:pt x="106241" y="49668"/>
                  </a:cubicBezTo>
                  <a:cubicBezTo>
                    <a:pt x="106241" y="69711"/>
                    <a:pt x="96320" y="85534"/>
                    <a:pt x="76123" y="98896"/>
                  </a:cubicBezTo>
                  <a:cubicBezTo>
                    <a:pt x="74352" y="99951"/>
                    <a:pt x="74352" y="99951"/>
                    <a:pt x="72934" y="1010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7" name="Freeform: Shape 4416">
              <a:extLst>
                <a:ext uri="{FF2B5EF4-FFF2-40B4-BE49-F238E27FC236}">
                  <a16:creationId xmlns:a16="http://schemas.microsoft.com/office/drawing/2014/main" id="{04B0C45A-E290-5967-577E-1AA2F0AA2502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3393927" y="3944580"/>
              <a:ext cx="160155" cy="242625"/>
            </a:xfrm>
            <a:custGeom>
              <a:avLst/>
              <a:gdLst>
                <a:gd name="connsiteX0" fmla="*/ 81798 w 160155"/>
                <a:gd name="connsiteY0" fmla="*/ 88 h 242625"/>
                <a:gd name="connsiteX1" fmla="*/ 34318 w 160155"/>
                <a:gd name="connsiteY1" fmla="*/ 18373 h 242625"/>
                <a:gd name="connsiteX2" fmla="*/ 302 w 160155"/>
                <a:gd name="connsiteY2" fmla="*/ 119643 h 242625"/>
                <a:gd name="connsiteX3" fmla="*/ 28649 w 160155"/>
                <a:gd name="connsiteY3" fmla="*/ 218802 h 242625"/>
                <a:gd name="connsiteX4" fmla="*/ 80380 w 160155"/>
                <a:gd name="connsiteY4" fmla="*/ 242713 h 242625"/>
                <a:gd name="connsiteX5" fmla="*/ 126443 w 160155"/>
                <a:gd name="connsiteY5" fmla="*/ 224429 h 242625"/>
                <a:gd name="connsiteX6" fmla="*/ 160458 w 160155"/>
                <a:gd name="connsiteY6" fmla="*/ 121752 h 242625"/>
                <a:gd name="connsiteX7" fmla="*/ 81798 w 160155"/>
                <a:gd name="connsiteY7" fmla="*/ 88 h 242625"/>
                <a:gd name="connsiteX8" fmla="*/ 80735 w 160155"/>
                <a:gd name="connsiteY8" fmla="*/ 9230 h 242625"/>
                <a:gd name="connsiteX9" fmla="*/ 126443 w 160155"/>
                <a:gd name="connsiteY9" fmla="*/ 122456 h 242625"/>
                <a:gd name="connsiteX10" fmla="*/ 80380 w 160155"/>
                <a:gd name="connsiteY10" fmla="*/ 233571 h 242625"/>
                <a:gd name="connsiteX11" fmla="*/ 34318 w 160155"/>
                <a:gd name="connsiteY11" fmla="*/ 122807 h 242625"/>
                <a:gd name="connsiteX12" fmla="*/ 80735 w 160155"/>
                <a:gd name="connsiteY12" fmla="*/ 9230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155" h="242625">
                  <a:moveTo>
                    <a:pt x="81798" y="88"/>
                  </a:moveTo>
                  <a:cubicBezTo>
                    <a:pt x="62310" y="88"/>
                    <a:pt x="47428" y="6066"/>
                    <a:pt x="34318" y="18373"/>
                  </a:cubicBezTo>
                  <a:cubicBezTo>
                    <a:pt x="13767" y="38064"/>
                    <a:pt x="302" y="78502"/>
                    <a:pt x="302" y="119643"/>
                  </a:cubicBezTo>
                  <a:cubicBezTo>
                    <a:pt x="302" y="157970"/>
                    <a:pt x="11995" y="199111"/>
                    <a:pt x="28649" y="218802"/>
                  </a:cubicBezTo>
                  <a:cubicBezTo>
                    <a:pt x="41759" y="234274"/>
                    <a:pt x="59829" y="242713"/>
                    <a:pt x="80380" y="242713"/>
                  </a:cubicBezTo>
                  <a:cubicBezTo>
                    <a:pt x="98451" y="242713"/>
                    <a:pt x="113687" y="236736"/>
                    <a:pt x="126443" y="224429"/>
                  </a:cubicBezTo>
                  <a:cubicBezTo>
                    <a:pt x="146994" y="205089"/>
                    <a:pt x="160458" y="164300"/>
                    <a:pt x="160458" y="121752"/>
                  </a:cubicBezTo>
                  <a:cubicBezTo>
                    <a:pt x="160458" y="49668"/>
                    <a:pt x="128214" y="88"/>
                    <a:pt x="81798" y="88"/>
                  </a:cubicBezTo>
                  <a:close/>
                  <a:moveTo>
                    <a:pt x="80735" y="9230"/>
                  </a:moveTo>
                  <a:cubicBezTo>
                    <a:pt x="110498" y="9230"/>
                    <a:pt x="126443" y="48965"/>
                    <a:pt x="126443" y="122456"/>
                  </a:cubicBezTo>
                  <a:cubicBezTo>
                    <a:pt x="126443" y="195946"/>
                    <a:pt x="110852" y="233571"/>
                    <a:pt x="80380" y="233571"/>
                  </a:cubicBezTo>
                  <a:cubicBezTo>
                    <a:pt x="49908" y="233571"/>
                    <a:pt x="34318" y="195946"/>
                    <a:pt x="34318" y="122807"/>
                  </a:cubicBezTo>
                  <a:cubicBezTo>
                    <a:pt x="34318" y="48261"/>
                    <a:pt x="50262" y="9230"/>
                    <a:pt x="80735" y="923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8" name="Freeform: Shape 4417">
              <a:extLst>
                <a:ext uri="{FF2B5EF4-FFF2-40B4-BE49-F238E27FC236}">
                  <a16:creationId xmlns:a16="http://schemas.microsoft.com/office/drawing/2014/main" id="{67442898-DCB8-A54B-7447-6A428B1C0325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3571755" y="3944580"/>
              <a:ext cx="160155" cy="242625"/>
            </a:xfrm>
            <a:custGeom>
              <a:avLst/>
              <a:gdLst>
                <a:gd name="connsiteX0" fmla="*/ 81803 w 160155"/>
                <a:gd name="connsiteY0" fmla="*/ 88 h 242625"/>
                <a:gd name="connsiteX1" fmla="*/ 34323 w 160155"/>
                <a:gd name="connsiteY1" fmla="*/ 18373 h 242625"/>
                <a:gd name="connsiteX2" fmla="*/ 307 w 160155"/>
                <a:gd name="connsiteY2" fmla="*/ 119643 h 242625"/>
                <a:gd name="connsiteX3" fmla="*/ 28654 w 160155"/>
                <a:gd name="connsiteY3" fmla="*/ 218802 h 242625"/>
                <a:gd name="connsiteX4" fmla="*/ 80385 w 160155"/>
                <a:gd name="connsiteY4" fmla="*/ 242713 h 242625"/>
                <a:gd name="connsiteX5" fmla="*/ 126448 w 160155"/>
                <a:gd name="connsiteY5" fmla="*/ 224429 h 242625"/>
                <a:gd name="connsiteX6" fmla="*/ 160463 w 160155"/>
                <a:gd name="connsiteY6" fmla="*/ 121752 h 242625"/>
                <a:gd name="connsiteX7" fmla="*/ 81803 w 160155"/>
                <a:gd name="connsiteY7" fmla="*/ 88 h 242625"/>
                <a:gd name="connsiteX8" fmla="*/ 80740 w 160155"/>
                <a:gd name="connsiteY8" fmla="*/ 9230 h 242625"/>
                <a:gd name="connsiteX9" fmla="*/ 126448 w 160155"/>
                <a:gd name="connsiteY9" fmla="*/ 122456 h 242625"/>
                <a:gd name="connsiteX10" fmla="*/ 80385 w 160155"/>
                <a:gd name="connsiteY10" fmla="*/ 233571 h 242625"/>
                <a:gd name="connsiteX11" fmla="*/ 34323 w 160155"/>
                <a:gd name="connsiteY11" fmla="*/ 122807 h 242625"/>
                <a:gd name="connsiteX12" fmla="*/ 80740 w 160155"/>
                <a:gd name="connsiteY12" fmla="*/ 9230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155" h="242625">
                  <a:moveTo>
                    <a:pt x="81803" y="88"/>
                  </a:moveTo>
                  <a:cubicBezTo>
                    <a:pt x="62315" y="88"/>
                    <a:pt x="47433" y="6066"/>
                    <a:pt x="34323" y="18373"/>
                  </a:cubicBezTo>
                  <a:cubicBezTo>
                    <a:pt x="13772" y="38064"/>
                    <a:pt x="307" y="78502"/>
                    <a:pt x="307" y="119643"/>
                  </a:cubicBezTo>
                  <a:cubicBezTo>
                    <a:pt x="307" y="157970"/>
                    <a:pt x="12000" y="199111"/>
                    <a:pt x="28654" y="218802"/>
                  </a:cubicBezTo>
                  <a:cubicBezTo>
                    <a:pt x="41764" y="234274"/>
                    <a:pt x="59834" y="242713"/>
                    <a:pt x="80385" y="242713"/>
                  </a:cubicBezTo>
                  <a:cubicBezTo>
                    <a:pt x="98456" y="242713"/>
                    <a:pt x="113692" y="236736"/>
                    <a:pt x="126448" y="224429"/>
                  </a:cubicBezTo>
                  <a:cubicBezTo>
                    <a:pt x="146999" y="205089"/>
                    <a:pt x="160463" y="164300"/>
                    <a:pt x="160463" y="121752"/>
                  </a:cubicBezTo>
                  <a:cubicBezTo>
                    <a:pt x="160463" y="49668"/>
                    <a:pt x="128219" y="88"/>
                    <a:pt x="81803" y="88"/>
                  </a:cubicBezTo>
                  <a:close/>
                  <a:moveTo>
                    <a:pt x="80740" y="9230"/>
                  </a:moveTo>
                  <a:cubicBezTo>
                    <a:pt x="110503" y="9230"/>
                    <a:pt x="126448" y="48965"/>
                    <a:pt x="126448" y="122456"/>
                  </a:cubicBezTo>
                  <a:cubicBezTo>
                    <a:pt x="126448" y="195946"/>
                    <a:pt x="110857" y="233571"/>
                    <a:pt x="80385" y="233571"/>
                  </a:cubicBezTo>
                  <a:cubicBezTo>
                    <a:pt x="49913" y="233571"/>
                    <a:pt x="34323" y="195946"/>
                    <a:pt x="34323" y="122807"/>
                  </a:cubicBezTo>
                  <a:cubicBezTo>
                    <a:pt x="34323" y="48261"/>
                    <a:pt x="50267" y="9230"/>
                    <a:pt x="80740" y="923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9" name="Freeform: Shape 4418">
              <a:extLst>
                <a:ext uri="{FF2B5EF4-FFF2-40B4-BE49-F238E27FC236}">
                  <a16:creationId xmlns:a16="http://schemas.microsoft.com/office/drawing/2014/main" id="{233CD6CD-428F-48D2-2888-251D17DE7E15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8177048" y="4952478"/>
              <a:ext cx="235627" cy="234186"/>
            </a:xfrm>
            <a:custGeom>
              <a:avLst/>
              <a:gdLst>
                <a:gd name="connsiteX0" fmla="*/ 125233 w 235627"/>
                <a:gd name="connsiteY0" fmla="*/ 124241 h 234186"/>
                <a:gd name="connsiteX1" fmla="*/ 224090 w 235627"/>
                <a:gd name="connsiteY1" fmla="*/ 124241 h 234186"/>
                <a:gd name="connsiteX2" fmla="*/ 235783 w 235627"/>
                <a:gd name="connsiteY2" fmla="*/ 117209 h 234186"/>
                <a:gd name="connsiteX3" fmla="*/ 224090 w 235627"/>
                <a:gd name="connsiteY3" fmla="*/ 110176 h 234186"/>
                <a:gd name="connsiteX4" fmla="*/ 125233 w 235627"/>
                <a:gd name="connsiteY4" fmla="*/ 110176 h 234186"/>
                <a:gd name="connsiteX5" fmla="*/ 125233 w 235627"/>
                <a:gd name="connsiteY5" fmla="*/ 11719 h 234186"/>
                <a:gd name="connsiteX6" fmla="*/ 118147 w 235627"/>
                <a:gd name="connsiteY6" fmla="*/ 115 h 234186"/>
                <a:gd name="connsiteX7" fmla="*/ 111060 w 235627"/>
                <a:gd name="connsiteY7" fmla="*/ 11719 h 234186"/>
                <a:gd name="connsiteX8" fmla="*/ 111060 w 235627"/>
                <a:gd name="connsiteY8" fmla="*/ 110176 h 234186"/>
                <a:gd name="connsiteX9" fmla="*/ 11849 w 235627"/>
                <a:gd name="connsiteY9" fmla="*/ 110176 h 234186"/>
                <a:gd name="connsiteX10" fmla="*/ 156 w 235627"/>
                <a:gd name="connsiteY10" fmla="*/ 117209 h 234186"/>
                <a:gd name="connsiteX11" fmla="*/ 11849 w 235627"/>
                <a:gd name="connsiteY11" fmla="*/ 124241 h 234186"/>
                <a:gd name="connsiteX12" fmla="*/ 111060 w 235627"/>
                <a:gd name="connsiteY12" fmla="*/ 124241 h 234186"/>
                <a:gd name="connsiteX13" fmla="*/ 111060 w 235627"/>
                <a:gd name="connsiteY13" fmla="*/ 222698 h 234186"/>
                <a:gd name="connsiteX14" fmla="*/ 118147 w 235627"/>
                <a:gd name="connsiteY14" fmla="*/ 234302 h 234186"/>
                <a:gd name="connsiteX15" fmla="*/ 125233 w 235627"/>
                <a:gd name="connsiteY15" fmla="*/ 222698 h 234186"/>
                <a:gd name="connsiteX16" fmla="*/ 125233 w 235627"/>
                <a:gd name="connsiteY16" fmla="*/ 124241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627" h="234186">
                  <a:moveTo>
                    <a:pt x="125233" y="124241"/>
                  </a:moveTo>
                  <a:lnTo>
                    <a:pt x="224090" y="124241"/>
                  </a:lnTo>
                  <a:cubicBezTo>
                    <a:pt x="229051" y="124241"/>
                    <a:pt x="235783" y="124241"/>
                    <a:pt x="235783" y="117209"/>
                  </a:cubicBezTo>
                  <a:cubicBezTo>
                    <a:pt x="235783" y="110176"/>
                    <a:pt x="229051" y="110176"/>
                    <a:pt x="224090" y="110176"/>
                  </a:cubicBezTo>
                  <a:lnTo>
                    <a:pt x="125233" y="110176"/>
                  </a:lnTo>
                  <a:lnTo>
                    <a:pt x="125233" y="11719"/>
                  </a:lnTo>
                  <a:cubicBezTo>
                    <a:pt x="125233" y="6796"/>
                    <a:pt x="125233" y="115"/>
                    <a:pt x="118147" y="115"/>
                  </a:cubicBezTo>
                  <a:cubicBezTo>
                    <a:pt x="111060" y="115"/>
                    <a:pt x="111060" y="6796"/>
                    <a:pt x="111060" y="11719"/>
                  </a:cubicBezTo>
                  <a:lnTo>
                    <a:pt x="111060" y="110176"/>
                  </a:lnTo>
                  <a:lnTo>
                    <a:pt x="11849" y="110176"/>
                  </a:lnTo>
                  <a:cubicBezTo>
                    <a:pt x="6888" y="110176"/>
                    <a:pt x="156" y="110176"/>
                    <a:pt x="156" y="117209"/>
                  </a:cubicBezTo>
                  <a:cubicBezTo>
                    <a:pt x="156" y="124241"/>
                    <a:pt x="6888" y="124241"/>
                    <a:pt x="11849" y="124241"/>
                  </a:cubicBezTo>
                  <a:lnTo>
                    <a:pt x="111060" y="124241"/>
                  </a:lnTo>
                  <a:lnTo>
                    <a:pt x="111060" y="222698"/>
                  </a:lnTo>
                  <a:cubicBezTo>
                    <a:pt x="111060" y="227621"/>
                    <a:pt x="111060" y="234302"/>
                    <a:pt x="118147" y="234302"/>
                  </a:cubicBezTo>
                  <a:cubicBezTo>
                    <a:pt x="125233" y="234302"/>
                    <a:pt x="125233" y="227621"/>
                    <a:pt x="125233" y="222698"/>
                  </a:cubicBezTo>
                  <a:lnTo>
                    <a:pt x="125233" y="12424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0" name="Freeform: Shape 4419">
              <a:extLst>
                <a:ext uri="{FF2B5EF4-FFF2-40B4-BE49-F238E27FC236}">
                  <a16:creationId xmlns:a16="http://schemas.microsoft.com/office/drawing/2014/main" id="{A2A7D794-1A4F-D508-4278-FA14E88656F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598410" y="4654812"/>
              <a:ext cx="82203" cy="351631"/>
            </a:xfrm>
            <a:custGeom>
              <a:avLst/>
              <a:gdLst>
                <a:gd name="connsiteX0" fmla="*/ 82371 w 82203"/>
                <a:gd name="connsiteY0" fmla="*/ 348224 h 351631"/>
                <a:gd name="connsiteX1" fmla="*/ 76348 w 82203"/>
                <a:gd name="connsiteY1" fmla="*/ 340488 h 351631"/>
                <a:gd name="connsiteX2" fmla="*/ 20718 w 82203"/>
                <a:gd name="connsiteY2" fmla="*/ 175924 h 351631"/>
                <a:gd name="connsiteX3" fmla="*/ 77765 w 82203"/>
                <a:gd name="connsiteY3" fmla="*/ 9603 h 351631"/>
                <a:gd name="connsiteX4" fmla="*/ 82371 w 82203"/>
                <a:gd name="connsiteY4" fmla="*/ 3625 h 351631"/>
                <a:gd name="connsiteX5" fmla="*/ 78828 w 82203"/>
                <a:gd name="connsiteY5" fmla="*/ 109 h 351631"/>
                <a:gd name="connsiteX6" fmla="*/ 22490 w 82203"/>
                <a:gd name="connsiteY6" fmla="*/ 68677 h 351631"/>
                <a:gd name="connsiteX7" fmla="*/ 167 w 82203"/>
                <a:gd name="connsiteY7" fmla="*/ 175924 h 351631"/>
                <a:gd name="connsiteX8" fmla="*/ 23553 w 82203"/>
                <a:gd name="connsiteY8" fmla="*/ 285633 h 351631"/>
                <a:gd name="connsiteX9" fmla="*/ 78828 w 82203"/>
                <a:gd name="connsiteY9" fmla="*/ 351740 h 351631"/>
                <a:gd name="connsiteX10" fmla="*/ 82371 w 82203"/>
                <a:gd name="connsiteY10" fmla="*/ 3482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1" y="348224"/>
                  </a:moveTo>
                  <a:cubicBezTo>
                    <a:pt x="82371" y="347169"/>
                    <a:pt x="82371" y="346465"/>
                    <a:pt x="76348" y="340488"/>
                  </a:cubicBezTo>
                  <a:cubicBezTo>
                    <a:pt x="32057" y="296182"/>
                    <a:pt x="20718" y="229724"/>
                    <a:pt x="20718" y="175924"/>
                  </a:cubicBezTo>
                  <a:cubicBezTo>
                    <a:pt x="20718" y="114740"/>
                    <a:pt x="34183" y="53557"/>
                    <a:pt x="77765" y="9603"/>
                  </a:cubicBezTo>
                  <a:cubicBezTo>
                    <a:pt x="82371" y="5383"/>
                    <a:pt x="82371" y="4680"/>
                    <a:pt x="82371" y="3625"/>
                  </a:cubicBezTo>
                  <a:cubicBezTo>
                    <a:pt x="82371" y="1164"/>
                    <a:pt x="80954" y="109"/>
                    <a:pt x="78828" y="109"/>
                  </a:cubicBezTo>
                  <a:cubicBezTo>
                    <a:pt x="75285" y="109"/>
                    <a:pt x="43395" y="24020"/>
                    <a:pt x="22490" y="68677"/>
                  </a:cubicBezTo>
                  <a:cubicBezTo>
                    <a:pt x="4419" y="107356"/>
                    <a:pt x="167" y="146387"/>
                    <a:pt x="167" y="175924"/>
                  </a:cubicBezTo>
                  <a:cubicBezTo>
                    <a:pt x="167" y="203352"/>
                    <a:pt x="4065" y="245899"/>
                    <a:pt x="23553" y="285633"/>
                  </a:cubicBezTo>
                  <a:cubicBezTo>
                    <a:pt x="44812" y="328884"/>
                    <a:pt x="75285" y="351740"/>
                    <a:pt x="78828" y="351740"/>
                  </a:cubicBezTo>
                  <a:cubicBezTo>
                    <a:pt x="80954" y="351740"/>
                    <a:pt x="82371" y="350685"/>
                    <a:pt x="82371" y="3482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1" name="Freeform: Shape 4420">
              <a:extLst>
                <a:ext uri="{FF2B5EF4-FFF2-40B4-BE49-F238E27FC236}">
                  <a16:creationId xmlns:a16="http://schemas.microsoft.com/office/drawing/2014/main" id="{9F00E207-C27E-15F1-1078-F638578F47F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8691755" y="4763466"/>
              <a:ext cx="167950" cy="158937"/>
            </a:xfrm>
            <a:custGeom>
              <a:avLst/>
              <a:gdLst>
                <a:gd name="connsiteX0" fmla="*/ 152177 w 167950"/>
                <a:gd name="connsiteY0" fmla="*/ 116147 h 158937"/>
                <a:gd name="connsiteX1" fmla="*/ 144382 w 167950"/>
                <a:gd name="connsiteY1" fmla="*/ 125641 h 158937"/>
                <a:gd name="connsiteX2" fmla="*/ 128083 w 167950"/>
                <a:gd name="connsiteY2" fmla="*/ 139706 h 158937"/>
                <a:gd name="connsiteX3" fmla="*/ 117099 w 167950"/>
                <a:gd name="connsiteY3" fmla="*/ 125289 h 158937"/>
                <a:gd name="connsiteX4" fmla="*/ 115682 w 167950"/>
                <a:gd name="connsiteY4" fmla="*/ 119312 h 158937"/>
                <a:gd name="connsiteX5" fmla="*/ 102926 w 167950"/>
                <a:gd name="connsiteY5" fmla="*/ 62347 h 158937"/>
                <a:gd name="connsiteX6" fmla="*/ 137650 w 167950"/>
                <a:gd name="connsiteY6" fmla="*/ 19800 h 158937"/>
                <a:gd name="connsiteX7" fmla="*/ 146154 w 167950"/>
                <a:gd name="connsiteY7" fmla="*/ 22613 h 158937"/>
                <a:gd name="connsiteX8" fmla="*/ 155721 w 167950"/>
                <a:gd name="connsiteY8" fmla="*/ 25778 h 158937"/>
                <a:gd name="connsiteX9" fmla="*/ 168122 w 167950"/>
                <a:gd name="connsiteY9" fmla="*/ 13119 h 158937"/>
                <a:gd name="connsiteX10" fmla="*/ 153595 w 167950"/>
                <a:gd name="connsiteY10" fmla="*/ 109 h 158937"/>
                <a:gd name="connsiteX11" fmla="*/ 100091 w 167950"/>
                <a:gd name="connsiteY11" fmla="*/ 50392 h 158937"/>
                <a:gd name="connsiteX12" fmla="*/ 96194 w 167950"/>
                <a:gd name="connsiteY12" fmla="*/ 31052 h 158937"/>
                <a:gd name="connsiteX13" fmla="*/ 77769 w 167950"/>
                <a:gd name="connsiteY13" fmla="*/ 109 h 158937"/>
                <a:gd name="connsiteX14" fmla="*/ 36312 w 167950"/>
                <a:gd name="connsiteY14" fmla="*/ 10306 h 158937"/>
                <a:gd name="connsiteX15" fmla="*/ 32415 w 167950"/>
                <a:gd name="connsiteY15" fmla="*/ 11713 h 158937"/>
                <a:gd name="connsiteX16" fmla="*/ 33832 w 167950"/>
                <a:gd name="connsiteY16" fmla="*/ 16987 h 158937"/>
                <a:gd name="connsiteX17" fmla="*/ 53674 w 167950"/>
                <a:gd name="connsiteY17" fmla="*/ 13119 h 158937"/>
                <a:gd name="connsiteX18" fmla="*/ 69619 w 167950"/>
                <a:gd name="connsiteY18" fmla="*/ 37382 h 158937"/>
                <a:gd name="connsiteX19" fmla="*/ 79895 w 167950"/>
                <a:gd name="connsiteY19" fmla="*/ 80632 h 158937"/>
                <a:gd name="connsiteX20" fmla="*/ 50840 w 167950"/>
                <a:gd name="connsiteY20" fmla="*/ 121773 h 158937"/>
                <a:gd name="connsiteX21" fmla="*/ 32769 w 167950"/>
                <a:gd name="connsiteY21" fmla="*/ 138651 h 158937"/>
                <a:gd name="connsiteX22" fmla="*/ 23557 w 167950"/>
                <a:gd name="connsiteY22" fmla="*/ 135487 h 158937"/>
                <a:gd name="connsiteX23" fmla="*/ 12218 w 167950"/>
                <a:gd name="connsiteY23" fmla="*/ 131970 h 158937"/>
                <a:gd name="connsiteX24" fmla="*/ 171 w 167950"/>
                <a:gd name="connsiteY24" fmla="*/ 144277 h 158937"/>
                <a:gd name="connsiteX25" fmla="*/ 17888 w 167950"/>
                <a:gd name="connsiteY25" fmla="*/ 159046 h 158937"/>
                <a:gd name="connsiteX26" fmla="*/ 50840 w 167950"/>
                <a:gd name="connsiteY26" fmla="*/ 134432 h 158937"/>
                <a:gd name="connsiteX27" fmla="*/ 82729 w 167950"/>
                <a:gd name="connsiteY27" fmla="*/ 93291 h 158937"/>
                <a:gd name="connsiteX28" fmla="*/ 93359 w 167950"/>
                <a:gd name="connsiteY28" fmla="*/ 135487 h 158937"/>
                <a:gd name="connsiteX29" fmla="*/ 113910 w 167950"/>
                <a:gd name="connsiteY29" fmla="*/ 159046 h 158937"/>
                <a:gd name="connsiteX30" fmla="*/ 157138 w 167950"/>
                <a:gd name="connsiteY30" fmla="*/ 118960 h 158937"/>
                <a:gd name="connsiteX31" fmla="*/ 152177 w 167950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177" y="116147"/>
                  </a:moveTo>
                  <a:cubicBezTo>
                    <a:pt x="149343" y="119312"/>
                    <a:pt x="147571" y="121421"/>
                    <a:pt x="144382" y="125641"/>
                  </a:cubicBezTo>
                  <a:cubicBezTo>
                    <a:pt x="136233" y="136190"/>
                    <a:pt x="131981" y="139706"/>
                    <a:pt x="128083" y="139706"/>
                  </a:cubicBezTo>
                  <a:cubicBezTo>
                    <a:pt x="122768" y="139706"/>
                    <a:pt x="119579" y="135135"/>
                    <a:pt x="117099" y="125289"/>
                  </a:cubicBezTo>
                  <a:cubicBezTo>
                    <a:pt x="116390" y="122476"/>
                    <a:pt x="116036" y="120367"/>
                    <a:pt x="115682" y="119312"/>
                  </a:cubicBezTo>
                  <a:cubicBezTo>
                    <a:pt x="106823" y="83797"/>
                    <a:pt x="102926" y="67622"/>
                    <a:pt x="102926" y="62347"/>
                  </a:cubicBezTo>
                  <a:cubicBezTo>
                    <a:pt x="118516" y="35272"/>
                    <a:pt x="131272" y="19800"/>
                    <a:pt x="137650" y="19800"/>
                  </a:cubicBezTo>
                  <a:cubicBezTo>
                    <a:pt x="139776" y="19800"/>
                    <a:pt x="142610" y="20855"/>
                    <a:pt x="146154" y="22613"/>
                  </a:cubicBezTo>
                  <a:cubicBezTo>
                    <a:pt x="150406" y="25075"/>
                    <a:pt x="152886" y="25778"/>
                    <a:pt x="155721" y="25778"/>
                  </a:cubicBezTo>
                  <a:cubicBezTo>
                    <a:pt x="163161" y="25778"/>
                    <a:pt x="168122" y="20503"/>
                    <a:pt x="168122" y="13119"/>
                  </a:cubicBezTo>
                  <a:cubicBezTo>
                    <a:pt x="168122" y="5735"/>
                    <a:pt x="162098" y="109"/>
                    <a:pt x="153595" y="109"/>
                  </a:cubicBezTo>
                  <a:cubicBezTo>
                    <a:pt x="138004" y="109"/>
                    <a:pt x="124540" y="12767"/>
                    <a:pt x="100091" y="50392"/>
                  </a:cubicBezTo>
                  <a:lnTo>
                    <a:pt x="96194" y="31052"/>
                  </a:lnTo>
                  <a:cubicBezTo>
                    <a:pt x="91233" y="7141"/>
                    <a:pt x="87336" y="109"/>
                    <a:pt x="77769" y="109"/>
                  </a:cubicBezTo>
                  <a:cubicBezTo>
                    <a:pt x="69973" y="109"/>
                    <a:pt x="57926" y="3273"/>
                    <a:pt x="36312" y="10306"/>
                  </a:cubicBezTo>
                  <a:lnTo>
                    <a:pt x="32415" y="11713"/>
                  </a:lnTo>
                  <a:lnTo>
                    <a:pt x="33832" y="16987"/>
                  </a:lnTo>
                  <a:cubicBezTo>
                    <a:pt x="47297" y="13822"/>
                    <a:pt x="50486" y="13119"/>
                    <a:pt x="53674" y="13119"/>
                  </a:cubicBezTo>
                  <a:cubicBezTo>
                    <a:pt x="62533" y="13119"/>
                    <a:pt x="64659" y="16284"/>
                    <a:pt x="69619" y="37382"/>
                  </a:cubicBezTo>
                  <a:lnTo>
                    <a:pt x="79895" y="80632"/>
                  </a:lnTo>
                  <a:lnTo>
                    <a:pt x="50840" y="121773"/>
                  </a:lnTo>
                  <a:cubicBezTo>
                    <a:pt x="43753" y="132322"/>
                    <a:pt x="36667" y="138651"/>
                    <a:pt x="32769" y="138651"/>
                  </a:cubicBezTo>
                  <a:cubicBezTo>
                    <a:pt x="30643" y="138651"/>
                    <a:pt x="27100" y="137596"/>
                    <a:pt x="23557" y="135487"/>
                  </a:cubicBezTo>
                  <a:cubicBezTo>
                    <a:pt x="18950" y="133025"/>
                    <a:pt x="15053" y="131970"/>
                    <a:pt x="12218" y="131970"/>
                  </a:cubicBezTo>
                  <a:cubicBezTo>
                    <a:pt x="5486" y="131970"/>
                    <a:pt x="171" y="137245"/>
                    <a:pt x="171" y="144277"/>
                  </a:cubicBezTo>
                  <a:cubicBezTo>
                    <a:pt x="171" y="153420"/>
                    <a:pt x="7258" y="159046"/>
                    <a:pt x="17888" y="159046"/>
                  </a:cubicBezTo>
                  <a:cubicBezTo>
                    <a:pt x="28872" y="159046"/>
                    <a:pt x="33124" y="155881"/>
                    <a:pt x="50840" y="134432"/>
                  </a:cubicBezTo>
                  <a:cubicBezTo>
                    <a:pt x="60407" y="123180"/>
                    <a:pt x="67848" y="113686"/>
                    <a:pt x="82729" y="93291"/>
                  </a:cubicBezTo>
                  <a:lnTo>
                    <a:pt x="93359" y="135487"/>
                  </a:lnTo>
                  <a:cubicBezTo>
                    <a:pt x="97965" y="153420"/>
                    <a:pt x="102572" y="159046"/>
                    <a:pt x="113910" y="159046"/>
                  </a:cubicBezTo>
                  <a:cubicBezTo>
                    <a:pt x="127374" y="159046"/>
                    <a:pt x="136587" y="150607"/>
                    <a:pt x="157138" y="118960"/>
                  </a:cubicBezTo>
                  <a:lnTo>
                    <a:pt x="152177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2" name="Freeform: Shape 4421">
              <a:extLst>
                <a:ext uri="{FF2B5EF4-FFF2-40B4-BE49-F238E27FC236}">
                  <a16:creationId xmlns:a16="http://schemas.microsoft.com/office/drawing/2014/main" id="{DF70966C-268B-6C59-EC59-E7F9FC4EFA8E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8939098" y="4823595"/>
              <a:ext cx="216493" cy="14065"/>
            </a:xfrm>
            <a:custGeom>
              <a:avLst/>
              <a:gdLst>
                <a:gd name="connsiteX0" fmla="*/ 204269 w 216493"/>
                <a:gd name="connsiteY0" fmla="*/ 14174 h 14065"/>
                <a:gd name="connsiteX1" fmla="*/ 216671 w 216493"/>
                <a:gd name="connsiteY1" fmla="*/ 7141 h 14065"/>
                <a:gd name="connsiteX2" fmla="*/ 204269 w 216493"/>
                <a:gd name="connsiteY2" fmla="*/ 109 h 14065"/>
                <a:gd name="connsiteX3" fmla="*/ 12578 w 216493"/>
                <a:gd name="connsiteY3" fmla="*/ 109 h 14065"/>
                <a:gd name="connsiteX4" fmla="*/ 177 w 216493"/>
                <a:gd name="connsiteY4" fmla="*/ 7141 h 14065"/>
                <a:gd name="connsiteX5" fmla="*/ 12578 w 216493"/>
                <a:gd name="connsiteY5" fmla="*/ 14174 h 14065"/>
                <a:gd name="connsiteX6" fmla="*/ 204269 w 216493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69" y="14174"/>
                  </a:moveTo>
                  <a:cubicBezTo>
                    <a:pt x="210293" y="14174"/>
                    <a:pt x="216671" y="14174"/>
                    <a:pt x="216671" y="7141"/>
                  </a:cubicBezTo>
                  <a:cubicBezTo>
                    <a:pt x="216671" y="109"/>
                    <a:pt x="210293" y="109"/>
                    <a:pt x="204269" y="109"/>
                  </a:cubicBezTo>
                  <a:lnTo>
                    <a:pt x="12578" y="109"/>
                  </a:lnTo>
                  <a:cubicBezTo>
                    <a:pt x="6555" y="109"/>
                    <a:pt x="177" y="109"/>
                    <a:pt x="177" y="7141"/>
                  </a:cubicBezTo>
                  <a:cubicBezTo>
                    <a:pt x="177" y="14174"/>
                    <a:pt x="6555" y="14174"/>
                    <a:pt x="12578" y="14174"/>
                  </a:cubicBezTo>
                  <a:lnTo>
                    <a:pt x="204269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3" name="Freeform: Shape 4422">
              <a:extLst>
                <a:ext uri="{FF2B5EF4-FFF2-40B4-BE49-F238E27FC236}">
                  <a16:creationId xmlns:a16="http://schemas.microsoft.com/office/drawing/2014/main" id="{234D2F10-5AC7-2042-8C88-228FAC666C8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274756" y="4680833"/>
              <a:ext cx="100274" cy="237702"/>
            </a:xfrm>
            <a:custGeom>
              <a:avLst/>
              <a:gdLst>
                <a:gd name="connsiteX0" fmla="*/ 63965 w 100274"/>
                <a:gd name="connsiteY0" fmla="*/ 109 h 237702"/>
                <a:gd name="connsiteX1" fmla="*/ 186 w 100274"/>
                <a:gd name="connsiteY1" fmla="*/ 32107 h 237702"/>
                <a:gd name="connsiteX2" fmla="*/ 186 w 100274"/>
                <a:gd name="connsiteY2" fmla="*/ 37030 h 237702"/>
                <a:gd name="connsiteX3" fmla="*/ 9753 w 100274"/>
                <a:gd name="connsiteY3" fmla="*/ 33162 h 237702"/>
                <a:gd name="connsiteX4" fmla="*/ 25698 w 100274"/>
                <a:gd name="connsiteY4" fmla="*/ 29294 h 237702"/>
                <a:gd name="connsiteX5" fmla="*/ 36327 w 100274"/>
                <a:gd name="connsiteY5" fmla="*/ 45821 h 237702"/>
                <a:gd name="connsiteX6" fmla="*/ 36327 w 100274"/>
                <a:gd name="connsiteY6" fmla="*/ 205110 h 237702"/>
                <a:gd name="connsiteX7" fmla="*/ 27824 w 100274"/>
                <a:gd name="connsiteY7" fmla="*/ 227966 h 237702"/>
                <a:gd name="connsiteX8" fmla="*/ 2666 w 100274"/>
                <a:gd name="connsiteY8" fmla="*/ 232537 h 237702"/>
                <a:gd name="connsiteX9" fmla="*/ 2666 w 100274"/>
                <a:gd name="connsiteY9" fmla="*/ 237811 h 237702"/>
                <a:gd name="connsiteX10" fmla="*/ 100461 w 100274"/>
                <a:gd name="connsiteY10" fmla="*/ 237811 h 237702"/>
                <a:gd name="connsiteX11" fmla="*/ 100461 w 100274"/>
                <a:gd name="connsiteY11" fmla="*/ 232537 h 237702"/>
                <a:gd name="connsiteX12" fmla="*/ 66800 w 100274"/>
                <a:gd name="connsiteY12" fmla="*/ 211791 h 237702"/>
                <a:gd name="connsiteX13" fmla="*/ 66800 w 100274"/>
                <a:gd name="connsiteY13" fmla="*/ 812 h 237702"/>
                <a:gd name="connsiteX14" fmla="*/ 63965 w 100274"/>
                <a:gd name="connsiteY14" fmla="*/ 109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5" y="109"/>
                  </a:moveTo>
                  <a:lnTo>
                    <a:pt x="186" y="32107"/>
                  </a:lnTo>
                  <a:lnTo>
                    <a:pt x="186" y="37030"/>
                  </a:lnTo>
                  <a:cubicBezTo>
                    <a:pt x="4438" y="35272"/>
                    <a:pt x="8336" y="33865"/>
                    <a:pt x="9753" y="33162"/>
                  </a:cubicBezTo>
                  <a:cubicBezTo>
                    <a:pt x="16131" y="30701"/>
                    <a:pt x="22154" y="29294"/>
                    <a:pt x="25698" y="29294"/>
                  </a:cubicBezTo>
                  <a:cubicBezTo>
                    <a:pt x="33139" y="29294"/>
                    <a:pt x="36327" y="34569"/>
                    <a:pt x="36327" y="45821"/>
                  </a:cubicBezTo>
                  <a:lnTo>
                    <a:pt x="36327" y="205110"/>
                  </a:lnTo>
                  <a:cubicBezTo>
                    <a:pt x="36327" y="216714"/>
                    <a:pt x="33493" y="224801"/>
                    <a:pt x="27824" y="227966"/>
                  </a:cubicBezTo>
                  <a:cubicBezTo>
                    <a:pt x="22509" y="231130"/>
                    <a:pt x="17548" y="232185"/>
                    <a:pt x="2666" y="232537"/>
                  </a:cubicBezTo>
                  <a:lnTo>
                    <a:pt x="2666" y="237811"/>
                  </a:lnTo>
                  <a:lnTo>
                    <a:pt x="100461" y="237811"/>
                  </a:lnTo>
                  <a:lnTo>
                    <a:pt x="100461" y="232537"/>
                  </a:lnTo>
                  <a:cubicBezTo>
                    <a:pt x="72469" y="232185"/>
                    <a:pt x="66800" y="228669"/>
                    <a:pt x="66800" y="211791"/>
                  </a:cubicBezTo>
                  <a:lnTo>
                    <a:pt x="66800" y="812"/>
                  </a:lnTo>
                  <a:lnTo>
                    <a:pt x="63965" y="10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4" name="Freeform: Shape 4423">
              <a:extLst>
                <a:ext uri="{FF2B5EF4-FFF2-40B4-BE49-F238E27FC236}">
                  <a16:creationId xmlns:a16="http://schemas.microsoft.com/office/drawing/2014/main" id="{1C8044C7-BA94-EA24-0FC3-0DC4138F058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433450" y="4654812"/>
              <a:ext cx="82203" cy="351631"/>
            </a:xfrm>
            <a:custGeom>
              <a:avLst/>
              <a:gdLst>
                <a:gd name="connsiteX0" fmla="*/ 82395 w 82203"/>
                <a:gd name="connsiteY0" fmla="*/ 175924 h 351631"/>
                <a:gd name="connsiteX1" fmla="*/ 59009 w 82203"/>
                <a:gd name="connsiteY1" fmla="*/ 66215 h 351631"/>
                <a:gd name="connsiteX2" fmla="*/ 3734 w 82203"/>
                <a:gd name="connsiteY2" fmla="*/ 109 h 351631"/>
                <a:gd name="connsiteX3" fmla="*/ 191 w 82203"/>
                <a:gd name="connsiteY3" fmla="*/ 3625 h 351631"/>
                <a:gd name="connsiteX4" fmla="*/ 6923 w 82203"/>
                <a:gd name="connsiteY4" fmla="*/ 11713 h 351631"/>
                <a:gd name="connsiteX5" fmla="*/ 61844 w 82203"/>
                <a:gd name="connsiteY5" fmla="*/ 175924 h 351631"/>
                <a:gd name="connsiteX6" fmla="*/ 4797 w 82203"/>
                <a:gd name="connsiteY6" fmla="*/ 342246 h 351631"/>
                <a:gd name="connsiteX7" fmla="*/ 191 w 82203"/>
                <a:gd name="connsiteY7" fmla="*/ 348224 h 351631"/>
                <a:gd name="connsiteX8" fmla="*/ 3734 w 82203"/>
                <a:gd name="connsiteY8" fmla="*/ 351740 h 351631"/>
                <a:gd name="connsiteX9" fmla="*/ 60072 w 82203"/>
                <a:gd name="connsiteY9" fmla="*/ 283172 h 351631"/>
                <a:gd name="connsiteX10" fmla="*/ 82395 w 82203"/>
                <a:gd name="connsiteY10" fmla="*/ 1759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5" y="175924"/>
                  </a:moveTo>
                  <a:cubicBezTo>
                    <a:pt x="82395" y="148497"/>
                    <a:pt x="78497" y="105950"/>
                    <a:pt x="59009" y="66215"/>
                  </a:cubicBezTo>
                  <a:cubicBezTo>
                    <a:pt x="37750" y="22965"/>
                    <a:pt x="7278" y="109"/>
                    <a:pt x="3734" y="109"/>
                  </a:cubicBezTo>
                  <a:cubicBezTo>
                    <a:pt x="1608" y="109"/>
                    <a:pt x="191" y="1515"/>
                    <a:pt x="191" y="3625"/>
                  </a:cubicBezTo>
                  <a:cubicBezTo>
                    <a:pt x="191" y="4680"/>
                    <a:pt x="191" y="5383"/>
                    <a:pt x="6923" y="11713"/>
                  </a:cubicBezTo>
                  <a:cubicBezTo>
                    <a:pt x="41647" y="46524"/>
                    <a:pt x="61844" y="102433"/>
                    <a:pt x="61844" y="175924"/>
                  </a:cubicBezTo>
                  <a:cubicBezTo>
                    <a:pt x="61844" y="236053"/>
                    <a:pt x="48734" y="297940"/>
                    <a:pt x="4797" y="342246"/>
                  </a:cubicBezTo>
                  <a:cubicBezTo>
                    <a:pt x="191" y="346465"/>
                    <a:pt x="191" y="347169"/>
                    <a:pt x="191" y="348224"/>
                  </a:cubicBezTo>
                  <a:cubicBezTo>
                    <a:pt x="191" y="350333"/>
                    <a:pt x="1608" y="351740"/>
                    <a:pt x="3734" y="351740"/>
                  </a:cubicBezTo>
                  <a:cubicBezTo>
                    <a:pt x="7278" y="351740"/>
                    <a:pt x="39167" y="327829"/>
                    <a:pt x="60072" y="283172"/>
                  </a:cubicBezTo>
                  <a:cubicBezTo>
                    <a:pt x="78143" y="244492"/>
                    <a:pt x="82395" y="205461"/>
                    <a:pt x="82395" y="1759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5" name="Freeform: Shape 4424">
              <a:extLst>
                <a:ext uri="{FF2B5EF4-FFF2-40B4-BE49-F238E27FC236}">
                  <a16:creationId xmlns:a16="http://schemas.microsoft.com/office/drawing/2014/main" id="{660E513B-F1FE-1ECC-19F0-77E2432BE557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586321" y="4654812"/>
              <a:ext cx="82203" cy="351631"/>
            </a:xfrm>
            <a:custGeom>
              <a:avLst/>
              <a:gdLst>
                <a:gd name="connsiteX0" fmla="*/ 82399 w 82203"/>
                <a:gd name="connsiteY0" fmla="*/ 348224 h 351631"/>
                <a:gd name="connsiteX1" fmla="*/ 76375 w 82203"/>
                <a:gd name="connsiteY1" fmla="*/ 340488 h 351631"/>
                <a:gd name="connsiteX2" fmla="*/ 20746 w 82203"/>
                <a:gd name="connsiteY2" fmla="*/ 175924 h 351631"/>
                <a:gd name="connsiteX3" fmla="*/ 77792 w 82203"/>
                <a:gd name="connsiteY3" fmla="*/ 9603 h 351631"/>
                <a:gd name="connsiteX4" fmla="*/ 82399 w 82203"/>
                <a:gd name="connsiteY4" fmla="*/ 3625 h 351631"/>
                <a:gd name="connsiteX5" fmla="*/ 78855 w 82203"/>
                <a:gd name="connsiteY5" fmla="*/ 109 h 351631"/>
                <a:gd name="connsiteX6" fmla="*/ 22518 w 82203"/>
                <a:gd name="connsiteY6" fmla="*/ 68677 h 351631"/>
                <a:gd name="connsiteX7" fmla="*/ 195 w 82203"/>
                <a:gd name="connsiteY7" fmla="*/ 175924 h 351631"/>
                <a:gd name="connsiteX8" fmla="*/ 23581 w 82203"/>
                <a:gd name="connsiteY8" fmla="*/ 285633 h 351631"/>
                <a:gd name="connsiteX9" fmla="*/ 78855 w 82203"/>
                <a:gd name="connsiteY9" fmla="*/ 351740 h 351631"/>
                <a:gd name="connsiteX10" fmla="*/ 82399 w 82203"/>
                <a:gd name="connsiteY10" fmla="*/ 3482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9" y="348224"/>
                  </a:moveTo>
                  <a:cubicBezTo>
                    <a:pt x="82399" y="347169"/>
                    <a:pt x="82399" y="346465"/>
                    <a:pt x="76375" y="340488"/>
                  </a:cubicBezTo>
                  <a:cubicBezTo>
                    <a:pt x="32084" y="296182"/>
                    <a:pt x="20746" y="229724"/>
                    <a:pt x="20746" y="175924"/>
                  </a:cubicBezTo>
                  <a:cubicBezTo>
                    <a:pt x="20746" y="114740"/>
                    <a:pt x="34210" y="53557"/>
                    <a:pt x="77792" y="9603"/>
                  </a:cubicBezTo>
                  <a:cubicBezTo>
                    <a:pt x="82399" y="5383"/>
                    <a:pt x="82399" y="4680"/>
                    <a:pt x="82399" y="3625"/>
                  </a:cubicBezTo>
                  <a:cubicBezTo>
                    <a:pt x="82399" y="1164"/>
                    <a:pt x="80981" y="109"/>
                    <a:pt x="78855" y="109"/>
                  </a:cubicBezTo>
                  <a:cubicBezTo>
                    <a:pt x="75312" y="109"/>
                    <a:pt x="43423" y="24020"/>
                    <a:pt x="22518" y="68677"/>
                  </a:cubicBezTo>
                  <a:cubicBezTo>
                    <a:pt x="4447" y="107356"/>
                    <a:pt x="195" y="146387"/>
                    <a:pt x="195" y="175924"/>
                  </a:cubicBezTo>
                  <a:cubicBezTo>
                    <a:pt x="195" y="203352"/>
                    <a:pt x="4093" y="245899"/>
                    <a:pt x="23581" y="285633"/>
                  </a:cubicBezTo>
                  <a:cubicBezTo>
                    <a:pt x="44840" y="328884"/>
                    <a:pt x="75312" y="351740"/>
                    <a:pt x="78855" y="351740"/>
                  </a:cubicBezTo>
                  <a:cubicBezTo>
                    <a:pt x="80981" y="351740"/>
                    <a:pt x="82399" y="350685"/>
                    <a:pt x="82399" y="3482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6" name="Freeform: Shape 4425">
              <a:extLst>
                <a:ext uri="{FF2B5EF4-FFF2-40B4-BE49-F238E27FC236}">
                  <a16:creationId xmlns:a16="http://schemas.microsoft.com/office/drawing/2014/main" id="{FC924653-FDAD-BEBF-313B-219105DFEA8F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679666" y="4763466"/>
              <a:ext cx="167950" cy="158937"/>
            </a:xfrm>
            <a:custGeom>
              <a:avLst/>
              <a:gdLst>
                <a:gd name="connsiteX0" fmla="*/ 152205 w 167950"/>
                <a:gd name="connsiteY0" fmla="*/ 116147 h 158937"/>
                <a:gd name="connsiteX1" fmla="*/ 144410 w 167950"/>
                <a:gd name="connsiteY1" fmla="*/ 125641 h 158937"/>
                <a:gd name="connsiteX2" fmla="*/ 128111 w 167950"/>
                <a:gd name="connsiteY2" fmla="*/ 139706 h 158937"/>
                <a:gd name="connsiteX3" fmla="*/ 117127 w 167950"/>
                <a:gd name="connsiteY3" fmla="*/ 125289 h 158937"/>
                <a:gd name="connsiteX4" fmla="*/ 115709 w 167950"/>
                <a:gd name="connsiteY4" fmla="*/ 119312 h 158937"/>
                <a:gd name="connsiteX5" fmla="*/ 102954 w 167950"/>
                <a:gd name="connsiteY5" fmla="*/ 62347 h 158937"/>
                <a:gd name="connsiteX6" fmla="*/ 137678 w 167950"/>
                <a:gd name="connsiteY6" fmla="*/ 19800 h 158937"/>
                <a:gd name="connsiteX7" fmla="*/ 146181 w 167950"/>
                <a:gd name="connsiteY7" fmla="*/ 22613 h 158937"/>
                <a:gd name="connsiteX8" fmla="*/ 155748 w 167950"/>
                <a:gd name="connsiteY8" fmla="*/ 25778 h 158937"/>
                <a:gd name="connsiteX9" fmla="*/ 168150 w 167950"/>
                <a:gd name="connsiteY9" fmla="*/ 13119 h 158937"/>
                <a:gd name="connsiteX10" fmla="*/ 153622 w 167950"/>
                <a:gd name="connsiteY10" fmla="*/ 109 h 158937"/>
                <a:gd name="connsiteX11" fmla="*/ 100119 w 167950"/>
                <a:gd name="connsiteY11" fmla="*/ 50392 h 158937"/>
                <a:gd name="connsiteX12" fmla="*/ 96221 w 167950"/>
                <a:gd name="connsiteY12" fmla="*/ 31052 h 158937"/>
                <a:gd name="connsiteX13" fmla="*/ 77796 w 167950"/>
                <a:gd name="connsiteY13" fmla="*/ 109 h 158937"/>
                <a:gd name="connsiteX14" fmla="*/ 36340 w 167950"/>
                <a:gd name="connsiteY14" fmla="*/ 10306 h 158937"/>
                <a:gd name="connsiteX15" fmla="*/ 32443 w 167950"/>
                <a:gd name="connsiteY15" fmla="*/ 11713 h 158937"/>
                <a:gd name="connsiteX16" fmla="*/ 33860 w 167950"/>
                <a:gd name="connsiteY16" fmla="*/ 16987 h 158937"/>
                <a:gd name="connsiteX17" fmla="*/ 53702 w 167950"/>
                <a:gd name="connsiteY17" fmla="*/ 13119 h 158937"/>
                <a:gd name="connsiteX18" fmla="*/ 69647 w 167950"/>
                <a:gd name="connsiteY18" fmla="*/ 37382 h 158937"/>
                <a:gd name="connsiteX19" fmla="*/ 79922 w 167950"/>
                <a:gd name="connsiteY19" fmla="*/ 80632 h 158937"/>
                <a:gd name="connsiteX20" fmla="*/ 50868 w 167950"/>
                <a:gd name="connsiteY20" fmla="*/ 121773 h 158937"/>
                <a:gd name="connsiteX21" fmla="*/ 32797 w 167950"/>
                <a:gd name="connsiteY21" fmla="*/ 138651 h 158937"/>
                <a:gd name="connsiteX22" fmla="*/ 23584 w 167950"/>
                <a:gd name="connsiteY22" fmla="*/ 135487 h 158937"/>
                <a:gd name="connsiteX23" fmla="*/ 12246 w 167950"/>
                <a:gd name="connsiteY23" fmla="*/ 131970 h 158937"/>
                <a:gd name="connsiteX24" fmla="*/ 199 w 167950"/>
                <a:gd name="connsiteY24" fmla="*/ 144277 h 158937"/>
                <a:gd name="connsiteX25" fmla="*/ 17915 w 167950"/>
                <a:gd name="connsiteY25" fmla="*/ 159046 h 158937"/>
                <a:gd name="connsiteX26" fmla="*/ 50868 w 167950"/>
                <a:gd name="connsiteY26" fmla="*/ 134432 h 158937"/>
                <a:gd name="connsiteX27" fmla="*/ 82757 w 167950"/>
                <a:gd name="connsiteY27" fmla="*/ 93291 h 158937"/>
                <a:gd name="connsiteX28" fmla="*/ 93387 w 167950"/>
                <a:gd name="connsiteY28" fmla="*/ 135487 h 158937"/>
                <a:gd name="connsiteX29" fmla="*/ 113938 w 167950"/>
                <a:gd name="connsiteY29" fmla="*/ 159046 h 158937"/>
                <a:gd name="connsiteX30" fmla="*/ 157166 w 167950"/>
                <a:gd name="connsiteY30" fmla="*/ 118960 h 158937"/>
                <a:gd name="connsiteX31" fmla="*/ 152205 w 167950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05" y="116147"/>
                  </a:moveTo>
                  <a:cubicBezTo>
                    <a:pt x="149370" y="119312"/>
                    <a:pt x="147599" y="121421"/>
                    <a:pt x="144410" y="125641"/>
                  </a:cubicBezTo>
                  <a:cubicBezTo>
                    <a:pt x="136260" y="136190"/>
                    <a:pt x="132008" y="139706"/>
                    <a:pt x="128111" y="139706"/>
                  </a:cubicBezTo>
                  <a:cubicBezTo>
                    <a:pt x="122796" y="139706"/>
                    <a:pt x="119607" y="135135"/>
                    <a:pt x="117127" y="125289"/>
                  </a:cubicBezTo>
                  <a:cubicBezTo>
                    <a:pt x="116418" y="122476"/>
                    <a:pt x="116064" y="120367"/>
                    <a:pt x="115709" y="119312"/>
                  </a:cubicBezTo>
                  <a:cubicBezTo>
                    <a:pt x="106851" y="83797"/>
                    <a:pt x="102954" y="67622"/>
                    <a:pt x="102954" y="62347"/>
                  </a:cubicBezTo>
                  <a:cubicBezTo>
                    <a:pt x="118544" y="35272"/>
                    <a:pt x="131300" y="19800"/>
                    <a:pt x="137678" y="19800"/>
                  </a:cubicBezTo>
                  <a:cubicBezTo>
                    <a:pt x="139804" y="19800"/>
                    <a:pt x="142638" y="20855"/>
                    <a:pt x="146181" y="22613"/>
                  </a:cubicBezTo>
                  <a:cubicBezTo>
                    <a:pt x="150433" y="25075"/>
                    <a:pt x="152914" y="25778"/>
                    <a:pt x="155748" y="25778"/>
                  </a:cubicBezTo>
                  <a:cubicBezTo>
                    <a:pt x="163189" y="25778"/>
                    <a:pt x="168150" y="20503"/>
                    <a:pt x="168150" y="13119"/>
                  </a:cubicBezTo>
                  <a:cubicBezTo>
                    <a:pt x="168150" y="5735"/>
                    <a:pt x="162126" y="109"/>
                    <a:pt x="153622" y="109"/>
                  </a:cubicBezTo>
                  <a:cubicBezTo>
                    <a:pt x="138032" y="109"/>
                    <a:pt x="124567" y="12767"/>
                    <a:pt x="100119" y="50392"/>
                  </a:cubicBezTo>
                  <a:lnTo>
                    <a:pt x="96221" y="31052"/>
                  </a:lnTo>
                  <a:cubicBezTo>
                    <a:pt x="91261" y="7141"/>
                    <a:pt x="87363" y="109"/>
                    <a:pt x="77796" y="109"/>
                  </a:cubicBezTo>
                  <a:cubicBezTo>
                    <a:pt x="70001" y="109"/>
                    <a:pt x="57954" y="3273"/>
                    <a:pt x="36340" y="10306"/>
                  </a:cubicBezTo>
                  <a:lnTo>
                    <a:pt x="32443" y="11713"/>
                  </a:lnTo>
                  <a:lnTo>
                    <a:pt x="33860" y="16987"/>
                  </a:lnTo>
                  <a:cubicBezTo>
                    <a:pt x="47324" y="13822"/>
                    <a:pt x="50513" y="13119"/>
                    <a:pt x="53702" y="13119"/>
                  </a:cubicBezTo>
                  <a:cubicBezTo>
                    <a:pt x="62560" y="13119"/>
                    <a:pt x="64686" y="16284"/>
                    <a:pt x="69647" y="37382"/>
                  </a:cubicBezTo>
                  <a:lnTo>
                    <a:pt x="79922" y="80632"/>
                  </a:lnTo>
                  <a:lnTo>
                    <a:pt x="50868" y="121773"/>
                  </a:lnTo>
                  <a:cubicBezTo>
                    <a:pt x="43781" y="132322"/>
                    <a:pt x="36694" y="138651"/>
                    <a:pt x="32797" y="138651"/>
                  </a:cubicBezTo>
                  <a:cubicBezTo>
                    <a:pt x="30671" y="138651"/>
                    <a:pt x="27128" y="137596"/>
                    <a:pt x="23584" y="135487"/>
                  </a:cubicBezTo>
                  <a:cubicBezTo>
                    <a:pt x="18978" y="133025"/>
                    <a:pt x="15081" y="131970"/>
                    <a:pt x="12246" y="131970"/>
                  </a:cubicBezTo>
                  <a:cubicBezTo>
                    <a:pt x="5514" y="131970"/>
                    <a:pt x="199" y="137245"/>
                    <a:pt x="199" y="144277"/>
                  </a:cubicBezTo>
                  <a:cubicBezTo>
                    <a:pt x="199" y="153420"/>
                    <a:pt x="7285" y="159046"/>
                    <a:pt x="17915" y="159046"/>
                  </a:cubicBezTo>
                  <a:cubicBezTo>
                    <a:pt x="28899" y="159046"/>
                    <a:pt x="33151" y="155881"/>
                    <a:pt x="50868" y="134432"/>
                  </a:cubicBezTo>
                  <a:cubicBezTo>
                    <a:pt x="60434" y="123180"/>
                    <a:pt x="67875" y="113686"/>
                    <a:pt x="82757" y="93291"/>
                  </a:cubicBezTo>
                  <a:lnTo>
                    <a:pt x="93387" y="135487"/>
                  </a:lnTo>
                  <a:cubicBezTo>
                    <a:pt x="97993" y="153420"/>
                    <a:pt x="102599" y="159046"/>
                    <a:pt x="113938" y="159046"/>
                  </a:cubicBezTo>
                  <a:cubicBezTo>
                    <a:pt x="127402" y="159046"/>
                    <a:pt x="136615" y="150607"/>
                    <a:pt x="157166" y="118960"/>
                  </a:cubicBezTo>
                  <a:lnTo>
                    <a:pt x="152205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7" name="Freeform: Shape 4426">
              <a:extLst>
                <a:ext uri="{FF2B5EF4-FFF2-40B4-BE49-F238E27FC236}">
                  <a16:creationId xmlns:a16="http://schemas.microsoft.com/office/drawing/2014/main" id="{91C0D438-C2C5-DB37-29B0-CD1CCF80519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9927010" y="4823595"/>
              <a:ext cx="216493" cy="14065"/>
            </a:xfrm>
            <a:custGeom>
              <a:avLst/>
              <a:gdLst>
                <a:gd name="connsiteX0" fmla="*/ 204297 w 216493"/>
                <a:gd name="connsiteY0" fmla="*/ 14174 h 14065"/>
                <a:gd name="connsiteX1" fmla="*/ 216698 w 216493"/>
                <a:gd name="connsiteY1" fmla="*/ 7141 h 14065"/>
                <a:gd name="connsiteX2" fmla="*/ 204297 w 216493"/>
                <a:gd name="connsiteY2" fmla="*/ 109 h 14065"/>
                <a:gd name="connsiteX3" fmla="*/ 12606 w 216493"/>
                <a:gd name="connsiteY3" fmla="*/ 109 h 14065"/>
                <a:gd name="connsiteX4" fmla="*/ 205 w 216493"/>
                <a:gd name="connsiteY4" fmla="*/ 7141 h 14065"/>
                <a:gd name="connsiteX5" fmla="*/ 12606 w 216493"/>
                <a:gd name="connsiteY5" fmla="*/ 14174 h 14065"/>
                <a:gd name="connsiteX6" fmla="*/ 204297 w 216493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7" y="14174"/>
                  </a:moveTo>
                  <a:cubicBezTo>
                    <a:pt x="210320" y="14174"/>
                    <a:pt x="216698" y="14174"/>
                    <a:pt x="216698" y="7141"/>
                  </a:cubicBezTo>
                  <a:cubicBezTo>
                    <a:pt x="216698" y="109"/>
                    <a:pt x="210320" y="109"/>
                    <a:pt x="204297" y="109"/>
                  </a:cubicBezTo>
                  <a:lnTo>
                    <a:pt x="12606" y="109"/>
                  </a:lnTo>
                  <a:cubicBezTo>
                    <a:pt x="6583" y="109"/>
                    <a:pt x="205" y="109"/>
                    <a:pt x="205" y="7141"/>
                  </a:cubicBezTo>
                  <a:cubicBezTo>
                    <a:pt x="205" y="14174"/>
                    <a:pt x="6583" y="14174"/>
                    <a:pt x="12606" y="14174"/>
                  </a:cubicBezTo>
                  <a:lnTo>
                    <a:pt x="204297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8" name="Freeform: Shape 4427">
              <a:extLst>
                <a:ext uri="{FF2B5EF4-FFF2-40B4-BE49-F238E27FC236}">
                  <a16:creationId xmlns:a16="http://schemas.microsoft.com/office/drawing/2014/main" id="{BD84D602-D623-6E24-A2DE-3C4F9CCE9B0A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234675" y="4676613"/>
              <a:ext cx="143856" cy="246845"/>
            </a:xfrm>
            <a:custGeom>
              <a:avLst/>
              <a:gdLst>
                <a:gd name="connsiteX0" fmla="*/ 53008 w 143856"/>
                <a:gd name="connsiteY0" fmla="*/ 37030 h 246845"/>
                <a:gd name="connsiteX1" fmla="*/ 122457 w 143856"/>
                <a:gd name="connsiteY1" fmla="*/ 37030 h 246845"/>
                <a:gd name="connsiteX2" fmla="*/ 130606 w 143856"/>
                <a:gd name="connsiteY2" fmla="*/ 33865 h 246845"/>
                <a:gd name="connsiteX3" fmla="*/ 144070 w 143856"/>
                <a:gd name="connsiteY3" fmla="*/ 2570 h 246845"/>
                <a:gd name="connsiteX4" fmla="*/ 140882 w 143856"/>
                <a:gd name="connsiteY4" fmla="*/ 109 h 246845"/>
                <a:gd name="connsiteX5" fmla="*/ 124582 w 143856"/>
                <a:gd name="connsiteY5" fmla="*/ 9251 h 246845"/>
                <a:gd name="connsiteX6" fmla="*/ 50528 w 143856"/>
                <a:gd name="connsiteY6" fmla="*/ 9251 h 246845"/>
                <a:gd name="connsiteX7" fmla="*/ 11907 w 143856"/>
                <a:gd name="connsiteY7" fmla="*/ 92588 h 246845"/>
                <a:gd name="connsiteX8" fmla="*/ 11552 w 143856"/>
                <a:gd name="connsiteY8" fmla="*/ 94346 h 246845"/>
                <a:gd name="connsiteX9" fmla="*/ 15804 w 143856"/>
                <a:gd name="connsiteY9" fmla="*/ 97159 h 246845"/>
                <a:gd name="connsiteX10" fmla="*/ 55843 w 143856"/>
                <a:gd name="connsiteY10" fmla="*/ 104192 h 246845"/>
                <a:gd name="connsiteX11" fmla="*/ 115370 w 143856"/>
                <a:gd name="connsiteY11" fmla="*/ 173815 h 246845"/>
                <a:gd name="connsiteX12" fmla="*/ 66119 w 143856"/>
                <a:gd name="connsiteY12" fmla="*/ 233943 h 246845"/>
                <a:gd name="connsiteX13" fmla="*/ 42379 w 143856"/>
                <a:gd name="connsiteY13" fmla="*/ 223746 h 246845"/>
                <a:gd name="connsiteX14" fmla="*/ 15450 w 143856"/>
                <a:gd name="connsiteY14" fmla="*/ 212142 h 246845"/>
                <a:gd name="connsiteX15" fmla="*/ 214 w 143856"/>
                <a:gd name="connsiteY15" fmla="*/ 225153 h 246845"/>
                <a:gd name="connsiteX16" fmla="*/ 43442 w 143856"/>
                <a:gd name="connsiteY16" fmla="*/ 246954 h 246845"/>
                <a:gd name="connsiteX17" fmla="*/ 116433 w 143856"/>
                <a:gd name="connsiteY17" fmla="*/ 219527 h 246845"/>
                <a:gd name="connsiteX18" fmla="*/ 140173 w 143856"/>
                <a:gd name="connsiteY18" fmla="*/ 156936 h 246845"/>
                <a:gd name="connsiteX19" fmla="*/ 115724 w 143856"/>
                <a:gd name="connsiteY19" fmla="*/ 97862 h 246845"/>
                <a:gd name="connsiteX20" fmla="*/ 38127 w 143856"/>
                <a:gd name="connsiteY20" fmla="*/ 66919 h 246845"/>
                <a:gd name="connsiteX21" fmla="*/ 53008 w 143856"/>
                <a:gd name="connsiteY21" fmla="*/ 37030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08" y="37030"/>
                  </a:moveTo>
                  <a:lnTo>
                    <a:pt x="122457" y="37030"/>
                  </a:lnTo>
                  <a:cubicBezTo>
                    <a:pt x="128126" y="37030"/>
                    <a:pt x="129543" y="36327"/>
                    <a:pt x="130606" y="33865"/>
                  </a:cubicBezTo>
                  <a:lnTo>
                    <a:pt x="144070" y="2570"/>
                  </a:lnTo>
                  <a:lnTo>
                    <a:pt x="140882" y="109"/>
                  </a:lnTo>
                  <a:cubicBezTo>
                    <a:pt x="135567" y="7493"/>
                    <a:pt x="132023" y="9251"/>
                    <a:pt x="124582" y="9251"/>
                  </a:cubicBezTo>
                  <a:lnTo>
                    <a:pt x="50528" y="9251"/>
                  </a:lnTo>
                  <a:lnTo>
                    <a:pt x="11907" y="92588"/>
                  </a:lnTo>
                  <a:cubicBezTo>
                    <a:pt x="11552" y="93291"/>
                    <a:pt x="11552" y="93643"/>
                    <a:pt x="11552" y="94346"/>
                  </a:cubicBezTo>
                  <a:cubicBezTo>
                    <a:pt x="11552" y="96104"/>
                    <a:pt x="12970" y="97159"/>
                    <a:pt x="15804" y="97159"/>
                  </a:cubicBezTo>
                  <a:cubicBezTo>
                    <a:pt x="27143" y="97159"/>
                    <a:pt x="41316" y="99620"/>
                    <a:pt x="55843" y="104192"/>
                  </a:cubicBezTo>
                  <a:cubicBezTo>
                    <a:pt x="96591" y="117202"/>
                    <a:pt x="115370" y="139003"/>
                    <a:pt x="115370" y="173815"/>
                  </a:cubicBezTo>
                  <a:cubicBezTo>
                    <a:pt x="115370" y="207571"/>
                    <a:pt x="93756" y="233943"/>
                    <a:pt x="66119" y="233943"/>
                  </a:cubicBezTo>
                  <a:cubicBezTo>
                    <a:pt x="59032" y="233943"/>
                    <a:pt x="53008" y="231482"/>
                    <a:pt x="42379" y="223746"/>
                  </a:cubicBezTo>
                  <a:cubicBezTo>
                    <a:pt x="31040" y="215659"/>
                    <a:pt x="22891" y="212142"/>
                    <a:pt x="15450" y="212142"/>
                  </a:cubicBezTo>
                  <a:cubicBezTo>
                    <a:pt x="5174" y="212142"/>
                    <a:pt x="214" y="216362"/>
                    <a:pt x="214" y="225153"/>
                  </a:cubicBezTo>
                  <a:cubicBezTo>
                    <a:pt x="214" y="238515"/>
                    <a:pt x="16867" y="246954"/>
                    <a:pt x="43442" y="246954"/>
                  </a:cubicBezTo>
                  <a:cubicBezTo>
                    <a:pt x="73205" y="246954"/>
                    <a:pt x="98717" y="237460"/>
                    <a:pt x="116433" y="219527"/>
                  </a:cubicBezTo>
                  <a:cubicBezTo>
                    <a:pt x="132732" y="203703"/>
                    <a:pt x="140173" y="183660"/>
                    <a:pt x="140173" y="156936"/>
                  </a:cubicBezTo>
                  <a:cubicBezTo>
                    <a:pt x="140173" y="131619"/>
                    <a:pt x="133441" y="115444"/>
                    <a:pt x="115724" y="97862"/>
                  </a:cubicBezTo>
                  <a:cubicBezTo>
                    <a:pt x="100134" y="82390"/>
                    <a:pt x="79937" y="74303"/>
                    <a:pt x="38127" y="66919"/>
                  </a:cubicBezTo>
                  <a:lnTo>
                    <a:pt x="53008" y="370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9" name="Freeform: Shape 4428">
              <a:extLst>
                <a:ext uri="{FF2B5EF4-FFF2-40B4-BE49-F238E27FC236}">
                  <a16:creationId xmlns:a16="http://schemas.microsoft.com/office/drawing/2014/main" id="{859D2BB5-91DC-7306-68BB-2850D97DD992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421361" y="4654812"/>
              <a:ext cx="82203" cy="351631"/>
            </a:xfrm>
            <a:custGeom>
              <a:avLst/>
              <a:gdLst>
                <a:gd name="connsiteX0" fmla="*/ 82423 w 82203"/>
                <a:gd name="connsiteY0" fmla="*/ 175924 h 351631"/>
                <a:gd name="connsiteX1" fmla="*/ 59037 w 82203"/>
                <a:gd name="connsiteY1" fmla="*/ 66215 h 351631"/>
                <a:gd name="connsiteX2" fmla="*/ 3762 w 82203"/>
                <a:gd name="connsiteY2" fmla="*/ 109 h 351631"/>
                <a:gd name="connsiteX3" fmla="*/ 219 w 82203"/>
                <a:gd name="connsiteY3" fmla="*/ 3625 h 351631"/>
                <a:gd name="connsiteX4" fmla="*/ 6951 w 82203"/>
                <a:gd name="connsiteY4" fmla="*/ 11713 h 351631"/>
                <a:gd name="connsiteX5" fmla="*/ 61872 w 82203"/>
                <a:gd name="connsiteY5" fmla="*/ 175924 h 351631"/>
                <a:gd name="connsiteX6" fmla="*/ 4825 w 82203"/>
                <a:gd name="connsiteY6" fmla="*/ 342246 h 351631"/>
                <a:gd name="connsiteX7" fmla="*/ 219 w 82203"/>
                <a:gd name="connsiteY7" fmla="*/ 348224 h 351631"/>
                <a:gd name="connsiteX8" fmla="*/ 3762 w 82203"/>
                <a:gd name="connsiteY8" fmla="*/ 351740 h 351631"/>
                <a:gd name="connsiteX9" fmla="*/ 60100 w 82203"/>
                <a:gd name="connsiteY9" fmla="*/ 283172 h 351631"/>
                <a:gd name="connsiteX10" fmla="*/ 82423 w 82203"/>
                <a:gd name="connsiteY10" fmla="*/ 1759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3" y="175924"/>
                  </a:moveTo>
                  <a:cubicBezTo>
                    <a:pt x="82423" y="148497"/>
                    <a:pt x="78525" y="105950"/>
                    <a:pt x="59037" y="66215"/>
                  </a:cubicBezTo>
                  <a:cubicBezTo>
                    <a:pt x="37777" y="22965"/>
                    <a:pt x="7305" y="109"/>
                    <a:pt x="3762" y="109"/>
                  </a:cubicBezTo>
                  <a:cubicBezTo>
                    <a:pt x="1636" y="109"/>
                    <a:pt x="219" y="1515"/>
                    <a:pt x="219" y="3625"/>
                  </a:cubicBezTo>
                  <a:cubicBezTo>
                    <a:pt x="219" y="4680"/>
                    <a:pt x="219" y="5383"/>
                    <a:pt x="6951" y="11713"/>
                  </a:cubicBezTo>
                  <a:cubicBezTo>
                    <a:pt x="41675" y="46524"/>
                    <a:pt x="61872" y="102433"/>
                    <a:pt x="61872" y="175924"/>
                  </a:cubicBezTo>
                  <a:cubicBezTo>
                    <a:pt x="61872" y="236053"/>
                    <a:pt x="48762" y="297940"/>
                    <a:pt x="4825" y="342246"/>
                  </a:cubicBezTo>
                  <a:cubicBezTo>
                    <a:pt x="219" y="346465"/>
                    <a:pt x="219" y="347169"/>
                    <a:pt x="219" y="348224"/>
                  </a:cubicBezTo>
                  <a:cubicBezTo>
                    <a:pt x="219" y="350333"/>
                    <a:pt x="1636" y="351740"/>
                    <a:pt x="3762" y="351740"/>
                  </a:cubicBezTo>
                  <a:cubicBezTo>
                    <a:pt x="7305" y="351740"/>
                    <a:pt x="39195" y="327829"/>
                    <a:pt x="60100" y="283172"/>
                  </a:cubicBezTo>
                  <a:cubicBezTo>
                    <a:pt x="78171" y="244492"/>
                    <a:pt x="82423" y="205461"/>
                    <a:pt x="82423" y="1759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0" name="Freeform: Shape 4429">
              <a:extLst>
                <a:ext uri="{FF2B5EF4-FFF2-40B4-BE49-F238E27FC236}">
                  <a16:creationId xmlns:a16="http://schemas.microsoft.com/office/drawing/2014/main" id="{6E204DA9-55F0-E363-DA1F-3DE37EC965D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574233" y="4654812"/>
              <a:ext cx="82203" cy="351631"/>
            </a:xfrm>
            <a:custGeom>
              <a:avLst/>
              <a:gdLst>
                <a:gd name="connsiteX0" fmla="*/ 82426 w 82203"/>
                <a:gd name="connsiteY0" fmla="*/ 348224 h 351631"/>
                <a:gd name="connsiteX1" fmla="*/ 76403 w 82203"/>
                <a:gd name="connsiteY1" fmla="*/ 340488 h 351631"/>
                <a:gd name="connsiteX2" fmla="*/ 20774 w 82203"/>
                <a:gd name="connsiteY2" fmla="*/ 175924 h 351631"/>
                <a:gd name="connsiteX3" fmla="*/ 77820 w 82203"/>
                <a:gd name="connsiteY3" fmla="*/ 9603 h 351631"/>
                <a:gd name="connsiteX4" fmla="*/ 82426 w 82203"/>
                <a:gd name="connsiteY4" fmla="*/ 3625 h 351631"/>
                <a:gd name="connsiteX5" fmla="*/ 78883 w 82203"/>
                <a:gd name="connsiteY5" fmla="*/ 109 h 351631"/>
                <a:gd name="connsiteX6" fmla="*/ 22545 w 82203"/>
                <a:gd name="connsiteY6" fmla="*/ 68677 h 351631"/>
                <a:gd name="connsiteX7" fmla="*/ 223 w 82203"/>
                <a:gd name="connsiteY7" fmla="*/ 175924 h 351631"/>
                <a:gd name="connsiteX8" fmla="*/ 23608 w 82203"/>
                <a:gd name="connsiteY8" fmla="*/ 285633 h 351631"/>
                <a:gd name="connsiteX9" fmla="*/ 78883 w 82203"/>
                <a:gd name="connsiteY9" fmla="*/ 351740 h 351631"/>
                <a:gd name="connsiteX10" fmla="*/ 82426 w 82203"/>
                <a:gd name="connsiteY10" fmla="*/ 3482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6" y="348224"/>
                  </a:moveTo>
                  <a:cubicBezTo>
                    <a:pt x="82426" y="347169"/>
                    <a:pt x="82426" y="346465"/>
                    <a:pt x="76403" y="340488"/>
                  </a:cubicBezTo>
                  <a:cubicBezTo>
                    <a:pt x="32112" y="296182"/>
                    <a:pt x="20774" y="229724"/>
                    <a:pt x="20774" y="175924"/>
                  </a:cubicBezTo>
                  <a:cubicBezTo>
                    <a:pt x="20774" y="114740"/>
                    <a:pt x="34238" y="53557"/>
                    <a:pt x="77820" y="9603"/>
                  </a:cubicBezTo>
                  <a:cubicBezTo>
                    <a:pt x="82426" y="5383"/>
                    <a:pt x="82426" y="4680"/>
                    <a:pt x="82426" y="3625"/>
                  </a:cubicBezTo>
                  <a:cubicBezTo>
                    <a:pt x="82426" y="1164"/>
                    <a:pt x="81009" y="109"/>
                    <a:pt x="78883" y="109"/>
                  </a:cubicBezTo>
                  <a:cubicBezTo>
                    <a:pt x="75340" y="109"/>
                    <a:pt x="43450" y="24020"/>
                    <a:pt x="22545" y="68677"/>
                  </a:cubicBezTo>
                  <a:cubicBezTo>
                    <a:pt x="4475" y="107356"/>
                    <a:pt x="223" y="146387"/>
                    <a:pt x="223" y="175924"/>
                  </a:cubicBezTo>
                  <a:cubicBezTo>
                    <a:pt x="223" y="203352"/>
                    <a:pt x="4120" y="245899"/>
                    <a:pt x="23608" y="285633"/>
                  </a:cubicBezTo>
                  <a:cubicBezTo>
                    <a:pt x="44868" y="328884"/>
                    <a:pt x="75340" y="351740"/>
                    <a:pt x="78883" y="351740"/>
                  </a:cubicBezTo>
                  <a:cubicBezTo>
                    <a:pt x="81009" y="351740"/>
                    <a:pt x="82426" y="350685"/>
                    <a:pt x="82426" y="3482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1" name="Freeform: Shape 4430">
              <a:extLst>
                <a:ext uri="{FF2B5EF4-FFF2-40B4-BE49-F238E27FC236}">
                  <a16:creationId xmlns:a16="http://schemas.microsoft.com/office/drawing/2014/main" id="{0DC93F4F-02C6-9AD4-342F-E146E2152B9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667578" y="4763466"/>
              <a:ext cx="167950" cy="158937"/>
            </a:xfrm>
            <a:custGeom>
              <a:avLst/>
              <a:gdLst>
                <a:gd name="connsiteX0" fmla="*/ 152233 w 167950"/>
                <a:gd name="connsiteY0" fmla="*/ 116147 h 158937"/>
                <a:gd name="connsiteX1" fmla="*/ 144437 w 167950"/>
                <a:gd name="connsiteY1" fmla="*/ 125641 h 158937"/>
                <a:gd name="connsiteX2" fmla="*/ 128138 w 167950"/>
                <a:gd name="connsiteY2" fmla="*/ 139706 h 158937"/>
                <a:gd name="connsiteX3" fmla="*/ 117154 w 167950"/>
                <a:gd name="connsiteY3" fmla="*/ 125289 h 158937"/>
                <a:gd name="connsiteX4" fmla="*/ 115737 w 167950"/>
                <a:gd name="connsiteY4" fmla="*/ 119312 h 158937"/>
                <a:gd name="connsiteX5" fmla="*/ 102981 w 167950"/>
                <a:gd name="connsiteY5" fmla="*/ 62347 h 158937"/>
                <a:gd name="connsiteX6" fmla="*/ 137705 w 167950"/>
                <a:gd name="connsiteY6" fmla="*/ 19800 h 158937"/>
                <a:gd name="connsiteX7" fmla="*/ 146209 w 167950"/>
                <a:gd name="connsiteY7" fmla="*/ 22613 h 158937"/>
                <a:gd name="connsiteX8" fmla="*/ 155776 w 167950"/>
                <a:gd name="connsiteY8" fmla="*/ 25778 h 158937"/>
                <a:gd name="connsiteX9" fmla="*/ 168177 w 167950"/>
                <a:gd name="connsiteY9" fmla="*/ 13119 h 158937"/>
                <a:gd name="connsiteX10" fmla="*/ 153650 w 167950"/>
                <a:gd name="connsiteY10" fmla="*/ 109 h 158937"/>
                <a:gd name="connsiteX11" fmla="*/ 100147 w 167950"/>
                <a:gd name="connsiteY11" fmla="*/ 50392 h 158937"/>
                <a:gd name="connsiteX12" fmla="*/ 96249 w 167950"/>
                <a:gd name="connsiteY12" fmla="*/ 31052 h 158937"/>
                <a:gd name="connsiteX13" fmla="*/ 77824 w 167950"/>
                <a:gd name="connsiteY13" fmla="*/ 109 h 158937"/>
                <a:gd name="connsiteX14" fmla="*/ 36368 w 167950"/>
                <a:gd name="connsiteY14" fmla="*/ 10306 h 158937"/>
                <a:gd name="connsiteX15" fmla="*/ 32470 w 167950"/>
                <a:gd name="connsiteY15" fmla="*/ 11713 h 158937"/>
                <a:gd name="connsiteX16" fmla="*/ 33888 w 167950"/>
                <a:gd name="connsiteY16" fmla="*/ 16987 h 158937"/>
                <a:gd name="connsiteX17" fmla="*/ 53730 w 167950"/>
                <a:gd name="connsiteY17" fmla="*/ 13119 h 158937"/>
                <a:gd name="connsiteX18" fmla="*/ 69675 w 167950"/>
                <a:gd name="connsiteY18" fmla="*/ 37382 h 158937"/>
                <a:gd name="connsiteX19" fmla="*/ 79950 w 167950"/>
                <a:gd name="connsiteY19" fmla="*/ 80632 h 158937"/>
                <a:gd name="connsiteX20" fmla="*/ 50895 w 167950"/>
                <a:gd name="connsiteY20" fmla="*/ 121773 h 158937"/>
                <a:gd name="connsiteX21" fmla="*/ 32825 w 167950"/>
                <a:gd name="connsiteY21" fmla="*/ 138651 h 158937"/>
                <a:gd name="connsiteX22" fmla="*/ 23612 w 167950"/>
                <a:gd name="connsiteY22" fmla="*/ 135487 h 158937"/>
                <a:gd name="connsiteX23" fmla="*/ 12274 w 167950"/>
                <a:gd name="connsiteY23" fmla="*/ 131970 h 158937"/>
                <a:gd name="connsiteX24" fmla="*/ 227 w 167950"/>
                <a:gd name="connsiteY24" fmla="*/ 144277 h 158937"/>
                <a:gd name="connsiteX25" fmla="*/ 17943 w 167950"/>
                <a:gd name="connsiteY25" fmla="*/ 159046 h 158937"/>
                <a:gd name="connsiteX26" fmla="*/ 50895 w 167950"/>
                <a:gd name="connsiteY26" fmla="*/ 134432 h 158937"/>
                <a:gd name="connsiteX27" fmla="*/ 82785 w 167950"/>
                <a:gd name="connsiteY27" fmla="*/ 93291 h 158937"/>
                <a:gd name="connsiteX28" fmla="*/ 93414 w 167950"/>
                <a:gd name="connsiteY28" fmla="*/ 135487 h 158937"/>
                <a:gd name="connsiteX29" fmla="*/ 113965 w 167950"/>
                <a:gd name="connsiteY29" fmla="*/ 159046 h 158937"/>
                <a:gd name="connsiteX30" fmla="*/ 157193 w 167950"/>
                <a:gd name="connsiteY30" fmla="*/ 118960 h 158937"/>
                <a:gd name="connsiteX31" fmla="*/ 152233 w 167950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33" y="116147"/>
                  </a:moveTo>
                  <a:cubicBezTo>
                    <a:pt x="149398" y="119312"/>
                    <a:pt x="147626" y="121421"/>
                    <a:pt x="144437" y="125641"/>
                  </a:cubicBezTo>
                  <a:cubicBezTo>
                    <a:pt x="136288" y="136190"/>
                    <a:pt x="132036" y="139706"/>
                    <a:pt x="128138" y="139706"/>
                  </a:cubicBezTo>
                  <a:cubicBezTo>
                    <a:pt x="122824" y="139706"/>
                    <a:pt x="119635" y="135135"/>
                    <a:pt x="117154" y="125289"/>
                  </a:cubicBezTo>
                  <a:cubicBezTo>
                    <a:pt x="116446" y="122476"/>
                    <a:pt x="116091" y="120367"/>
                    <a:pt x="115737" y="119312"/>
                  </a:cubicBezTo>
                  <a:cubicBezTo>
                    <a:pt x="106879" y="83797"/>
                    <a:pt x="102981" y="67622"/>
                    <a:pt x="102981" y="62347"/>
                  </a:cubicBezTo>
                  <a:cubicBezTo>
                    <a:pt x="118572" y="35272"/>
                    <a:pt x="131327" y="19800"/>
                    <a:pt x="137705" y="19800"/>
                  </a:cubicBezTo>
                  <a:cubicBezTo>
                    <a:pt x="139831" y="19800"/>
                    <a:pt x="142666" y="20855"/>
                    <a:pt x="146209" y="22613"/>
                  </a:cubicBezTo>
                  <a:cubicBezTo>
                    <a:pt x="150461" y="25075"/>
                    <a:pt x="152941" y="25778"/>
                    <a:pt x="155776" y="25778"/>
                  </a:cubicBezTo>
                  <a:cubicBezTo>
                    <a:pt x="163217" y="25778"/>
                    <a:pt x="168177" y="20503"/>
                    <a:pt x="168177" y="13119"/>
                  </a:cubicBezTo>
                  <a:cubicBezTo>
                    <a:pt x="168177" y="5735"/>
                    <a:pt x="162154" y="109"/>
                    <a:pt x="153650" y="109"/>
                  </a:cubicBezTo>
                  <a:cubicBezTo>
                    <a:pt x="138060" y="109"/>
                    <a:pt x="124595" y="12767"/>
                    <a:pt x="100147" y="50392"/>
                  </a:cubicBezTo>
                  <a:lnTo>
                    <a:pt x="96249" y="31052"/>
                  </a:lnTo>
                  <a:cubicBezTo>
                    <a:pt x="91288" y="7141"/>
                    <a:pt x="87391" y="109"/>
                    <a:pt x="77824" y="109"/>
                  </a:cubicBezTo>
                  <a:cubicBezTo>
                    <a:pt x="70029" y="109"/>
                    <a:pt x="57982" y="3273"/>
                    <a:pt x="36368" y="10306"/>
                  </a:cubicBezTo>
                  <a:lnTo>
                    <a:pt x="32470" y="11713"/>
                  </a:lnTo>
                  <a:lnTo>
                    <a:pt x="33888" y="16987"/>
                  </a:lnTo>
                  <a:cubicBezTo>
                    <a:pt x="47352" y="13822"/>
                    <a:pt x="50541" y="13119"/>
                    <a:pt x="53730" y="13119"/>
                  </a:cubicBezTo>
                  <a:cubicBezTo>
                    <a:pt x="62588" y="13119"/>
                    <a:pt x="64714" y="16284"/>
                    <a:pt x="69675" y="37382"/>
                  </a:cubicBezTo>
                  <a:lnTo>
                    <a:pt x="79950" y="80632"/>
                  </a:lnTo>
                  <a:lnTo>
                    <a:pt x="50895" y="121773"/>
                  </a:lnTo>
                  <a:cubicBezTo>
                    <a:pt x="43809" y="132322"/>
                    <a:pt x="36722" y="138651"/>
                    <a:pt x="32825" y="138651"/>
                  </a:cubicBezTo>
                  <a:cubicBezTo>
                    <a:pt x="30699" y="138651"/>
                    <a:pt x="27155" y="137596"/>
                    <a:pt x="23612" y="135487"/>
                  </a:cubicBezTo>
                  <a:cubicBezTo>
                    <a:pt x="19006" y="133025"/>
                    <a:pt x="15108" y="131970"/>
                    <a:pt x="12274" y="131970"/>
                  </a:cubicBezTo>
                  <a:cubicBezTo>
                    <a:pt x="5541" y="131970"/>
                    <a:pt x="227" y="137245"/>
                    <a:pt x="227" y="144277"/>
                  </a:cubicBezTo>
                  <a:cubicBezTo>
                    <a:pt x="227" y="153420"/>
                    <a:pt x="7313" y="159046"/>
                    <a:pt x="17943" y="159046"/>
                  </a:cubicBezTo>
                  <a:cubicBezTo>
                    <a:pt x="28927" y="159046"/>
                    <a:pt x="33179" y="155881"/>
                    <a:pt x="50895" y="134432"/>
                  </a:cubicBezTo>
                  <a:cubicBezTo>
                    <a:pt x="60462" y="123180"/>
                    <a:pt x="67903" y="113686"/>
                    <a:pt x="82785" y="93291"/>
                  </a:cubicBezTo>
                  <a:lnTo>
                    <a:pt x="93414" y="135487"/>
                  </a:lnTo>
                  <a:cubicBezTo>
                    <a:pt x="98021" y="153420"/>
                    <a:pt x="102627" y="159046"/>
                    <a:pt x="113965" y="159046"/>
                  </a:cubicBezTo>
                  <a:cubicBezTo>
                    <a:pt x="127430" y="159046"/>
                    <a:pt x="136642" y="150607"/>
                    <a:pt x="157193" y="118960"/>
                  </a:cubicBezTo>
                  <a:lnTo>
                    <a:pt x="152233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2" name="Freeform: Shape 4431">
              <a:extLst>
                <a:ext uri="{FF2B5EF4-FFF2-40B4-BE49-F238E27FC236}">
                  <a16:creationId xmlns:a16="http://schemas.microsoft.com/office/drawing/2014/main" id="{82DD8EC3-00D7-910A-C6AD-3A68ACC3430F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914921" y="4823595"/>
              <a:ext cx="216493" cy="14065"/>
            </a:xfrm>
            <a:custGeom>
              <a:avLst/>
              <a:gdLst>
                <a:gd name="connsiteX0" fmla="*/ 204325 w 216493"/>
                <a:gd name="connsiteY0" fmla="*/ 14174 h 14065"/>
                <a:gd name="connsiteX1" fmla="*/ 216726 w 216493"/>
                <a:gd name="connsiteY1" fmla="*/ 7141 h 14065"/>
                <a:gd name="connsiteX2" fmla="*/ 204325 w 216493"/>
                <a:gd name="connsiteY2" fmla="*/ 109 h 14065"/>
                <a:gd name="connsiteX3" fmla="*/ 12634 w 216493"/>
                <a:gd name="connsiteY3" fmla="*/ 109 h 14065"/>
                <a:gd name="connsiteX4" fmla="*/ 232 w 216493"/>
                <a:gd name="connsiteY4" fmla="*/ 7141 h 14065"/>
                <a:gd name="connsiteX5" fmla="*/ 12634 w 216493"/>
                <a:gd name="connsiteY5" fmla="*/ 14174 h 14065"/>
                <a:gd name="connsiteX6" fmla="*/ 204325 w 216493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5" y="14174"/>
                  </a:moveTo>
                  <a:cubicBezTo>
                    <a:pt x="210348" y="14174"/>
                    <a:pt x="216726" y="14174"/>
                    <a:pt x="216726" y="7141"/>
                  </a:cubicBezTo>
                  <a:cubicBezTo>
                    <a:pt x="216726" y="109"/>
                    <a:pt x="210348" y="109"/>
                    <a:pt x="204325" y="109"/>
                  </a:cubicBezTo>
                  <a:lnTo>
                    <a:pt x="12634" y="109"/>
                  </a:lnTo>
                  <a:cubicBezTo>
                    <a:pt x="6610" y="109"/>
                    <a:pt x="232" y="109"/>
                    <a:pt x="232" y="7141"/>
                  </a:cubicBezTo>
                  <a:cubicBezTo>
                    <a:pt x="232" y="14174"/>
                    <a:pt x="6610" y="14174"/>
                    <a:pt x="12634" y="14174"/>
                  </a:cubicBezTo>
                  <a:lnTo>
                    <a:pt x="204325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3" name="Freeform: Shape 4432">
              <a:extLst>
                <a:ext uri="{FF2B5EF4-FFF2-40B4-BE49-F238E27FC236}">
                  <a16:creationId xmlns:a16="http://schemas.microsoft.com/office/drawing/2014/main" id="{1D8444E9-76E2-4EB0-725C-BC3F2F81BD5F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218334" y="4685756"/>
              <a:ext cx="152006" cy="235592"/>
            </a:xfrm>
            <a:custGeom>
              <a:avLst/>
              <a:gdLst>
                <a:gd name="connsiteX0" fmla="*/ 152248 w 152006"/>
                <a:gd name="connsiteY0" fmla="*/ 109 h 235592"/>
                <a:gd name="connsiteX1" fmla="*/ 21147 w 152006"/>
                <a:gd name="connsiteY1" fmla="*/ 109 h 235592"/>
                <a:gd name="connsiteX2" fmla="*/ 241 w 152006"/>
                <a:gd name="connsiteY2" fmla="*/ 51799 h 235592"/>
                <a:gd name="connsiteX3" fmla="*/ 6265 w 152006"/>
                <a:gd name="connsiteY3" fmla="*/ 54612 h 235592"/>
                <a:gd name="connsiteX4" fmla="*/ 47367 w 152006"/>
                <a:gd name="connsiteY4" fmla="*/ 26129 h 235592"/>
                <a:gd name="connsiteX5" fmla="*/ 124256 w 152006"/>
                <a:gd name="connsiteY5" fmla="*/ 26129 h 235592"/>
                <a:gd name="connsiteX6" fmla="*/ 54099 w 152006"/>
                <a:gd name="connsiteY6" fmla="*/ 235702 h 235592"/>
                <a:gd name="connsiteX7" fmla="*/ 77130 w 152006"/>
                <a:gd name="connsiteY7" fmla="*/ 235702 h 235592"/>
                <a:gd name="connsiteX8" fmla="*/ 152248 w 152006"/>
                <a:gd name="connsiteY8" fmla="*/ 5735 h 235592"/>
                <a:gd name="connsiteX9" fmla="*/ 152248 w 152006"/>
                <a:gd name="connsiteY9" fmla="*/ 109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48" y="109"/>
                  </a:moveTo>
                  <a:lnTo>
                    <a:pt x="21147" y="109"/>
                  </a:lnTo>
                  <a:lnTo>
                    <a:pt x="241" y="51799"/>
                  </a:lnTo>
                  <a:lnTo>
                    <a:pt x="6265" y="54612"/>
                  </a:lnTo>
                  <a:cubicBezTo>
                    <a:pt x="21501" y="30701"/>
                    <a:pt x="27879" y="26129"/>
                    <a:pt x="47367" y="26129"/>
                  </a:cubicBezTo>
                  <a:lnTo>
                    <a:pt x="124256" y="26129"/>
                  </a:lnTo>
                  <a:lnTo>
                    <a:pt x="54099" y="235702"/>
                  </a:lnTo>
                  <a:lnTo>
                    <a:pt x="77130" y="235702"/>
                  </a:lnTo>
                  <a:lnTo>
                    <a:pt x="152248" y="5735"/>
                  </a:lnTo>
                  <a:lnTo>
                    <a:pt x="152248" y="10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4" name="Freeform: Shape 4433">
              <a:extLst>
                <a:ext uri="{FF2B5EF4-FFF2-40B4-BE49-F238E27FC236}">
                  <a16:creationId xmlns:a16="http://schemas.microsoft.com/office/drawing/2014/main" id="{B2EC872E-8477-539D-C93F-F8DA7BE6EC22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1409272" y="4654812"/>
              <a:ext cx="82203" cy="351631"/>
            </a:xfrm>
            <a:custGeom>
              <a:avLst/>
              <a:gdLst>
                <a:gd name="connsiteX0" fmla="*/ 82450 w 82203"/>
                <a:gd name="connsiteY0" fmla="*/ 175924 h 351631"/>
                <a:gd name="connsiteX1" fmla="*/ 59065 w 82203"/>
                <a:gd name="connsiteY1" fmla="*/ 66215 h 351631"/>
                <a:gd name="connsiteX2" fmla="*/ 3790 w 82203"/>
                <a:gd name="connsiteY2" fmla="*/ 109 h 351631"/>
                <a:gd name="connsiteX3" fmla="*/ 246 w 82203"/>
                <a:gd name="connsiteY3" fmla="*/ 3625 h 351631"/>
                <a:gd name="connsiteX4" fmla="*/ 6979 w 82203"/>
                <a:gd name="connsiteY4" fmla="*/ 11713 h 351631"/>
                <a:gd name="connsiteX5" fmla="*/ 61899 w 82203"/>
                <a:gd name="connsiteY5" fmla="*/ 175924 h 351631"/>
                <a:gd name="connsiteX6" fmla="*/ 4853 w 82203"/>
                <a:gd name="connsiteY6" fmla="*/ 342246 h 351631"/>
                <a:gd name="connsiteX7" fmla="*/ 246 w 82203"/>
                <a:gd name="connsiteY7" fmla="*/ 348224 h 351631"/>
                <a:gd name="connsiteX8" fmla="*/ 3790 w 82203"/>
                <a:gd name="connsiteY8" fmla="*/ 351740 h 351631"/>
                <a:gd name="connsiteX9" fmla="*/ 60128 w 82203"/>
                <a:gd name="connsiteY9" fmla="*/ 283172 h 351631"/>
                <a:gd name="connsiteX10" fmla="*/ 82450 w 82203"/>
                <a:gd name="connsiteY10" fmla="*/ 1759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0" y="175924"/>
                  </a:moveTo>
                  <a:cubicBezTo>
                    <a:pt x="82450" y="148497"/>
                    <a:pt x="78553" y="105950"/>
                    <a:pt x="59065" y="66215"/>
                  </a:cubicBezTo>
                  <a:cubicBezTo>
                    <a:pt x="37805" y="22965"/>
                    <a:pt x="7333" y="109"/>
                    <a:pt x="3790" y="109"/>
                  </a:cubicBezTo>
                  <a:cubicBezTo>
                    <a:pt x="1664" y="109"/>
                    <a:pt x="246" y="1515"/>
                    <a:pt x="246" y="3625"/>
                  </a:cubicBezTo>
                  <a:cubicBezTo>
                    <a:pt x="246" y="4680"/>
                    <a:pt x="246" y="5383"/>
                    <a:pt x="6979" y="11713"/>
                  </a:cubicBezTo>
                  <a:cubicBezTo>
                    <a:pt x="41703" y="46524"/>
                    <a:pt x="61899" y="102433"/>
                    <a:pt x="61899" y="175924"/>
                  </a:cubicBezTo>
                  <a:cubicBezTo>
                    <a:pt x="61899" y="236053"/>
                    <a:pt x="48789" y="297940"/>
                    <a:pt x="4853" y="342246"/>
                  </a:cubicBezTo>
                  <a:cubicBezTo>
                    <a:pt x="246" y="346465"/>
                    <a:pt x="246" y="347169"/>
                    <a:pt x="246" y="348224"/>
                  </a:cubicBezTo>
                  <a:cubicBezTo>
                    <a:pt x="246" y="350333"/>
                    <a:pt x="1664" y="351740"/>
                    <a:pt x="3790" y="351740"/>
                  </a:cubicBezTo>
                  <a:cubicBezTo>
                    <a:pt x="7333" y="351740"/>
                    <a:pt x="39222" y="327829"/>
                    <a:pt x="60128" y="283172"/>
                  </a:cubicBezTo>
                  <a:cubicBezTo>
                    <a:pt x="78198" y="244492"/>
                    <a:pt x="82450" y="205461"/>
                    <a:pt x="82450" y="1759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5" name="Freeform: Shape 4434">
              <a:extLst>
                <a:ext uri="{FF2B5EF4-FFF2-40B4-BE49-F238E27FC236}">
                  <a16:creationId xmlns:a16="http://schemas.microsoft.com/office/drawing/2014/main" id="{920E9D93-749D-B922-9854-25B18921C6C8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1562144" y="4654812"/>
              <a:ext cx="82203" cy="351631"/>
            </a:xfrm>
            <a:custGeom>
              <a:avLst/>
              <a:gdLst>
                <a:gd name="connsiteX0" fmla="*/ 82454 w 82203"/>
                <a:gd name="connsiteY0" fmla="*/ 348224 h 351631"/>
                <a:gd name="connsiteX1" fmla="*/ 76431 w 82203"/>
                <a:gd name="connsiteY1" fmla="*/ 340488 h 351631"/>
                <a:gd name="connsiteX2" fmla="*/ 20801 w 82203"/>
                <a:gd name="connsiteY2" fmla="*/ 175924 h 351631"/>
                <a:gd name="connsiteX3" fmla="*/ 77848 w 82203"/>
                <a:gd name="connsiteY3" fmla="*/ 9603 h 351631"/>
                <a:gd name="connsiteX4" fmla="*/ 82454 w 82203"/>
                <a:gd name="connsiteY4" fmla="*/ 3625 h 351631"/>
                <a:gd name="connsiteX5" fmla="*/ 78911 w 82203"/>
                <a:gd name="connsiteY5" fmla="*/ 109 h 351631"/>
                <a:gd name="connsiteX6" fmla="*/ 22573 w 82203"/>
                <a:gd name="connsiteY6" fmla="*/ 68677 h 351631"/>
                <a:gd name="connsiteX7" fmla="*/ 250 w 82203"/>
                <a:gd name="connsiteY7" fmla="*/ 175924 h 351631"/>
                <a:gd name="connsiteX8" fmla="*/ 23636 w 82203"/>
                <a:gd name="connsiteY8" fmla="*/ 285633 h 351631"/>
                <a:gd name="connsiteX9" fmla="*/ 78911 w 82203"/>
                <a:gd name="connsiteY9" fmla="*/ 351740 h 351631"/>
                <a:gd name="connsiteX10" fmla="*/ 82454 w 82203"/>
                <a:gd name="connsiteY10" fmla="*/ 3482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4" y="348224"/>
                  </a:moveTo>
                  <a:cubicBezTo>
                    <a:pt x="82454" y="347169"/>
                    <a:pt x="82454" y="346465"/>
                    <a:pt x="76431" y="340488"/>
                  </a:cubicBezTo>
                  <a:cubicBezTo>
                    <a:pt x="32140" y="296182"/>
                    <a:pt x="20801" y="229724"/>
                    <a:pt x="20801" y="175924"/>
                  </a:cubicBezTo>
                  <a:cubicBezTo>
                    <a:pt x="20801" y="114740"/>
                    <a:pt x="34266" y="53557"/>
                    <a:pt x="77848" y="9603"/>
                  </a:cubicBezTo>
                  <a:cubicBezTo>
                    <a:pt x="82454" y="5383"/>
                    <a:pt x="82454" y="4680"/>
                    <a:pt x="82454" y="3625"/>
                  </a:cubicBezTo>
                  <a:cubicBezTo>
                    <a:pt x="82454" y="1164"/>
                    <a:pt x="81037" y="109"/>
                    <a:pt x="78911" y="109"/>
                  </a:cubicBezTo>
                  <a:cubicBezTo>
                    <a:pt x="75368" y="109"/>
                    <a:pt x="43478" y="24020"/>
                    <a:pt x="22573" y="68677"/>
                  </a:cubicBezTo>
                  <a:cubicBezTo>
                    <a:pt x="4502" y="107356"/>
                    <a:pt x="250" y="146387"/>
                    <a:pt x="250" y="175924"/>
                  </a:cubicBezTo>
                  <a:cubicBezTo>
                    <a:pt x="250" y="203352"/>
                    <a:pt x="4148" y="245899"/>
                    <a:pt x="23636" y="285633"/>
                  </a:cubicBezTo>
                  <a:cubicBezTo>
                    <a:pt x="44895" y="328884"/>
                    <a:pt x="75368" y="351740"/>
                    <a:pt x="78911" y="351740"/>
                  </a:cubicBezTo>
                  <a:cubicBezTo>
                    <a:pt x="81037" y="351740"/>
                    <a:pt x="82454" y="350685"/>
                    <a:pt x="82454" y="3482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6" name="Freeform: Shape 4435">
              <a:extLst>
                <a:ext uri="{FF2B5EF4-FFF2-40B4-BE49-F238E27FC236}">
                  <a16:creationId xmlns:a16="http://schemas.microsoft.com/office/drawing/2014/main" id="{1EBB2924-15F4-A007-D9C8-F6DADF993735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1655489" y="4763466"/>
              <a:ext cx="167950" cy="158937"/>
            </a:xfrm>
            <a:custGeom>
              <a:avLst/>
              <a:gdLst>
                <a:gd name="connsiteX0" fmla="*/ 152260 w 167950"/>
                <a:gd name="connsiteY0" fmla="*/ 116147 h 158937"/>
                <a:gd name="connsiteX1" fmla="*/ 144465 w 167950"/>
                <a:gd name="connsiteY1" fmla="*/ 125641 h 158937"/>
                <a:gd name="connsiteX2" fmla="*/ 128166 w 167950"/>
                <a:gd name="connsiteY2" fmla="*/ 139706 h 158937"/>
                <a:gd name="connsiteX3" fmla="*/ 117182 w 167950"/>
                <a:gd name="connsiteY3" fmla="*/ 125289 h 158937"/>
                <a:gd name="connsiteX4" fmla="*/ 115765 w 167950"/>
                <a:gd name="connsiteY4" fmla="*/ 119312 h 158937"/>
                <a:gd name="connsiteX5" fmla="*/ 103009 w 167950"/>
                <a:gd name="connsiteY5" fmla="*/ 62347 h 158937"/>
                <a:gd name="connsiteX6" fmla="*/ 137733 w 167950"/>
                <a:gd name="connsiteY6" fmla="*/ 19800 h 158937"/>
                <a:gd name="connsiteX7" fmla="*/ 146237 w 167950"/>
                <a:gd name="connsiteY7" fmla="*/ 22613 h 158937"/>
                <a:gd name="connsiteX8" fmla="*/ 155804 w 167950"/>
                <a:gd name="connsiteY8" fmla="*/ 25778 h 158937"/>
                <a:gd name="connsiteX9" fmla="*/ 168205 w 167950"/>
                <a:gd name="connsiteY9" fmla="*/ 13119 h 158937"/>
                <a:gd name="connsiteX10" fmla="*/ 153678 w 167950"/>
                <a:gd name="connsiteY10" fmla="*/ 109 h 158937"/>
                <a:gd name="connsiteX11" fmla="*/ 100174 w 167950"/>
                <a:gd name="connsiteY11" fmla="*/ 50392 h 158937"/>
                <a:gd name="connsiteX12" fmla="*/ 96277 w 167950"/>
                <a:gd name="connsiteY12" fmla="*/ 31052 h 158937"/>
                <a:gd name="connsiteX13" fmla="*/ 77852 w 167950"/>
                <a:gd name="connsiteY13" fmla="*/ 109 h 158937"/>
                <a:gd name="connsiteX14" fmla="*/ 36395 w 167950"/>
                <a:gd name="connsiteY14" fmla="*/ 10306 h 158937"/>
                <a:gd name="connsiteX15" fmla="*/ 32498 w 167950"/>
                <a:gd name="connsiteY15" fmla="*/ 11713 h 158937"/>
                <a:gd name="connsiteX16" fmla="*/ 33915 w 167950"/>
                <a:gd name="connsiteY16" fmla="*/ 16987 h 158937"/>
                <a:gd name="connsiteX17" fmla="*/ 53757 w 167950"/>
                <a:gd name="connsiteY17" fmla="*/ 13119 h 158937"/>
                <a:gd name="connsiteX18" fmla="*/ 69702 w 167950"/>
                <a:gd name="connsiteY18" fmla="*/ 37382 h 158937"/>
                <a:gd name="connsiteX19" fmla="*/ 79978 w 167950"/>
                <a:gd name="connsiteY19" fmla="*/ 80632 h 158937"/>
                <a:gd name="connsiteX20" fmla="*/ 50923 w 167950"/>
                <a:gd name="connsiteY20" fmla="*/ 121773 h 158937"/>
                <a:gd name="connsiteX21" fmla="*/ 32852 w 167950"/>
                <a:gd name="connsiteY21" fmla="*/ 138651 h 158937"/>
                <a:gd name="connsiteX22" fmla="*/ 23640 w 167950"/>
                <a:gd name="connsiteY22" fmla="*/ 135487 h 158937"/>
                <a:gd name="connsiteX23" fmla="*/ 12301 w 167950"/>
                <a:gd name="connsiteY23" fmla="*/ 131970 h 158937"/>
                <a:gd name="connsiteX24" fmla="*/ 254 w 167950"/>
                <a:gd name="connsiteY24" fmla="*/ 144277 h 158937"/>
                <a:gd name="connsiteX25" fmla="*/ 17971 w 167950"/>
                <a:gd name="connsiteY25" fmla="*/ 159046 h 158937"/>
                <a:gd name="connsiteX26" fmla="*/ 50923 w 167950"/>
                <a:gd name="connsiteY26" fmla="*/ 134432 h 158937"/>
                <a:gd name="connsiteX27" fmla="*/ 82812 w 167950"/>
                <a:gd name="connsiteY27" fmla="*/ 93291 h 158937"/>
                <a:gd name="connsiteX28" fmla="*/ 93442 w 167950"/>
                <a:gd name="connsiteY28" fmla="*/ 135487 h 158937"/>
                <a:gd name="connsiteX29" fmla="*/ 113993 w 167950"/>
                <a:gd name="connsiteY29" fmla="*/ 159046 h 158937"/>
                <a:gd name="connsiteX30" fmla="*/ 157221 w 167950"/>
                <a:gd name="connsiteY30" fmla="*/ 118960 h 158937"/>
                <a:gd name="connsiteX31" fmla="*/ 152260 w 167950"/>
                <a:gd name="connsiteY31" fmla="*/ 116147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60" y="116147"/>
                  </a:moveTo>
                  <a:cubicBezTo>
                    <a:pt x="149426" y="119312"/>
                    <a:pt x="147654" y="121421"/>
                    <a:pt x="144465" y="125641"/>
                  </a:cubicBezTo>
                  <a:cubicBezTo>
                    <a:pt x="136316" y="136190"/>
                    <a:pt x="132064" y="139706"/>
                    <a:pt x="128166" y="139706"/>
                  </a:cubicBezTo>
                  <a:cubicBezTo>
                    <a:pt x="122851" y="139706"/>
                    <a:pt x="119662" y="135135"/>
                    <a:pt x="117182" y="125289"/>
                  </a:cubicBezTo>
                  <a:cubicBezTo>
                    <a:pt x="116473" y="122476"/>
                    <a:pt x="116119" y="120367"/>
                    <a:pt x="115765" y="119312"/>
                  </a:cubicBezTo>
                  <a:cubicBezTo>
                    <a:pt x="106906" y="83797"/>
                    <a:pt x="103009" y="67622"/>
                    <a:pt x="103009" y="62347"/>
                  </a:cubicBezTo>
                  <a:cubicBezTo>
                    <a:pt x="118599" y="35272"/>
                    <a:pt x="131355" y="19800"/>
                    <a:pt x="137733" y="19800"/>
                  </a:cubicBezTo>
                  <a:cubicBezTo>
                    <a:pt x="139859" y="19800"/>
                    <a:pt x="142693" y="20855"/>
                    <a:pt x="146237" y="22613"/>
                  </a:cubicBezTo>
                  <a:cubicBezTo>
                    <a:pt x="150489" y="25075"/>
                    <a:pt x="152969" y="25778"/>
                    <a:pt x="155804" y="25778"/>
                  </a:cubicBezTo>
                  <a:cubicBezTo>
                    <a:pt x="163244" y="25778"/>
                    <a:pt x="168205" y="20503"/>
                    <a:pt x="168205" y="13119"/>
                  </a:cubicBezTo>
                  <a:cubicBezTo>
                    <a:pt x="168205" y="5735"/>
                    <a:pt x="162181" y="109"/>
                    <a:pt x="153678" y="109"/>
                  </a:cubicBezTo>
                  <a:cubicBezTo>
                    <a:pt x="138087" y="109"/>
                    <a:pt x="124623" y="12767"/>
                    <a:pt x="100174" y="50392"/>
                  </a:cubicBezTo>
                  <a:lnTo>
                    <a:pt x="96277" y="31052"/>
                  </a:lnTo>
                  <a:cubicBezTo>
                    <a:pt x="91316" y="7141"/>
                    <a:pt x="87419" y="109"/>
                    <a:pt x="77852" y="109"/>
                  </a:cubicBezTo>
                  <a:cubicBezTo>
                    <a:pt x="70057" y="109"/>
                    <a:pt x="58009" y="3273"/>
                    <a:pt x="36395" y="10306"/>
                  </a:cubicBezTo>
                  <a:lnTo>
                    <a:pt x="32498" y="11713"/>
                  </a:lnTo>
                  <a:lnTo>
                    <a:pt x="33915" y="16987"/>
                  </a:lnTo>
                  <a:cubicBezTo>
                    <a:pt x="47380" y="13822"/>
                    <a:pt x="50569" y="13119"/>
                    <a:pt x="53757" y="13119"/>
                  </a:cubicBezTo>
                  <a:cubicBezTo>
                    <a:pt x="62616" y="13119"/>
                    <a:pt x="64742" y="16284"/>
                    <a:pt x="69702" y="37382"/>
                  </a:cubicBezTo>
                  <a:lnTo>
                    <a:pt x="79978" y="80632"/>
                  </a:lnTo>
                  <a:lnTo>
                    <a:pt x="50923" y="121773"/>
                  </a:lnTo>
                  <a:cubicBezTo>
                    <a:pt x="43836" y="132322"/>
                    <a:pt x="36750" y="138651"/>
                    <a:pt x="32852" y="138651"/>
                  </a:cubicBezTo>
                  <a:cubicBezTo>
                    <a:pt x="30726" y="138651"/>
                    <a:pt x="27183" y="137596"/>
                    <a:pt x="23640" y="135487"/>
                  </a:cubicBezTo>
                  <a:cubicBezTo>
                    <a:pt x="19033" y="133025"/>
                    <a:pt x="15136" y="131970"/>
                    <a:pt x="12301" y="131970"/>
                  </a:cubicBezTo>
                  <a:cubicBezTo>
                    <a:pt x="5569" y="131970"/>
                    <a:pt x="254" y="137245"/>
                    <a:pt x="254" y="144277"/>
                  </a:cubicBezTo>
                  <a:cubicBezTo>
                    <a:pt x="254" y="153420"/>
                    <a:pt x="7341" y="159046"/>
                    <a:pt x="17971" y="159046"/>
                  </a:cubicBezTo>
                  <a:cubicBezTo>
                    <a:pt x="28955" y="159046"/>
                    <a:pt x="33207" y="155881"/>
                    <a:pt x="50923" y="134432"/>
                  </a:cubicBezTo>
                  <a:cubicBezTo>
                    <a:pt x="60490" y="123180"/>
                    <a:pt x="67931" y="113686"/>
                    <a:pt x="82812" y="93291"/>
                  </a:cubicBezTo>
                  <a:lnTo>
                    <a:pt x="93442" y="135487"/>
                  </a:lnTo>
                  <a:cubicBezTo>
                    <a:pt x="98048" y="153420"/>
                    <a:pt x="102655" y="159046"/>
                    <a:pt x="113993" y="159046"/>
                  </a:cubicBezTo>
                  <a:cubicBezTo>
                    <a:pt x="127457" y="159046"/>
                    <a:pt x="136670" y="150607"/>
                    <a:pt x="157221" y="118960"/>
                  </a:cubicBezTo>
                  <a:lnTo>
                    <a:pt x="152260" y="11614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7" name="Freeform: Shape 4436">
              <a:extLst>
                <a:ext uri="{FF2B5EF4-FFF2-40B4-BE49-F238E27FC236}">
                  <a16:creationId xmlns:a16="http://schemas.microsoft.com/office/drawing/2014/main" id="{95EEA7EC-3F6B-86F3-23E5-461D1A0A0705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1902832" y="4823595"/>
              <a:ext cx="216493" cy="14065"/>
            </a:xfrm>
            <a:custGeom>
              <a:avLst/>
              <a:gdLst>
                <a:gd name="connsiteX0" fmla="*/ 204352 w 216493"/>
                <a:gd name="connsiteY0" fmla="*/ 14174 h 14065"/>
                <a:gd name="connsiteX1" fmla="*/ 216754 w 216493"/>
                <a:gd name="connsiteY1" fmla="*/ 7141 h 14065"/>
                <a:gd name="connsiteX2" fmla="*/ 204352 w 216493"/>
                <a:gd name="connsiteY2" fmla="*/ 109 h 14065"/>
                <a:gd name="connsiteX3" fmla="*/ 12661 w 216493"/>
                <a:gd name="connsiteY3" fmla="*/ 109 h 14065"/>
                <a:gd name="connsiteX4" fmla="*/ 260 w 216493"/>
                <a:gd name="connsiteY4" fmla="*/ 7141 h 14065"/>
                <a:gd name="connsiteX5" fmla="*/ 12661 w 216493"/>
                <a:gd name="connsiteY5" fmla="*/ 14174 h 14065"/>
                <a:gd name="connsiteX6" fmla="*/ 204352 w 216493"/>
                <a:gd name="connsiteY6" fmla="*/ 14174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2" y="14174"/>
                  </a:moveTo>
                  <a:cubicBezTo>
                    <a:pt x="210376" y="14174"/>
                    <a:pt x="216754" y="14174"/>
                    <a:pt x="216754" y="7141"/>
                  </a:cubicBezTo>
                  <a:cubicBezTo>
                    <a:pt x="216754" y="109"/>
                    <a:pt x="210376" y="109"/>
                    <a:pt x="204352" y="109"/>
                  </a:cubicBezTo>
                  <a:lnTo>
                    <a:pt x="12661" y="109"/>
                  </a:lnTo>
                  <a:cubicBezTo>
                    <a:pt x="6638" y="109"/>
                    <a:pt x="260" y="109"/>
                    <a:pt x="260" y="7141"/>
                  </a:cubicBezTo>
                  <a:cubicBezTo>
                    <a:pt x="260" y="14174"/>
                    <a:pt x="6638" y="14174"/>
                    <a:pt x="12661" y="14174"/>
                  </a:cubicBezTo>
                  <a:lnTo>
                    <a:pt x="204352" y="14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8" name="Freeform: Shape 4437">
              <a:extLst>
                <a:ext uri="{FF2B5EF4-FFF2-40B4-BE49-F238E27FC236}">
                  <a16:creationId xmlns:a16="http://schemas.microsoft.com/office/drawing/2014/main" id="{E9D49D2A-314F-3EE7-58EC-71215CFEC154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2238489" y="4680833"/>
              <a:ext cx="100274" cy="237702"/>
            </a:xfrm>
            <a:custGeom>
              <a:avLst/>
              <a:gdLst>
                <a:gd name="connsiteX0" fmla="*/ 64048 w 100274"/>
                <a:gd name="connsiteY0" fmla="*/ 109 h 237702"/>
                <a:gd name="connsiteX1" fmla="*/ 269 w 100274"/>
                <a:gd name="connsiteY1" fmla="*/ 32107 h 237702"/>
                <a:gd name="connsiteX2" fmla="*/ 269 w 100274"/>
                <a:gd name="connsiteY2" fmla="*/ 37030 h 237702"/>
                <a:gd name="connsiteX3" fmla="*/ 9836 w 100274"/>
                <a:gd name="connsiteY3" fmla="*/ 33162 h 237702"/>
                <a:gd name="connsiteX4" fmla="*/ 25781 w 100274"/>
                <a:gd name="connsiteY4" fmla="*/ 29294 h 237702"/>
                <a:gd name="connsiteX5" fmla="*/ 36410 w 100274"/>
                <a:gd name="connsiteY5" fmla="*/ 45821 h 237702"/>
                <a:gd name="connsiteX6" fmla="*/ 36410 w 100274"/>
                <a:gd name="connsiteY6" fmla="*/ 205110 h 237702"/>
                <a:gd name="connsiteX7" fmla="*/ 27907 w 100274"/>
                <a:gd name="connsiteY7" fmla="*/ 227966 h 237702"/>
                <a:gd name="connsiteX8" fmla="*/ 2749 w 100274"/>
                <a:gd name="connsiteY8" fmla="*/ 232537 h 237702"/>
                <a:gd name="connsiteX9" fmla="*/ 2749 w 100274"/>
                <a:gd name="connsiteY9" fmla="*/ 237811 h 237702"/>
                <a:gd name="connsiteX10" fmla="*/ 100544 w 100274"/>
                <a:gd name="connsiteY10" fmla="*/ 237811 h 237702"/>
                <a:gd name="connsiteX11" fmla="*/ 100544 w 100274"/>
                <a:gd name="connsiteY11" fmla="*/ 232537 h 237702"/>
                <a:gd name="connsiteX12" fmla="*/ 66883 w 100274"/>
                <a:gd name="connsiteY12" fmla="*/ 211791 h 237702"/>
                <a:gd name="connsiteX13" fmla="*/ 66883 w 100274"/>
                <a:gd name="connsiteY13" fmla="*/ 812 h 237702"/>
                <a:gd name="connsiteX14" fmla="*/ 64048 w 100274"/>
                <a:gd name="connsiteY14" fmla="*/ 109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8" y="109"/>
                  </a:moveTo>
                  <a:lnTo>
                    <a:pt x="269" y="32107"/>
                  </a:lnTo>
                  <a:lnTo>
                    <a:pt x="269" y="37030"/>
                  </a:lnTo>
                  <a:cubicBezTo>
                    <a:pt x="4521" y="35272"/>
                    <a:pt x="8419" y="33865"/>
                    <a:pt x="9836" y="33162"/>
                  </a:cubicBezTo>
                  <a:cubicBezTo>
                    <a:pt x="16214" y="30701"/>
                    <a:pt x="22237" y="29294"/>
                    <a:pt x="25781" y="29294"/>
                  </a:cubicBezTo>
                  <a:cubicBezTo>
                    <a:pt x="33222" y="29294"/>
                    <a:pt x="36410" y="34569"/>
                    <a:pt x="36410" y="45821"/>
                  </a:cubicBezTo>
                  <a:lnTo>
                    <a:pt x="36410" y="205110"/>
                  </a:lnTo>
                  <a:cubicBezTo>
                    <a:pt x="36410" y="216714"/>
                    <a:pt x="33576" y="224801"/>
                    <a:pt x="27907" y="227966"/>
                  </a:cubicBezTo>
                  <a:cubicBezTo>
                    <a:pt x="22592" y="231130"/>
                    <a:pt x="17631" y="232185"/>
                    <a:pt x="2749" y="232537"/>
                  </a:cubicBezTo>
                  <a:lnTo>
                    <a:pt x="2749" y="237811"/>
                  </a:lnTo>
                  <a:lnTo>
                    <a:pt x="100544" y="237811"/>
                  </a:lnTo>
                  <a:lnTo>
                    <a:pt x="100544" y="232537"/>
                  </a:lnTo>
                  <a:cubicBezTo>
                    <a:pt x="72552" y="232185"/>
                    <a:pt x="66883" y="228669"/>
                    <a:pt x="66883" y="211791"/>
                  </a:cubicBezTo>
                  <a:lnTo>
                    <a:pt x="66883" y="812"/>
                  </a:lnTo>
                  <a:lnTo>
                    <a:pt x="64048" y="10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9" name="Freeform: Shape 4438">
              <a:extLst>
                <a:ext uri="{FF2B5EF4-FFF2-40B4-BE49-F238E27FC236}">
                  <a16:creationId xmlns:a16="http://schemas.microsoft.com/office/drawing/2014/main" id="{5B0FC00E-F01B-FC42-112F-4A9CD64E2607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2392223" y="4680833"/>
              <a:ext cx="137833" cy="242625"/>
            </a:xfrm>
            <a:custGeom>
              <a:avLst/>
              <a:gdLst>
                <a:gd name="connsiteX0" fmla="*/ 39250 w 137833"/>
                <a:gd name="connsiteY0" fmla="*/ 121773 h 242625"/>
                <a:gd name="connsiteX1" fmla="*/ 76809 w 137833"/>
                <a:gd name="connsiteY1" fmla="*/ 125641 h 242625"/>
                <a:gd name="connsiteX2" fmla="*/ 112596 w 137833"/>
                <a:gd name="connsiteY2" fmla="*/ 177682 h 242625"/>
                <a:gd name="connsiteX3" fmla="*/ 66179 w 137833"/>
                <a:gd name="connsiteY3" fmla="*/ 230075 h 242625"/>
                <a:gd name="connsiteX4" fmla="*/ 36415 w 137833"/>
                <a:gd name="connsiteY4" fmla="*/ 219175 h 242625"/>
                <a:gd name="connsiteX5" fmla="*/ 13739 w 137833"/>
                <a:gd name="connsiteY5" fmla="*/ 210384 h 242625"/>
                <a:gd name="connsiteX6" fmla="*/ 274 w 137833"/>
                <a:gd name="connsiteY6" fmla="*/ 222691 h 242625"/>
                <a:gd name="connsiteX7" fmla="*/ 40313 w 137833"/>
                <a:gd name="connsiteY7" fmla="*/ 242734 h 242625"/>
                <a:gd name="connsiteX8" fmla="*/ 112241 w 137833"/>
                <a:gd name="connsiteY8" fmla="*/ 219175 h 242625"/>
                <a:gd name="connsiteX9" fmla="*/ 138107 w 137833"/>
                <a:gd name="connsiteY9" fmla="*/ 160804 h 242625"/>
                <a:gd name="connsiteX10" fmla="*/ 122162 w 137833"/>
                <a:gd name="connsiteY10" fmla="*/ 115444 h 242625"/>
                <a:gd name="connsiteX11" fmla="*/ 92753 w 137833"/>
                <a:gd name="connsiteY11" fmla="*/ 96807 h 242625"/>
                <a:gd name="connsiteX12" fmla="*/ 126060 w 137833"/>
                <a:gd name="connsiteY12" fmla="*/ 48282 h 242625"/>
                <a:gd name="connsiteX13" fmla="*/ 70785 w 137833"/>
                <a:gd name="connsiteY13" fmla="*/ 109 h 242625"/>
                <a:gd name="connsiteX14" fmla="*/ 24723 w 137833"/>
                <a:gd name="connsiteY14" fmla="*/ 17339 h 242625"/>
                <a:gd name="connsiteX15" fmla="*/ 983 w 137833"/>
                <a:gd name="connsiteY15" fmla="*/ 57073 h 242625"/>
                <a:gd name="connsiteX16" fmla="*/ 6298 w 137833"/>
                <a:gd name="connsiteY16" fmla="*/ 58480 h 242625"/>
                <a:gd name="connsiteX17" fmla="*/ 59092 w 137833"/>
                <a:gd name="connsiteY17" fmla="*/ 21207 h 242625"/>
                <a:gd name="connsiteX18" fmla="*/ 98068 w 137833"/>
                <a:gd name="connsiteY18" fmla="*/ 58831 h 242625"/>
                <a:gd name="connsiteX19" fmla="*/ 83895 w 137833"/>
                <a:gd name="connsiteY19" fmla="*/ 92939 h 242625"/>
                <a:gd name="connsiteX20" fmla="*/ 39250 w 137833"/>
                <a:gd name="connsiteY20" fmla="*/ 117202 h 242625"/>
                <a:gd name="connsiteX21" fmla="*/ 39250 w 137833"/>
                <a:gd name="connsiteY21" fmla="*/ 121773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0" y="121773"/>
                  </a:moveTo>
                  <a:cubicBezTo>
                    <a:pt x="60155" y="121773"/>
                    <a:pt x="68305" y="122476"/>
                    <a:pt x="76809" y="125641"/>
                  </a:cubicBezTo>
                  <a:cubicBezTo>
                    <a:pt x="98777" y="133377"/>
                    <a:pt x="112596" y="153420"/>
                    <a:pt x="112596" y="177682"/>
                  </a:cubicBezTo>
                  <a:cubicBezTo>
                    <a:pt x="112596" y="207219"/>
                    <a:pt x="92399" y="230075"/>
                    <a:pt x="66179" y="230075"/>
                  </a:cubicBezTo>
                  <a:cubicBezTo>
                    <a:pt x="56612" y="230075"/>
                    <a:pt x="49526" y="227614"/>
                    <a:pt x="36415" y="219175"/>
                  </a:cubicBezTo>
                  <a:cubicBezTo>
                    <a:pt x="25786" y="212846"/>
                    <a:pt x="19762" y="210384"/>
                    <a:pt x="13739" y="210384"/>
                  </a:cubicBezTo>
                  <a:cubicBezTo>
                    <a:pt x="5589" y="210384"/>
                    <a:pt x="274" y="215307"/>
                    <a:pt x="274" y="222691"/>
                  </a:cubicBezTo>
                  <a:cubicBezTo>
                    <a:pt x="274" y="234998"/>
                    <a:pt x="15510" y="242734"/>
                    <a:pt x="40313" y="242734"/>
                  </a:cubicBezTo>
                  <a:cubicBezTo>
                    <a:pt x="67596" y="242734"/>
                    <a:pt x="95588" y="233592"/>
                    <a:pt x="112241" y="219175"/>
                  </a:cubicBezTo>
                  <a:cubicBezTo>
                    <a:pt x="128895" y="204758"/>
                    <a:pt x="138107" y="184363"/>
                    <a:pt x="138107" y="160804"/>
                  </a:cubicBezTo>
                  <a:cubicBezTo>
                    <a:pt x="138107" y="142871"/>
                    <a:pt x="132438" y="126344"/>
                    <a:pt x="122162" y="115444"/>
                  </a:cubicBezTo>
                  <a:cubicBezTo>
                    <a:pt x="115076" y="107708"/>
                    <a:pt x="108344" y="103488"/>
                    <a:pt x="92753" y="96807"/>
                  </a:cubicBezTo>
                  <a:cubicBezTo>
                    <a:pt x="117202" y="80281"/>
                    <a:pt x="126060" y="67270"/>
                    <a:pt x="126060" y="48282"/>
                  </a:cubicBezTo>
                  <a:cubicBezTo>
                    <a:pt x="126060" y="19800"/>
                    <a:pt x="103383" y="109"/>
                    <a:pt x="70785" y="109"/>
                  </a:cubicBezTo>
                  <a:cubicBezTo>
                    <a:pt x="53069" y="109"/>
                    <a:pt x="37478" y="6086"/>
                    <a:pt x="24723" y="17339"/>
                  </a:cubicBezTo>
                  <a:cubicBezTo>
                    <a:pt x="14093" y="26833"/>
                    <a:pt x="8778" y="35975"/>
                    <a:pt x="983" y="57073"/>
                  </a:cubicBezTo>
                  <a:lnTo>
                    <a:pt x="6298" y="58480"/>
                  </a:lnTo>
                  <a:cubicBezTo>
                    <a:pt x="20825" y="32810"/>
                    <a:pt x="36770" y="21207"/>
                    <a:pt x="59092" y="21207"/>
                  </a:cubicBezTo>
                  <a:cubicBezTo>
                    <a:pt x="82124" y="21207"/>
                    <a:pt x="98068" y="36678"/>
                    <a:pt x="98068" y="58831"/>
                  </a:cubicBezTo>
                  <a:cubicBezTo>
                    <a:pt x="98068" y="71490"/>
                    <a:pt x="92753" y="84149"/>
                    <a:pt x="83895" y="92939"/>
                  </a:cubicBezTo>
                  <a:cubicBezTo>
                    <a:pt x="73265" y="103488"/>
                    <a:pt x="63344" y="108763"/>
                    <a:pt x="39250" y="117202"/>
                  </a:cubicBezTo>
                  <a:lnTo>
                    <a:pt x="39250" y="12177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0" name="Freeform: Shape 4439">
              <a:extLst>
                <a:ext uri="{FF2B5EF4-FFF2-40B4-BE49-F238E27FC236}">
                  <a16:creationId xmlns:a16="http://schemas.microsoft.com/office/drawing/2014/main" id="{3DC588C5-C5F7-8C09-D56A-CB0F3E07C207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2575011" y="4654812"/>
              <a:ext cx="82203" cy="351631"/>
            </a:xfrm>
            <a:custGeom>
              <a:avLst/>
              <a:gdLst>
                <a:gd name="connsiteX0" fmla="*/ 82483 w 82203"/>
                <a:gd name="connsiteY0" fmla="*/ 175924 h 351631"/>
                <a:gd name="connsiteX1" fmla="*/ 59097 w 82203"/>
                <a:gd name="connsiteY1" fmla="*/ 66215 h 351631"/>
                <a:gd name="connsiteX2" fmla="*/ 3822 w 82203"/>
                <a:gd name="connsiteY2" fmla="*/ 109 h 351631"/>
                <a:gd name="connsiteX3" fmla="*/ 279 w 82203"/>
                <a:gd name="connsiteY3" fmla="*/ 3625 h 351631"/>
                <a:gd name="connsiteX4" fmla="*/ 7011 w 82203"/>
                <a:gd name="connsiteY4" fmla="*/ 11713 h 351631"/>
                <a:gd name="connsiteX5" fmla="*/ 61932 w 82203"/>
                <a:gd name="connsiteY5" fmla="*/ 175924 h 351631"/>
                <a:gd name="connsiteX6" fmla="*/ 4885 w 82203"/>
                <a:gd name="connsiteY6" fmla="*/ 342246 h 351631"/>
                <a:gd name="connsiteX7" fmla="*/ 279 w 82203"/>
                <a:gd name="connsiteY7" fmla="*/ 348224 h 351631"/>
                <a:gd name="connsiteX8" fmla="*/ 3822 w 82203"/>
                <a:gd name="connsiteY8" fmla="*/ 351740 h 351631"/>
                <a:gd name="connsiteX9" fmla="*/ 60160 w 82203"/>
                <a:gd name="connsiteY9" fmla="*/ 283172 h 351631"/>
                <a:gd name="connsiteX10" fmla="*/ 82483 w 82203"/>
                <a:gd name="connsiteY10" fmla="*/ 175924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3" y="175924"/>
                  </a:moveTo>
                  <a:cubicBezTo>
                    <a:pt x="82483" y="148497"/>
                    <a:pt x="78585" y="105950"/>
                    <a:pt x="59097" y="66215"/>
                  </a:cubicBezTo>
                  <a:cubicBezTo>
                    <a:pt x="37838" y="22965"/>
                    <a:pt x="7366" y="109"/>
                    <a:pt x="3822" y="109"/>
                  </a:cubicBezTo>
                  <a:cubicBezTo>
                    <a:pt x="1696" y="109"/>
                    <a:pt x="279" y="1515"/>
                    <a:pt x="279" y="3625"/>
                  </a:cubicBezTo>
                  <a:cubicBezTo>
                    <a:pt x="279" y="4680"/>
                    <a:pt x="279" y="5383"/>
                    <a:pt x="7011" y="11713"/>
                  </a:cubicBezTo>
                  <a:cubicBezTo>
                    <a:pt x="41735" y="46524"/>
                    <a:pt x="61932" y="102433"/>
                    <a:pt x="61932" y="175924"/>
                  </a:cubicBezTo>
                  <a:cubicBezTo>
                    <a:pt x="61932" y="236053"/>
                    <a:pt x="48822" y="297940"/>
                    <a:pt x="4885" y="342246"/>
                  </a:cubicBezTo>
                  <a:cubicBezTo>
                    <a:pt x="279" y="346465"/>
                    <a:pt x="279" y="347169"/>
                    <a:pt x="279" y="348224"/>
                  </a:cubicBezTo>
                  <a:cubicBezTo>
                    <a:pt x="279" y="350333"/>
                    <a:pt x="1696" y="351740"/>
                    <a:pt x="3822" y="351740"/>
                  </a:cubicBezTo>
                  <a:cubicBezTo>
                    <a:pt x="7366" y="351740"/>
                    <a:pt x="39255" y="327829"/>
                    <a:pt x="60160" y="283172"/>
                  </a:cubicBezTo>
                  <a:cubicBezTo>
                    <a:pt x="78231" y="244492"/>
                    <a:pt x="82483" y="205461"/>
                    <a:pt x="82483" y="175924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1" name="Freeform: Shape 4440">
              <a:extLst>
                <a:ext uri="{FF2B5EF4-FFF2-40B4-BE49-F238E27FC236}">
                  <a16:creationId xmlns:a16="http://schemas.microsoft.com/office/drawing/2014/main" id="{BE51AAF0-A9C3-6428-C022-0046C63B4799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525620" y="5062184"/>
              <a:ext cx="4204890" cy="14114"/>
            </a:xfrm>
            <a:custGeom>
              <a:avLst/>
              <a:gdLst>
                <a:gd name="connsiteX0" fmla="*/ 0 w 4204890"/>
                <a:gd name="connsiteY0" fmla="*/ 0 h 14114"/>
                <a:gd name="connsiteX1" fmla="*/ 4204891 w 4204890"/>
                <a:gd name="connsiteY1" fmla="*/ 0 h 14114"/>
                <a:gd name="connsiteX2" fmla="*/ 4204891 w 4204890"/>
                <a:gd name="connsiteY2" fmla="*/ 14115 h 14114"/>
                <a:gd name="connsiteX3" fmla="*/ 0 w 4204890"/>
                <a:gd name="connsiteY3" fmla="*/ 14115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890" h="14114">
                  <a:moveTo>
                    <a:pt x="0" y="0"/>
                  </a:moveTo>
                  <a:lnTo>
                    <a:pt x="4204891" y="0"/>
                  </a:lnTo>
                  <a:lnTo>
                    <a:pt x="4204891" y="14115"/>
                  </a:lnTo>
                  <a:lnTo>
                    <a:pt x="0" y="141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3" name="Freeform: Shape 4442">
              <a:extLst>
                <a:ext uri="{FF2B5EF4-FFF2-40B4-BE49-F238E27FC236}">
                  <a16:creationId xmlns:a16="http://schemas.microsoft.com/office/drawing/2014/main" id="{293F8836-C09E-1884-8D45-74411C195ED2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560699" y="5135879"/>
              <a:ext cx="82203" cy="351631"/>
            </a:xfrm>
            <a:custGeom>
              <a:avLst/>
              <a:gdLst>
                <a:gd name="connsiteX0" fmla="*/ 82370 w 82203"/>
                <a:gd name="connsiteY0" fmla="*/ 348237 h 351631"/>
                <a:gd name="connsiteX1" fmla="*/ 76346 w 82203"/>
                <a:gd name="connsiteY1" fmla="*/ 340501 h 351631"/>
                <a:gd name="connsiteX2" fmla="*/ 20717 w 82203"/>
                <a:gd name="connsiteY2" fmla="*/ 175938 h 351631"/>
                <a:gd name="connsiteX3" fmla="*/ 77764 w 82203"/>
                <a:gd name="connsiteY3" fmla="*/ 9616 h 351631"/>
                <a:gd name="connsiteX4" fmla="*/ 82370 w 82203"/>
                <a:gd name="connsiteY4" fmla="*/ 3639 h 351631"/>
                <a:gd name="connsiteX5" fmla="*/ 78827 w 82203"/>
                <a:gd name="connsiteY5" fmla="*/ 122 h 351631"/>
                <a:gd name="connsiteX6" fmla="*/ 22489 w 82203"/>
                <a:gd name="connsiteY6" fmla="*/ 68690 h 351631"/>
                <a:gd name="connsiteX7" fmla="*/ 166 w 82203"/>
                <a:gd name="connsiteY7" fmla="*/ 175938 h 351631"/>
                <a:gd name="connsiteX8" fmla="*/ 23552 w 82203"/>
                <a:gd name="connsiteY8" fmla="*/ 285647 h 351631"/>
                <a:gd name="connsiteX9" fmla="*/ 78827 w 82203"/>
                <a:gd name="connsiteY9" fmla="*/ 351753 h 351631"/>
                <a:gd name="connsiteX10" fmla="*/ 82370 w 82203"/>
                <a:gd name="connsiteY10" fmla="*/ 34823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0" y="348237"/>
                  </a:moveTo>
                  <a:cubicBezTo>
                    <a:pt x="82370" y="347182"/>
                    <a:pt x="82370" y="346479"/>
                    <a:pt x="76346" y="340501"/>
                  </a:cubicBezTo>
                  <a:cubicBezTo>
                    <a:pt x="32056" y="296196"/>
                    <a:pt x="20717" y="229737"/>
                    <a:pt x="20717" y="175938"/>
                  </a:cubicBezTo>
                  <a:cubicBezTo>
                    <a:pt x="20717" y="114754"/>
                    <a:pt x="34182" y="53570"/>
                    <a:pt x="77764" y="9616"/>
                  </a:cubicBezTo>
                  <a:cubicBezTo>
                    <a:pt x="82370" y="5397"/>
                    <a:pt x="82370" y="4694"/>
                    <a:pt x="82370" y="3639"/>
                  </a:cubicBezTo>
                  <a:cubicBezTo>
                    <a:pt x="82370" y="1177"/>
                    <a:pt x="80953" y="122"/>
                    <a:pt x="78827" y="122"/>
                  </a:cubicBezTo>
                  <a:cubicBezTo>
                    <a:pt x="75283" y="122"/>
                    <a:pt x="43394" y="24033"/>
                    <a:pt x="22489" y="68690"/>
                  </a:cubicBezTo>
                  <a:cubicBezTo>
                    <a:pt x="4418" y="107370"/>
                    <a:pt x="166" y="146401"/>
                    <a:pt x="166" y="175938"/>
                  </a:cubicBezTo>
                  <a:cubicBezTo>
                    <a:pt x="166" y="203365"/>
                    <a:pt x="4064" y="245912"/>
                    <a:pt x="23552" y="285647"/>
                  </a:cubicBezTo>
                  <a:cubicBezTo>
                    <a:pt x="44811" y="328897"/>
                    <a:pt x="75283" y="351753"/>
                    <a:pt x="78827" y="351753"/>
                  </a:cubicBezTo>
                  <a:cubicBezTo>
                    <a:pt x="80953" y="351753"/>
                    <a:pt x="82370" y="350699"/>
                    <a:pt x="82370" y="3482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4" name="Freeform: Shape 4443">
              <a:extLst>
                <a:ext uri="{FF2B5EF4-FFF2-40B4-BE49-F238E27FC236}">
                  <a16:creationId xmlns:a16="http://schemas.microsoft.com/office/drawing/2014/main" id="{898F9354-8586-C77C-0576-9F3BD7898C83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678846" y="5161899"/>
              <a:ext cx="137833" cy="242625"/>
            </a:xfrm>
            <a:custGeom>
              <a:avLst/>
              <a:gdLst>
                <a:gd name="connsiteX0" fmla="*/ 39146 w 137833"/>
                <a:gd name="connsiteY0" fmla="*/ 121787 h 242625"/>
                <a:gd name="connsiteX1" fmla="*/ 76705 w 137833"/>
                <a:gd name="connsiteY1" fmla="*/ 125655 h 242625"/>
                <a:gd name="connsiteX2" fmla="*/ 112492 w 137833"/>
                <a:gd name="connsiteY2" fmla="*/ 177696 h 242625"/>
                <a:gd name="connsiteX3" fmla="*/ 66075 w 137833"/>
                <a:gd name="connsiteY3" fmla="*/ 230089 h 242625"/>
                <a:gd name="connsiteX4" fmla="*/ 36311 w 137833"/>
                <a:gd name="connsiteY4" fmla="*/ 219189 h 242625"/>
                <a:gd name="connsiteX5" fmla="*/ 13635 w 137833"/>
                <a:gd name="connsiteY5" fmla="*/ 210398 h 242625"/>
                <a:gd name="connsiteX6" fmla="*/ 170 w 137833"/>
                <a:gd name="connsiteY6" fmla="*/ 222705 h 242625"/>
                <a:gd name="connsiteX7" fmla="*/ 40209 w 137833"/>
                <a:gd name="connsiteY7" fmla="*/ 242748 h 242625"/>
                <a:gd name="connsiteX8" fmla="*/ 112137 w 137833"/>
                <a:gd name="connsiteY8" fmla="*/ 219189 h 242625"/>
                <a:gd name="connsiteX9" fmla="*/ 138003 w 137833"/>
                <a:gd name="connsiteY9" fmla="*/ 160818 h 242625"/>
                <a:gd name="connsiteX10" fmla="*/ 122058 w 137833"/>
                <a:gd name="connsiteY10" fmla="*/ 115457 h 242625"/>
                <a:gd name="connsiteX11" fmla="*/ 92649 w 137833"/>
                <a:gd name="connsiteY11" fmla="*/ 96821 h 242625"/>
                <a:gd name="connsiteX12" fmla="*/ 125956 w 137833"/>
                <a:gd name="connsiteY12" fmla="*/ 48296 h 242625"/>
                <a:gd name="connsiteX13" fmla="*/ 70681 w 137833"/>
                <a:gd name="connsiteY13" fmla="*/ 122 h 242625"/>
                <a:gd name="connsiteX14" fmla="*/ 24619 w 137833"/>
                <a:gd name="connsiteY14" fmla="*/ 17352 h 242625"/>
                <a:gd name="connsiteX15" fmla="*/ 879 w 137833"/>
                <a:gd name="connsiteY15" fmla="*/ 57087 h 242625"/>
                <a:gd name="connsiteX16" fmla="*/ 6194 w 137833"/>
                <a:gd name="connsiteY16" fmla="*/ 58493 h 242625"/>
                <a:gd name="connsiteX17" fmla="*/ 58988 w 137833"/>
                <a:gd name="connsiteY17" fmla="*/ 21220 h 242625"/>
                <a:gd name="connsiteX18" fmla="*/ 97964 w 137833"/>
                <a:gd name="connsiteY18" fmla="*/ 58845 h 242625"/>
                <a:gd name="connsiteX19" fmla="*/ 83791 w 137833"/>
                <a:gd name="connsiteY19" fmla="*/ 92953 h 242625"/>
                <a:gd name="connsiteX20" fmla="*/ 39146 w 137833"/>
                <a:gd name="connsiteY20" fmla="*/ 117215 h 242625"/>
                <a:gd name="connsiteX21" fmla="*/ 39146 w 137833"/>
                <a:gd name="connsiteY21" fmla="*/ 121787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46" y="121787"/>
                  </a:moveTo>
                  <a:cubicBezTo>
                    <a:pt x="60051" y="121787"/>
                    <a:pt x="68201" y="122490"/>
                    <a:pt x="76705" y="125655"/>
                  </a:cubicBezTo>
                  <a:cubicBezTo>
                    <a:pt x="98673" y="133391"/>
                    <a:pt x="112492" y="153433"/>
                    <a:pt x="112492" y="177696"/>
                  </a:cubicBezTo>
                  <a:cubicBezTo>
                    <a:pt x="112492" y="207233"/>
                    <a:pt x="92295" y="230089"/>
                    <a:pt x="66075" y="230089"/>
                  </a:cubicBezTo>
                  <a:cubicBezTo>
                    <a:pt x="56508" y="230089"/>
                    <a:pt x="49422" y="227628"/>
                    <a:pt x="36311" y="219189"/>
                  </a:cubicBezTo>
                  <a:cubicBezTo>
                    <a:pt x="25682" y="212859"/>
                    <a:pt x="19658" y="210398"/>
                    <a:pt x="13635" y="210398"/>
                  </a:cubicBezTo>
                  <a:cubicBezTo>
                    <a:pt x="5485" y="210398"/>
                    <a:pt x="170" y="215321"/>
                    <a:pt x="170" y="222705"/>
                  </a:cubicBezTo>
                  <a:cubicBezTo>
                    <a:pt x="170" y="235012"/>
                    <a:pt x="15406" y="242748"/>
                    <a:pt x="40209" y="242748"/>
                  </a:cubicBezTo>
                  <a:cubicBezTo>
                    <a:pt x="67492" y="242748"/>
                    <a:pt x="95484" y="233605"/>
                    <a:pt x="112137" y="219189"/>
                  </a:cubicBezTo>
                  <a:cubicBezTo>
                    <a:pt x="128791" y="204772"/>
                    <a:pt x="138003" y="184377"/>
                    <a:pt x="138003" y="160818"/>
                  </a:cubicBezTo>
                  <a:cubicBezTo>
                    <a:pt x="138003" y="142885"/>
                    <a:pt x="132334" y="126358"/>
                    <a:pt x="122058" y="115457"/>
                  </a:cubicBezTo>
                  <a:cubicBezTo>
                    <a:pt x="114972" y="107721"/>
                    <a:pt x="108240" y="103502"/>
                    <a:pt x="92649" y="96821"/>
                  </a:cubicBezTo>
                  <a:cubicBezTo>
                    <a:pt x="117098" y="80294"/>
                    <a:pt x="125956" y="67284"/>
                    <a:pt x="125956" y="48296"/>
                  </a:cubicBezTo>
                  <a:cubicBezTo>
                    <a:pt x="125956" y="19814"/>
                    <a:pt x="103279" y="122"/>
                    <a:pt x="70681" y="122"/>
                  </a:cubicBezTo>
                  <a:cubicBezTo>
                    <a:pt x="52965" y="122"/>
                    <a:pt x="37374" y="6100"/>
                    <a:pt x="24619" y="17352"/>
                  </a:cubicBezTo>
                  <a:cubicBezTo>
                    <a:pt x="13989" y="26846"/>
                    <a:pt x="8674" y="35989"/>
                    <a:pt x="879" y="57087"/>
                  </a:cubicBezTo>
                  <a:lnTo>
                    <a:pt x="6194" y="58493"/>
                  </a:lnTo>
                  <a:cubicBezTo>
                    <a:pt x="20721" y="32824"/>
                    <a:pt x="36666" y="21220"/>
                    <a:pt x="58988" y="21220"/>
                  </a:cubicBezTo>
                  <a:cubicBezTo>
                    <a:pt x="82020" y="21220"/>
                    <a:pt x="97964" y="36692"/>
                    <a:pt x="97964" y="58845"/>
                  </a:cubicBezTo>
                  <a:cubicBezTo>
                    <a:pt x="97964" y="71503"/>
                    <a:pt x="92649" y="84162"/>
                    <a:pt x="83791" y="92953"/>
                  </a:cubicBezTo>
                  <a:cubicBezTo>
                    <a:pt x="73161" y="103502"/>
                    <a:pt x="63240" y="108776"/>
                    <a:pt x="39146" y="117215"/>
                  </a:cubicBezTo>
                  <a:lnTo>
                    <a:pt x="39146" y="12178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5" name="Freeform: Shape 4444">
              <a:extLst>
                <a:ext uri="{FF2B5EF4-FFF2-40B4-BE49-F238E27FC236}">
                  <a16:creationId xmlns:a16="http://schemas.microsoft.com/office/drawing/2014/main" id="{00ED8846-67FF-77C5-DF69-B0D6690717FE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920243" y="5304662"/>
              <a:ext cx="216493" cy="14065"/>
            </a:xfrm>
            <a:custGeom>
              <a:avLst/>
              <a:gdLst>
                <a:gd name="connsiteX0" fmla="*/ 204269 w 216493"/>
                <a:gd name="connsiteY0" fmla="*/ 14188 h 14065"/>
                <a:gd name="connsiteX1" fmla="*/ 216670 w 216493"/>
                <a:gd name="connsiteY1" fmla="*/ 7155 h 14065"/>
                <a:gd name="connsiteX2" fmla="*/ 204269 w 216493"/>
                <a:gd name="connsiteY2" fmla="*/ 122 h 14065"/>
                <a:gd name="connsiteX3" fmla="*/ 12578 w 216493"/>
                <a:gd name="connsiteY3" fmla="*/ 122 h 14065"/>
                <a:gd name="connsiteX4" fmla="*/ 176 w 216493"/>
                <a:gd name="connsiteY4" fmla="*/ 7155 h 14065"/>
                <a:gd name="connsiteX5" fmla="*/ 12578 w 216493"/>
                <a:gd name="connsiteY5" fmla="*/ 14188 h 14065"/>
                <a:gd name="connsiteX6" fmla="*/ 204269 w 216493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69" y="14188"/>
                  </a:moveTo>
                  <a:cubicBezTo>
                    <a:pt x="210292" y="14188"/>
                    <a:pt x="216670" y="14188"/>
                    <a:pt x="216670" y="7155"/>
                  </a:cubicBezTo>
                  <a:cubicBezTo>
                    <a:pt x="216670" y="122"/>
                    <a:pt x="210292" y="122"/>
                    <a:pt x="204269" y="122"/>
                  </a:cubicBezTo>
                  <a:lnTo>
                    <a:pt x="12578" y="122"/>
                  </a:lnTo>
                  <a:cubicBezTo>
                    <a:pt x="6554" y="122"/>
                    <a:pt x="176" y="122"/>
                    <a:pt x="176" y="7155"/>
                  </a:cubicBezTo>
                  <a:cubicBezTo>
                    <a:pt x="176" y="14188"/>
                    <a:pt x="6554" y="14188"/>
                    <a:pt x="12578" y="14188"/>
                  </a:cubicBezTo>
                  <a:lnTo>
                    <a:pt x="204269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6" name="Freeform: Shape 4445">
              <a:extLst>
                <a:ext uri="{FF2B5EF4-FFF2-40B4-BE49-F238E27FC236}">
                  <a16:creationId xmlns:a16="http://schemas.microsoft.com/office/drawing/2014/main" id="{437A4D2E-2002-DC0B-E04B-0B699BEA71FE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255900" y="5161899"/>
              <a:ext cx="100274" cy="237702"/>
            </a:xfrm>
            <a:custGeom>
              <a:avLst/>
              <a:gdLst>
                <a:gd name="connsiteX0" fmla="*/ 63964 w 100274"/>
                <a:gd name="connsiteY0" fmla="*/ 122 h 237702"/>
                <a:gd name="connsiteX1" fmla="*/ 186 w 100274"/>
                <a:gd name="connsiteY1" fmla="*/ 32121 h 237702"/>
                <a:gd name="connsiteX2" fmla="*/ 186 w 100274"/>
                <a:gd name="connsiteY2" fmla="*/ 37044 h 237702"/>
                <a:gd name="connsiteX3" fmla="*/ 9752 w 100274"/>
                <a:gd name="connsiteY3" fmla="*/ 33176 h 237702"/>
                <a:gd name="connsiteX4" fmla="*/ 25697 w 100274"/>
                <a:gd name="connsiteY4" fmla="*/ 29308 h 237702"/>
                <a:gd name="connsiteX5" fmla="*/ 36327 w 100274"/>
                <a:gd name="connsiteY5" fmla="*/ 45834 h 237702"/>
                <a:gd name="connsiteX6" fmla="*/ 36327 w 100274"/>
                <a:gd name="connsiteY6" fmla="*/ 205123 h 237702"/>
                <a:gd name="connsiteX7" fmla="*/ 27823 w 100274"/>
                <a:gd name="connsiteY7" fmla="*/ 227979 h 237702"/>
                <a:gd name="connsiteX8" fmla="*/ 2666 w 100274"/>
                <a:gd name="connsiteY8" fmla="*/ 232550 h 237702"/>
                <a:gd name="connsiteX9" fmla="*/ 2666 w 100274"/>
                <a:gd name="connsiteY9" fmla="*/ 237825 h 237702"/>
                <a:gd name="connsiteX10" fmla="*/ 100460 w 100274"/>
                <a:gd name="connsiteY10" fmla="*/ 237825 h 237702"/>
                <a:gd name="connsiteX11" fmla="*/ 100460 w 100274"/>
                <a:gd name="connsiteY11" fmla="*/ 232550 h 237702"/>
                <a:gd name="connsiteX12" fmla="*/ 66799 w 100274"/>
                <a:gd name="connsiteY12" fmla="*/ 211804 h 237702"/>
                <a:gd name="connsiteX13" fmla="*/ 66799 w 100274"/>
                <a:gd name="connsiteY13" fmla="*/ 826 h 237702"/>
                <a:gd name="connsiteX14" fmla="*/ 63964 w 100274"/>
                <a:gd name="connsiteY14" fmla="*/ 122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4" y="122"/>
                  </a:moveTo>
                  <a:lnTo>
                    <a:pt x="186" y="32121"/>
                  </a:lnTo>
                  <a:lnTo>
                    <a:pt x="186" y="37044"/>
                  </a:lnTo>
                  <a:cubicBezTo>
                    <a:pt x="4438" y="35285"/>
                    <a:pt x="8335" y="33879"/>
                    <a:pt x="9752" y="33176"/>
                  </a:cubicBezTo>
                  <a:cubicBezTo>
                    <a:pt x="16130" y="30714"/>
                    <a:pt x="22154" y="29308"/>
                    <a:pt x="25697" y="29308"/>
                  </a:cubicBezTo>
                  <a:cubicBezTo>
                    <a:pt x="33138" y="29308"/>
                    <a:pt x="36327" y="34582"/>
                    <a:pt x="36327" y="45834"/>
                  </a:cubicBezTo>
                  <a:lnTo>
                    <a:pt x="36327" y="205123"/>
                  </a:lnTo>
                  <a:cubicBezTo>
                    <a:pt x="36327" y="216727"/>
                    <a:pt x="33492" y="224815"/>
                    <a:pt x="27823" y="227979"/>
                  </a:cubicBezTo>
                  <a:cubicBezTo>
                    <a:pt x="22508" y="231144"/>
                    <a:pt x="17548" y="232199"/>
                    <a:pt x="2666" y="232550"/>
                  </a:cubicBezTo>
                  <a:lnTo>
                    <a:pt x="2666" y="237825"/>
                  </a:lnTo>
                  <a:lnTo>
                    <a:pt x="100460" y="237825"/>
                  </a:lnTo>
                  <a:lnTo>
                    <a:pt x="100460" y="232550"/>
                  </a:lnTo>
                  <a:cubicBezTo>
                    <a:pt x="72468" y="232199"/>
                    <a:pt x="66799" y="228683"/>
                    <a:pt x="66799" y="211804"/>
                  </a:cubicBezTo>
                  <a:lnTo>
                    <a:pt x="66799" y="826"/>
                  </a:lnTo>
                  <a:lnTo>
                    <a:pt x="63964" y="12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7" name="Freeform: Shape 4446">
              <a:extLst>
                <a:ext uri="{FF2B5EF4-FFF2-40B4-BE49-F238E27FC236}">
                  <a16:creationId xmlns:a16="http://schemas.microsoft.com/office/drawing/2014/main" id="{3332295D-077E-3785-FAEA-D3D78DFD479C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414594" y="5135879"/>
              <a:ext cx="82203" cy="351631"/>
            </a:xfrm>
            <a:custGeom>
              <a:avLst/>
              <a:gdLst>
                <a:gd name="connsiteX0" fmla="*/ 82394 w 82203"/>
                <a:gd name="connsiteY0" fmla="*/ 175938 h 351631"/>
                <a:gd name="connsiteX1" fmla="*/ 59009 w 82203"/>
                <a:gd name="connsiteY1" fmla="*/ 66229 h 351631"/>
                <a:gd name="connsiteX2" fmla="*/ 3734 w 82203"/>
                <a:gd name="connsiteY2" fmla="*/ 122 h 351631"/>
                <a:gd name="connsiteX3" fmla="*/ 191 w 82203"/>
                <a:gd name="connsiteY3" fmla="*/ 3639 h 351631"/>
                <a:gd name="connsiteX4" fmla="*/ 6923 w 82203"/>
                <a:gd name="connsiteY4" fmla="*/ 11726 h 351631"/>
                <a:gd name="connsiteX5" fmla="*/ 61843 w 82203"/>
                <a:gd name="connsiteY5" fmla="*/ 175938 h 351631"/>
                <a:gd name="connsiteX6" fmla="*/ 4797 w 82203"/>
                <a:gd name="connsiteY6" fmla="*/ 342259 h 351631"/>
                <a:gd name="connsiteX7" fmla="*/ 191 w 82203"/>
                <a:gd name="connsiteY7" fmla="*/ 348237 h 351631"/>
                <a:gd name="connsiteX8" fmla="*/ 3734 w 82203"/>
                <a:gd name="connsiteY8" fmla="*/ 351753 h 351631"/>
                <a:gd name="connsiteX9" fmla="*/ 60072 w 82203"/>
                <a:gd name="connsiteY9" fmla="*/ 283185 h 351631"/>
                <a:gd name="connsiteX10" fmla="*/ 82394 w 82203"/>
                <a:gd name="connsiteY10" fmla="*/ 175938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4" y="175938"/>
                  </a:moveTo>
                  <a:cubicBezTo>
                    <a:pt x="82394" y="148511"/>
                    <a:pt x="78497" y="105963"/>
                    <a:pt x="59009" y="66229"/>
                  </a:cubicBezTo>
                  <a:cubicBezTo>
                    <a:pt x="37749" y="22978"/>
                    <a:pt x="7277" y="122"/>
                    <a:pt x="3734" y="122"/>
                  </a:cubicBezTo>
                  <a:cubicBezTo>
                    <a:pt x="1608" y="122"/>
                    <a:pt x="191" y="1529"/>
                    <a:pt x="191" y="3639"/>
                  </a:cubicBezTo>
                  <a:cubicBezTo>
                    <a:pt x="191" y="4694"/>
                    <a:pt x="191" y="5397"/>
                    <a:pt x="6923" y="11726"/>
                  </a:cubicBezTo>
                  <a:cubicBezTo>
                    <a:pt x="41647" y="46538"/>
                    <a:pt x="61843" y="102447"/>
                    <a:pt x="61843" y="175938"/>
                  </a:cubicBezTo>
                  <a:cubicBezTo>
                    <a:pt x="61843" y="236067"/>
                    <a:pt x="48733" y="297954"/>
                    <a:pt x="4797" y="342259"/>
                  </a:cubicBezTo>
                  <a:cubicBezTo>
                    <a:pt x="191" y="346479"/>
                    <a:pt x="191" y="347182"/>
                    <a:pt x="191" y="348237"/>
                  </a:cubicBezTo>
                  <a:cubicBezTo>
                    <a:pt x="191" y="350347"/>
                    <a:pt x="1608" y="351753"/>
                    <a:pt x="3734" y="351753"/>
                  </a:cubicBezTo>
                  <a:cubicBezTo>
                    <a:pt x="7277" y="351753"/>
                    <a:pt x="39167" y="327843"/>
                    <a:pt x="60072" y="283185"/>
                  </a:cubicBezTo>
                  <a:cubicBezTo>
                    <a:pt x="78142" y="244506"/>
                    <a:pt x="82394" y="205475"/>
                    <a:pt x="82394" y="17593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8" name="Freeform: Shape 4447">
              <a:extLst>
                <a:ext uri="{FF2B5EF4-FFF2-40B4-BE49-F238E27FC236}">
                  <a16:creationId xmlns:a16="http://schemas.microsoft.com/office/drawing/2014/main" id="{A3509196-4433-6751-D813-4E5E0878078B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567466" y="5135879"/>
              <a:ext cx="82203" cy="351631"/>
            </a:xfrm>
            <a:custGeom>
              <a:avLst/>
              <a:gdLst>
                <a:gd name="connsiteX0" fmla="*/ 82398 w 82203"/>
                <a:gd name="connsiteY0" fmla="*/ 348237 h 351631"/>
                <a:gd name="connsiteX1" fmla="*/ 76375 w 82203"/>
                <a:gd name="connsiteY1" fmla="*/ 340501 h 351631"/>
                <a:gd name="connsiteX2" fmla="*/ 20745 w 82203"/>
                <a:gd name="connsiteY2" fmla="*/ 175938 h 351631"/>
                <a:gd name="connsiteX3" fmla="*/ 77792 w 82203"/>
                <a:gd name="connsiteY3" fmla="*/ 9616 h 351631"/>
                <a:gd name="connsiteX4" fmla="*/ 82398 w 82203"/>
                <a:gd name="connsiteY4" fmla="*/ 3639 h 351631"/>
                <a:gd name="connsiteX5" fmla="*/ 78855 w 82203"/>
                <a:gd name="connsiteY5" fmla="*/ 122 h 351631"/>
                <a:gd name="connsiteX6" fmla="*/ 22517 w 82203"/>
                <a:gd name="connsiteY6" fmla="*/ 68690 h 351631"/>
                <a:gd name="connsiteX7" fmla="*/ 194 w 82203"/>
                <a:gd name="connsiteY7" fmla="*/ 175938 h 351631"/>
                <a:gd name="connsiteX8" fmla="*/ 23580 w 82203"/>
                <a:gd name="connsiteY8" fmla="*/ 285647 h 351631"/>
                <a:gd name="connsiteX9" fmla="*/ 78855 w 82203"/>
                <a:gd name="connsiteY9" fmla="*/ 351753 h 351631"/>
                <a:gd name="connsiteX10" fmla="*/ 82398 w 82203"/>
                <a:gd name="connsiteY10" fmla="*/ 34823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8" y="348237"/>
                  </a:moveTo>
                  <a:cubicBezTo>
                    <a:pt x="82398" y="347182"/>
                    <a:pt x="82398" y="346479"/>
                    <a:pt x="76375" y="340501"/>
                  </a:cubicBezTo>
                  <a:cubicBezTo>
                    <a:pt x="32084" y="296196"/>
                    <a:pt x="20745" y="229737"/>
                    <a:pt x="20745" y="175938"/>
                  </a:cubicBezTo>
                  <a:cubicBezTo>
                    <a:pt x="20745" y="114754"/>
                    <a:pt x="34210" y="53570"/>
                    <a:pt x="77792" y="9616"/>
                  </a:cubicBezTo>
                  <a:cubicBezTo>
                    <a:pt x="82398" y="5397"/>
                    <a:pt x="82398" y="4694"/>
                    <a:pt x="82398" y="3639"/>
                  </a:cubicBezTo>
                  <a:cubicBezTo>
                    <a:pt x="82398" y="1177"/>
                    <a:pt x="80981" y="122"/>
                    <a:pt x="78855" y="122"/>
                  </a:cubicBezTo>
                  <a:cubicBezTo>
                    <a:pt x="75312" y="122"/>
                    <a:pt x="43422" y="24033"/>
                    <a:pt x="22517" y="68690"/>
                  </a:cubicBezTo>
                  <a:cubicBezTo>
                    <a:pt x="4446" y="107370"/>
                    <a:pt x="194" y="146401"/>
                    <a:pt x="194" y="175938"/>
                  </a:cubicBezTo>
                  <a:cubicBezTo>
                    <a:pt x="194" y="203365"/>
                    <a:pt x="4092" y="245912"/>
                    <a:pt x="23580" y="285647"/>
                  </a:cubicBezTo>
                  <a:cubicBezTo>
                    <a:pt x="44840" y="328897"/>
                    <a:pt x="75312" y="351753"/>
                    <a:pt x="78855" y="351753"/>
                  </a:cubicBezTo>
                  <a:cubicBezTo>
                    <a:pt x="80981" y="351753"/>
                    <a:pt x="82398" y="350699"/>
                    <a:pt x="82398" y="3482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9" name="Freeform: Shape 4448">
              <a:extLst>
                <a:ext uri="{FF2B5EF4-FFF2-40B4-BE49-F238E27FC236}">
                  <a16:creationId xmlns:a16="http://schemas.microsoft.com/office/drawing/2014/main" id="{CA34D75F-1F08-33F1-D2BE-0225CE3046BC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685613" y="5161899"/>
              <a:ext cx="137833" cy="242625"/>
            </a:xfrm>
            <a:custGeom>
              <a:avLst/>
              <a:gdLst>
                <a:gd name="connsiteX0" fmla="*/ 39174 w 137833"/>
                <a:gd name="connsiteY0" fmla="*/ 121787 h 242625"/>
                <a:gd name="connsiteX1" fmla="*/ 76733 w 137833"/>
                <a:gd name="connsiteY1" fmla="*/ 125655 h 242625"/>
                <a:gd name="connsiteX2" fmla="*/ 112520 w 137833"/>
                <a:gd name="connsiteY2" fmla="*/ 177696 h 242625"/>
                <a:gd name="connsiteX3" fmla="*/ 66103 w 137833"/>
                <a:gd name="connsiteY3" fmla="*/ 230089 h 242625"/>
                <a:gd name="connsiteX4" fmla="*/ 36340 w 137833"/>
                <a:gd name="connsiteY4" fmla="*/ 219189 h 242625"/>
                <a:gd name="connsiteX5" fmla="*/ 13663 w 137833"/>
                <a:gd name="connsiteY5" fmla="*/ 210398 h 242625"/>
                <a:gd name="connsiteX6" fmla="*/ 198 w 137833"/>
                <a:gd name="connsiteY6" fmla="*/ 222705 h 242625"/>
                <a:gd name="connsiteX7" fmla="*/ 40237 w 137833"/>
                <a:gd name="connsiteY7" fmla="*/ 242748 h 242625"/>
                <a:gd name="connsiteX8" fmla="*/ 112166 w 137833"/>
                <a:gd name="connsiteY8" fmla="*/ 219189 h 242625"/>
                <a:gd name="connsiteX9" fmla="*/ 138031 w 137833"/>
                <a:gd name="connsiteY9" fmla="*/ 160818 h 242625"/>
                <a:gd name="connsiteX10" fmla="*/ 122087 w 137833"/>
                <a:gd name="connsiteY10" fmla="*/ 115457 h 242625"/>
                <a:gd name="connsiteX11" fmla="*/ 92678 w 137833"/>
                <a:gd name="connsiteY11" fmla="*/ 96821 h 242625"/>
                <a:gd name="connsiteX12" fmla="*/ 125984 w 137833"/>
                <a:gd name="connsiteY12" fmla="*/ 48296 h 242625"/>
                <a:gd name="connsiteX13" fmla="*/ 70709 w 137833"/>
                <a:gd name="connsiteY13" fmla="*/ 122 h 242625"/>
                <a:gd name="connsiteX14" fmla="*/ 24647 w 137833"/>
                <a:gd name="connsiteY14" fmla="*/ 17352 h 242625"/>
                <a:gd name="connsiteX15" fmla="*/ 907 w 137833"/>
                <a:gd name="connsiteY15" fmla="*/ 57087 h 242625"/>
                <a:gd name="connsiteX16" fmla="*/ 6222 w 137833"/>
                <a:gd name="connsiteY16" fmla="*/ 58493 h 242625"/>
                <a:gd name="connsiteX17" fmla="*/ 59017 w 137833"/>
                <a:gd name="connsiteY17" fmla="*/ 21220 h 242625"/>
                <a:gd name="connsiteX18" fmla="*/ 97992 w 137833"/>
                <a:gd name="connsiteY18" fmla="*/ 58845 h 242625"/>
                <a:gd name="connsiteX19" fmla="*/ 83819 w 137833"/>
                <a:gd name="connsiteY19" fmla="*/ 92953 h 242625"/>
                <a:gd name="connsiteX20" fmla="*/ 39174 w 137833"/>
                <a:gd name="connsiteY20" fmla="*/ 117215 h 242625"/>
                <a:gd name="connsiteX21" fmla="*/ 39174 w 137833"/>
                <a:gd name="connsiteY21" fmla="*/ 121787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74" y="121787"/>
                  </a:moveTo>
                  <a:cubicBezTo>
                    <a:pt x="60080" y="121787"/>
                    <a:pt x="68229" y="122490"/>
                    <a:pt x="76733" y="125655"/>
                  </a:cubicBezTo>
                  <a:cubicBezTo>
                    <a:pt x="98701" y="133391"/>
                    <a:pt x="112520" y="153433"/>
                    <a:pt x="112520" y="177696"/>
                  </a:cubicBezTo>
                  <a:cubicBezTo>
                    <a:pt x="112520" y="207233"/>
                    <a:pt x="92323" y="230089"/>
                    <a:pt x="66103" y="230089"/>
                  </a:cubicBezTo>
                  <a:cubicBezTo>
                    <a:pt x="56536" y="230089"/>
                    <a:pt x="49450" y="227628"/>
                    <a:pt x="36340" y="219189"/>
                  </a:cubicBezTo>
                  <a:cubicBezTo>
                    <a:pt x="25710" y="212859"/>
                    <a:pt x="19686" y="210398"/>
                    <a:pt x="13663" y="210398"/>
                  </a:cubicBezTo>
                  <a:cubicBezTo>
                    <a:pt x="5513" y="210398"/>
                    <a:pt x="198" y="215321"/>
                    <a:pt x="198" y="222705"/>
                  </a:cubicBezTo>
                  <a:cubicBezTo>
                    <a:pt x="198" y="235012"/>
                    <a:pt x="15434" y="242748"/>
                    <a:pt x="40237" y="242748"/>
                  </a:cubicBezTo>
                  <a:cubicBezTo>
                    <a:pt x="67520" y="242748"/>
                    <a:pt x="95512" y="233605"/>
                    <a:pt x="112166" y="219189"/>
                  </a:cubicBezTo>
                  <a:cubicBezTo>
                    <a:pt x="128819" y="204772"/>
                    <a:pt x="138031" y="184377"/>
                    <a:pt x="138031" y="160818"/>
                  </a:cubicBezTo>
                  <a:cubicBezTo>
                    <a:pt x="138031" y="142885"/>
                    <a:pt x="132362" y="126358"/>
                    <a:pt x="122087" y="115457"/>
                  </a:cubicBezTo>
                  <a:cubicBezTo>
                    <a:pt x="115000" y="107721"/>
                    <a:pt x="108268" y="103502"/>
                    <a:pt x="92678" y="96821"/>
                  </a:cubicBezTo>
                  <a:cubicBezTo>
                    <a:pt x="117126" y="80294"/>
                    <a:pt x="125984" y="67284"/>
                    <a:pt x="125984" y="48296"/>
                  </a:cubicBezTo>
                  <a:cubicBezTo>
                    <a:pt x="125984" y="19814"/>
                    <a:pt x="103307" y="122"/>
                    <a:pt x="70709" y="122"/>
                  </a:cubicBezTo>
                  <a:cubicBezTo>
                    <a:pt x="52993" y="122"/>
                    <a:pt x="37403" y="6100"/>
                    <a:pt x="24647" y="17352"/>
                  </a:cubicBezTo>
                  <a:cubicBezTo>
                    <a:pt x="14017" y="26846"/>
                    <a:pt x="8702" y="35989"/>
                    <a:pt x="907" y="57087"/>
                  </a:cubicBezTo>
                  <a:lnTo>
                    <a:pt x="6222" y="58493"/>
                  </a:lnTo>
                  <a:cubicBezTo>
                    <a:pt x="20749" y="32824"/>
                    <a:pt x="36694" y="21220"/>
                    <a:pt x="59017" y="21220"/>
                  </a:cubicBezTo>
                  <a:cubicBezTo>
                    <a:pt x="82048" y="21220"/>
                    <a:pt x="97992" y="36692"/>
                    <a:pt x="97992" y="58845"/>
                  </a:cubicBezTo>
                  <a:cubicBezTo>
                    <a:pt x="97992" y="71503"/>
                    <a:pt x="92678" y="84162"/>
                    <a:pt x="83819" y="92953"/>
                  </a:cubicBezTo>
                  <a:cubicBezTo>
                    <a:pt x="73190" y="103502"/>
                    <a:pt x="63268" y="108776"/>
                    <a:pt x="39174" y="117215"/>
                  </a:cubicBezTo>
                  <a:lnTo>
                    <a:pt x="39174" y="12178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0" name="Freeform: Shape 4449">
              <a:extLst>
                <a:ext uri="{FF2B5EF4-FFF2-40B4-BE49-F238E27FC236}">
                  <a16:creationId xmlns:a16="http://schemas.microsoft.com/office/drawing/2014/main" id="{1BFE4BF4-BC19-3D97-91A5-ABA172A43E0B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9927009" y="5304662"/>
              <a:ext cx="216493" cy="14065"/>
            </a:xfrm>
            <a:custGeom>
              <a:avLst/>
              <a:gdLst>
                <a:gd name="connsiteX0" fmla="*/ 204297 w 216493"/>
                <a:gd name="connsiteY0" fmla="*/ 14188 h 14065"/>
                <a:gd name="connsiteX1" fmla="*/ 216698 w 216493"/>
                <a:gd name="connsiteY1" fmla="*/ 7155 h 14065"/>
                <a:gd name="connsiteX2" fmla="*/ 204297 w 216493"/>
                <a:gd name="connsiteY2" fmla="*/ 122 h 14065"/>
                <a:gd name="connsiteX3" fmla="*/ 12606 w 216493"/>
                <a:gd name="connsiteY3" fmla="*/ 122 h 14065"/>
                <a:gd name="connsiteX4" fmla="*/ 205 w 216493"/>
                <a:gd name="connsiteY4" fmla="*/ 7155 h 14065"/>
                <a:gd name="connsiteX5" fmla="*/ 12606 w 216493"/>
                <a:gd name="connsiteY5" fmla="*/ 14188 h 14065"/>
                <a:gd name="connsiteX6" fmla="*/ 204297 w 216493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7" y="14188"/>
                  </a:moveTo>
                  <a:cubicBezTo>
                    <a:pt x="210320" y="14188"/>
                    <a:pt x="216698" y="14188"/>
                    <a:pt x="216698" y="7155"/>
                  </a:cubicBezTo>
                  <a:cubicBezTo>
                    <a:pt x="216698" y="122"/>
                    <a:pt x="210320" y="122"/>
                    <a:pt x="204297" y="122"/>
                  </a:cubicBezTo>
                  <a:lnTo>
                    <a:pt x="12606" y="122"/>
                  </a:lnTo>
                  <a:cubicBezTo>
                    <a:pt x="6583" y="122"/>
                    <a:pt x="205" y="122"/>
                    <a:pt x="205" y="7155"/>
                  </a:cubicBezTo>
                  <a:cubicBezTo>
                    <a:pt x="205" y="14188"/>
                    <a:pt x="6583" y="14188"/>
                    <a:pt x="12606" y="14188"/>
                  </a:cubicBezTo>
                  <a:lnTo>
                    <a:pt x="204297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1" name="Freeform: Shape 4450">
              <a:extLst>
                <a:ext uri="{FF2B5EF4-FFF2-40B4-BE49-F238E27FC236}">
                  <a16:creationId xmlns:a16="http://schemas.microsoft.com/office/drawing/2014/main" id="{9C29C5D4-A654-55A7-8403-D7494BF3AE61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234675" y="5157680"/>
              <a:ext cx="143856" cy="246845"/>
            </a:xfrm>
            <a:custGeom>
              <a:avLst/>
              <a:gdLst>
                <a:gd name="connsiteX0" fmla="*/ 53008 w 143856"/>
                <a:gd name="connsiteY0" fmla="*/ 37044 h 246845"/>
                <a:gd name="connsiteX1" fmla="*/ 122457 w 143856"/>
                <a:gd name="connsiteY1" fmla="*/ 37044 h 246845"/>
                <a:gd name="connsiteX2" fmla="*/ 130606 w 143856"/>
                <a:gd name="connsiteY2" fmla="*/ 33879 h 246845"/>
                <a:gd name="connsiteX3" fmla="*/ 144070 w 143856"/>
                <a:gd name="connsiteY3" fmla="*/ 2584 h 246845"/>
                <a:gd name="connsiteX4" fmla="*/ 140882 w 143856"/>
                <a:gd name="connsiteY4" fmla="*/ 122 h 246845"/>
                <a:gd name="connsiteX5" fmla="*/ 124582 w 143856"/>
                <a:gd name="connsiteY5" fmla="*/ 9265 h 246845"/>
                <a:gd name="connsiteX6" fmla="*/ 50528 w 143856"/>
                <a:gd name="connsiteY6" fmla="*/ 9265 h 246845"/>
                <a:gd name="connsiteX7" fmla="*/ 11907 w 143856"/>
                <a:gd name="connsiteY7" fmla="*/ 92601 h 246845"/>
                <a:gd name="connsiteX8" fmla="*/ 11552 w 143856"/>
                <a:gd name="connsiteY8" fmla="*/ 94359 h 246845"/>
                <a:gd name="connsiteX9" fmla="*/ 15804 w 143856"/>
                <a:gd name="connsiteY9" fmla="*/ 97172 h 246845"/>
                <a:gd name="connsiteX10" fmla="*/ 55843 w 143856"/>
                <a:gd name="connsiteY10" fmla="*/ 104205 h 246845"/>
                <a:gd name="connsiteX11" fmla="*/ 115370 w 143856"/>
                <a:gd name="connsiteY11" fmla="*/ 173828 h 246845"/>
                <a:gd name="connsiteX12" fmla="*/ 66119 w 143856"/>
                <a:gd name="connsiteY12" fmla="*/ 233957 h 246845"/>
                <a:gd name="connsiteX13" fmla="*/ 42379 w 143856"/>
                <a:gd name="connsiteY13" fmla="*/ 223760 h 246845"/>
                <a:gd name="connsiteX14" fmla="*/ 15450 w 143856"/>
                <a:gd name="connsiteY14" fmla="*/ 212156 h 246845"/>
                <a:gd name="connsiteX15" fmla="*/ 214 w 143856"/>
                <a:gd name="connsiteY15" fmla="*/ 225166 h 246845"/>
                <a:gd name="connsiteX16" fmla="*/ 43442 w 143856"/>
                <a:gd name="connsiteY16" fmla="*/ 246967 h 246845"/>
                <a:gd name="connsiteX17" fmla="*/ 116433 w 143856"/>
                <a:gd name="connsiteY17" fmla="*/ 219540 h 246845"/>
                <a:gd name="connsiteX18" fmla="*/ 140173 w 143856"/>
                <a:gd name="connsiteY18" fmla="*/ 156950 h 246845"/>
                <a:gd name="connsiteX19" fmla="*/ 115724 w 143856"/>
                <a:gd name="connsiteY19" fmla="*/ 97876 h 246845"/>
                <a:gd name="connsiteX20" fmla="*/ 38127 w 143856"/>
                <a:gd name="connsiteY20" fmla="*/ 66932 h 246845"/>
                <a:gd name="connsiteX21" fmla="*/ 53008 w 143856"/>
                <a:gd name="connsiteY21" fmla="*/ 37044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08" y="37044"/>
                  </a:moveTo>
                  <a:lnTo>
                    <a:pt x="122457" y="37044"/>
                  </a:lnTo>
                  <a:cubicBezTo>
                    <a:pt x="128126" y="37044"/>
                    <a:pt x="129543" y="36340"/>
                    <a:pt x="130606" y="33879"/>
                  </a:cubicBezTo>
                  <a:lnTo>
                    <a:pt x="144070" y="2584"/>
                  </a:lnTo>
                  <a:lnTo>
                    <a:pt x="140882" y="122"/>
                  </a:lnTo>
                  <a:cubicBezTo>
                    <a:pt x="135567" y="7507"/>
                    <a:pt x="132023" y="9265"/>
                    <a:pt x="124582" y="9265"/>
                  </a:cubicBezTo>
                  <a:lnTo>
                    <a:pt x="50528" y="9265"/>
                  </a:lnTo>
                  <a:lnTo>
                    <a:pt x="11907" y="92601"/>
                  </a:lnTo>
                  <a:cubicBezTo>
                    <a:pt x="11552" y="93305"/>
                    <a:pt x="11552" y="93656"/>
                    <a:pt x="11552" y="94359"/>
                  </a:cubicBezTo>
                  <a:cubicBezTo>
                    <a:pt x="11552" y="96118"/>
                    <a:pt x="12970" y="97172"/>
                    <a:pt x="15804" y="97172"/>
                  </a:cubicBezTo>
                  <a:cubicBezTo>
                    <a:pt x="27143" y="97172"/>
                    <a:pt x="41316" y="99634"/>
                    <a:pt x="55843" y="104205"/>
                  </a:cubicBezTo>
                  <a:cubicBezTo>
                    <a:pt x="96591" y="117215"/>
                    <a:pt x="115370" y="139017"/>
                    <a:pt x="115370" y="173828"/>
                  </a:cubicBezTo>
                  <a:cubicBezTo>
                    <a:pt x="115370" y="207585"/>
                    <a:pt x="93756" y="233957"/>
                    <a:pt x="66119" y="233957"/>
                  </a:cubicBezTo>
                  <a:cubicBezTo>
                    <a:pt x="59032" y="233957"/>
                    <a:pt x="53008" y="231496"/>
                    <a:pt x="42379" y="223760"/>
                  </a:cubicBezTo>
                  <a:cubicBezTo>
                    <a:pt x="31040" y="215672"/>
                    <a:pt x="22891" y="212156"/>
                    <a:pt x="15450" y="212156"/>
                  </a:cubicBezTo>
                  <a:cubicBezTo>
                    <a:pt x="5174" y="212156"/>
                    <a:pt x="214" y="216375"/>
                    <a:pt x="214" y="225166"/>
                  </a:cubicBezTo>
                  <a:cubicBezTo>
                    <a:pt x="214" y="238528"/>
                    <a:pt x="16867" y="246967"/>
                    <a:pt x="43442" y="246967"/>
                  </a:cubicBezTo>
                  <a:cubicBezTo>
                    <a:pt x="73205" y="246967"/>
                    <a:pt x="98717" y="237473"/>
                    <a:pt x="116433" y="219540"/>
                  </a:cubicBezTo>
                  <a:cubicBezTo>
                    <a:pt x="132732" y="203717"/>
                    <a:pt x="140173" y="183674"/>
                    <a:pt x="140173" y="156950"/>
                  </a:cubicBezTo>
                  <a:cubicBezTo>
                    <a:pt x="140173" y="131632"/>
                    <a:pt x="133441" y="115457"/>
                    <a:pt x="115724" y="97876"/>
                  </a:cubicBezTo>
                  <a:cubicBezTo>
                    <a:pt x="100134" y="82404"/>
                    <a:pt x="79937" y="74316"/>
                    <a:pt x="38127" y="66932"/>
                  </a:cubicBezTo>
                  <a:lnTo>
                    <a:pt x="53008" y="3704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2" name="Freeform: Shape 4451">
              <a:extLst>
                <a:ext uri="{FF2B5EF4-FFF2-40B4-BE49-F238E27FC236}">
                  <a16:creationId xmlns:a16="http://schemas.microsoft.com/office/drawing/2014/main" id="{E5589E7B-D7E1-A6E1-4068-C8D5C5001090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421361" y="5135879"/>
              <a:ext cx="82203" cy="351631"/>
            </a:xfrm>
            <a:custGeom>
              <a:avLst/>
              <a:gdLst>
                <a:gd name="connsiteX0" fmla="*/ 82423 w 82203"/>
                <a:gd name="connsiteY0" fmla="*/ 175938 h 351631"/>
                <a:gd name="connsiteX1" fmla="*/ 59037 w 82203"/>
                <a:gd name="connsiteY1" fmla="*/ 66229 h 351631"/>
                <a:gd name="connsiteX2" fmla="*/ 3762 w 82203"/>
                <a:gd name="connsiteY2" fmla="*/ 122 h 351631"/>
                <a:gd name="connsiteX3" fmla="*/ 219 w 82203"/>
                <a:gd name="connsiteY3" fmla="*/ 3639 h 351631"/>
                <a:gd name="connsiteX4" fmla="*/ 6951 w 82203"/>
                <a:gd name="connsiteY4" fmla="*/ 11726 h 351631"/>
                <a:gd name="connsiteX5" fmla="*/ 61872 w 82203"/>
                <a:gd name="connsiteY5" fmla="*/ 175938 h 351631"/>
                <a:gd name="connsiteX6" fmla="*/ 4825 w 82203"/>
                <a:gd name="connsiteY6" fmla="*/ 342259 h 351631"/>
                <a:gd name="connsiteX7" fmla="*/ 219 w 82203"/>
                <a:gd name="connsiteY7" fmla="*/ 348237 h 351631"/>
                <a:gd name="connsiteX8" fmla="*/ 3762 w 82203"/>
                <a:gd name="connsiteY8" fmla="*/ 351753 h 351631"/>
                <a:gd name="connsiteX9" fmla="*/ 60100 w 82203"/>
                <a:gd name="connsiteY9" fmla="*/ 283185 h 351631"/>
                <a:gd name="connsiteX10" fmla="*/ 82423 w 82203"/>
                <a:gd name="connsiteY10" fmla="*/ 175938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3" y="175938"/>
                  </a:moveTo>
                  <a:cubicBezTo>
                    <a:pt x="82423" y="148511"/>
                    <a:pt x="78525" y="105963"/>
                    <a:pt x="59037" y="66229"/>
                  </a:cubicBezTo>
                  <a:cubicBezTo>
                    <a:pt x="37777" y="22978"/>
                    <a:pt x="7305" y="122"/>
                    <a:pt x="3762" y="122"/>
                  </a:cubicBezTo>
                  <a:cubicBezTo>
                    <a:pt x="1636" y="122"/>
                    <a:pt x="219" y="1529"/>
                    <a:pt x="219" y="3639"/>
                  </a:cubicBezTo>
                  <a:cubicBezTo>
                    <a:pt x="219" y="4694"/>
                    <a:pt x="219" y="5397"/>
                    <a:pt x="6951" y="11726"/>
                  </a:cubicBezTo>
                  <a:cubicBezTo>
                    <a:pt x="41675" y="46538"/>
                    <a:pt x="61872" y="102447"/>
                    <a:pt x="61872" y="175938"/>
                  </a:cubicBezTo>
                  <a:cubicBezTo>
                    <a:pt x="61872" y="236067"/>
                    <a:pt x="48762" y="297954"/>
                    <a:pt x="4825" y="342259"/>
                  </a:cubicBezTo>
                  <a:cubicBezTo>
                    <a:pt x="219" y="346479"/>
                    <a:pt x="219" y="347182"/>
                    <a:pt x="219" y="348237"/>
                  </a:cubicBezTo>
                  <a:cubicBezTo>
                    <a:pt x="219" y="350347"/>
                    <a:pt x="1636" y="351753"/>
                    <a:pt x="3762" y="351753"/>
                  </a:cubicBezTo>
                  <a:cubicBezTo>
                    <a:pt x="7305" y="351753"/>
                    <a:pt x="39195" y="327843"/>
                    <a:pt x="60100" y="283185"/>
                  </a:cubicBezTo>
                  <a:cubicBezTo>
                    <a:pt x="78171" y="244506"/>
                    <a:pt x="82423" y="205475"/>
                    <a:pt x="82423" y="17593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3" name="Freeform: Shape 4452">
              <a:extLst>
                <a:ext uri="{FF2B5EF4-FFF2-40B4-BE49-F238E27FC236}">
                  <a16:creationId xmlns:a16="http://schemas.microsoft.com/office/drawing/2014/main" id="{075079B1-C693-588B-BB6D-F7E865C02F05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574232" y="5135879"/>
              <a:ext cx="82203" cy="351631"/>
            </a:xfrm>
            <a:custGeom>
              <a:avLst/>
              <a:gdLst>
                <a:gd name="connsiteX0" fmla="*/ 82426 w 82203"/>
                <a:gd name="connsiteY0" fmla="*/ 348237 h 351631"/>
                <a:gd name="connsiteX1" fmla="*/ 76403 w 82203"/>
                <a:gd name="connsiteY1" fmla="*/ 340501 h 351631"/>
                <a:gd name="connsiteX2" fmla="*/ 20774 w 82203"/>
                <a:gd name="connsiteY2" fmla="*/ 175938 h 351631"/>
                <a:gd name="connsiteX3" fmla="*/ 77820 w 82203"/>
                <a:gd name="connsiteY3" fmla="*/ 9616 h 351631"/>
                <a:gd name="connsiteX4" fmla="*/ 82426 w 82203"/>
                <a:gd name="connsiteY4" fmla="*/ 3639 h 351631"/>
                <a:gd name="connsiteX5" fmla="*/ 78883 w 82203"/>
                <a:gd name="connsiteY5" fmla="*/ 122 h 351631"/>
                <a:gd name="connsiteX6" fmla="*/ 22545 w 82203"/>
                <a:gd name="connsiteY6" fmla="*/ 68690 h 351631"/>
                <a:gd name="connsiteX7" fmla="*/ 223 w 82203"/>
                <a:gd name="connsiteY7" fmla="*/ 175938 h 351631"/>
                <a:gd name="connsiteX8" fmla="*/ 23608 w 82203"/>
                <a:gd name="connsiteY8" fmla="*/ 285647 h 351631"/>
                <a:gd name="connsiteX9" fmla="*/ 78883 w 82203"/>
                <a:gd name="connsiteY9" fmla="*/ 351753 h 351631"/>
                <a:gd name="connsiteX10" fmla="*/ 82426 w 82203"/>
                <a:gd name="connsiteY10" fmla="*/ 34823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6" y="348237"/>
                  </a:moveTo>
                  <a:cubicBezTo>
                    <a:pt x="82426" y="347182"/>
                    <a:pt x="82426" y="346479"/>
                    <a:pt x="76403" y="340501"/>
                  </a:cubicBezTo>
                  <a:cubicBezTo>
                    <a:pt x="32112" y="296196"/>
                    <a:pt x="20774" y="229737"/>
                    <a:pt x="20774" y="175938"/>
                  </a:cubicBezTo>
                  <a:cubicBezTo>
                    <a:pt x="20774" y="114754"/>
                    <a:pt x="34238" y="53570"/>
                    <a:pt x="77820" y="9616"/>
                  </a:cubicBezTo>
                  <a:cubicBezTo>
                    <a:pt x="82426" y="5397"/>
                    <a:pt x="82426" y="4694"/>
                    <a:pt x="82426" y="3639"/>
                  </a:cubicBezTo>
                  <a:cubicBezTo>
                    <a:pt x="82426" y="1177"/>
                    <a:pt x="81009" y="122"/>
                    <a:pt x="78883" y="122"/>
                  </a:cubicBezTo>
                  <a:cubicBezTo>
                    <a:pt x="75340" y="122"/>
                    <a:pt x="43450" y="24033"/>
                    <a:pt x="22545" y="68690"/>
                  </a:cubicBezTo>
                  <a:cubicBezTo>
                    <a:pt x="4475" y="107370"/>
                    <a:pt x="223" y="146401"/>
                    <a:pt x="223" y="175938"/>
                  </a:cubicBezTo>
                  <a:cubicBezTo>
                    <a:pt x="223" y="203365"/>
                    <a:pt x="4120" y="245912"/>
                    <a:pt x="23608" y="285647"/>
                  </a:cubicBezTo>
                  <a:cubicBezTo>
                    <a:pt x="44868" y="328897"/>
                    <a:pt x="75340" y="351753"/>
                    <a:pt x="78883" y="351753"/>
                  </a:cubicBezTo>
                  <a:cubicBezTo>
                    <a:pt x="81009" y="351753"/>
                    <a:pt x="82426" y="350699"/>
                    <a:pt x="82426" y="3482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4" name="Freeform: Shape 4453">
              <a:extLst>
                <a:ext uri="{FF2B5EF4-FFF2-40B4-BE49-F238E27FC236}">
                  <a16:creationId xmlns:a16="http://schemas.microsoft.com/office/drawing/2014/main" id="{C5C4C68F-BEA3-F3F1-E6D7-848B52FF266A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692380" y="5161899"/>
              <a:ext cx="137833" cy="242625"/>
            </a:xfrm>
            <a:custGeom>
              <a:avLst/>
              <a:gdLst>
                <a:gd name="connsiteX0" fmla="*/ 39202 w 137833"/>
                <a:gd name="connsiteY0" fmla="*/ 121787 h 242625"/>
                <a:gd name="connsiteX1" fmla="*/ 76761 w 137833"/>
                <a:gd name="connsiteY1" fmla="*/ 125655 h 242625"/>
                <a:gd name="connsiteX2" fmla="*/ 112548 w 137833"/>
                <a:gd name="connsiteY2" fmla="*/ 177696 h 242625"/>
                <a:gd name="connsiteX3" fmla="*/ 66131 w 137833"/>
                <a:gd name="connsiteY3" fmla="*/ 230089 h 242625"/>
                <a:gd name="connsiteX4" fmla="*/ 36368 w 137833"/>
                <a:gd name="connsiteY4" fmla="*/ 219189 h 242625"/>
                <a:gd name="connsiteX5" fmla="*/ 13691 w 137833"/>
                <a:gd name="connsiteY5" fmla="*/ 210398 h 242625"/>
                <a:gd name="connsiteX6" fmla="*/ 227 w 137833"/>
                <a:gd name="connsiteY6" fmla="*/ 222705 h 242625"/>
                <a:gd name="connsiteX7" fmla="*/ 40265 w 137833"/>
                <a:gd name="connsiteY7" fmla="*/ 242748 h 242625"/>
                <a:gd name="connsiteX8" fmla="*/ 112194 w 137833"/>
                <a:gd name="connsiteY8" fmla="*/ 219189 h 242625"/>
                <a:gd name="connsiteX9" fmla="*/ 138060 w 137833"/>
                <a:gd name="connsiteY9" fmla="*/ 160818 h 242625"/>
                <a:gd name="connsiteX10" fmla="*/ 122115 w 137833"/>
                <a:gd name="connsiteY10" fmla="*/ 115457 h 242625"/>
                <a:gd name="connsiteX11" fmla="*/ 92706 w 137833"/>
                <a:gd name="connsiteY11" fmla="*/ 96821 h 242625"/>
                <a:gd name="connsiteX12" fmla="*/ 126012 w 137833"/>
                <a:gd name="connsiteY12" fmla="*/ 48296 h 242625"/>
                <a:gd name="connsiteX13" fmla="*/ 70738 w 137833"/>
                <a:gd name="connsiteY13" fmla="*/ 122 h 242625"/>
                <a:gd name="connsiteX14" fmla="*/ 24675 w 137833"/>
                <a:gd name="connsiteY14" fmla="*/ 17352 h 242625"/>
                <a:gd name="connsiteX15" fmla="*/ 935 w 137833"/>
                <a:gd name="connsiteY15" fmla="*/ 57087 h 242625"/>
                <a:gd name="connsiteX16" fmla="*/ 6250 w 137833"/>
                <a:gd name="connsiteY16" fmla="*/ 58493 h 242625"/>
                <a:gd name="connsiteX17" fmla="*/ 59045 w 137833"/>
                <a:gd name="connsiteY17" fmla="*/ 21220 h 242625"/>
                <a:gd name="connsiteX18" fmla="*/ 98021 w 137833"/>
                <a:gd name="connsiteY18" fmla="*/ 58845 h 242625"/>
                <a:gd name="connsiteX19" fmla="*/ 83848 w 137833"/>
                <a:gd name="connsiteY19" fmla="*/ 92953 h 242625"/>
                <a:gd name="connsiteX20" fmla="*/ 39202 w 137833"/>
                <a:gd name="connsiteY20" fmla="*/ 117215 h 242625"/>
                <a:gd name="connsiteX21" fmla="*/ 39202 w 137833"/>
                <a:gd name="connsiteY21" fmla="*/ 121787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02" y="121787"/>
                  </a:moveTo>
                  <a:cubicBezTo>
                    <a:pt x="60108" y="121787"/>
                    <a:pt x="68257" y="122490"/>
                    <a:pt x="76761" y="125655"/>
                  </a:cubicBezTo>
                  <a:cubicBezTo>
                    <a:pt x="98729" y="133391"/>
                    <a:pt x="112548" y="153433"/>
                    <a:pt x="112548" y="177696"/>
                  </a:cubicBezTo>
                  <a:cubicBezTo>
                    <a:pt x="112548" y="207233"/>
                    <a:pt x="92351" y="230089"/>
                    <a:pt x="66131" y="230089"/>
                  </a:cubicBezTo>
                  <a:cubicBezTo>
                    <a:pt x="56564" y="230089"/>
                    <a:pt x="49478" y="227628"/>
                    <a:pt x="36368" y="219189"/>
                  </a:cubicBezTo>
                  <a:cubicBezTo>
                    <a:pt x="25738" y="212859"/>
                    <a:pt x="19714" y="210398"/>
                    <a:pt x="13691" y="210398"/>
                  </a:cubicBezTo>
                  <a:cubicBezTo>
                    <a:pt x="5541" y="210398"/>
                    <a:pt x="227" y="215321"/>
                    <a:pt x="227" y="222705"/>
                  </a:cubicBezTo>
                  <a:cubicBezTo>
                    <a:pt x="227" y="235012"/>
                    <a:pt x="15463" y="242748"/>
                    <a:pt x="40265" y="242748"/>
                  </a:cubicBezTo>
                  <a:cubicBezTo>
                    <a:pt x="67549" y="242748"/>
                    <a:pt x="95540" y="233605"/>
                    <a:pt x="112194" y="219189"/>
                  </a:cubicBezTo>
                  <a:cubicBezTo>
                    <a:pt x="128847" y="204772"/>
                    <a:pt x="138060" y="184377"/>
                    <a:pt x="138060" y="160818"/>
                  </a:cubicBezTo>
                  <a:cubicBezTo>
                    <a:pt x="138060" y="142885"/>
                    <a:pt x="132390" y="126358"/>
                    <a:pt x="122115" y="115457"/>
                  </a:cubicBezTo>
                  <a:cubicBezTo>
                    <a:pt x="115028" y="107721"/>
                    <a:pt x="108296" y="103502"/>
                    <a:pt x="92706" y="96821"/>
                  </a:cubicBezTo>
                  <a:cubicBezTo>
                    <a:pt x="117154" y="80294"/>
                    <a:pt x="126012" y="67284"/>
                    <a:pt x="126012" y="48296"/>
                  </a:cubicBezTo>
                  <a:cubicBezTo>
                    <a:pt x="126012" y="19814"/>
                    <a:pt x="103336" y="122"/>
                    <a:pt x="70738" y="122"/>
                  </a:cubicBezTo>
                  <a:cubicBezTo>
                    <a:pt x="53021" y="122"/>
                    <a:pt x="37431" y="6100"/>
                    <a:pt x="24675" y="17352"/>
                  </a:cubicBezTo>
                  <a:cubicBezTo>
                    <a:pt x="14045" y="26846"/>
                    <a:pt x="8730" y="35989"/>
                    <a:pt x="935" y="57087"/>
                  </a:cubicBezTo>
                  <a:lnTo>
                    <a:pt x="6250" y="58493"/>
                  </a:lnTo>
                  <a:cubicBezTo>
                    <a:pt x="20777" y="32824"/>
                    <a:pt x="36722" y="21220"/>
                    <a:pt x="59045" y="21220"/>
                  </a:cubicBezTo>
                  <a:cubicBezTo>
                    <a:pt x="82076" y="21220"/>
                    <a:pt x="98021" y="36692"/>
                    <a:pt x="98021" y="58845"/>
                  </a:cubicBezTo>
                  <a:cubicBezTo>
                    <a:pt x="98021" y="71503"/>
                    <a:pt x="92706" y="84162"/>
                    <a:pt x="83848" y="92953"/>
                  </a:cubicBezTo>
                  <a:cubicBezTo>
                    <a:pt x="73218" y="103502"/>
                    <a:pt x="63297" y="108776"/>
                    <a:pt x="39202" y="117215"/>
                  </a:cubicBezTo>
                  <a:lnTo>
                    <a:pt x="39202" y="12178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5" name="Freeform: Shape 4454">
              <a:extLst>
                <a:ext uri="{FF2B5EF4-FFF2-40B4-BE49-F238E27FC236}">
                  <a16:creationId xmlns:a16="http://schemas.microsoft.com/office/drawing/2014/main" id="{9D450479-C2A2-3BA0-6AD3-F946DA85CA66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933776" y="5304662"/>
              <a:ext cx="216493" cy="14065"/>
            </a:xfrm>
            <a:custGeom>
              <a:avLst/>
              <a:gdLst>
                <a:gd name="connsiteX0" fmla="*/ 204325 w 216493"/>
                <a:gd name="connsiteY0" fmla="*/ 14188 h 14065"/>
                <a:gd name="connsiteX1" fmla="*/ 216726 w 216493"/>
                <a:gd name="connsiteY1" fmla="*/ 7155 h 14065"/>
                <a:gd name="connsiteX2" fmla="*/ 204325 w 216493"/>
                <a:gd name="connsiteY2" fmla="*/ 122 h 14065"/>
                <a:gd name="connsiteX3" fmla="*/ 12634 w 216493"/>
                <a:gd name="connsiteY3" fmla="*/ 122 h 14065"/>
                <a:gd name="connsiteX4" fmla="*/ 233 w 216493"/>
                <a:gd name="connsiteY4" fmla="*/ 7155 h 14065"/>
                <a:gd name="connsiteX5" fmla="*/ 12634 w 216493"/>
                <a:gd name="connsiteY5" fmla="*/ 14188 h 14065"/>
                <a:gd name="connsiteX6" fmla="*/ 204325 w 216493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5" y="14188"/>
                  </a:moveTo>
                  <a:cubicBezTo>
                    <a:pt x="210349" y="14188"/>
                    <a:pt x="216726" y="14188"/>
                    <a:pt x="216726" y="7155"/>
                  </a:cubicBezTo>
                  <a:cubicBezTo>
                    <a:pt x="216726" y="122"/>
                    <a:pt x="210349" y="122"/>
                    <a:pt x="204325" y="122"/>
                  </a:cubicBezTo>
                  <a:lnTo>
                    <a:pt x="12634" y="122"/>
                  </a:lnTo>
                  <a:cubicBezTo>
                    <a:pt x="6611" y="122"/>
                    <a:pt x="233" y="122"/>
                    <a:pt x="233" y="7155"/>
                  </a:cubicBezTo>
                  <a:cubicBezTo>
                    <a:pt x="233" y="14188"/>
                    <a:pt x="6611" y="14188"/>
                    <a:pt x="12634" y="14188"/>
                  </a:cubicBezTo>
                  <a:lnTo>
                    <a:pt x="204325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6" name="Freeform: Shape 4455">
              <a:extLst>
                <a:ext uri="{FF2B5EF4-FFF2-40B4-BE49-F238E27FC236}">
                  <a16:creationId xmlns:a16="http://schemas.microsoft.com/office/drawing/2014/main" id="{C9CC9ED8-D47A-B045-5525-0C73FFD29C83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1237190" y="5166822"/>
              <a:ext cx="152006" cy="235592"/>
            </a:xfrm>
            <a:custGeom>
              <a:avLst/>
              <a:gdLst>
                <a:gd name="connsiteX0" fmla="*/ 152248 w 152006"/>
                <a:gd name="connsiteY0" fmla="*/ 122 h 235592"/>
                <a:gd name="connsiteX1" fmla="*/ 21147 w 152006"/>
                <a:gd name="connsiteY1" fmla="*/ 122 h 235592"/>
                <a:gd name="connsiteX2" fmla="*/ 242 w 152006"/>
                <a:gd name="connsiteY2" fmla="*/ 51812 h 235592"/>
                <a:gd name="connsiteX3" fmla="*/ 6266 w 152006"/>
                <a:gd name="connsiteY3" fmla="*/ 54625 h 235592"/>
                <a:gd name="connsiteX4" fmla="*/ 47367 w 152006"/>
                <a:gd name="connsiteY4" fmla="*/ 26143 h 235592"/>
                <a:gd name="connsiteX5" fmla="*/ 124256 w 152006"/>
                <a:gd name="connsiteY5" fmla="*/ 26143 h 235592"/>
                <a:gd name="connsiteX6" fmla="*/ 54100 w 152006"/>
                <a:gd name="connsiteY6" fmla="*/ 235715 h 235592"/>
                <a:gd name="connsiteX7" fmla="*/ 77131 w 152006"/>
                <a:gd name="connsiteY7" fmla="*/ 235715 h 235592"/>
                <a:gd name="connsiteX8" fmla="*/ 152248 w 152006"/>
                <a:gd name="connsiteY8" fmla="*/ 5748 h 235592"/>
                <a:gd name="connsiteX9" fmla="*/ 152248 w 152006"/>
                <a:gd name="connsiteY9" fmla="*/ 122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48" y="122"/>
                  </a:moveTo>
                  <a:lnTo>
                    <a:pt x="21147" y="122"/>
                  </a:lnTo>
                  <a:lnTo>
                    <a:pt x="242" y="51812"/>
                  </a:lnTo>
                  <a:lnTo>
                    <a:pt x="6266" y="54625"/>
                  </a:lnTo>
                  <a:cubicBezTo>
                    <a:pt x="21502" y="30714"/>
                    <a:pt x="27879" y="26143"/>
                    <a:pt x="47367" y="26143"/>
                  </a:cubicBezTo>
                  <a:lnTo>
                    <a:pt x="124256" y="26143"/>
                  </a:lnTo>
                  <a:lnTo>
                    <a:pt x="54100" y="235715"/>
                  </a:lnTo>
                  <a:lnTo>
                    <a:pt x="77131" y="235715"/>
                  </a:lnTo>
                  <a:lnTo>
                    <a:pt x="152248" y="5748"/>
                  </a:lnTo>
                  <a:lnTo>
                    <a:pt x="152248" y="12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7" name="Freeform: Shape 4456">
              <a:extLst>
                <a:ext uri="{FF2B5EF4-FFF2-40B4-BE49-F238E27FC236}">
                  <a16:creationId xmlns:a16="http://schemas.microsoft.com/office/drawing/2014/main" id="{2E639385-6222-B3BC-1458-CB927CC19470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1428127" y="5135879"/>
              <a:ext cx="82203" cy="351631"/>
            </a:xfrm>
            <a:custGeom>
              <a:avLst/>
              <a:gdLst>
                <a:gd name="connsiteX0" fmla="*/ 82451 w 82203"/>
                <a:gd name="connsiteY0" fmla="*/ 175938 h 351631"/>
                <a:gd name="connsiteX1" fmla="*/ 59065 w 82203"/>
                <a:gd name="connsiteY1" fmla="*/ 66229 h 351631"/>
                <a:gd name="connsiteX2" fmla="*/ 3790 w 82203"/>
                <a:gd name="connsiteY2" fmla="*/ 122 h 351631"/>
                <a:gd name="connsiteX3" fmla="*/ 247 w 82203"/>
                <a:gd name="connsiteY3" fmla="*/ 3639 h 351631"/>
                <a:gd name="connsiteX4" fmla="*/ 6979 w 82203"/>
                <a:gd name="connsiteY4" fmla="*/ 11726 h 351631"/>
                <a:gd name="connsiteX5" fmla="*/ 61900 w 82203"/>
                <a:gd name="connsiteY5" fmla="*/ 175938 h 351631"/>
                <a:gd name="connsiteX6" fmla="*/ 4853 w 82203"/>
                <a:gd name="connsiteY6" fmla="*/ 342259 h 351631"/>
                <a:gd name="connsiteX7" fmla="*/ 247 w 82203"/>
                <a:gd name="connsiteY7" fmla="*/ 348237 h 351631"/>
                <a:gd name="connsiteX8" fmla="*/ 3790 w 82203"/>
                <a:gd name="connsiteY8" fmla="*/ 351753 h 351631"/>
                <a:gd name="connsiteX9" fmla="*/ 60128 w 82203"/>
                <a:gd name="connsiteY9" fmla="*/ 283185 h 351631"/>
                <a:gd name="connsiteX10" fmla="*/ 82451 w 82203"/>
                <a:gd name="connsiteY10" fmla="*/ 175938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1" y="175938"/>
                  </a:moveTo>
                  <a:cubicBezTo>
                    <a:pt x="82451" y="148511"/>
                    <a:pt x="78553" y="105963"/>
                    <a:pt x="59065" y="66229"/>
                  </a:cubicBezTo>
                  <a:cubicBezTo>
                    <a:pt x="37806" y="22978"/>
                    <a:pt x="7334" y="122"/>
                    <a:pt x="3790" y="122"/>
                  </a:cubicBezTo>
                  <a:cubicBezTo>
                    <a:pt x="1664" y="122"/>
                    <a:pt x="247" y="1529"/>
                    <a:pt x="247" y="3639"/>
                  </a:cubicBezTo>
                  <a:cubicBezTo>
                    <a:pt x="247" y="4694"/>
                    <a:pt x="247" y="5397"/>
                    <a:pt x="6979" y="11726"/>
                  </a:cubicBezTo>
                  <a:cubicBezTo>
                    <a:pt x="41703" y="46538"/>
                    <a:pt x="61900" y="102447"/>
                    <a:pt x="61900" y="175938"/>
                  </a:cubicBezTo>
                  <a:cubicBezTo>
                    <a:pt x="61900" y="236067"/>
                    <a:pt x="48790" y="297954"/>
                    <a:pt x="4853" y="342259"/>
                  </a:cubicBezTo>
                  <a:cubicBezTo>
                    <a:pt x="247" y="346479"/>
                    <a:pt x="247" y="347182"/>
                    <a:pt x="247" y="348237"/>
                  </a:cubicBezTo>
                  <a:cubicBezTo>
                    <a:pt x="247" y="350347"/>
                    <a:pt x="1664" y="351753"/>
                    <a:pt x="3790" y="351753"/>
                  </a:cubicBezTo>
                  <a:cubicBezTo>
                    <a:pt x="7334" y="351753"/>
                    <a:pt x="39223" y="327843"/>
                    <a:pt x="60128" y="283185"/>
                  </a:cubicBezTo>
                  <a:cubicBezTo>
                    <a:pt x="78199" y="244506"/>
                    <a:pt x="82451" y="205475"/>
                    <a:pt x="82451" y="17593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8" name="Freeform: Shape 4457">
              <a:extLst>
                <a:ext uri="{FF2B5EF4-FFF2-40B4-BE49-F238E27FC236}">
                  <a16:creationId xmlns:a16="http://schemas.microsoft.com/office/drawing/2014/main" id="{686B255F-F535-16B9-839F-BEFC9D8F8686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580999" y="5135879"/>
              <a:ext cx="82203" cy="351631"/>
            </a:xfrm>
            <a:custGeom>
              <a:avLst/>
              <a:gdLst>
                <a:gd name="connsiteX0" fmla="*/ 82455 w 82203"/>
                <a:gd name="connsiteY0" fmla="*/ 348237 h 351631"/>
                <a:gd name="connsiteX1" fmla="*/ 76431 w 82203"/>
                <a:gd name="connsiteY1" fmla="*/ 340501 h 351631"/>
                <a:gd name="connsiteX2" fmla="*/ 20802 w 82203"/>
                <a:gd name="connsiteY2" fmla="*/ 175938 h 351631"/>
                <a:gd name="connsiteX3" fmla="*/ 77848 w 82203"/>
                <a:gd name="connsiteY3" fmla="*/ 9616 h 351631"/>
                <a:gd name="connsiteX4" fmla="*/ 82455 w 82203"/>
                <a:gd name="connsiteY4" fmla="*/ 3639 h 351631"/>
                <a:gd name="connsiteX5" fmla="*/ 78911 w 82203"/>
                <a:gd name="connsiteY5" fmla="*/ 122 h 351631"/>
                <a:gd name="connsiteX6" fmla="*/ 22573 w 82203"/>
                <a:gd name="connsiteY6" fmla="*/ 68690 h 351631"/>
                <a:gd name="connsiteX7" fmla="*/ 251 w 82203"/>
                <a:gd name="connsiteY7" fmla="*/ 175938 h 351631"/>
                <a:gd name="connsiteX8" fmla="*/ 23636 w 82203"/>
                <a:gd name="connsiteY8" fmla="*/ 285647 h 351631"/>
                <a:gd name="connsiteX9" fmla="*/ 78911 w 82203"/>
                <a:gd name="connsiteY9" fmla="*/ 351753 h 351631"/>
                <a:gd name="connsiteX10" fmla="*/ 82455 w 82203"/>
                <a:gd name="connsiteY10" fmla="*/ 34823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5" y="348237"/>
                  </a:moveTo>
                  <a:cubicBezTo>
                    <a:pt x="82455" y="347182"/>
                    <a:pt x="82455" y="346479"/>
                    <a:pt x="76431" y="340501"/>
                  </a:cubicBezTo>
                  <a:cubicBezTo>
                    <a:pt x="32140" y="296196"/>
                    <a:pt x="20802" y="229737"/>
                    <a:pt x="20802" y="175938"/>
                  </a:cubicBezTo>
                  <a:cubicBezTo>
                    <a:pt x="20802" y="114754"/>
                    <a:pt x="34266" y="53570"/>
                    <a:pt x="77848" y="9616"/>
                  </a:cubicBezTo>
                  <a:cubicBezTo>
                    <a:pt x="82455" y="5397"/>
                    <a:pt x="82455" y="4694"/>
                    <a:pt x="82455" y="3639"/>
                  </a:cubicBezTo>
                  <a:cubicBezTo>
                    <a:pt x="82455" y="1177"/>
                    <a:pt x="81037" y="122"/>
                    <a:pt x="78911" y="122"/>
                  </a:cubicBezTo>
                  <a:cubicBezTo>
                    <a:pt x="75368" y="122"/>
                    <a:pt x="43479" y="24033"/>
                    <a:pt x="22573" y="68690"/>
                  </a:cubicBezTo>
                  <a:cubicBezTo>
                    <a:pt x="4503" y="107370"/>
                    <a:pt x="251" y="146401"/>
                    <a:pt x="251" y="175938"/>
                  </a:cubicBezTo>
                  <a:cubicBezTo>
                    <a:pt x="251" y="203365"/>
                    <a:pt x="4148" y="245912"/>
                    <a:pt x="23636" y="285647"/>
                  </a:cubicBezTo>
                  <a:cubicBezTo>
                    <a:pt x="44896" y="328897"/>
                    <a:pt x="75368" y="351753"/>
                    <a:pt x="78911" y="351753"/>
                  </a:cubicBezTo>
                  <a:cubicBezTo>
                    <a:pt x="81037" y="351753"/>
                    <a:pt x="82455" y="350699"/>
                    <a:pt x="82455" y="34823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9" name="Freeform: Shape 4458">
              <a:extLst>
                <a:ext uri="{FF2B5EF4-FFF2-40B4-BE49-F238E27FC236}">
                  <a16:creationId xmlns:a16="http://schemas.microsoft.com/office/drawing/2014/main" id="{8579CC59-8B13-A64B-8D6C-7B13D1026324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1699147" y="5161899"/>
              <a:ext cx="137833" cy="242625"/>
            </a:xfrm>
            <a:custGeom>
              <a:avLst/>
              <a:gdLst>
                <a:gd name="connsiteX0" fmla="*/ 39231 w 137833"/>
                <a:gd name="connsiteY0" fmla="*/ 121787 h 242625"/>
                <a:gd name="connsiteX1" fmla="*/ 76789 w 137833"/>
                <a:gd name="connsiteY1" fmla="*/ 125655 h 242625"/>
                <a:gd name="connsiteX2" fmla="*/ 112576 w 137833"/>
                <a:gd name="connsiteY2" fmla="*/ 177696 h 242625"/>
                <a:gd name="connsiteX3" fmla="*/ 66159 w 137833"/>
                <a:gd name="connsiteY3" fmla="*/ 230089 h 242625"/>
                <a:gd name="connsiteX4" fmla="*/ 36396 w 137833"/>
                <a:gd name="connsiteY4" fmla="*/ 219189 h 242625"/>
                <a:gd name="connsiteX5" fmla="*/ 13719 w 137833"/>
                <a:gd name="connsiteY5" fmla="*/ 210398 h 242625"/>
                <a:gd name="connsiteX6" fmla="*/ 255 w 137833"/>
                <a:gd name="connsiteY6" fmla="*/ 222705 h 242625"/>
                <a:gd name="connsiteX7" fmla="*/ 40294 w 137833"/>
                <a:gd name="connsiteY7" fmla="*/ 242748 h 242625"/>
                <a:gd name="connsiteX8" fmla="*/ 112222 w 137833"/>
                <a:gd name="connsiteY8" fmla="*/ 219189 h 242625"/>
                <a:gd name="connsiteX9" fmla="*/ 138088 w 137833"/>
                <a:gd name="connsiteY9" fmla="*/ 160818 h 242625"/>
                <a:gd name="connsiteX10" fmla="*/ 122143 w 137833"/>
                <a:gd name="connsiteY10" fmla="*/ 115457 h 242625"/>
                <a:gd name="connsiteX11" fmla="*/ 92734 w 137833"/>
                <a:gd name="connsiteY11" fmla="*/ 96821 h 242625"/>
                <a:gd name="connsiteX12" fmla="*/ 126041 w 137833"/>
                <a:gd name="connsiteY12" fmla="*/ 48296 h 242625"/>
                <a:gd name="connsiteX13" fmla="*/ 70766 w 137833"/>
                <a:gd name="connsiteY13" fmla="*/ 122 h 242625"/>
                <a:gd name="connsiteX14" fmla="*/ 24703 w 137833"/>
                <a:gd name="connsiteY14" fmla="*/ 17352 h 242625"/>
                <a:gd name="connsiteX15" fmla="*/ 963 w 137833"/>
                <a:gd name="connsiteY15" fmla="*/ 57087 h 242625"/>
                <a:gd name="connsiteX16" fmla="*/ 6278 w 137833"/>
                <a:gd name="connsiteY16" fmla="*/ 58493 h 242625"/>
                <a:gd name="connsiteX17" fmla="*/ 59073 w 137833"/>
                <a:gd name="connsiteY17" fmla="*/ 21220 h 242625"/>
                <a:gd name="connsiteX18" fmla="*/ 98049 w 137833"/>
                <a:gd name="connsiteY18" fmla="*/ 58845 h 242625"/>
                <a:gd name="connsiteX19" fmla="*/ 83876 w 137833"/>
                <a:gd name="connsiteY19" fmla="*/ 92953 h 242625"/>
                <a:gd name="connsiteX20" fmla="*/ 39231 w 137833"/>
                <a:gd name="connsiteY20" fmla="*/ 117215 h 242625"/>
                <a:gd name="connsiteX21" fmla="*/ 39231 w 137833"/>
                <a:gd name="connsiteY21" fmla="*/ 121787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31" y="121787"/>
                  </a:moveTo>
                  <a:cubicBezTo>
                    <a:pt x="60136" y="121787"/>
                    <a:pt x="68285" y="122490"/>
                    <a:pt x="76789" y="125655"/>
                  </a:cubicBezTo>
                  <a:cubicBezTo>
                    <a:pt x="98758" y="133391"/>
                    <a:pt x="112576" y="153433"/>
                    <a:pt x="112576" y="177696"/>
                  </a:cubicBezTo>
                  <a:cubicBezTo>
                    <a:pt x="112576" y="207233"/>
                    <a:pt x="92380" y="230089"/>
                    <a:pt x="66159" y="230089"/>
                  </a:cubicBezTo>
                  <a:cubicBezTo>
                    <a:pt x="56593" y="230089"/>
                    <a:pt x="49506" y="227628"/>
                    <a:pt x="36396" y="219189"/>
                  </a:cubicBezTo>
                  <a:cubicBezTo>
                    <a:pt x="25766" y="212859"/>
                    <a:pt x="19743" y="210398"/>
                    <a:pt x="13719" y="210398"/>
                  </a:cubicBezTo>
                  <a:cubicBezTo>
                    <a:pt x="5570" y="210398"/>
                    <a:pt x="255" y="215321"/>
                    <a:pt x="255" y="222705"/>
                  </a:cubicBezTo>
                  <a:cubicBezTo>
                    <a:pt x="255" y="235012"/>
                    <a:pt x="15491" y="242748"/>
                    <a:pt x="40294" y="242748"/>
                  </a:cubicBezTo>
                  <a:cubicBezTo>
                    <a:pt x="67577" y="242748"/>
                    <a:pt x="95569" y="233605"/>
                    <a:pt x="112222" y="219189"/>
                  </a:cubicBezTo>
                  <a:cubicBezTo>
                    <a:pt x="128875" y="204772"/>
                    <a:pt x="138088" y="184377"/>
                    <a:pt x="138088" y="160818"/>
                  </a:cubicBezTo>
                  <a:cubicBezTo>
                    <a:pt x="138088" y="142885"/>
                    <a:pt x="132419" y="126358"/>
                    <a:pt x="122143" y="115457"/>
                  </a:cubicBezTo>
                  <a:cubicBezTo>
                    <a:pt x="115057" y="107721"/>
                    <a:pt x="108324" y="103502"/>
                    <a:pt x="92734" y="96821"/>
                  </a:cubicBezTo>
                  <a:cubicBezTo>
                    <a:pt x="117183" y="80294"/>
                    <a:pt x="126041" y="67284"/>
                    <a:pt x="126041" y="48296"/>
                  </a:cubicBezTo>
                  <a:cubicBezTo>
                    <a:pt x="126041" y="19814"/>
                    <a:pt x="103364" y="122"/>
                    <a:pt x="70766" y="122"/>
                  </a:cubicBezTo>
                  <a:cubicBezTo>
                    <a:pt x="53049" y="122"/>
                    <a:pt x="37459" y="6100"/>
                    <a:pt x="24703" y="17352"/>
                  </a:cubicBezTo>
                  <a:cubicBezTo>
                    <a:pt x="14073" y="26846"/>
                    <a:pt x="8759" y="35989"/>
                    <a:pt x="963" y="57087"/>
                  </a:cubicBezTo>
                  <a:lnTo>
                    <a:pt x="6278" y="58493"/>
                  </a:lnTo>
                  <a:cubicBezTo>
                    <a:pt x="20806" y="32824"/>
                    <a:pt x="36750" y="21220"/>
                    <a:pt x="59073" y="21220"/>
                  </a:cubicBezTo>
                  <a:cubicBezTo>
                    <a:pt x="82104" y="21220"/>
                    <a:pt x="98049" y="36692"/>
                    <a:pt x="98049" y="58845"/>
                  </a:cubicBezTo>
                  <a:cubicBezTo>
                    <a:pt x="98049" y="71503"/>
                    <a:pt x="92734" y="84162"/>
                    <a:pt x="83876" y="92953"/>
                  </a:cubicBezTo>
                  <a:cubicBezTo>
                    <a:pt x="73246" y="103502"/>
                    <a:pt x="63325" y="108776"/>
                    <a:pt x="39231" y="117215"/>
                  </a:cubicBezTo>
                  <a:lnTo>
                    <a:pt x="39231" y="12178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0" name="Freeform: Shape 4459">
              <a:extLst>
                <a:ext uri="{FF2B5EF4-FFF2-40B4-BE49-F238E27FC236}">
                  <a16:creationId xmlns:a16="http://schemas.microsoft.com/office/drawing/2014/main" id="{B0ADDCDF-2327-EA37-45B2-7DDC877B72C3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1940543" y="5304662"/>
              <a:ext cx="216493" cy="14065"/>
            </a:xfrm>
            <a:custGeom>
              <a:avLst/>
              <a:gdLst>
                <a:gd name="connsiteX0" fmla="*/ 204353 w 216493"/>
                <a:gd name="connsiteY0" fmla="*/ 14188 h 14065"/>
                <a:gd name="connsiteX1" fmla="*/ 216755 w 216493"/>
                <a:gd name="connsiteY1" fmla="*/ 7155 h 14065"/>
                <a:gd name="connsiteX2" fmla="*/ 204353 w 216493"/>
                <a:gd name="connsiteY2" fmla="*/ 122 h 14065"/>
                <a:gd name="connsiteX3" fmla="*/ 12663 w 216493"/>
                <a:gd name="connsiteY3" fmla="*/ 122 h 14065"/>
                <a:gd name="connsiteX4" fmla="*/ 261 w 216493"/>
                <a:gd name="connsiteY4" fmla="*/ 7155 h 14065"/>
                <a:gd name="connsiteX5" fmla="*/ 12663 w 216493"/>
                <a:gd name="connsiteY5" fmla="*/ 14188 h 14065"/>
                <a:gd name="connsiteX6" fmla="*/ 204353 w 216493"/>
                <a:gd name="connsiteY6" fmla="*/ 14188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3" y="14188"/>
                  </a:moveTo>
                  <a:cubicBezTo>
                    <a:pt x="210377" y="14188"/>
                    <a:pt x="216755" y="14188"/>
                    <a:pt x="216755" y="7155"/>
                  </a:cubicBezTo>
                  <a:cubicBezTo>
                    <a:pt x="216755" y="122"/>
                    <a:pt x="210377" y="122"/>
                    <a:pt x="204353" y="122"/>
                  </a:cubicBezTo>
                  <a:lnTo>
                    <a:pt x="12663" y="122"/>
                  </a:lnTo>
                  <a:cubicBezTo>
                    <a:pt x="6639" y="122"/>
                    <a:pt x="261" y="122"/>
                    <a:pt x="261" y="7155"/>
                  </a:cubicBezTo>
                  <a:cubicBezTo>
                    <a:pt x="261" y="14188"/>
                    <a:pt x="6639" y="14188"/>
                    <a:pt x="12663" y="14188"/>
                  </a:cubicBezTo>
                  <a:lnTo>
                    <a:pt x="204353" y="1418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1" name="Freeform: Shape 4460">
              <a:extLst>
                <a:ext uri="{FF2B5EF4-FFF2-40B4-BE49-F238E27FC236}">
                  <a16:creationId xmlns:a16="http://schemas.microsoft.com/office/drawing/2014/main" id="{3B2452AD-5D4B-A44C-94BA-CFD37FD7E109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2276200" y="5161899"/>
              <a:ext cx="100274" cy="237702"/>
            </a:xfrm>
            <a:custGeom>
              <a:avLst/>
              <a:gdLst>
                <a:gd name="connsiteX0" fmla="*/ 64049 w 100274"/>
                <a:gd name="connsiteY0" fmla="*/ 122 h 237702"/>
                <a:gd name="connsiteX1" fmla="*/ 270 w 100274"/>
                <a:gd name="connsiteY1" fmla="*/ 32121 h 237702"/>
                <a:gd name="connsiteX2" fmla="*/ 270 w 100274"/>
                <a:gd name="connsiteY2" fmla="*/ 37044 h 237702"/>
                <a:gd name="connsiteX3" fmla="*/ 9837 w 100274"/>
                <a:gd name="connsiteY3" fmla="*/ 33176 h 237702"/>
                <a:gd name="connsiteX4" fmla="*/ 25782 w 100274"/>
                <a:gd name="connsiteY4" fmla="*/ 29308 h 237702"/>
                <a:gd name="connsiteX5" fmla="*/ 36411 w 100274"/>
                <a:gd name="connsiteY5" fmla="*/ 45834 h 237702"/>
                <a:gd name="connsiteX6" fmla="*/ 36411 w 100274"/>
                <a:gd name="connsiteY6" fmla="*/ 205123 h 237702"/>
                <a:gd name="connsiteX7" fmla="*/ 27908 w 100274"/>
                <a:gd name="connsiteY7" fmla="*/ 227979 h 237702"/>
                <a:gd name="connsiteX8" fmla="*/ 2750 w 100274"/>
                <a:gd name="connsiteY8" fmla="*/ 232550 h 237702"/>
                <a:gd name="connsiteX9" fmla="*/ 2750 w 100274"/>
                <a:gd name="connsiteY9" fmla="*/ 237825 h 237702"/>
                <a:gd name="connsiteX10" fmla="*/ 100545 w 100274"/>
                <a:gd name="connsiteY10" fmla="*/ 237825 h 237702"/>
                <a:gd name="connsiteX11" fmla="*/ 100545 w 100274"/>
                <a:gd name="connsiteY11" fmla="*/ 232550 h 237702"/>
                <a:gd name="connsiteX12" fmla="*/ 66884 w 100274"/>
                <a:gd name="connsiteY12" fmla="*/ 211804 h 237702"/>
                <a:gd name="connsiteX13" fmla="*/ 66884 w 100274"/>
                <a:gd name="connsiteY13" fmla="*/ 826 h 237702"/>
                <a:gd name="connsiteX14" fmla="*/ 64049 w 100274"/>
                <a:gd name="connsiteY14" fmla="*/ 122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9" y="122"/>
                  </a:moveTo>
                  <a:lnTo>
                    <a:pt x="270" y="32121"/>
                  </a:lnTo>
                  <a:lnTo>
                    <a:pt x="270" y="37044"/>
                  </a:lnTo>
                  <a:cubicBezTo>
                    <a:pt x="4522" y="35285"/>
                    <a:pt x="8420" y="33879"/>
                    <a:pt x="9837" y="33176"/>
                  </a:cubicBezTo>
                  <a:cubicBezTo>
                    <a:pt x="16215" y="30714"/>
                    <a:pt x="22238" y="29308"/>
                    <a:pt x="25782" y="29308"/>
                  </a:cubicBezTo>
                  <a:cubicBezTo>
                    <a:pt x="33223" y="29308"/>
                    <a:pt x="36411" y="34582"/>
                    <a:pt x="36411" y="45834"/>
                  </a:cubicBezTo>
                  <a:lnTo>
                    <a:pt x="36411" y="205123"/>
                  </a:lnTo>
                  <a:cubicBezTo>
                    <a:pt x="36411" y="216727"/>
                    <a:pt x="33577" y="224815"/>
                    <a:pt x="27908" y="227979"/>
                  </a:cubicBezTo>
                  <a:cubicBezTo>
                    <a:pt x="22593" y="231144"/>
                    <a:pt x="17632" y="232199"/>
                    <a:pt x="2750" y="232550"/>
                  </a:cubicBezTo>
                  <a:lnTo>
                    <a:pt x="2750" y="237825"/>
                  </a:lnTo>
                  <a:lnTo>
                    <a:pt x="100545" y="237825"/>
                  </a:lnTo>
                  <a:lnTo>
                    <a:pt x="100545" y="232550"/>
                  </a:lnTo>
                  <a:cubicBezTo>
                    <a:pt x="72553" y="232199"/>
                    <a:pt x="66884" y="228683"/>
                    <a:pt x="66884" y="211804"/>
                  </a:cubicBezTo>
                  <a:lnTo>
                    <a:pt x="66884" y="826"/>
                  </a:lnTo>
                  <a:lnTo>
                    <a:pt x="64049" y="12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2" name="Freeform: Shape 4461">
              <a:extLst>
                <a:ext uri="{FF2B5EF4-FFF2-40B4-BE49-F238E27FC236}">
                  <a16:creationId xmlns:a16="http://schemas.microsoft.com/office/drawing/2014/main" id="{EDB6D623-790A-4D88-42A5-BF5C7ECF3806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2429934" y="5161899"/>
              <a:ext cx="137833" cy="242625"/>
            </a:xfrm>
            <a:custGeom>
              <a:avLst/>
              <a:gdLst>
                <a:gd name="connsiteX0" fmla="*/ 39251 w 137833"/>
                <a:gd name="connsiteY0" fmla="*/ 121787 h 242625"/>
                <a:gd name="connsiteX1" fmla="*/ 76810 w 137833"/>
                <a:gd name="connsiteY1" fmla="*/ 125655 h 242625"/>
                <a:gd name="connsiteX2" fmla="*/ 112597 w 137833"/>
                <a:gd name="connsiteY2" fmla="*/ 177696 h 242625"/>
                <a:gd name="connsiteX3" fmla="*/ 66180 w 137833"/>
                <a:gd name="connsiteY3" fmla="*/ 230089 h 242625"/>
                <a:gd name="connsiteX4" fmla="*/ 36417 w 137833"/>
                <a:gd name="connsiteY4" fmla="*/ 219189 h 242625"/>
                <a:gd name="connsiteX5" fmla="*/ 13740 w 137833"/>
                <a:gd name="connsiteY5" fmla="*/ 210398 h 242625"/>
                <a:gd name="connsiteX6" fmla="*/ 275 w 137833"/>
                <a:gd name="connsiteY6" fmla="*/ 222705 h 242625"/>
                <a:gd name="connsiteX7" fmla="*/ 40314 w 137833"/>
                <a:gd name="connsiteY7" fmla="*/ 242748 h 242625"/>
                <a:gd name="connsiteX8" fmla="*/ 112242 w 137833"/>
                <a:gd name="connsiteY8" fmla="*/ 219189 h 242625"/>
                <a:gd name="connsiteX9" fmla="*/ 138108 w 137833"/>
                <a:gd name="connsiteY9" fmla="*/ 160818 h 242625"/>
                <a:gd name="connsiteX10" fmla="*/ 122164 w 137833"/>
                <a:gd name="connsiteY10" fmla="*/ 115457 h 242625"/>
                <a:gd name="connsiteX11" fmla="*/ 92754 w 137833"/>
                <a:gd name="connsiteY11" fmla="*/ 96821 h 242625"/>
                <a:gd name="connsiteX12" fmla="*/ 126061 w 137833"/>
                <a:gd name="connsiteY12" fmla="*/ 48296 h 242625"/>
                <a:gd name="connsiteX13" fmla="*/ 70786 w 137833"/>
                <a:gd name="connsiteY13" fmla="*/ 122 h 242625"/>
                <a:gd name="connsiteX14" fmla="*/ 24724 w 137833"/>
                <a:gd name="connsiteY14" fmla="*/ 17352 h 242625"/>
                <a:gd name="connsiteX15" fmla="*/ 984 w 137833"/>
                <a:gd name="connsiteY15" fmla="*/ 57087 h 242625"/>
                <a:gd name="connsiteX16" fmla="*/ 6299 w 137833"/>
                <a:gd name="connsiteY16" fmla="*/ 58493 h 242625"/>
                <a:gd name="connsiteX17" fmla="*/ 59093 w 137833"/>
                <a:gd name="connsiteY17" fmla="*/ 21220 h 242625"/>
                <a:gd name="connsiteX18" fmla="*/ 98069 w 137833"/>
                <a:gd name="connsiteY18" fmla="*/ 58845 h 242625"/>
                <a:gd name="connsiteX19" fmla="*/ 83896 w 137833"/>
                <a:gd name="connsiteY19" fmla="*/ 92953 h 242625"/>
                <a:gd name="connsiteX20" fmla="*/ 39251 w 137833"/>
                <a:gd name="connsiteY20" fmla="*/ 117215 h 242625"/>
                <a:gd name="connsiteX21" fmla="*/ 39251 w 137833"/>
                <a:gd name="connsiteY21" fmla="*/ 121787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1" y="121787"/>
                  </a:moveTo>
                  <a:cubicBezTo>
                    <a:pt x="60156" y="121787"/>
                    <a:pt x="68306" y="122490"/>
                    <a:pt x="76810" y="125655"/>
                  </a:cubicBezTo>
                  <a:cubicBezTo>
                    <a:pt x="98778" y="133391"/>
                    <a:pt x="112597" y="153433"/>
                    <a:pt x="112597" y="177696"/>
                  </a:cubicBezTo>
                  <a:cubicBezTo>
                    <a:pt x="112597" y="207233"/>
                    <a:pt x="92400" y="230089"/>
                    <a:pt x="66180" y="230089"/>
                  </a:cubicBezTo>
                  <a:cubicBezTo>
                    <a:pt x="56613" y="230089"/>
                    <a:pt x="49527" y="227628"/>
                    <a:pt x="36417" y="219189"/>
                  </a:cubicBezTo>
                  <a:cubicBezTo>
                    <a:pt x="25787" y="212859"/>
                    <a:pt x="19763" y="210398"/>
                    <a:pt x="13740" y="210398"/>
                  </a:cubicBezTo>
                  <a:cubicBezTo>
                    <a:pt x="5590" y="210398"/>
                    <a:pt x="275" y="215321"/>
                    <a:pt x="275" y="222705"/>
                  </a:cubicBezTo>
                  <a:cubicBezTo>
                    <a:pt x="275" y="235012"/>
                    <a:pt x="15511" y="242748"/>
                    <a:pt x="40314" y="242748"/>
                  </a:cubicBezTo>
                  <a:cubicBezTo>
                    <a:pt x="67597" y="242748"/>
                    <a:pt x="95589" y="233605"/>
                    <a:pt x="112242" y="219189"/>
                  </a:cubicBezTo>
                  <a:cubicBezTo>
                    <a:pt x="128896" y="204772"/>
                    <a:pt x="138108" y="184377"/>
                    <a:pt x="138108" y="160818"/>
                  </a:cubicBezTo>
                  <a:cubicBezTo>
                    <a:pt x="138108" y="142885"/>
                    <a:pt x="132439" y="126358"/>
                    <a:pt x="122164" y="115457"/>
                  </a:cubicBezTo>
                  <a:cubicBezTo>
                    <a:pt x="115077" y="107721"/>
                    <a:pt x="108345" y="103502"/>
                    <a:pt x="92754" y="96821"/>
                  </a:cubicBezTo>
                  <a:cubicBezTo>
                    <a:pt x="117203" y="80294"/>
                    <a:pt x="126061" y="67284"/>
                    <a:pt x="126061" y="48296"/>
                  </a:cubicBezTo>
                  <a:cubicBezTo>
                    <a:pt x="126061" y="19814"/>
                    <a:pt x="103384" y="122"/>
                    <a:pt x="70786" y="122"/>
                  </a:cubicBezTo>
                  <a:cubicBezTo>
                    <a:pt x="53070" y="122"/>
                    <a:pt x="37479" y="6100"/>
                    <a:pt x="24724" y="17352"/>
                  </a:cubicBezTo>
                  <a:cubicBezTo>
                    <a:pt x="14094" y="26846"/>
                    <a:pt x="8779" y="35989"/>
                    <a:pt x="984" y="57087"/>
                  </a:cubicBezTo>
                  <a:lnTo>
                    <a:pt x="6299" y="58493"/>
                  </a:lnTo>
                  <a:cubicBezTo>
                    <a:pt x="20826" y="32824"/>
                    <a:pt x="36771" y="21220"/>
                    <a:pt x="59093" y="21220"/>
                  </a:cubicBezTo>
                  <a:cubicBezTo>
                    <a:pt x="82125" y="21220"/>
                    <a:pt x="98069" y="36692"/>
                    <a:pt x="98069" y="58845"/>
                  </a:cubicBezTo>
                  <a:cubicBezTo>
                    <a:pt x="98069" y="71503"/>
                    <a:pt x="92754" y="84162"/>
                    <a:pt x="83896" y="92953"/>
                  </a:cubicBezTo>
                  <a:cubicBezTo>
                    <a:pt x="73266" y="103502"/>
                    <a:pt x="63345" y="108776"/>
                    <a:pt x="39251" y="117215"/>
                  </a:cubicBezTo>
                  <a:lnTo>
                    <a:pt x="39251" y="12178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3" name="Freeform: Shape 4462">
              <a:extLst>
                <a:ext uri="{FF2B5EF4-FFF2-40B4-BE49-F238E27FC236}">
                  <a16:creationId xmlns:a16="http://schemas.microsoft.com/office/drawing/2014/main" id="{6F251AD8-2D43-2CA9-2EE5-72D3707DFB90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2612722" y="5135879"/>
              <a:ext cx="82203" cy="351631"/>
            </a:xfrm>
            <a:custGeom>
              <a:avLst/>
              <a:gdLst>
                <a:gd name="connsiteX0" fmla="*/ 82484 w 82203"/>
                <a:gd name="connsiteY0" fmla="*/ 175938 h 351631"/>
                <a:gd name="connsiteX1" fmla="*/ 59098 w 82203"/>
                <a:gd name="connsiteY1" fmla="*/ 66229 h 351631"/>
                <a:gd name="connsiteX2" fmla="*/ 3823 w 82203"/>
                <a:gd name="connsiteY2" fmla="*/ 122 h 351631"/>
                <a:gd name="connsiteX3" fmla="*/ 280 w 82203"/>
                <a:gd name="connsiteY3" fmla="*/ 3639 h 351631"/>
                <a:gd name="connsiteX4" fmla="*/ 7012 w 82203"/>
                <a:gd name="connsiteY4" fmla="*/ 11726 h 351631"/>
                <a:gd name="connsiteX5" fmla="*/ 61933 w 82203"/>
                <a:gd name="connsiteY5" fmla="*/ 175938 h 351631"/>
                <a:gd name="connsiteX6" fmla="*/ 4886 w 82203"/>
                <a:gd name="connsiteY6" fmla="*/ 342259 h 351631"/>
                <a:gd name="connsiteX7" fmla="*/ 280 w 82203"/>
                <a:gd name="connsiteY7" fmla="*/ 348237 h 351631"/>
                <a:gd name="connsiteX8" fmla="*/ 3823 w 82203"/>
                <a:gd name="connsiteY8" fmla="*/ 351753 h 351631"/>
                <a:gd name="connsiteX9" fmla="*/ 60161 w 82203"/>
                <a:gd name="connsiteY9" fmla="*/ 283185 h 351631"/>
                <a:gd name="connsiteX10" fmla="*/ 82484 w 82203"/>
                <a:gd name="connsiteY10" fmla="*/ 175938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4" y="175938"/>
                  </a:moveTo>
                  <a:cubicBezTo>
                    <a:pt x="82484" y="148511"/>
                    <a:pt x="78586" y="105963"/>
                    <a:pt x="59098" y="66229"/>
                  </a:cubicBezTo>
                  <a:cubicBezTo>
                    <a:pt x="37839" y="22978"/>
                    <a:pt x="7367" y="122"/>
                    <a:pt x="3823" y="122"/>
                  </a:cubicBezTo>
                  <a:cubicBezTo>
                    <a:pt x="1697" y="122"/>
                    <a:pt x="280" y="1529"/>
                    <a:pt x="280" y="3639"/>
                  </a:cubicBezTo>
                  <a:cubicBezTo>
                    <a:pt x="280" y="4694"/>
                    <a:pt x="280" y="5397"/>
                    <a:pt x="7012" y="11726"/>
                  </a:cubicBezTo>
                  <a:cubicBezTo>
                    <a:pt x="41736" y="46538"/>
                    <a:pt x="61933" y="102447"/>
                    <a:pt x="61933" y="175938"/>
                  </a:cubicBezTo>
                  <a:cubicBezTo>
                    <a:pt x="61933" y="236067"/>
                    <a:pt x="48823" y="297954"/>
                    <a:pt x="4886" y="342259"/>
                  </a:cubicBezTo>
                  <a:cubicBezTo>
                    <a:pt x="280" y="346479"/>
                    <a:pt x="280" y="347182"/>
                    <a:pt x="280" y="348237"/>
                  </a:cubicBezTo>
                  <a:cubicBezTo>
                    <a:pt x="280" y="350347"/>
                    <a:pt x="1697" y="351753"/>
                    <a:pt x="3823" y="351753"/>
                  </a:cubicBezTo>
                  <a:cubicBezTo>
                    <a:pt x="7367" y="351753"/>
                    <a:pt x="39256" y="327843"/>
                    <a:pt x="60161" y="283185"/>
                  </a:cubicBezTo>
                  <a:cubicBezTo>
                    <a:pt x="78232" y="244506"/>
                    <a:pt x="82484" y="205475"/>
                    <a:pt x="82484" y="17593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4" name="Freeform: Shape 4463">
              <a:extLst>
                <a:ext uri="{FF2B5EF4-FFF2-40B4-BE49-F238E27FC236}">
                  <a16:creationId xmlns:a16="http://schemas.microsoft.com/office/drawing/2014/main" id="{E999AF0A-B1B2-4331-D1F2-9E7C17CE8476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2874671" y="4984828"/>
              <a:ext cx="171139" cy="169486"/>
            </a:xfrm>
            <a:custGeom>
              <a:avLst/>
              <a:gdLst>
                <a:gd name="connsiteX0" fmla="*/ 86034 w 171139"/>
                <a:gd name="connsiteY0" fmla="*/ 75013 h 169486"/>
                <a:gd name="connsiteX1" fmla="*/ 15168 w 171139"/>
                <a:gd name="connsiteY1" fmla="*/ 5038 h 169486"/>
                <a:gd name="connsiteX2" fmla="*/ 7373 w 171139"/>
                <a:gd name="connsiteY2" fmla="*/ 115 h 169486"/>
                <a:gd name="connsiteX3" fmla="*/ 287 w 171139"/>
                <a:gd name="connsiteY3" fmla="*/ 7148 h 169486"/>
                <a:gd name="connsiteX4" fmla="*/ 4893 w 171139"/>
                <a:gd name="connsiteY4" fmla="*/ 14181 h 169486"/>
                <a:gd name="connsiteX5" fmla="*/ 75758 w 171139"/>
                <a:gd name="connsiteY5" fmla="*/ 84859 h 169486"/>
                <a:gd name="connsiteX6" fmla="*/ 4893 w 171139"/>
                <a:gd name="connsiteY6" fmla="*/ 155536 h 169486"/>
                <a:gd name="connsiteX7" fmla="*/ 287 w 171139"/>
                <a:gd name="connsiteY7" fmla="*/ 162569 h 169486"/>
                <a:gd name="connsiteX8" fmla="*/ 7373 w 171139"/>
                <a:gd name="connsiteY8" fmla="*/ 169602 h 169486"/>
                <a:gd name="connsiteX9" fmla="*/ 15168 w 171139"/>
                <a:gd name="connsiteY9" fmla="*/ 164679 h 169486"/>
                <a:gd name="connsiteX10" fmla="*/ 85679 w 171139"/>
                <a:gd name="connsiteY10" fmla="*/ 94704 h 169486"/>
                <a:gd name="connsiteX11" fmla="*/ 159025 w 171139"/>
                <a:gd name="connsiteY11" fmla="*/ 167492 h 169486"/>
                <a:gd name="connsiteX12" fmla="*/ 164340 w 171139"/>
                <a:gd name="connsiteY12" fmla="*/ 169602 h 169486"/>
                <a:gd name="connsiteX13" fmla="*/ 171426 w 171139"/>
                <a:gd name="connsiteY13" fmla="*/ 162569 h 169486"/>
                <a:gd name="connsiteX14" fmla="*/ 170363 w 171139"/>
                <a:gd name="connsiteY14" fmla="*/ 158701 h 169486"/>
                <a:gd name="connsiteX15" fmla="*/ 95955 w 171139"/>
                <a:gd name="connsiteY15" fmla="*/ 84859 h 169486"/>
                <a:gd name="connsiteX16" fmla="*/ 160797 w 171139"/>
                <a:gd name="connsiteY16" fmla="*/ 20510 h 169486"/>
                <a:gd name="connsiteX17" fmla="*/ 169655 w 171139"/>
                <a:gd name="connsiteY17" fmla="*/ 11719 h 169486"/>
                <a:gd name="connsiteX18" fmla="*/ 171426 w 171139"/>
                <a:gd name="connsiteY18" fmla="*/ 7148 h 169486"/>
                <a:gd name="connsiteX19" fmla="*/ 164340 w 171139"/>
                <a:gd name="connsiteY19" fmla="*/ 115 h 169486"/>
                <a:gd name="connsiteX20" fmla="*/ 156190 w 171139"/>
                <a:gd name="connsiteY20" fmla="*/ 5390 h 169486"/>
                <a:gd name="connsiteX21" fmla="*/ 86034 w 171139"/>
                <a:gd name="connsiteY21" fmla="*/ 75013 h 16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139" h="169486">
                  <a:moveTo>
                    <a:pt x="86034" y="75013"/>
                  </a:moveTo>
                  <a:lnTo>
                    <a:pt x="15168" y="5038"/>
                  </a:lnTo>
                  <a:cubicBezTo>
                    <a:pt x="10916" y="819"/>
                    <a:pt x="10208" y="115"/>
                    <a:pt x="7373" y="115"/>
                  </a:cubicBezTo>
                  <a:cubicBezTo>
                    <a:pt x="3830" y="115"/>
                    <a:pt x="287" y="3280"/>
                    <a:pt x="287" y="7148"/>
                  </a:cubicBezTo>
                  <a:cubicBezTo>
                    <a:pt x="287" y="9610"/>
                    <a:pt x="995" y="10313"/>
                    <a:pt x="4893" y="14181"/>
                  </a:cubicBezTo>
                  <a:lnTo>
                    <a:pt x="75758" y="84859"/>
                  </a:lnTo>
                  <a:lnTo>
                    <a:pt x="4893" y="155536"/>
                  </a:lnTo>
                  <a:cubicBezTo>
                    <a:pt x="995" y="159404"/>
                    <a:pt x="287" y="160108"/>
                    <a:pt x="287" y="162569"/>
                  </a:cubicBezTo>
                  <a:cubicBezTo>
                    <a:pt x="287" y="166437"/>
                    <a:pt x="3830" y="169602"/>
                    <a:pt x="7373" y="169602"/>
                  </a:cubicBezTo>
                  <a:cubicBezTo>
                    <a:pt x="10208" y="169602"/>
                    <a:pt x="10916" y="168898"/>
                    <a:pt x="15168" y="164679"/>
                  </a:cubicBezTo>
                  <a:lnTo>
                    <a:pt x="85679" y="94704"/>
                  </a:lnTo>
                  <a:lnTo>
                    <a:pt x="159025" y="167492"/>
                  </a:lnTo>
                  <a:cubicBezTo>
                    <a:pt x="159734" y="167844"/>
                    <a:pt x="162214" y="169602"/>
                    <a:pt x="164340" y="169602"/>
                  </a:cubicBezTo>
                  <a:cubicBezTo>
                    <a:pt x="168592" y="169602"/>
                    <a:pt x="171426" y="166437"/>
                    <a:pt x="171426" y="162569"/>
                  </a:cubicBezTo>
                  <a:cubicBezTo>
                    <a:pt x="171426" y="161866"/>
                    <a:pt x="171426" y="160459"/>
                    <a:pt x="170363" y="158701"/>
                  </a:cubicBezTo>
                  <a:cubicBezTo>
                    <a:pt x="170009" y="157998"/>
                    <a:pt x="113671" y="102792"/>
                    <a:pt x="95955" y="84859"/>
                  </a:cubicBezTo>
                  <a:lnTo>
                    <a:pt x="160797" y="20510"/>
                  </a:lnTo>
                  <a:cubicBezTo>
                    <a:pt x="162568" y="18400"/>
                    <a:pt x="167883" y="13829"/>
                    <a:pt x="169655" y="11719"/>
                  </a:cubicBezTo>
                  <a:cubicBezTo>
                    <a:pt x="170009" y="11016"/>
                    <a:pt x="171426" y="9610"/>
                    <a:pt x="171426" y="7148"/>
                  </a:cubicBezTo>
                  <a:cubicBezTo>
                    <a:pt x="171426" y="3280"/>
                    <a:pt x="168592" y="115"/>
                    <a:pt x="164340" y="115"/>
                  </a:cubicBezTo>
                  <a:cubicBezTo>
                    <a:pt x="161505" y="115"/>
                    <a:pt x="160088" y="1522"/>
                    <a:pt x="156190" y="5390"/>
                  </a:cubicBezTo>
                  <a:lnTo>
                    <a:pt x="86034" y="7501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5" name="Freeform: Shape 4464">
              <a:extLst>
                <a:ext uri="{FF2B5EF4-FFF2-40B4-BE49-F238E27FC236}">
                  <a16:creationId xmlns:a16="http://schemas.microsoft.com/office/drawing/2014/main" id="{E59E6AF7-BF61-83D3-4629-CF14DDE3B38D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3158951" y="4919776"/>
              <a:ext cx="157675" cy="237702"/>
            </a:xfrm>
            <a:custGeom>
              <a:avLst/>
              <a:gdLst>
                <a:gd name="connsiteX0" fmla="*/ 157971 w 157675"/>
                <a:gd name="connsiteY0" fmla="*/ 189645 h 237702"/>
                <a:gd name="connsiteX1" fmla="*/ 153365 w 157675"/>
                <a:gd name="connsiteY1" fmla="*/ 187886 h 237702"/>
                <a:gd name="connsiteX2" fmla="*/ 119704 w 157675"/>
                <a:gd name="connsiteY2" fmla="*/ 211094 h 237702"/>
                <a:gd name="connsiteX3" fmla="*/ 35020 w 157675"/>
                <a:gd name="connsiteY3" fmla="*/ 211094 h 237702"/>
                <a:gd name="connsiteX4" fmla="*/ 94547 w 157675"/>
                <a:gd name="connsiteY4" fmla="*/ 149207 h 237702"/>
                <a:gd name="connsiteX5" fmla="*/ 139900 w 157675"/>
                <a:gd name="connsiteY5" fmla="*/ 62354 h 237702"/>
                <a:gd name="connsiteX6" fmla="*/ 74350 w 157675"/>
                <a:gd name="connsiteY6" fmla="*/ 115 h 237702"/>
                <a:gd name="connsiteX7" fmla="*/ 23327 w 157675"/>
                <a:gd name="connsiteY7" fmla="*/ 21917 h 237702"/>
                <a:gd name="connsiteX8" fmla="*/ 650 w 157675"/>
                <a:gd name="connsiteY8" fmla="*/ 70090 h 237702"/>
                <a:gd name="connsiteX9" fmla="*/ 8091 w 157675"/>
                <a:gd name="connsiteY9" fmla="*/ 71848 h 237702"/>
                <a:gd name="connsiteX10" fmla="*/ 59468 w 157675"/>
                <a:gd name="connsiteY10" fmla="*/ 26136 h 237702"/>
                <a:gd name="connsiteX11" fmla="*/ 109428 w 157675"/>
                <a:gd name="connsiteY11" fmla="*/ 75716 h 237702"/>
                <a:gd name="connsiteX12" fmla="*/ 63366 w 157675"/>
                <a:gd name="connsiteY12" fmla="*/ 167140 h 237702"/>
                <a:gd name="connsiteX13" fmla="*/ 296 w 157675"/>
                <a:gd name="connsiteY13" fmla="*/ 233599 h 237702"/>
                <a:gd name="connsiteX14" fmla="*/ 296 w 157675"/>
                <a:gd name="connsiteY14" fmla="*/ 237818 h 237702"/>
                <a:gd name="connsiteX15" fmla="*/ 138483 w 157675"/>
                <a:gd name="connsiteY15" fmla="*/ 237818 h 237702"/>
                <a:gd name="connsiteX16" fmla="*/ 157971 w 157675"/>
                <a:gd name="connsiteY16" fmla="*/ 18964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7675" h="237702">
                  <a:moveTo>
                    <a:pt x="157971" y="189645"/>
                  </a:moveTo>
                  <a:lnTo>
                    <a:pt x="153365" y="187886"/>
                  </a:lnTo>
                  <a:cubicBezTo>
                    <a:pt x="140255" y="207929"/>
                    <a:pt x="135649" y="211094"/>
                    <a:pt x="119704" y="211094"/>
                  </a:cubicBezTo>
                  <a:lnTo>
                    <a:pt x="35020" y="211094"/>
                  </a:lnTo>
                  <a:lnTo>
                    <a:pt x="94547" y="149207"/>
                  </a:lnTo>
                  <a:cubicBezTo>
                    <a:pt x="126082" y="116505"/>
                    <a:pt x="139900" y="89781"/>
                    <a:pt x="139900" y="62354"/>
                  </a:cubicBezTo>
                  <a:cubicBezTo>
                    <a:pt x="139900" y="27191"/>
                    <a:pt x="111200" y="115"/>
                    <a:pt x="74350" y="115"/>
                  </a:cubicBezTo>
                  <a:cubicBezTo>
                    <a:pt x="54862" y="115"/>
                    <a:pt x="36437" y="7851"/>
                    <a:pt x="23327" y="21917"/>
                  </a:cubicBezTo>
                  <a:cubicBezTo>
                    <a:pt x="11988" y="33872"/>
                    <a:pt x="6674" y="45124"/>
                    <a:pt x="650" y="70090"/>
                  </a:cubicBezTo>
                  <a:lnTo>
                    <a:pt x="8091" y="71848"/>
                  </a:lnTo>
                  <a:cubicBezTo>
                    <a:pt x="22264" y="37388"/>
                    <a:pt x="35020" y="26136"/>
                    <a:pt x="59468" y="26136"/>
                  </a:cubicBezTo>
                  <a:cubicBezTo>
                    <a:pt x="89232" y="26136"/>
                    <a:pt x="109428" y="46179"/>
                    <a:pt x="109428" y="75716"/>
                  </a:cubicBezTo>
                  <a:cubicBezTo>
                    <a:pt x="109428" y="103143"/>
                    <a:pt x="93129" y="135845"/>
                    <a:pt x="63366" y="167140"/>
                  </a:cubicBezTo>
                  <a:lnTo>
                    <a:pt x="296" y="233599"/>
                  </a:lnTo>
                  <a:lnTo>
                    <a:pt x="296" y="237818"/>
                  </a:lnTo>
                  <a:lnTo>
                    <a:pt x="138483" y="237818"/>
                  </a:lnTo>
                  <a:lnTo>
                    <a:pt x="157971" y="18964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6" name="Freeform: Shape 4465">
              <a:extLst>
                <a:ext uri="{FF2B5EF4-FFF2-40B4-BE49-F238E27FC236}">
                  <a16:creationId xmlns:a16="http://schemas.microsoft.com/office/drawing/2014/main" id="{74B663CC-818F-917F-EF11-B55AC75CEB41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3341385" y="4919776"/>
              <a:ext cx="137833" cy="242625"/>
            </a:xfrm>
            <a:custGeom>
              <a:avLst/>
              <a:gdLst>
                <a:gd name="connsiteX0" fmla="*/ 39277 w 137833"/>
                <a:gd name="connsiteY0" fmla="*/ 121780 h 242625"/>
                <a:gd name="connsiteX1" fmla="*/ 76835 w 137833"/>
                <a:gd name="connsiteY1" fmla="*/ 125648 h 242625"/>
                <a:gd name="connsiteX2" fmla="*/ 112622 w 137833"/>
                <a:gd name="connsiteY2" fmla="*/ 177689 h 242625"/>
                <a:gd name="connsiteX3" fmla="*/ 66205 w 137833"/>
                <a:gd name="connsiteY3" fmla="*/ 230082 h 242625"/>
                <a:gd name="connsiteX4" fmla="*/ 36442 w 137833"/>
                <a:gd name="connsiteY4" fmla="*/ 219182 h 242625"/>
                <a:gd name="connsiteX5" fmla="*/ 13765 w 137833"/>
                <a:gd name="connsiteY5" fmla="*/ 210391 h 242625"/>
                <a:gd name="connsiteX6" fmla="*/ 301 w 137833"/>
                <a:gd name="connsiteY6" fmla="*/ 222698 h 242625"/>
                <a:gd name="connsiteX7" fmla="*/ 40340 w 137833"/>
                <a:gd name="connsiteY7" fmla="*/ 242741 h 242625"/>
                <a:gd name="connsiteX8" fmla="*/ 112268 w 137833"/>
                <a:gd name="connsiteY8" fmla="*/ 219182 h 242625"/>
                <a:gd name="connsiteX9" fmla="*/ 138134 w 137833"/>
                <a:gd name="connsiteY9" fmla="*/ 160811 h 242625"/>
                <a:gd name="connsiteX10" fmla="*/ 122189 w 137833"/>
                <a:gd name="connsiteY10" fmla="*/ 115450 h 242625"/>
                <a:gd name="connsiteX11" fmla="*/ 92780 w 137833"/>
                <a:gd name="connsiteY11" fmla="*/ 96814 h 242625"/>
                <a:gd name="connsiteX12" fmla="*/ 126087 w 137833"/>
                <a:gd name="connsiteY12" fmla="*/ 48289 h 242625"/>
                <a:gd name="connsiteX13" fmla="*/ 70812 w 137833"/>
                <a:gd name="connsiteY13" fmla="*/ 115 h 242625"/>
                <a:gd name="connsiteX14" fmla="*/ 24749 w 137833"/>
                <a:gd name="connsiteY14" fmla="*/ 17345 h 242625"/>
                <a:gd name="connsiteX15" fmla="*/ 1009 w 137833"/>
                <a:gd name="connsiteY15" fmla="*/ 57080 h 242625"/>
                <a:gd name="connsiteX16" fmla="*/ 6324 w 137833"/>
                <a:gd name="connsiteY16" fmla="*/ 58486 h 242625"/>
                <a:gd name="connsiteX17" fmla="*/ 59119 w 137833"/>
                <a:gd name="connsiteY17" fmla="*/ 21213 h 242625"/>
                <a:gd name="connsiteX18" fmla="*/ 98095 w 137833"/>
                <a:gd name="connsiteY18" fmla="*/ 58838 h 242625"/>
                <a:gd name="connsiteX19" fmla="*/ 83922 w 137833"/>
                <a:gd name="connsiteY19" fmla="*/ 92946 h 242625"/>
                <a:gd name="connsiteX20" fmla="*/ 39277 w 137833"/>
                <a:gd name="connsiteY20" fmla="*/ 117209 h 242625"/>
                <a:gd name="connsiteX21" fmla="*/ 39277 w 137833"/>
                <a:gd name="connsiteY21" fmla="*/ 121780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77" y="121780"/>
                  </a:moveTo>
                  <a:cubicBezTo>
                    <a:pt x="60182" y="121780"/>
                    <a:pt x="68331" y="122483"/>
                    <a:pt x="76835" y="125648"/>
                  </a:cubicBezTo>
                  <a:cubicBezTo>
                    <a:pt x="98804" y="133384"/>
                    <a:pt x="112622" y="153427"/>
                    <a:pt x="112622" y="177689"/>
                  </a:cubicBezTo>
                  <a:cubicBezTo>
                    <a:pt x="112622" y="207226"/>
                    <a:pt x="92426" y="230082"/>
                    <a:pt x="66205" y="230082"/>
                  </a:cubicBezTo>
                  <a:cubicBezTo>
                    <a:pt x="56639" y="230082"/>
                    <a:pt x="49552" y="227621"/>
                    <a:pt x="36442" y="219182"/>
                  </a:cubicBezTo>
                  <a:cubicBezTo>
                    <a:pt x="25812" y="212852"/>
                    <a:pt x="19789" y="210391"/>
                    <a:pt x="13765" y="210391"/>
                  </a:cubicBezTo>
                  <a:cubicBezTo>
                    <a:pt x="5616" y="210391"/>
                    <a:pt x="301" y="215314"/>
                    <a:pt x="301" y="222698"/>
                  </a:cubicBezTo>
                  <a:cubicBezTo>
                    <a:pt x="301" y="235005"/>
                    <a:pt x="15537" y="242741"/>
                    <a:pt x="40340" y="242741"/>
                  </a:cubicBezTo>
                  <a:cubicBezTo>
                    <a:pt x="67623" y="242741"/>
                    <a:pt x="95615" y="233599"/>
                    <a:pt x="112268" y="219182"/>
                  </a:cubicBezTo>
                  <a:cubicBezTo>
                    <a:pt x="128921" y="204765"/>
                    <a:pt x="138134" y="184370"/>
                    <a:pt x="138134" y="160811"/>
                  </a:cubicBezTo>
                  <a:cubicBezTo>
                    <a:pt x="138134" y="142878"/>
                    <a:pt x="132465" y="126351"/>
                    <a:pt x="122189" y="115450"/>
                  </a:cubicBezTo>
                  <a:cubicBezTo>
                    <a:pt x="115103" y="107715"/>
                    <a:pt x="108370" y="103495"/>
                    <a:pt x="92780" y="96814"/>
                  </a:cubicBezTo>
                  <a:cubicBezTo>
                    <a:pt x="117229" y="80287"/>
                    <a:pt x="126087" y="67277"/>
                    <a:pt x="126087" y="48289"/>
                  </a:cubicBezTo>
                  <a:cubicBezTo>
                    <a:pt x="126087" y="19807"/>
                    <a:pt x="103410" y="115"/>
                    <a:pt x="70812" y="115"/>
                  </a:cubicBezTo>
                  <a:cubicBezTo>
                    <a:pt x="53095" y="115"/>
                    <a:pt x="37505" y="6093"/>
                    <a:pt x="24749" y="17345"/>
                  </a:cubicBezTo>
                  <a:cubicBezTo>
                    <a:pt x="14119" y="26839"/>
                    <a:pt x="8805" y="35982"/>
                    <a:pt x="1009" y="57080"/>
                  </a:cubicBezTo>
                  <a:lnTo>
                    <a:pt x="6324" y="58486"/>
                  </a:lnTo>
                  <a:cubicBezTo>
                    <a:pt x="20852" y="32817"/>
                    <a:pt x="36796" y="21213"/>
                    <a:pt x="59119" y="21213"/>
                  </a:cubicBezTo>
                  <a:cubicBezTo>
                    <a:pt x="82150" y="21213"/>
                    <a:pt x="98095" y="36685"/>
                    <a:pt x="98095" y="58838"/>
                  </a:cubicBezTo>
                  <a:cubicBezTo>
                    <a:pt x="98095" y="71497"/>
                    <a:pt x="92780" y="84155"/>
                    <a:pt x="83922" y="92946"/>
                  </a:cubicBezTo>
                  <a:cubicBezTo>
                    <a:pt x="73292" y="103495"/>
                    <a:pt x="63371" y="108770"/>
                    <a:pt x="39277" y="117209"/>
                  </a:cubicBezTo>
                  <a:lnTo>
                    <a:pt x="39277" y="12178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7" name="Freeform: Shape 4466">
              <a:extLst>
                <a:ext uri="{FF2B5EF4-FFF2-40B4-BE49-F238E27FC236}">
                  <a16:creationId xmlns:a16="http://schemas.microsoft.com/office/drawing/2014/main" id="{E57B953A-3648-D840-D2E9-8C49E2BF12DC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3543307" y="4919776"/>
              <a:ext cx="100274" cy="237702"/>
            </a:xfrm>
            <a:custGeom>
              <a:avLst/>
              <a:gdLst>
                <a:gd name="connsiteX0" fmla="*/ 64084 w 100274"/>
                <a:gd name="connsiteY0" fmla="*/ 115 h 237702"/>
                <a:gd name="connsiteX1" fmla="*/ 306 w 100274"/>
                <a:gd name="connsiteY1" fmla="*/ 32114 h 237702"/>
                <a:gd name="connsiteX2" fmla="*/ 306 w 100274"/>
                <a:gd name="connsiteY2" fmla="*/ 37037 h 237702"/>
                <a:gd name="connsiteX3" fmla="*/ 9873 w 100274"/>
                <a:gd name="connsiteY3" fmla="*/ 33169 h 237702"/>
                <a:gd name="connsiteX4" fmla="*/ 25817 w 100274"/>
                <a:gd name="connsiteY4" fmla="*/ 29301 h 237702"/>
                <a:gd name="connsiteX5" fmla="*/ 36447 w 100274"/>
                <a:gd name="connsiteY5" fmla="*/ 45828 h 237702"/>
                <a:gd name="connsiteX6" fmla="*/ 36447 w 100274"/>
                <a:gd name="connsiteY6" fmla="*/ 205116 h 237702"/>
                <a:gd name="connsiteX7" fmla="*/ 27943 w 100274"/>
                <a:gd name="connsiteY7" fmla="*/ 227972 h 237702"/>
                <a:gd name="connsiteX8" fmla="*/ 2786 w 100274"/>
                <a:gd name="connsiteY8" fmla="*/ 232544 h 237702"/>
                <a:gd name="connsiteX9" fmla="*/ 2786 w 100274"/>
                <a:gd name="connsiteY9" fmla="*/ 237818 h 237702"/>
                <a:gd name="connsiteX10" fmla="*/ 100580 w 100274"/>
                <a:gd name="connsiteY10" fmla="*/ 237818 h 237702"/>
                <a:gd name="connsiteX11" fmla="*/ 100580 w 100274"/>
                <a:gd name="connsiteY11" fmla="*/ 232544 h 237702"/>
                <a:gd name="connsiteX12" fmla="*/ 66919 w 100274"/>
                <a:gd name="connsiteY12" fmla="*/ 211797 h 237702"/>
                <a:gd name="connsiteX13" fmla="*/ 66919 w 100274"/>
                <a:gd name="connsiteY13" fmla="*/ 819 h 237702"/>
                <a:gd name="connsiteX14" fmla="*/ 64084 w 100274"/>
                <a:gd name="connsiteY14" fmla="*/ 11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84" y="115"/>
                  </a:moveTo>
                  <a:lnTo>
                    <a:pt x="306" y="32114"/>
                  </a:lnTo>
                  <a:lnTo>
                    <a:pt x="306" y="37037"/>
                  </a:lnTo>
                  <a:cubicBezTo>
                    <a:pt x="4558" y="35279"/>
                    <a:pt x="8455" y="33872"/>
                    <a:pt x="9873" y="33169"/>
                  </a:cubicBezTo>
                  <a:cubicBezTo>
                    <a:pt x="16250" y="30707"/>
                    <a:pt x="22274" y="29301"/>
                    <a:pt x="25817" y="29301"/>
                  </a:cubicBezTo>
                  <a:cubicBezTo>
                    <a:pt x="33258" y="29301"/>
                    <a:pt x="36447" y="34575"/>
                    <a:pt x="36447" y="45828"/>
                  </a:cubicBezTo>
                  <a:lnTo>
                    <a:pt x="36447" y="205116"/>
                  </a:lnTo>
                  <a:cubicBezTo>
                    <a:pt x="36447" y="216720"/>
                    <a:pt x="33612" y="224808"/>
                    <a:pt x="27943" y="227972"/>
                  </a:cubicBezTo>
                  <a:cubicBezTo>
                    <a:pt x="22628" y="231137"/>
                    <a:pt x="17668" y="232192"/>
                    <a:pt x="2786" y="232544"/>
                  </a:cubicBezTo>
                  <a:lnTo>
                    <a:pt x="2786" y="237818"/>
                  </a:lnTo>
                  <a:lnTo>
                    <a:pt x="100580" y="237818"/>
                  </a:lnTo>
                  <a:lnTo>
                    <a:pt x="100580" y="232544"/>
                  </a:lnTo>
                  <a:cubicBezTo>
                    <a:pt x="72588" y="232192"/>
                    <a:pt x="66919" y="228676"/>
                    <a:pt x="66919" y="211797"/>
                  </a:cubicBezTo>
                  <a:lnTo>
                    <a:pt x="66919" y="819"/>
                  </a:lnTo>
                  <a:lnTo>
                    <a:pt x="64084" y="1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8" name="Freeform: Shape 4467">
              <a:extLst>
                <a:ext uri="{FF2B5EF4-FFF2-40B4-BE49-F238E27FC236}">
                  <a16:creationId xmlns:a16="http://schemas.microsoft.com/office/drawing/2014/main" id="{ADBE4B21-BAF6-37C0-A294-CAC7F14D7DA4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3690308" y="4919776"/>
              <a:ext cx="160155" cy="242625"/>
            </a:xfrm>
            <a:custGeom>
              <a:avLst/>
              <a:gdLst>
                <a:gd name="connsiteX0" fmla="*/ 81806 w 160155"/>
                <a:gd name="connsiteY0" fmla="*/ 115 h 242625"/>
                <a:gd name="connsiteX1" fmla="*/ 34326 w 160155"/>
                <a:gd name="connsiteY1" fmla="*/ 18400 h 242625"/>
                <a:gd name="connsiteX2" fmla="*/ 311 w 160155"/>
                <a:gd name="connsiteY2" fmla="*/ 119670 h 242625"/>
                <a:gd name="connsiteX3" fmla="*/ 28657 w 160155"/>
                <a:gd name="connsiteY3" fmla="*/ 218830 h 242625"/>
                <a:gd name="connsiteX4" fmla="*/ 80389 w 160155"/>
                <a:gd name="connsiteY4" fmla="*/ 242741 h 242625"/>
                <a:gd name="connsiteX5" fmla="*/ 126451 w 160155"/>
                <a:gd name="connsiteY5" fmla="*/ 224456 h 242625"/>
                <a:gd name="connsiteX6" fmla="*/ 160466 w 160155"/>
                <a:gd name="connsiteY6" fmla="*/ 121780 h 242625"/>
                <a:gd name="connsiteX7" fmla="*/ 81806 w 160155"/>
                <a:gd name="connsiteY7" fmla="*/ 115 h 242625"/>
                <a:gd name="connsiteX8" fmla="*/ 80743 w 160155"/>
                <a:gd name="connsiteY8" fmla="*/ 9258 h 242625"/>
                <a:gd name="connsiteX9" fmla="*/ 126451 w 160155"/>
                <a:gd name="connsiteY9" fmla="*/ 122483 h 242625"/>
                <a:gd name="connsiteX10" fmla="*/ 80389 w 160155"/>
                <a:gd name="connsiteY10" fmla="*/ 233599 h 242625"/>
                <a:gd name="connsiteX11" fmla="*/ 34326 w 160155"/>
                <a:gd name="connsiteY11" fmla="*/ 122835 h 242625"/>
                <a:gd name="connsiteX12" fmla="*/ 80743 w 160155"/>
                <a:gd name="connsiteY12" fmla="*/ 9258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155" h="242625">
                  <a:moveTo>
                    <a:pt x="81806" y="115"/>
                  </a:moveTo>
                  <a:cubicBezTo>
                    <a:pt x="62318" y="115"/>
                    <a:pt x="47436" y="6093"/>
                    <a:pt x="34326" y="18400"/>
                  </a:cubicBezTo>
                  <a:cubicBezTo>
                    <a:pt x="13775" y="38092"/>
                    <a:pt x="311" y="78529"/>
                    <a:pt x="311" y="119670"/>
                  </a:cubicBezTo>
                  <a:cubicBezTo>
                    <a:pt x="311" y="157998"/>
                    <a:pt x="12003" y="199139"/>
                    <a:pt x="28657" y="218830"/>
                  </a:cubicBezTo>
                  <a:cubicBezTo>
                    <a:pt x="41767" y="234302"/>
                    <a:pt x="59838" y="242741"/>
                    <a:pt x="80389" y="242741"/>
                  </a:cubicBezTo>
                  <a:cubicBezTo>
                    <a:pt x="98459" y="242741"/>
                    <a:pt x="113695" y="236763"/>
                    <a:pt x="126451" y="224456"/>
                  </a:cubicBezTo>
                  <a:cubicBezTo>
                    <a:pt x="147002" y="205116"/>
                    <a:pt x="160466" y="164327"/>
                    <a:pt x="160466" y="121780"/>
                  </a:cubicBezTo>
                  <a:cubicBezTo>
                    <a:pt x="160466" y="49695"/>
                    <a:pt x="128223" y="115"/>
                    <a:pt x="81806" y="115"/>
                  </a:cubicBezTo>
                  <a:close/>
                  <a:moveTo>
                    <a:pt x="80743" y="9258"/>
                  </a:moveTo>
                  <a:cubicBezTo>
                    <a:pt x="110506" y="9258"/>
                    <a:pt x="126451" y="48992"/>
                    <a:pt x="126451" y="122483"/>
                  </a:cubicBezTo>
                  <a:cubicBezTo>
                    <a:pt x="126451" y="195974"/>
                    <a:pt x="110861" y="233599"/>
                    <a:pt x="80389" y="233599"/>
                  </a:cubicBezTo>
                  <a:cubicBezTo>
                    <a:pt x="49916" y="233599"/>
                    <a:pt x="34326" y="195974"/>
                    <a:pt x="34326" y="122835"/>
                  </a:cubicBezTo>
                  <a:cubicBezTo>
                    <a:pt x="34326" y="48289"/>
                    <a:pt x="50271" y="9258"/>
                    <a:pt x="80743" y="9258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9" name="Freeform: Shape 4468">
              <a:extLst>
                <a:ext uri="{FF2B5EF4-FFF2-40B4-BE49-F238E27FC236}">
                  <a16:creationId xmlns:a16="http://schemas.microsoft.com/office/drawing/2014/main" id="{5EEC9CDB-09D0-A5AE-48F9-38F2C3456969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8177048" y="5927674"/>
              <a:ext cx="235627" cy="234186"/>
            </a:xfrm>
            <a:custGeom>
              <a:avLst/>
              <a:gdLst>
                <a:gd name="connsiteX0" fmla="*/ 125233 w 235627"/>
                <a:gd name="connsiteY0" fmla="*/ 124269 h 234186"/>
                <a:gd name="connsiteX1" fmla="*/ 224090 w 235627"/>
                <a:gd name="connsiteY1" fmla="*/ 124269 h 234186"/>
                <a:gd name="connsiteX2" fmla="*/ 235783 w 235627"/>
                <a:gd name="connsiteY2" fmla="*/ 117236 h 234186"/>
                <a:gd name="connsiteX3" fmla="*/ 224090 w 235627"/>
                <a:gd name="connsiteY3" fmla="*/ 110204 h 234186"/>
                <a:gd name="connsiteX4" fmla="*/ 125233 w 235627"/>
                <a:gd name="connsiteY4" fmla="*/ 110204 h 234186"/>
                <a:gd name="connsiteX5" fmla="*/ 125233 w 235627"/>
                <a:gd name="connsiteY5" fmla="*/ 11747 h 234186"/>
                <a:gd name="connsiteX6" fmla="*/ 118147 w 235627"/>
                <a:gd name="connsiteY6" fmla="*/ 143 h 234186"/>
                <a:gd name="connsiteX7" fmla="*/ 111060 w 235627"/>
                <a:gd name="connsiteY7" fmla="*/ 11747 h 234186"/>
                <a:gd name="connsiteX8" fmla="*/ 111060 w 235627"/>
                <a:gd name="connsiteY8" fmla="*/ 110204 h 234186"/>
                <a:gd name="connsiteX9" fmla="*/ 11849 w 235627"/>
                <a:gd name="connsiteY9" fmla="*/ 110204 h 234186"/>
                <a:gd name="connsiteX10" fmla="*/ 156 w 235627"/>
                <a:gd name="connsiteY10" fmla="*/ 117236 h 234186"/>
                <a:gd name="connsiteX11" fmla="*/ 11849 w 235627"/>
                <a:gd name="connsiteY11" fmla="*/ 124269 h 234186"/>
                <a:gd name="connsiteX12" fmla="*/ 111060 w 235627"/>
                <a:gd name="connsiteY12" fmla="*/ 124269 h 234186"/>
                <a:gd name="connsiteX13" fmla="*/ 111060 w 235627"/>
                <a:gd name="connsiteY13" fmla="*/ 222726 h 234186"/>
                <a:gd name="connsiteX14" fmla="*/ 118147 w 235627"/>
                <a:gd name="connsiteY14" fmla="*/ 234329 h 234186"/>
                <a:gd name="connsiteX15" fmla="*/ 125233 w 235627"/>
                <a:gd name="connsiteY15" fmla="*/ 222726 h 234186"/>
                <a:gd name="connsiteX16" fmla="*/ 125233 w 235627"/>
                <a:gd name="connsiteY16" fmla="*/ 124269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627" h="234186">
                  <a:moveTo>
                    <a:pt x="125233" y="124269"/>
                  </a:moveTo>
                  <a:lnTo>
                    <a:pt x="224090" y="124269"/>
                  </a:lnTo>
                  <a:cubicBezTo>
                    <a:pt x="229051" y="124269"/>
                    <a:pt x="235783" y="124269"/>
                    <a:pt x="235783" y="117236"/>
                  </a:cubicBezTo>
                  <a:cubicBezTo>
                    <a:pt x="235783" y="110204"/>
                    <a:pt x="229051" y="110204"/>
                    <a:pt x="224090" y="110204"/>
                  </a:cubicBezTo>
                  <a:lnTo>
                    <a:pt x="125233" y="110204"/>
                  </a:lnTo>
                  <a:lnTo>
                    <a:pt x="125233" y="11747"/>
                  </a:lnTo>
                  <a:cubicBezTo>
                    <a:pt x="125233" y="6824"/>
                    <a:pt x="125233" y="143"/>
                    <a:pt x="118147" y="143"/>
                  </a:cubicBezTo>
                  <a:cubicBezTo>
                    <a:pt x="111060" y="143"/>
                    <a:pt x="111060" y="6824"/>
                    <a:pt x="111060" y="11747"/>
                  </a:cubicBezTo>
                  <a:lnTo>
                    <a:pt x="111060" y="110204"/>
                  </a:lnTo>
                  <a:lnTo>
                    <a:pt x="11849" y="110204"/>
                  </a:lnTo>
                  <a:cubicBezTo>
                    <a:pt x="6888" y="110204"/>
                    <a:pt x="156" y="110204"/>
                    <a:pt x="156" y="117236"/>
                  </a:cubicBezTo>
                  <a:cubicBezTo>
                    <a:pt x="156" y="124269"/>
                    <a:pt x="6888" y="124269"/>
                    <a:pt x="11849" y="124269"/>
                  </a:cubicBezTo>
                  <a:lnTo>
                    <a:pt x="111060" y="124269"/>
                  </a:lnTo>
                  <a:lnTo>
                    <a:pt x="111060" y="222726"/>
                  </a:lnTo>
                  <a:cubicBezTo>
                    <a:pt x="111060" y="227648"/>
                    <a:pt x="111060" y="234329"/>
                    <a:pt x="118147" y="234329"/>
                  </a:cubicBezTo>
                  <a:cubicBezTo>
                    <a:pt x="125233" y="234329"/>
                    <a:pt x="125233" y="227648"/>
                    <a:pt x="125233" y="222726"/>
                  </a:cubicBezTo>
                  <a:lnTo>
                    <a:pt x="125233" y="1242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0" name="Freeform: Shape 4469">
              <a:extLst>
                <a:ext uri="{FF2B5EF4-FFF2-40B4-BE49-F238E27FC236}">
                  <a16:creationId xmlns:a16="http://schemas.microsoft.com/office/drawing/2014/main" id="{CB6A9F33-B372-80AC-C9AE-A69FE2EFC13D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8598410" y="5630008"/>
              <a:ext cx="82203" cy="351631"/>
            </a:xfrm>
            <a:custGeom>
              <a:avLst/>
              <a:gdLst>
                <a:gd name="connsiteX0" fmla="*/ 82371 w 82203"/>
                <a:gd name="connsiteY0" fmla="*/ 348251 h 351631"/>
                <a:gd name="connsiteX1" fmla="*/ 76348 w 82203"/>
                <a:gd name="connsiteY1" fmla="*/ 340515 h 351631"/>
                <a:gd name="connsiteX2" fmla="*/ 20718 w 82203"/>
                <a:gd name="connsiteY2" fmla="*/ 175952 h 351631"/>
                <a:gd name="connsiteX3" fmla="*/ 77765 w 82203"/>
                <a:gd name="connsiteY3" fmla="*/ 9630 h 351631"/>
                <a:gd name="connsiteX4" fmla="*/ 82371 w 82203"/>
                <a:gd name="connsiteY4" fmla="*/ 3653 h 351631"/>
                <a:gd name="connsiteX5" fmla="*/ 78828 w 82203"/>
                <a:gd name="connsiteY5" fmla="*/ 136 h 351631"/>
                <a:gd name="connsiteX6" fmla="*/ 22490 w 82203"/>
                <a:gd name="connsiteY6" fmla="*/ 68704 h 351631"/>
                <a:gd name="connsiteX7" fmla="*/ 167 w 82203"/>
                <a:gd name="connsiteY7" fmla="*/ 175952 h 351631"/>
                <a:gd name="connsiteX8" fmla="*/ 23553 w 82203"/>
                <a:gd name="connsiteY8" fmla="*/ 285661 h 351631"/>
                <a:gd name="connsiteX9" fmla="*/ 78828 w 82203"/>
                <a:gd name="connsiteY9" fmla="*/ 351767 h 351631"/>
                <a:gd name="connsiteX10" fmla="*/ 82371 w 82203"/>
                <a:gd name="connsiteY10" fmla="*/ 348251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1" y="348251"/>
                  </a:moveTo>
                  <a:cubicBezTo>
                    <a:pt x="82371" y="347196"/>
                    <a:pt x="82371" y="346493"/>
                    <a:pt x="76348" y="340515"/>
                  </a:cubicBezTo>
                  <a:cubicBezTo>
                    <a:pt x="32057" y="296210"/>
                    <a:pt x="20718" y="229751"/>
                    <a:pt x="20718" y="175952"/>
                  </a:cubicBezTo>
                  <a:cubicBezTo>
                    <a:pt x="20718" y="114768"/>
                    <a:pt x="34183" y="53584"/>
                    <a:pt x="77765" y="9630"/>
                  </a:cubicBezTo>
                  <a:cubicBezTo>
                    <a:pt x="82371" y="5411"/>
                    <a:pt x="82371" y="4707"/>
                    <a:pt x="82371" y="3653"/>
                  </a:cubicBezTo>
                  <a:cubicBezTo>
                    <a:pt x="82371" y="1191"/>
                    <a:pt x="80954" y="136"/>
                    <a:pt x="78828" y="136"/>
                  </a:cubicBezTo>
                  <a:cubicBezTo>
                    <a:pt x="75285" y="136"/>
                    <a:pt x="43395" y="24047"/>
                    <a:pt x="22490" y="68704"/>
                  </a:cubicBezTo>
                  <a:cubicBezTo>
                    <a:pt x="4419" y="107384"/>
                    <a:pt x="167" y="146415"/>
                    <a:pt x="167" y="175952"/>
                  </a:cubicBezTo>
                  <a:cubicBezTo>
                    <a:pt x="167" y="203379"/>
                    <a:pt x="4065" y="245926"/>
                    <a:pt x="23553" y="285661"/>
                  </a:cubicBezTo>
                  <a:cubicBezTo>
                    <a:pt x="44812" y="328911"/>
                    <a:pt x="75285" y="351767"/>
                    <a:pt x="78828" y="351767"/>
                  </a:cubicBezTo>
                  <a:cubicBezTo>
                    <a:pt x="80954" y="351767"/>
                    <a:pt x="82371" y="350713"/>
                    <a:pt x="82371" y="3482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1" name="Freeform: Shape 4470">
              <a:extLst>
                <a:ext uri="{FF2B5EF4-FFF2-40B4-BE49-F238E27FC236}">
                  <a16:creationId xmlns:a16="http://schemas.microsoft.com/office/drawing/2014/main" id="{41B4AC84-E6E6-BE90-A2A8-E81E2490F0E7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8691755" y="5738662"/>
              <a:ext cx="167950" cy="158937"/>
            </a:xfrm>
            <a:custGeom>
              <a:avLst/>
              <a:gdLst>
                <a:gd name="connsiteX0" fmla="*/ 152177 w 167950"/>
                <a:gd name="connsiteY0" fmla="*/ 116174 h 158937"/>
                <a:gd name="connsiteX1" fmla="*/ 144382 w 167950"/>
                <a:gd name="connsiteY1" fmla="*/ 125669 h 158937"/>
                <a:gd name="connsiteX2" fmla="*/ 128083 w 167950"/>
                <a:gd name="connsiteY2" fmla="*/ 139734 h 158937"/>
                <a:gd name="connsiteX3" fmla="*/ 117099 w 167950"/>
                <a:gd name="connsiteY3" fmla="*/ 125317 h 158937"/>
                <a:gd name="connsiteX4" fmla="*/ 115682 w 167950"/>
                <a:gd name="connsiteY4" fmla="*/ 119339 h 158937"/>
                <a:gd name="connsiteX5" fmla="*/ 102926 w 167950"/>
                <a:gd name="connsiteY5" fmla="*/ 62375 h 158937"/>
                <a:gd name="connsiteX6" fmla="*/ 137650 w 167950"/>
                <a:gd name="connsiteY6" fmla="*/ 19828 h 158937"/>
                <a:gd name="connsiteX7" fmla="*/ 146154 w 167950"/>
                <a:gd name="connsiteY7" fmla="*/ 22641 h 158937"/>
                <a:gd name="connsiteX8" fmla="*/ 155721 w 167950"/>
                <a:gd name="connsiteY8" fmla="*/ 25805 h 158937"/>
                <a:gd name="connsiteX9" fmla="*/ 168122 w 167950"/>
                <a:gd name="connsiteY9" fmla="*/ 13147 h 158937"/>
                <a:gd name="connsiteX10" fmla="*/ 153595 w 167950"/>
                <a:gd name="connsiteY10" fmla="*/ 136 h 158937"/>
                <a:gd name="connsiteX11" fmla="*/ 100091 w 167950"/>
                <a:gd name="connsiteY11" fmla="*/ 50419 h 158937"/>
                <a:gd name="connsiteX12" fmla="*/ 96194 w 167950"/>
                <a:gd name="connsiteY12" fmla="*/ 31080 h 158937"/>
                <a:gd name="connsiteX13" fmla="*/ 77769 w 167950"/>
                <a:gd name="connsiteY13" fmla="*/ 136 h 158937"/>
                <a:gd name="connsiteX14" fmla="*/ 36312 w 167950"/>
                <a:gd name="connsiteY14" fmla="*/ 10334 h 158937"/>
                <a:gd name="connsiteX15" fmla="*/ 32415 w 167950"/>
                <a:gd name="connsiteY15" fmla="*/ 11740 h 158937"/>
                <a:gd name="connsiteX16" fmla="*/ 33832 w 167950"/>
                <a:gd name="connsiteY16" fmla="*/ 17015 h 158937"/>
                <a:gd name="connsiteX17" fmla="*/ 53674 w 167950"/>
                <a:gd name="connsiteY17" fmla="*/ 13147 h 158937"/>
                <a:gd name="connsiteX18" fmla="*/ 69619 w 167950"/>
                <a:gd name="connsiteY18" fmla="*/ 37409 h 158937"/>
                <a:gd name="connsiteX19" fmla="*/ 79895 w 167950"/>
                <a:gd name="connsiteY19" fmla="*/ 80660 h 158937"/>
                <a:gd name="connsiteX20" fmla="*/ 50840 w 167950"/>
                <a:gd name="connsiteY20" fmla="*/ 121801 h 158937"/>
                <a:gd name="connsiteX21" fmla="*/ 32769 w 167950"/>
                <a:gd name="connsiteY21" fmla="*/ 138679 h 158937"/>
                <a:gd name="connsiteX22" fmla="*/ 23557 w 167950"/>
                <a:gd name="connsiteY22" fmla="*/ 135514 h 158937"/>
                <a:gd name="connsiteX23" fmla="*/ 12218 w 167950"/>
                <a:gd name="connsiteY23" fmla="*/ 131998 h 158937"/>
                <a:gd name="connsiteX24" fmla="*/ 171 w 167950"/>
                <a:gd name="connsiteY24" fmla="*/ 144305 h 158937"/>
                <a:gd name="connsiteX25" fmla="*/ 17888 w 167950"/>
                <a:gd name="connsiteY25" fmla="*/ 159074 h 158937"/>
                <a:gd name="connsiteX26" fmla="*/ 50840 w 167950"/>
                <a:gd name="connsiteY26" fmla="*/ 134459 h 158937"/>
                <a:gd name="connsiteX27" fmla="*/ 82729 w 167950"/>
                <a:gd name="connsiteY27" fmla="*/ 93318 h 158937"/>
                <a:gd name="connsiteX28" fmla="*/ 93359 w 167950"/>
                <a:gd name="connsiteY28" fmla="*/ 135514 h 158937"/>
                <a:gd name="connsiteX29" fmla="*/ 113910 w 167950"/>
                <a:gd name="connsiteY29" fmla="*/ 159074 h 158937"/>
                <a:gd name="connsiteX30" fmla="*/ 157138 w 167950"/>
                <a:gd name="connsiteY30" fmla="*/ 118988 h 158937"/>
                <a:gd name="connsiteX31" fmla="*/ 152177 w 167950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177" y="116174"/>
                  </a:moveTo>
                  <a:cubicBezTo>
                    <a:pt x="149343" y="119339"/>
                    <a:pt x="147571" y="121449"/>
                    <a:pt x="144382" y="125669"/>
                  </a:cubicBezTo>
                  <a:cubicBezTo>
                    <a:pt x="136233" y="136217"/>
                    <a:pt x="131981" y="139734"/>
                    <a:pt x="128083" y="139734"/>
                  </a:cubicBezTo>
                  <a:cubicBezTo>
                    <a:pt x="122768" y="139734"/>
                    <a:pt x="119579" y="135163"/>
                    <a:pt x="117099" y="125317"/>
                  </a:cubicBezTo>
                  <a:cubicBezTo>
                    <a:pt x="116390" y="122504"/>
                    <a:pt x="116036" y="120394"/>
                    <a:pt x="115682" y="119339"/>
                  </a:cubicBezTo>
                  <a:cubicBezTo>
                    <a:pt x="106823" y="83824"/>
                    <a:pt x="102926" y="67649"/>
                    <a:pt x="102926" y="62375"/>
                  </a:cubicBezTo>
                  <a:cubicBezTo>
                    <a:pt x="118516" y="35299"/>
                    <a:pt x="131272" y="19828"/>
                    <a:pt x="137650" y="19828"/>
                  </a:cubicBezTo>
                  <a:cubicBezTo>
                    <a:pt x="139776" y="19828"/>
                    <a:pt x="142610" y="20882"/>
                    <a:pt x="146154" y="22641"/>
                  </a:cubicBezTo>
                  <a:cubicBezTo>
                    <a:pt x="150406" y="25102"/>
                    <a:pt x="152886" y="25805"/>
                    <a:pt x="155721" y="25805"/>
                  </a:cubicBezTo>
                  <a:cubicBezTo>
                    <a:pt x="163161" y="25805"/>
                    <a:pt x="168122" y="20531"/>
                    <a:pt x="168122" y="13147"/>
                  </a:cubicBezTo>
                  <a:cubicBezTo>
                    <a:pt x="168122" y="5762"/>
                    <a:pt x="162098" y="136"/>
                    <a:pt x="153595" y="136"/>
                  </a:cubicBezTo>
                  <a:cubicBezTo>
                    <a:pt x="138004" y="136"/>
                    <a:pt x="124540" y="12795"/>
                    <a:pt x="100091" y="50419"/>
                  </a:cubicBezTo>
                  <a:lnTo>
                    <a:pt x="96194" y="31080"/>
                  </a:lnTo>
                  <a:cubicBezTo>
                    <a:pt x="91233" y="7169"/>
                    <a:pt x="87336" y="136"/>
                    <a:pt x="77769" y="136"/>
                  </a:cubicBezTo>
                  <a:cubicBezTo>
                    <a:pt x="69973" y="136"/>
                    <a:pt x="57926" y="3301"/>
                    <a:pt x="36312" y="10334"/>
                  </a:cubicBezTo>
                  <a:lnTo>
                    <a:pt x="32415" y="11740"/>
                  </a:lnTo>
                  <a:lnTo>
                    <a:pt x="33832" y="17015"/>
                  </a:lnTo>
                  <a:cubicBezTo>
                    <a:pt x="47297" y="13850"/>
                    <a:pt x="50486" y="13147"/>
                    <a:pt x="53674" y="13147"/>
                  </a:cubicBezTo>
                  <a:cubicBezTo>
                    <a:pt x="62533" y="13147"/>
                    <a:pt x="64659" y="16311"/>
                    <a:pt x="69619" y="37409"/>
                  </a:cubicBezTo>
                  <a:lnTo>
                    <a:pt x="79895" y="80660"/>
                  </a:lnTo>
                  <a:lnTo>
                    <a:pt x="50840" y="121801"/>
                  </a:lnTo>
                  <a:cubicBezTo>
                    <a:pt x="43753" y="132350"/>
                    <a:pt x="36667" y="138679"/>
                    <a:pt x="32769" y="138679"/>
                  </a:cubicBezTo>
                  <a:cubicBezTo>
                    <a:pt x="30643" y="138679"/>
                    <a:pt x="27100" y="137624"/>
                    <a:pt x="23557" y="135514"/>
                  </a:cubicBezTo>
                  <a:cubicBezTo>
                    <a:pt x="18950" y="133053"/>
                    <a:pt x="15053" y="131998"/>
                    <a:pt x="12218" y="131998"/>
                  </a:cubicBezTo>
                  <a:cubicBezTo>
                    <a:pt x="5486" y="131998"/>
                    <a:pt x="171" y="137272"/>
                    <a:pt x="171" y="144305"/>
                  </a:cubicBezTo>
                  <a:cubicBezTo>
                    <a:pt x="171" y="153447"/>
                    <a:pt x="7258" y="159074"/>
                    <a:pt x="17888" y="159074"/>
                  </a:cubicBezTo>
                  <a:cubicBezTo>
                    <a:pt x="28872" y="159074"/>
                    <a:pt x="33124" y="155909"/>
                    <a:pt x="50840" y="134459"/>
                  </a:cubicBezTo>
                  <a:cubicBezTo>
                    <a:pt x="60407" y="123207"/>
                    <a:pt x="67848" y="113713"/>
                    <a:pt x="82729" y="93318"/>
                  </a:cubicBezTo>
                  <a:lnTo>
                    <a:pt x="93359" y="135514"/>
                  </a:lnTo>
                  <a:cubicBezTo>
                    <a:pt x="97965" y="153447"/>
                    <a:pt x="102572" y="159074"/>
                    <a:pt x="113910" y="159074"/>
                  </a:cubicBezTo>
                  <a:cubicBezTo>
                    <a:pt x="127374" y="159074"/>
                    <a:pt x="136587" y="150634"/>
                    <a:pt x="157138" y="118988"/>
                  </a:cubicBezTo>
                  <a:lnTo>
                    <a:pt x="152177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2" name="Freeform: Shape 4471">
              <a:extLst>
                <a:ext uri="{FF2B5EF4-FFF2-40B4-BE49-F238E27FC236}">
                  <a16:creationId xmlns:a16="http://schemas.microsoft.com/office/drawing/2014/main" id="{898898EB-7E0D-6F3B-9BAB-1E43DB0CB0ED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8939098" y="5798791"/>
              <a:ext cx="216493" cy="14065"/>
            </a:xfrm>
            <a:custGeom>
              <a:avLst/>
              <a:gdLst>
                <a:gd name="connsiteX0" fmla="*/ 204269 w 216493"/>
                <a:gd name="connsiteY0" fmla="*/ 14201 h 14065"/>
                <a:gd name="connsiteX1" fmla="*/ 216671 w 216493"/>
                <a:gd name="connsiteY1" fmla="*/ 7169 h 14065"/>
                <a:gd name="connsiteX2" fmla="*/ 204269 w 216493"/>
                <a:gd name="connsiteY2" fmla="*/ 136 h 14065"/>
                <a:gd name="connsiteX3" fmla="*/ 12578 w 216493"/>
                <a:gd name="connsiteY3" fmla="*/ 136 h 14065"/>
                <a:gd name="connsiteX4" fmla="*/ 177 w 216493"/>
                <a:gd name="connsiteY4" fmla="*/ 7169 h 14065"/>
                <a:gd name="connsiteX5" fmla="*/ 12578 w 216493"/>
                <a:gd name="connsiteY5" fmla="*/ 14201 h 14065"/>
                <a:gd name="connsiteX6" fmla="*/ 204269 w 216493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69" y="14201"/>
                  </a:moveTo>
                  <a:cubicBezTo>
                    <a:pt x="210293" y="14201"/>
                    <a:pt x="216671" y="14201"/>
                    <a:pt x="216671" y="7169"/>
                  </a:cubicBezTo>
                  <a:cubicBezTo>
                    <a:pt x="216671" y="136"/>
                    <a:pt x="210293" y="136"/>
                    <a:pt x="204269" y="136"/>
                  </a:cubicBezTo>
                  <a:lnTo>
                    <a:pt x="12578" y="136"/>
                  </a:lnTo>
                  <a:cubicBezTo>
                    <a:pt x="6555" y="136"/>
                    <a:pt x="177" y="136"/>
                    <a:pt x="177" y="7169"/>
                  </a:cubicBezTo>
                  <a:cubicBezTo>
                    <a:pt x="177" y="14201"/>
                    <a:pt x="6555" y="14201"/>
                    <a:pt x="12578" y="14201"/>
                  </a:cubicBezTo>
                  <a:lnTo>
                    <a:pt x="204269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3" name="Freeform: Shape 4472">
              <a:extLst>
                <a:ext uri="{FF2B5EF4-FFF2-40B4-BE49-F238E27FC236}">
                  <a16:creationId xmlns:a16="http://schemas.microsoft.com/office/drawing/2014/main" id="{A069799B-147C-DF25-72C4-F8885DBCCF0A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9274756" y="5656029"/>
              <a:ext cx="100274" cy="237702"/>
            </a:xfrm>
            <a:custGeom>
              <a:avLst/>
              <a:gdLst>
                <a:gd name="connsiteX0" fmla="*/ 63965 w 100274"/>
                <a:gd name="connsiteY0" fmla="*/ 136 h 237702"/>
                <a:gd name="connsiteX1" fmla="*/ 186 w 100274"/>
                <a:gd name="connsiteY1" fmla="*/ 32135 h 237702"/>
                <a:gd name="connsiteX2" fmla="*/ 186 w 100274"/>
                <a:gd name="connsiteY2" fmla="*/ 37058 h 237702"/>
                <a:gd name="connsiteX3" fmla="*/ 9753 w 100274"/>
                <a:gd name="connsiteY3" fmla="*/ 33190 h 237702"/>
                <a:gd name="connsiteX4" fmla="*/ 25698 w 100274"/>
                <a:gd name="connsiteY4" fmla="*/ 29322 h 237702"/>
                <a:gd name="connsiteX5" fmla="*/ 36327 w 100274"/>
                <a:gd name="connsiteY5" fmla="*/ 45848 h 237702"/>
                <a:gd name="connsiteX6" fmla="*/ 36327 w 100274"/>
                <a:gd name="connsiteY6" fmla="*/ 205137 h 237702"/>
                <a:gd name="connsiteX7" fmla="*/ 27824 w 100274"/>
                <a:gd name="connsiteY7" fmla="*/ 227993 h 237702"/>
                <a:gd name="connsiteX8" fmla="*/ 2666 w 100274"/>
                <a:gd name="connsiteY8" fmla="*/ 232564 h 237702"/>
                <a:gd name="connsiteX9" fmla="*/ 2666 w 100274"/>
                <a:gd name="connsiteY9" fmla="*/ 237839 h 237702"/>
                <a:gd name="connsiteX10" fmla="*/ 100461 w 100274"/>
                <a:gd name="connsiteY10" fmla="*/ 237839 h 237702"/>
                <a:gd name="connsiteX11" fmla="*/ 100461 w 100274"/>
                <a:gd name="connsiteY11" fmla="*/ 232564 h 237702"/>
                <a:gd name="connsiteX12" fmla="*/ 66800 w 100274"/>
                <a:gd name="connsiteY12" fmla="*/ 211818 h 237702"/>
                <a:gd name="connsiteX13" fmla="*/ 66800 w 100274"/>
                <a:gd name="connsiteY13" fmla="*/ 840 h 237702"/>
                <a:gd name="connsiteX14" fmla="*/ 63965 w 100274"/>
                <a:gd name="connsiteY14" fmla="*/ 136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5" y="136"/>
                  </a:moveTo>
                  <a:lnTo>
                    <a:pt x="186" y="32135"/>
                  </a:lnTo>
                  <a:lnTo>
                    <a:pt x="186" y="37058"/>
                  </a:lnTo>
                  <a:cubicBezTo>
                    <a:pt x="4438" y="35299"/>
                    <a:pt x="8336" y="33893"/>
                    <a:pt x="9753" y="33190"/>
                  </a:cubicBezTo>
                  <a:cubicBezTo>
                    <a:pt x="16131" y="30728"/>
                    <a:pt x="22154" y="29322"/>
                    <a:pt x="25698" y="29322"/>
                  </a:cubicBezTo>
                  <a:cubicBezTo>
                    <a:pt x="33139" y="29322"/>
                    <a:pt x="36327" y="34596"/>
                    <a:pt x="36327" y="45848"/>
                  </a:cubicBezTo>
                  <a:lnTo>
                    <a:pt x="36327" y="205137"/>
                  </a:lnTo>
                  <a:cubicBezTo>
                    <a:pt x="36327" y="216741"/>
                    <a:pt x="33493" y="224829"/>
                    <a:pt x="27824" y="227993"/>
                  </a:cubicBezTo>
                  <a:cubicBezTo>
                    <a:pt x="22509" y="231158"/>
                    <a:pt x="17548" y="232213"/>
                    <a:pt x="2666" y="232564"/>
                  </a:cubicBezTo>
                  <a:lnTo>
                    <a:pt x="2666" y="237839"/>
                  </a:lnTo>
                  <a:lnTo>
                    <a:pt x="100461" y="237839"/>
                  </a:lnTo>
                  <a:lnTo>
                    <a:pt x="100461" y="232564"/>
                  </a:lnTo>
                  <a:cubicBezTo>
                    <a:pt x="72469" y="232213"/>
                    <a:pt x="66800" y="228696"/>
                    <a:pt x="66800" y="211818"/>
                  </a:cubicBezTo>
                  <a:lnTo>
                    <a:pt x="66800" y="840"/>
                  </a:lnTo>
                  <a:lnTo>
                    <a:pt x="63965" y="13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4" name="Freeform: Shape 4473">
              <a:extLst>
                <a:ext uri="{FF2B5EF4-FFF2-40B4-BE49-F238E27FC236}">
                  <a16:creationId xmlns:a16="http://schemas.microsoft.com/office/drawing/2014/main" id="{F1494D6A-3106-0991-40A1-554BFC500F36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9433450" y="5630008"/>
              <a:ext cx="82203" cy="351631"/>
            </a:xfrm>
            <a:custGeom>
              <a:avLst/>
              <a:gdLst>
                <a:gd name="connsiteX0" fmla="*/ 82395 w 82203"/>
                <a:gd name="connsiteY0" fmla="*/ 175952 h 351631"/>
                <a:gd name="connsiteX1" fmla="*/ 59009 w 82203"/>
                <a:gd name="connsiteY1" fmla="*/ 66243 h 351631"/>
                <a:gd name="connsiteX2" fmla="*/ 3734 w 82203"/>
                <a:gd name="connsiteY2" fmla="*/ 136 h 351631"/>
                <a:gd name="connsiteX3" fmla="*/ 191 w 82203"/>
                <a:gd name="connsiteY3" fmla="*/ 3653 h 351631"/>
                <a:gd name="connsiteX4" fmla="*/ 6923 w 82203"/>
                <a:gd name="connsiteY4" fmla="*/ 11740 h 351631"/>
                <a:gd name="connsiteX5" fmla="*/ 61844 w 82203"/>
                <a:gd name="connsiteY5" fmla="*/ 175952 h 351631"/>
                <a:gd name="connsiteX6" fmla="*/ 4797 w 82203"/>
                <a:gd name="connsiteY6" fmla="*/ 342273 h 351631"/>
                <a:gd name="connsiteX7" fmla="*/ 191 w 82203"/>
                <a:gd name="connsiteY7" fmla="*/ 348251 h 351631"/>
                <a:gd name="connsiteX8" fmla="*/ 3734 w 82203"/>
                <a:gd name="connsiteY8" fmla="*/ 351767 h 351631"/>
                <a:gd name="connsiteX9" fmla="*/ 60072 w 82203"/>
                <a:gd name="connsiteY9" fmla="*/ 283199 h 351631"/>
                <a:gd name="connsiteX10" fmla="*/ 82395 w 82203"/>
                <a:gd name="connsiteY10" fmla="*/ 17595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5" y="175952"/>
                  </a:moveTo>
                  <a:cubicBezTo>
                    <a:pt x="82395" y="148525"/>
                    <a:pt x="78497" y="105977"/>
                    <a:pt x="59009" y="66243"/>
                  </a:cubicBezTo>
                  <a:cubicBezTo>
                    <a:pt x="37750" y="22992"/>
                    <a:pt x="7278" y="136"/>
                    <a:pt x="3734" y="136"/>
                  </a:cubicBezTo>
                  <a:cubicBezTo>
                    <a:pt x="1608" y="136"/>
                    <a:pt x="191" y="1543"/>
                    <a:pt x="191" y="3653"/>
                  </a:cubicBezTo>
                  <a:cubicBezTo>
                    <a:pt x="191" y="4707"/>
                    <a:pt x="191" y="5411"/>
                    <a:pt x="6923" y="11740"/>
                  </a:cubicBezTo>
                  <a:cubicBezTo>
                    <a:pt x="41647" y="46552"/>
                    <a:pt x="61844" y="102461"/>
                    <a:pt x="61844" y="175952"/>
                  </a:cubicBezTo>
                  <a:cubicBezTo>
                    <a:pt x="61844" y="236081"/>
                    <a:pt x="48734" y="297968"/>
                    <a:pt x="4797" y="342273"/>
                  </a:cubicBezTo>
                  <a:cubicBezTo>
                    <a:pt x="191" y="346493"/>
                    <a:pt x="191" y="347196"/>
                    <a:pt x="191" y="348251"/>
                  </a:cubicBezTo>
                  <a:cubicBezTo>
                    <a:pt x="191" y="350361"/>
                    <a:pt x="1608" y="351767"/>
                    <a:pt x="3734" y="351767"/>
                  </a:cubicBezTo>
                  <a:cubicBezTo>
                    <a:pt x="7278" y="351767"/>
                    <a:pt x="39167" y="327856"/>
                    <a:pt x="60072" y="283199"/>
                  </a:cubicBezTo>
                  <a:cubicBezTo>
                    <a:pt x="78143" y="244520"/>
                    <a:pt x="82395" y="205489"/>
                    <a:pt x="82395" y="17595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5" name="Freeform: Shape 4474">
              <a:extLst>
                <a:ext uri="{FF2B5EF4-FFF2-40B4-BE49-F238E27FC236}">
                  <a16:creationId xmlns:a16="http://schemas.microsoft.com/office/drawing/2014/main" id="{91C32F2A-0D97-A534-3378-82932469279C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9586321" y="5630008"/>
              <a:ext cx="82203" cy="351631"/>
            </a:xfrm>
            <a:custGeom>
              <a:avLst/>
              <a:gdLst>
                <a:gd name="connsiteX0" fmla="*/ 82399 w 82203"/>
                <a:gd name="connsiteY0" fmla="*/ 348251 h 351631"/>
                <a:gd name="connsiteX1" fmla="*/ 76375 w 82203"/>
                <a:gd name="connsiteY1" fmla="*/ 340515 h 351631"/>
                <a:gd name="connsiteX2" fmla="*/ 20746 w 82203"/>
                <a:gd name="connsiteY2" fmla="*/ 175952 h 351631"/>
                <a:gd name="connsiteX3" fmla="*/ 77792 w 82203"/>
                <a:gd name="connsiteY3" fmla="*/ 9630 h 351631"/>
                <a:gd name="connsiteX4" fmla="*/ 82399 w 82203"/>
                <a:gd name="connsiteY4" fmla="*/ 3653 h 351631"/>
                <a:gd name="connsiteX5" fmla="*/ 78855 w 82203"/>
                <a:gd name="connsiteY5" fmla="*/ 136 h 351631"/>
                <a:gd name="connsiteX6" fmla="*/ 22518 w 82203"/>
                <a:gd name="connsiteY6" fmla="*/ 68704 h 351631"/>
                <a:gd name="connsiteX7" fmla="*/ 195 w 82203"/>
                <a:gd name="connsiteY7" fmla="*/ 175952 h 351631"/>
                <a:gd name="connsiteX8" fmla="*/ 23581 w 82203"/>
                <a:gd name="connsiteY8" fmla="*/ 285661 h 351631"/>
                <a:gd name="connsiteX9" fmla="*/ 78855 w 82203"/>
                <a:gd name="connsiteY9" fmla="*/ 351767 h 351631"/>
                <a:gd name="connsiteX10" fmla="*/ 82399 w 82203"/>
                <a:gd name="connsiteY10" fmla="*/ 348251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9" y="348251"/>
                  </a:moveTo>
                  <a:cubicBezTo>
                    <a:pt x="82399" y="347196"/>
                    <a:pt x="82399" y="346493"/>
                    <a:pt x="76375" y="340515"/>
                  </a:cubicBezTo>
                  <a:cubicBezTo>
                    <a:pt x="32084" y="296210"/>
                    <a:pt x="20746" y="229751"/>
                    <a:pt x="20746" y="175952"/>
                  </a:cubicBezTo>
                  <a:cubicBezTo>
                    <a:pt x="20746" y="114768"/>
                    <a:pt x="34210" y="53584"/>
                    <a:pt x="77792" y="9630"/>
                  </a:cubicBezTo>
                  <a:cubicBezTo>
                    <a:pt x="82399" y="5411"/>
                    <a:pt x="82399" y="4707"/>
                    <a:pt x="82399" y="3653"/>
                  </a:cubicBezTo>
                  <a:cubicBezTo>
                    <a:pt x="82399" y="1191"/>
                    <a:pt x="80981" y="136"/>
                    <a:pt x="78855" y="136"/>
                  </a:cubicBezTo>
                  <a:cubicBezTo>
                    <a:pt x="75312" y="136"/>
                    <a:pt x="43423" y="24047"/>
                    <a:pt x="22518" y="68704"/>
                  </a:cubicBezTo>
                  <a:cubicBezTo>
                    <a:pt x="4447" y="107384"/>
                    <a:pt x="195" y="146415"/>
                    <a:pt x="195" y="175952"/>
                  </a:cubicBezTo>
                  <a:cubicBezTo>
                    <a:pt x="195" y="203379"/>
                    <a:pt x="4093" y="245926"/>
                    <a:pt x="23581" y="285661"/>
                  </a:cubicBezTo>
                  <a:cubicBezTo>
                    <a:pt x="44840" y="328911"/>
                    <a:pt x="75312" y="351767"/>
                    <a:pt x="78855" y="351767"/>
                  </a:cubicBezTo>
                  <a:cubicBezTo>
                    <a:pt x="80981" y="351767"/>
                    <a:pt x="82399" y="350713"/>
                    <a:pt x="82399" y="3482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6" name="Freeform: Shape 4475">
              <a:extLst>
                <a:ext uri="{FF2B5EF4-FFF2-40B4-BE49-F238E27FC236}">
                  <a16:creationId xmlns:a16="http://schemas.microsoft.com/office/drawing/2014/main" id="{1A89711B-93F0-941E-1761-19439F80B861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9679666" y="5738662"/>
              <a:ext cx="167950" cy="158937"/>
            </a:xfrm>
            <a:custGeom>
              <a:avLst/>
              <a:gdLst>
                <a:gd name="connsiteX0" fmla="*/ 152205 w 167950"/>
                <a:gd name="connsiteY0" fmla="*/ 116174 h 158937"/>
                <a:gd name="connsiteX1" fmla="*/ 144410 w 167950"/>
                <a:gd name="connsiteY1" fmla="*/ 125669 h 158937"/>
                <a:gd name="connsiteX2" fmla="*/ 128111 w 167950"/>
                <a:gd name="connsiteY2" fmla="*/ 139734 h 158937"/>
                <a:gd name="connsiteX3" fmla="*/ 117127 w 167950"/>
                <a:gd name="connsiteY3" fmla="*/ 125317 h 158937"/>
                <a:gd name="connsiteX4" fmla="*/ 115709 w 167950"/>
                <a:gd name="connsiteY4" fmla="*/ 119339 h 158937"/>
                <a:gd name="connsiteX5" fmla="*/ 102954 w 167950"/>
                <a:gd name="connsiteY5" fmla="*/ 62375 h 158937"/>
                <a:gd name="connsiteX6" fmla="*/ 137678 w 167950"/>
                <a:gd name="connsiteY6" fmla="*/ 19828 h 158937"/>
                <a:gd name="connsiteX7" fmla="*/ 146181 w 167950"/>
                <a:gd name="connsiteY7" fmla="*/ 22641 h 158937"/>
                <a:gd name="connsiteX8" fmla="*/ 155748 w 167950"/>
                <a:gd name="connsiteY8" fmla="*/ 25805 h 158937"/>
                <a:gd name="connsiteX9" fmla="*/ 168150 w 167950"/>
                <a:gd name="connsiteY9" fmla="*/ 13147 h 158937"/>
                <a:gd name="connsiteX10" fmla="*/ 153622 w 167950"/>
                <a:gd name="connsiteY10" fmla="*/ 136 h 158937"/>
                <a:gd name="connsiteX11" fmla="*/ 100119 w 167950"/>
                <a:gd name="connsiteY11" fmla="*/ 50419 h 158937"/>
                <a:gd name="connsiteX12" fmla="*/ 96221 w 167950"/>
                <a:gd name="connsiteY12" fmla="*/ 31080 h 158937"/>
                <a:gd name="connsiteX13" fmla="*/ 77796 w 167950"/>
                <a:gd name="connsiteY13" fmla="*/ 136 h 158937"/>
                <a:gd name="connsiteX14" fmla="*/ 36340 w 167950"/>
                <a:gd name="connsiteY14" fmla="*/ 10334 h 158937"/>
                <a:gd name="connsiteX15" fmla="*/ 32443 w 167950"/>
                <a:gd name="connsiteY15" fmla="*/ 11740 h 158937"/>
                <a:gd name="connsiteX16" fmla="*/ 33860 w 167950"/>
                <a:gd name="connsiteY16" fmla="*/ 17015 h 158937"/>
                <a:gd name="connsiteX17" fmla="*/ 53702 w 167950"/>
                <a:gd name="connsiteY17" fmla="*/ 13147 h 158937"/>
                <a:gd name="connsiteX18" fmla="*/ 69647 w 167950"/>
                <a:gd name="connsiteY18" fmla="*/ 37409 h 158937"/>
                <a:gd name="connsiteX19" fmla="*/ 79922 w 167950"/>
                <a:gd name="connsiteY19" fmla="*/ 80660 h 158937"/>
                <a:gd name="connsiteX20" fmla="*/ 50868 w 167950"/>
                <a:gd name="connsiteY20" fmla="*/ 121801 h 158937"/>
                <a:gd name="connsiteX21" fmla="*/ 32797 w 167950"/>
                <a:gd name="connsiteY21" fmla="*/ 138679 h 158937"/>
                <a:gd name="connsiteX22" fmla="*/ 23584 w 167950"/>
                <a:gd name="connsiteY22" fmla="*/ 135514 h 158937"/>
                <a:gd name="connsiteX23" fmla="*/ 12246 w 167950"/>
                <a:gd name="connsiteY23" fmla="*/ 131998 h 158937"/>
                <a:gd name="connsiteX24" fmla="*/ 199 w 167950"/>
                <a:gd name="connsiteY24" fmla="*/ 144305 h 158937"/>
                <a:gd name="connsiteX25" fmla="*/ 17915 w 167950"/>
                <a:gd name="connsiteY25" fmla="*/ 159074 h 158937"/>
                <a:gd name="connsiteX26" fmla="*/ 50868 w 167950"/>
                <a:gd name="connsiteY26" fmla="*/ 134459 h 158937"/>
                <a:gd name="connsiteX27" fmla="*/ 82757 w 167950"/>
                <a:gd name="connsiteY27" fmla="*/ 93318 h 158937"/>
                <a:gd name="connsiteX28" fmla="*/ 93387 w 167950"/>
                <a:gd name="connsiteY28" fmla="*/ 135514 h 158937"/>
                <a:gd name="connsiteX29" fmla="*/ 113938 w 167950"/>
                <a:gd name="connsiteY29" fmla="*/ 159074 h 158937"/>
                <a:gd name="connsiteX30" fmla="*/ 157166 w 167950"/>
                <a:gd name="connsiteY30" fmla="*/ 118988 h 158937"/>
                <a:gd name="connsiteX31" fmla="*/ 152205 w 167950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05" y="116174"/>
                  </a:moveTo>
                  <a:cubicBezTo>
                    <a:pt x="149370" y="119339"/>
                    <a:pt x="147599" y="121449"/>
                    <a:pt x="144410" y="125669"/>
                  </a:cubicBezTo>
                  <a:cubicBezTo>
                    <a:pt x="136260" y="136217"/>
                    <a:pt x="132008" y="139734"/>
                    <a:pt x="128111" y="139734"/>
                  </a:cubicBezTo>
                  <a:cubicBezTo>
                    <a:pt x="122796" y="139734"/>
                    <a:pt x="119607" y="135163"/>
                    <a:pt x="117127" y="125317"/>
                  </a:cubicBezTo>
                  <a:cubicBezTo>
                    <a:pt x="116418" y="122504"/>
                    <a:pt x="116064" y="120394"/>
                    <a:pt x="115709" y="119339"/>
                  </a:cubicBezTo>
                  <a:cubicBezTo>
                    <a:pt x="106851" y="83824"/>
                    <a:pt x="102954" y="67649"/>
                    <a:pt x="102954" y="62375"/>
                  </a:cubicBezTo>
                  <a:cubicBezTo>
                    <a:pt x="118544" y="35299"/>
                    <a:pt x="131300" y="19828"/>
                    <a:pt x="137678" y="19828"/>
                  </a:cubicBezTo>
                  <a:cubicBezTo>
                    <a:pt x="139804" y="19828"/>
                    <a:pt x="142638" y="20882"/>
                    <a:pt x="146181" y="22641"/>
                  </a:cubicBezTo>
                  <a:cubicBezTo>
                    <a:pt x="150433" y="25102"/>
                    <a:pt x="152914" y="25805"/>
                    <a:pt x="155748" y="25805"/>
                  </a:cubicBezTo>
                  <a:cubicBezTo>
                    <a:pt x="163189" y="25805"/>
                    <a:pt x="168150" y="20531"/>
                    <a:pt x="168150" y="13147"/>
                  </a:cubicBezTo>
                  <a:cubicBezTo>
                    <a:pt x="168150" y="5762"/>
                    <a:pt x="162126" y="136"/>
                    <a:pt x="153622" y="136"/>
                  </a:cubicBezTo>
                  <a:cubicBezTo>
                    <a:pt x="138032" y="136"/>
                    <a:pt x="124567" y="12795"/>
                    <a:pt x="100119" y="50419"/>
                  </a:cubicBezTo>
                  <a:lnTo>
                    <a:pt x="96221" y="31080"/>
                  </a:lnTo>
                  <a:cubicBezTo>
                    <a:pt x="91261" y="7169"/>
                    <a:pt x="87363" y="136"/>
                    <a:pt x="77796" y="136"/>
                  </a:cubicBezTo>
                  <a:cubicBezTo>
                    <a:pt x="70001" y="136"/>
                    <a:pt x="57954" y="3301"/>
                    <a:pt x="36340" y="10334"/>
                  </a:cubicBezTo>
                  <a:lnTo>
                    <a:pt x="32443" y="11740"/>
                  </a:lnTo>
                  <a:lnTo>
                    <a:pt x="33860" y="17015"/>
                  </a:lnTo>
                  <a:cubicBezTo>
                    <a:pt x="47324" y="13850"/>
                    <a:pt x="50513" y="13147"/>
                    <a:pt x="53702" y="13147"/>
                  </a:cubicBezTo>
                  <a:cubicBezTo>
                    <a:pt x="62560" y="13147"/>
                    <a:pt x="64686" y="16311"/>
                    <a:pt x="69647" y="37409"/>
                  </a:cubicBezTo>
                  <a:lnTo>
                    <a:pt x="79922" y="80660"/>
                  </a:lnTo>
                  <a:lnTo>
                    <a:pt x="50868" y="121801"/>
                  </a:lnTo>
                  <a:cubicBezTo>
                    <a:pt x="43781" y="132350"/>
                    <a:pt x="36694" y="138679"/>
                    <a:pt x="32797" y="138679"/>
                  </a:cubicBezTo>
                  <a:cubicBezTo>
                    <a:pt x="30671" y="138679"/>
                    <a:pt x="27128" y="137624"/>
                    <a:pt x="23584" y="135514"/>
                  </a:cubicBezTo>
                  <a:cubicBezTo>
                    <a:pt x="18978" y="133053"/>
                    <a:pt x="15081" y="131998"/>
                    <a:pt x="12246" y="131998"/>
                  </a:cubicBezTo>
                  <a:cubicBezTo>
                    <a:pt x="5514" y="131998"/>
                    <a:pt x="199" y="137272"/>
                    <a:pt x="199" y="144305"/>
                  </a:cubicBezTo>
                  <a:cubicBezTo>
                    <a:pt x="199" y="153447"/>
                    <a:pt x="7285" y="159074"/>
                    <a:pt x="17915" y="159074"/>
                  </a:cubicBezTo>
                  <a:cubicBezTo>
                    <a:pt x="28899" y="159074"/>
                    <a:pt x="33151" y="155909"/>
                    <a:pt x="50868" y="134459"/>
                  </a:cubicBezTo>
                  <a:cubicBezTo>
                    <a:pt x="60434" y="123207"/>
                    <a:pt x="67875" y="113713"/>
                    <a:pt x="82757" y="93318"/>
                  </a:cubicBezTo>
                  <a:lnTo>
                    <a:pt x="93387" y="135514"/>
                  </a:lnTo>
                  <a:cubicBezTo>
                    <a:pt x="97993" y="153447"/>
                    <a:pt x="102599" y="159074"/>
                    <a:pt x="113938" y="159074"/>
                  </a:cubicBezTo>
                  <a:cubicBezTo>
                    <a:pt x="127402" y="159074"/>
                    <a:pt x="136615" y="150634"/>
                    <a:pt x="157166" y="118988"/>
                  </a:cubicBezTo>
                  <a:lnTo>
                    <a:pt x="152205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7" name="Freeform: Shape 4476">
              <a:extLst>
                <a:ext uri="{FF2B5EF4-FFF2-40B4-BE49-F238E27FC236}">
                  <a16:creationId xmlns:a16="http://schemas.microsoft.com/office/drawing/2014/main" id="{B0235240-9776-14DE-97AE-927BA393FC21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9927010" y="5798791"/>
              <a:ext cx="216493" cy="14065"/>
            </a:xfrm>
            <a:custGeom>
              <a:avLst/>
              <a:gdLst>
                <a:gd name="connsiteX0" fmla="*/ 204297 w 216493"/>
                <a:gd name="connsiteY0" fmla="*/ 14201 h 14065"/>
                <a:gd name="connsiteX1" fmla="*/ 216698 w 216493"/>
                <a:gd name="connsiteY1" fmla="*/ 7169 h 14065"/>
                <a:gd name="connsiteX2" fmla="*/ 204297 w 216493"/>
                <a:gd name="connsiteY2" fmla="*/ 136 h 14065"/>
                <a:gd name="connsiteX3" fmla="*/ 12606 w 216493"/>
                <a:gd name="connsiteY3" fmla="*/ 136 h 14065"/>
                <a:gd name="connsiteX4" fmla="*/ 205 w 216493"/>
                <a:gd name="connsiteY4" fmla="*/ 7169 h 14065"/>
                <a:gd name="connsiteX5" fmla="*/ 12606 w 216493"/>
                <a:gd name="connsiteY5" fmla="*/ 14201 h 14065"/>
                <a:gd name="connsiteX6" fmla="*/ 204297 w 216493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7" y="14201"/>
                  </a:moveTo>
                  <a:cubicBezTo>
                    <a:pt x="210320" y="14201"/>
                    <a:pt x="216698" y="14201"/>
                    <a:pt x="216698" y="7169"/>
                  </a:cubicBezTo>
                  <a:cubicBezTo>
                    <a:pt x="216698" y="136"/>
                    <a:pt x="210320" y="136"/>
                    <a:pt x="204297" y="136"/>
                  </a:cubicBezTo>
                  <a:lnTo>
                    <a:pt x="12606" y="136"/>
                  </a:lnTo>
                  <a:cubicBezTo>
                    <a:pt x="6583" y="136"/>
                    <a:pt x="205" y="136"/>
                    <a:pt x="205" y="7169"/>
                  </a:cubicBezTo>
                  <a:cubicBezTo>
                    <a:pt x="205" y="14201"/>
                    <a:pt x="6583" y="14201"/>
                    <a:pt x="12606" y="14201"/>
                  </a:cubicBezTo>
                  <a:lnTo>
                    <a:pt x="204297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8" name="Freeform: Shape 4477">
              <a:extLst>
                <a:ext uri="{FF2B5EF4-FFF2-40B4-BE49-F238E27FC236}">
                  <a16:creationId xmlns:a16="http://schemas.microsoft.com/office/drawing/2014/main" id="{5FA699EC-6716-3711-9FA3-5C8A6099395B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0238573" y="5656029"/>
              <a:ext cx="137833" cy="242625"/>
            </a:xfrm>
            <a:custGeom>
              <a:avLst/>
              <a:gdLst>
                <a:gd name="connsiteX0" fmla="*/ 39190 w 137833"/>
                <a:gd name="connsiteY0" fmla="*/ 121801 h 242625"/>
                <a:gd name="connsiteX1" fmla="*/ 76748 w 137833"/>
                <a:gd name="connsiteY1" fmla="*/ 125669 h 242625"/>
                <a:gd name="connsiteX2" fmla="*/ 112535 w 137833"/>
                <a:gd name="connsiteY2" fmla="*/ 177710 h 242625"/>
                <a:gd name="connsiteX3" fmla="*/ 66119 w 137833"/>
                <a:gd name="connsiteY3" fmla="*/ 230103 h 242625"/>
                <a:gd name="connsiteX4" fmla="*/ 36355 w 137833"/>
                <a:gd name="connsiteY4" fmla="*/ 219202 h 242625"/>
                <a:gd name="connsiteX5" fmla="*/ 13678 w 137833"/>
                <a:gd name="connsiteY5" fmla="*/ 210412 h 242625"/>
                <a:gd name="connsiteX6" fmla="*/ 214 w 137833"/>
                <a:gd name="connsiteY6" fmla="*/ 222719 h 242625"/>
                <a:gd name="connsiteX7" fmla="*/ 40253 w 137833"/>
                <a:gd name="connsiteY7" fmla="*/ 242762 h 242625"/>
                <a:gd name="connsiteX8" fmla="*/ 112181 w 137833"/>
                <a:gd name="connsiteY8" fmla="*/ 219202 h 242625"/>
                <a:gd name="connsiteX9" fmla="*/ 138047 w 137833"/>
                <a:gd name="connsiteY9" fmla="*/ 160832 h 242625"/>
                <a:gd name="connsiteX10" fmla="*/ 122102 w 137833"/>
                <a:gd name="connsiteY10" fmla="*/ 115471 h 242625"/>
                <a:gd name="connsiteX11" fmla="*/ 92693 w 137833"/>
                <a:gd name="connsiteY11" fmla="*/ 96835 h 242625"/>
                <a:gd name="connsiteX12" fmla="*/ 126000 w 137833"/>
                <a:gd name="connsiteY12" fmla="*/ 48310 h 242625"/>
                <a:gd name="connsiteX13" fmla="*/ 70725 w 137833"/>
                <a:gd name="connsiteY13" fmla="*/ 136 h 242625"/>
                <a:gd name="connsiteX14" fmla="*/ 24662 w 137833"/>
                <a:gd name="connsiteY14" fmla="*/ 17366 h 242625"/>
                <a:gd name="connsiteX15" fmla="*/ 922 w 137833"/>
                <a:gd name="connsiteY15" fmla="*/ 57100 h 242625"/>
                <a:gd name="connsiteX16" fmla="*/ 6237 w 137833"/>
                <a:gd name="connsiteY16" fmla="*/ 58507 h 242625"/>
                <a:gd name="connsiteX17" fmla="*/ 59032 w 137833"/>
                <a:gd name="connsiteY17" fmla="*/ 21234 h 242625"/>
                <a:gd name="connsiteX18" fmla="*/ 98008 w 137833"/>
                <a:gd name="connsiteY18" fmla="*/ 58859 h 242625"/>
                <a:gd name="connsiteX19" fmla="*/ 83835 w 137833"/>
                <a:gd name="connsiteY19" fmla="*/ 92967 h 242625"/>
                <a:gd name="connsiteX20" fmla="*/ 39190 w 137833"/>
                <a:gd name="connsiteY20" fmla="*/ 117229 h 242625"/>
                <a:gd name="connsiteX21" fmla="*/ 39190 w 137833"/>
                <a:gd name="connsiteY21" fmla="*/ 121801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90" y="121801"/>
                  </a:moveTo>
                  <a:cubicBezTo>
                    <a:pt x="60095" y="121801"/>
                    <a:pt x="68245" y="122504"/>
                    <a:pt x="76748" y="125669"/>
                  </a:cubicBezTo>
                  <a:cubicBezTo>
                    <a:pt x="98717" y="133404"/>
                    <a:pt x="112535" y="153447"/>
                    <a:pt x="112535" y="177710"/>
                  </a:cubicBezTo>
                  <a:cubicBezTo>
                    <a:pt x="112535" y="207247"/>
                    <a:pt x="92339" y="230103"/>
                    <a:pt x="66119" y="230103"/>
                  </a:cubicBezTo>
                  <a:cubicBezTo>
                    <a:pt x="56552" y="230103"/>
                    <a:pt x="49465" y="227642"/>
                    <a:pt x="36355" y="219202"/>
                  </a:cubicBezTo>
                  <a:cubicBezTo>
                    <a:pt x="25725" y="212873"/>
                    <a:pt x="19702" y="210412"/>
                    <a:pt x="13678" y="210412"/>
                  </a:cubicBezTo>
                  <a:cubicBezTo>
                    <a:pt x="5529" y="210412"/>
                    <a:pt x="214" y="215335"/>
                    <a:pt x="214" y="222719"/>
                  </a:cubicBezTo>
                  <a:cubicBezTo>
                    <a:pt x="214" y="235026"/>
                    <a:pt x="15450" y="242762"/>
                    <a:pt x="40253" y="242762"/>
                  </a:cubicBezTo>
                  <a:cubicBezTo>
                    <a:pt x="67536" y="242762"/>
                    <a:pt x="95528" y="233619"/>
                    <a:pt x="112181" y="219202"/>
                  </a:cubicBezTo>
                  <a:cubicBezTo>
                    <a:pt x="128834" y="204786"/>
                    <a:pt x="138047" y="184391"/>
                    <a:pt x="138047" y="160832"/>
                  </a:cubicBezTo>
                  <a:cubicBezTo>
                    <a:pt x="138047" y="142899"/>
                    <a:pt x="132378" y="126372"/>
                    <a:pt x="122102" y="115471"/>
                  </a:cubicBezTo>
                  <a:cubicBezTo>
                    <a:pt x="115016" y="107735"/>
                    <a:pt x="108283" y="103516"/>
                    <a:pt x="92693" y="96835"/>
                  </a:cubicBezTo>
                  <a:cubicBezTo>
                    <a:pt x="117142" y="80308"/>
                    <a:pt x="126000" y="67298"/>
                    <a:pt x="126000" y="48310"/>
                  </a:cubicBezTo>
                  <a:cubicBezTo>
                    <a:pt x="126000" y="19828"/>
                    <a:pt x="103323" y="136"/>
                    <a:pt x="70725" y="136"/>
                  </a:cubicBezTo>
                  <a:cubicBezTo>
                    <a:pt x="53008" y="136"/>
                    <a:pt x="37418" y="6114"/>
                    <a:pt x="24662" y="17366"/>
                  </a:cubicBezTo>
                  <a:cubicBezTo>
                    <a:pt x="14033" y="26860"/>
                    <a:pt x="8718" y="36003"/>
                    <a:pt x="922" y="57100"/>
                  </a:cubicBezTo>
                  <a:lnTo>
                    <a:pt x="6237" y="58507"/>
                  </a:lnTo>
                  <a:cubicBezTo>
                    <a:pt x="20765" y="32838"/>
                    <a:pt x="36709" y="21234"/>
                    <a:pt x="59032" y="21234"/>
                  </a:cubicBezTo>
                  <a:cubicBezTo>
                    <a:pt x="82063" y="21234"/>
                    <a:pt x="98008" y="36706"/>
                    <a:pt x="98008" y="58859"/>
                  </a:cubicBezTo>
                  <a:cubicBezTo>
                    <a:pt x="98008" y="71517"/>
                    <a:pt x="92693" y="84176"/>
                    <a:pt x="83835" y="92967"/>
                  </a:cubicBezTo>
                  <a:cubicBezTo>
                    <a:pt x="73205" y="103516"/>
                    <a:pt x="63284" y="108790"/>
                    <a:pt x="39190" y="117229"/>
                  </a:cubicBezTo>
                  <a:lnTo>
                    <a:pt x="39190" y="1218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9" name="Freeform: Shape 4478">
              <a:extLst>
                <a:ext uri="{FF2B5EF4-FFF2-40B4-BE49-F238E27FC236}">
                  <a16:creationId xmlns:a16="http://schemas.microsoft.com/office/drawing/2014/main" id="{C3FAA41C-3625-CC69-996A-C6D2B4ACE459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0421361" y="5630008"/>
              <a:ext cx="82203" cy="351631"/>
            </a:xfrm>
            <a:custGeom>
              <a:avLst/>
              <a:gdLst>
                <a:gd name="connsiteX0" fmla="*/ 82423 w 82203"/>
                <a:gd name="connsiteY0" fmla="*/ 175952 h 351631"/>
                <a:gd name="connsiteX1" fmla="*/ 59037 w 82203"/>
                <a:gd name="connsiteY1" fmla="*/ 66243 h 351631"/>
                <a:gd name="connsiteX2" fmla="*/ 3762 w 82203"/>
                <a:gd name="connsiteY2" fmla="*/ 136 h 351631"/>
                <a:gd name="connsiteX3" fmla="*/ 219 w 82203"/>
                <a:gd name="connsiteY3" fmla="*/ 3653 h 351631"/>
                <a:gd name="connsiteX4" fmla="*/ 6951 w 82203"/>
                <a:gd name="connsiteY4" fmla="*/ 11740 h 351631"/>
                <a:gd name="connsiteX5" fmla="*/ 61872 w 82203"/>
                <a:gd name="connsiteY5" fmla="*/ 175952 h 351631"/>
                <a:gd name="connsiteX6" fmla="*/ 4825 w 82203"/>
                <a:gd name="connsiteY6" fmla="*/ 342273 h 351631"/>
                <a:gd name="connsiteX7" fmla="*/ 219 w 82203"/>
                <a:gd name="connsiteY7" fmla="*/ 348251 h 351631"/>
                <a:gd name="connsiteX8" fmla="*/ 3762 w 82203"/>
                <a:gd name="connsiteY8" fmla="*/ 351767 h 351631"/>
                <a:gd name="connsiteX9" fmla="*/ 60100 w 82203"/>
                <a:gd name="connsiteY9" fmla="*/ 283199 h 351631"/>
                <a:gd name="connsiteX10" fmla="*/ 82423 w 82203"/>
                <a:gd name="connsiteY10" fmla="*/ 17595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3" y="175952"/>
                  </a:moveTo>
                  <a:cubicBezTo>
                    <a:pt x="82423" y="148525"/>
                    <a:pt x="78525" y="105977"/>
                    <a:pt x="59037" y="66243"/>
                  </a:cubicBezTo>
                  <a:cubicBezTo>
                    <a:pt x="37777" y="22992"/>
                    <a:pt x="7305" y="136"/>
                    <a:pt x="3762" y="136"/>
                  </a:cubicBezTo>
                  <a:cubicBezTo>
                    <a:pt x="1636" y="136"/>
                    <a:pt x="219" y="1543"/>
                    <a:pt x="219" y="3653"/>
                  </a:cubicBezTo>
                  <a:cubicBezTo>
                    <a:pt x="219" y="4707"/>
                    <a:pt x="219" y="5411"/>
                    <a:pt x="6951" y="11740"/>
                  </a:cubicBezTo>
                  <a:cubicBezTo>
                    <a:pt x="41675" y="46552"/>
                    <a:pt x="61872" y="102461"/>
                    <a:pt x="61872" y="175952"/>
                  </a:cubicBezTo>
                  <a:cubicBezTo>
                    <a:pt x="61872" y="236081"/>
                    <a:pt x="48762" y="297968"/>
                    <a:pt x="4825" y="342273"/>
                  </a:cubicBezTo>
                  <a:cubicBezTo>
                    <a:pt x="219" y="346493"/>
                    <a:pt x="219" y="347196"/>
                    <a:pt x="219" y="348251"/>
                  </a:cubicBezTo>
                  <a:cubicBezTo>
                    <a:pt x="219" y="350361"/>
                    <a:pt x="1636" y="351767"/>
                    <a:pt x="3762" y="351767"/>
                  </a:cubicBezTo>
                  <a:cubicBezTo>
                    <a:pt x="7305" y="351767"/>
                    <a:pt x="39195" y="327856"/>
                    <a:pt x="60100" y="283199"/>
                  </a:cubicBezTo>
                  <a:cubicBezTo>
                    <a:pt x="78171" y="244520"/>
                    <a:pt x="82423" y="205489"/>
                    <a:pt x="82423" y="17595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0" name="Freeform: Shape 4479">
              <a:extLst>
                <a:ext uri="{FF2B5EF4-FFF2-40B4-BE49-F238E27FC236}">
                  <a16:creationId xmlns:a16="http://schemas.microsoft.com/office/drawing/2014/main" id="{B850E361-9AC2-CD68-2194-ACE7A3467FB2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0574233" y="5630008"/>
              <a:ext cx="82203" cy="351631"/>
            </a:xfrm>
            <a:custGeom>
              <a:avLst/>
              <a:gdLst>
                <a:gd name="connsiteX0" fmla="*/ 82426 w 82203"/>
                <a:gd name="connsiteY0" fmla="*/ 348251 h 351631"/>
                <a:gd name="connsiteX1" fmla="*/ 76403 w 82203"/>
                <a:gd name="connsiteY1" fmla="*/ 340515 h 351631"/>
                <a:gd name="connsiteX2" fmla="*/ 20774 w 82203"/>
                <a:gd name="connsiteY2" fmla="*/ 175952 h 351631"/>
                <a:gd name="connsiteX3" fmla="*/ 77820 w 82203"/>
                <a:gd name="connsiteY3" fmla="*/ 9630 h 351631"/>
                <a:gd name="connsiteX4" fmla="*/ 82426 w 82203"/>
                <a:gd name="connsiteY4" fmla="*/ 3653 h 351631"/>
                <a:gd name="connsiteX5" fmla="*/ 78883 w 82203"/>
                <a:gd name="connsiteY5" fmla="*/ 136 h 351631"/>
                <a:gd name="connsiteX6" fmla="*/ 22545 w 82203"/>
                <a:gd name="connsiteY6" fmla="*/ 68704 h 351631"/>
                <a:gd name="connsiteX7" fmla="*/ 223 w 82203"/>
                <a:gd name="connsiteY7" fmla="*/ 175952 h 351631"/>
                <a:gd name="connsiteX8" fmla="*/ 23608 w 82203"/>
                <a:gd name="connsiteY8" fmla="*/ 285661 h 351631"/>
                <a:gd name="connsiteX9" fmla="*/ 78883 w 82203"/>
                <a:gd name="connsiteY9" fmla="*/ 351767 h 351631"/>
                <a:gd name="connsiteX10" fmla="*/ 82426 w 82203"/>
                <a:gd name="connsiteY10" fmla="*/ 348251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6" y="348251"/>
                  </a:moveTo>
                  <a:cubicBezTo>
                    <a:pt x="82426" y="347196"/>
                    <a:pt x="82426" y="346493"/>
                    <a:pt x="76403" y="340515"/>
                  </a:cubicBezTo>
                  <a:cubicBezTo>
                    <a:pt x="32112" y="296210"/>
                    <a:pt x="20774" y="229751"/>
                    <a:pt x="20774" y="175952"/>
                  </a:cubicBezTo>
                  <a:cubicBezTo>
                    <a:pt x="20774" y="114768"/>
                    <a:pt x="34238" y="53584"/>
                    <a:pt x="77820" y="9630"/>
                  </a:cubicBezTo>
                  <a:cubicBezTo>
                    <a:pt x="82426" y="5411"/>
                    <a:pt x="82426" y="4707"/>
                    <a:pt x="82426" y="3653"/>
                  </a:cubicBezTo>
                  <a:cubicBezTo>
                    <a:pt x="82426" y="1191"/>
                    <a:pt x="81009" y="136"/>
                    <a:pt x="78883" y="136"/>
                  </a:cubicBezTo>
                  <a:cubicBezTo>
                    <a:pt x="75340" y="136"/>
                    <a:pt x="43450" y="24047"/>
                    <a:pt x="22545" y="68704"/>
                  </a:cubicBezTo>
                  <a:cubicBezTo>
                    <a:pt x="4475" y="107384"/>
                    <a:pt x="223" y="146415"/>
                    <a:pt x="223" y="175952"/>
                  </a:cubicBezTo>
                  <a:cubicBezTo>
                    <a:pt x="223" y="203379"/>
                    <a:pt x="4120" y="245926"/>
                    <a:pt x="23608" y="285661"/>
                  </a:cubicBezTo>
                  <a:cubicBezTo>
                    <a:pt x="44868" y="328911"/>
                    <a:pt x="75340" y="351767"/>
                    <a:pt x="78883" y="351767"/>
                  </a:cubicBezTo>
                  <a:cubicBezTo>
                    <a:pt x="81009" y="351767"/>
                    <a:pt x="82426" y="350713"/>
                    <a:pt x="82426" y="3482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1" name="Freeform: Shape 4480">
              <a:extLst>
                <a:ext uri="{FF2B5EF4-FFF2-40B4-BE49-F238E27FC236}">
                  <a16:creationId xmlns:a16="http://schemas.microsoft.com/office/drawing/2014/main" id="{514127FA-FDD7-A68C-AF67-845DBC8F858A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667578" y="5738662"/>
              <a:ext cx="167950" cy="158937"/>
            </a:xfrm>
            <a:custGeom>
              <a:avLst/>
              <a:gdLst>
                <a:gd name="connsiteX0" fmla="*/ 152233 w 167950"/>
                <a:gd name="connsiteY0" fmla="*/ 116174 h 158937"/>
                <a:gd name="connsiteX1" fmla="*/ 144437 w 167950"/>
                <a:gd name="connsiteY1" fmla="*/ 125669 h 158937"/>
                <a:gd name="connsiteX2" fmla="*/ 128138 w 167950"/>
                <a:gd name="connsiteY2" fmla="*/ 139734 h 158937"/>
                <a:gd name="connsiteX3" fmla="*/ 117154 w 167950"/>
                <a:gd name="connsiteY3" fmla="*/ 125317 h 158937"/>
                <a:gd name="connsiteX4" fmla="*/ 115737 w 167950"/>
                <a:gd name="connsiteY4" fmla="*/ 119339 h 158937"/>
                <a:gd name="connsiteX5" fmla="*/ 102981 w 167950"/>
                <a:gd name="connsiteY5" fmla="*/ 62375 h 158937"/>
                <a:gd name="connsiteX6" fmla="*/ 137705 w 167950"/>
                <a:gd name="connsiteY6" fmla="*/ 19828 h 158937"/>
                <a:gd name="connsiteX7" fmla="*/ 146209 w 167950"/>
                <a:gd name="connsiteY7" fmla="*/ 22641 h 158937"/>
                <a:gd name="connsiteX8" fmla="*/ 155776 w 167950"/>
                <a:gd name="connsiteY8" fmla="*/ 25805 h 158937"/>
                <a:gd name="connsiteX9" fmla="*/ 168177 w 167950"/>
                <a:gd name="connsiteY9" fmla="*/ 13147 h 158937"/>
                <a:gd name="connsiteX10" fmla="*/ 153650 w 167950"/>
                <a:gd name="connsiteY10" fmla="*/ 136 h 158937"/>
                <a:gd name="connsiteX11" fmla="*/ 100147 w 167950"/>
                <a:gd name="connsiteY11" fmla="*/ 50419 h 158937"/>
                <a:gd name="connsiteX12" fmla="*/ 96249 w 167950"/>
                <a:gd name="connsiteY12" fmla="*/ 31080 h 158937"/>
                <a:gd name="connsiteX13" fmla="*/ 77824 w 167950"/>
                <a:gd name="connsiteY13" fmla="*/ 136 h 158937"/>
                <a:gd name="connsiteX14" fmla="*/ 36368 w 167950"/>
                <a:gd name="connsiteY14" fmla="*/ 10334 h 158937"/>
                <a:gd name="connsiteX15" fmla="*/ 32470 w 167950"/>
                <a:gd name="connsiteY15" fmla="*/ 11740 h 158937"/>
                <a:gd name="connsiteX16" fmla="*/ 33888 w 167950"/>
                <a:gd name="connsiteY16" fmla="*/ 17015 h 158937"/>
                <a:gd name="connsiteX17" fmla="*/ 53730 w 167950"/>
                <a:gd name="connsiteY17" fmla="*/ 13147 h 158937"/>
                <a:gd name="connsiteX18" fmla="*/ 69675 w 167950"/>
                <a:gd name="connsiteY18" fmla="*/ 37409 h 158937"/>
                <a:gd name="connsiteX19" fmla="*/ 79950 w 167950"/>
                <a:gd name="connsiteY19" fmla="*/ 80660 h 158937"/>
                <a:gd name="connsiteX20" fmla="*/ 50895 w 167950"/>
                <a:gd name="connsiteY20" fmla="*/ 121801 h 158937"/>
                <a:gd name="connsiteX21" fmla="*/ 32825 w 167950"/>
                <a:gd name="connsiteY21" fmla="*/ 138679 h 158937"/>
                <a:gd name="connsiteX22" fmla="*/ 23612 w 167950"/>
                <a:gd name="connsiteY22" fmla="*/ 135514 h 158937"/>
                <a:gd name="connsiteX23" fmla="*/ 12274 w 167950"/>
                <a:gd name="connsiteY23" fmla="*/ 131998 h 158937"/>
                <a:gd name="connsiteX24" fmla="*/ 227 w 167950"/>
                <a:gd name="connsiteY24" fmla="*/ 144305 h 158937"/>
                <a:gd name="connsiteX25" fmla="*/ 17943 w 167950"/>
                <a:gd name="connsiteY25" fmla="*/ 159074 h 158937"/>
                <a:gd name="connsiteX26" fmla="*/ 50895 w 167950"/>
                <a:gd name="connsiteY26" fmla="*/ 134459 h 158937"/>
                <a:gd name="connsiteX27" fmla="*/ 82785 w 167950"/>
                <a:gd name="connsiteY27" fmla="*/ 93318 h 158937"/>
                <a:gd name="connsiteX28" fmla="*/ 93414 w 167950"/>
                <a:gd name="connsiteY28" fmla="*/ 135514 h 158937"/>
                <a:gd name="connsiteX29" fmla="*/ 113965 w 167950"/>
                <a:gd name="connsiteY29" fmla="*/ 159074 h 158937"/>
                <a:gd name="connsiteX30" fmla="*/ 157193 w 167950"/>
                <a:gd name="connsiteY30" fmla="*/ 118988 h 158937"/>
                <a:gd name="connsiteX31" fmla="*/ 152233 w 167950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33" y="116174"/>
                  </a:moveTo>
                  <a:cubicBezTo>
                    <a:pt x="149398" y="119339"/>
                    <a:pt x="147626" y="121449"/>
                    <a:pt x="144437" y="125669"/>
                  </a:cubicBezTo>
                  <a:cubicBezTo>
                    <a:pt x="136288" y="136217"/>
                    <a:pt x="132036" y="139734"/>
                    <a:pt x="128138" y="139734"/>
                  </a:cubicBezTo>
                  <a:cubicBezTo>
                    <a:pt x="122824" y="139734"/>
                    <a:pt x="119635" y="135163"/>
                    <a:pt x="117154" y="125317"/>
                  </a:cubicBezTo>
                  <a:cubicBezTo>
                    <a:pt x="116446" y="122504"/>
                    <a:pt x="116091" y="120394"/>
                    <a:pt x="115737" y="119339"/>
                  </a:cubicBezTo>
                  <a:cubicBezTo>
                    <a:pt x="106879" y="83824"/>
                    <a:pt x="102981" y="67649"/>
                    <a:pt x="102981" y="62375"/>
                  </a:cubicBezTo>
                  <a:cubicBezTo>
                    <a:pt x="118572" y="35299"/>
                    <a:pt x="131327" y="19828"/>
                    <a:pt x="137705" y="19828"/>
                  </a:cubicBezTo>
                  <a:cubicBezTo>
                    <a:pt x="139831" y="19828"/>
                    <a:pt x="142666" y="20882"/>
                    <a:pt x="146209" y="22641"/>
                  </a:cubicBezTo>
                  <a:cubicBezTo>
                    <a:pt x="150461" y="25102"/>
                    <a:pt x="152941" y="25805"/>
                    <a:pt x="155776" y="25805"/>
                  </a:cubicBezTo>
                  <a:cubicBezTo>
                    <a:pt x="163217" y="25805"/>
                    <a:pt x="168177" y="20531"/>
                    <a:pt x="168177" y="13147"/>
                  </a:cubicBezTo>
                  <a:cubicBezTo>
                    <a:pt x="168177" y="5762"/>
                    <a:pt x="162154" y="136"/>
                    <a:pt x="153650" y="136"/>
                  </a:cubicBezTo>
                  <a:cubicBezTo>
                    <a:pt x="138060" y="136"/>
                    <a:pt x="124595" y="12795"/>
                    <a:pt x="100147" y="50419"/>
                  </a:cubicBezTo>
                  <a:lnTo>
                    <a:pt x="96249" y="31080"/>
                  </a:lnTo>
                  <a:cubicBezTo>
                    <a:pt x="91288" y="7169"/>
                    <a:pt x="87391" y="136"/>
                    <a:pt x="77824" y="136"/>
                  </a:cubicBezTo>
                  <a:cubicBezTo>
                    <a:pt x="70029" y="136"/>
                    <a:pt x="57982" y="3301"/>
                    <a:pt x="36368" y="10334"/>
                  </a:cubicBezTo>
                  <a:lnTo>
                    <a:pt x="32470" y="11740"/>
                  </a:lnTo>
                  <a:lnTo>
                    <a:pt x="33888" y="17015"/>
                  </a:lnTo>
                  <a:cubicBezTo>
                    <a:pt x="47352" y="13850"/>
                    <a:pt x="50541" y="13147"/>
                    <a:pt x="53730" y="13147"/>
                  </a:cubicBezTo>
                  <a:cubicBezTo>
                    <a:pt x="62588" y="13147"/>
                    <a:pt x="64714" y="16311"/>
                    <a:pt x="69675" y="37409"/>
                  </a:cubicBezTo>
                  <a:lnTo>
                    <a:pt x="79950" y="80660"/>
                  </a:lnTo>
                  <a:lnTo>
                    <a:pt x="50895" y="121801"/>
                  </a:lnTo>
                  <a:cubicBezTo>
                    <a:pt x="43809" y="132350"/>
                    <a:pt x="36722" y="138679"/>
                    <a:pt x="32825" y="138679"/>
                  </a:cubicBezTo>
                  <a:cubicBezTo>
                    <a:pt x="30699" y="138679"/>
                    <a:pt x="27155" y="137624"/>
                    <a:pt x="23612" y="135514"/>
                  </a:cubicBezTo>
                  <a:cubicBezTo>
                    <a:pt x="19006" y="133053"/>
                    <a:pt x="15108" y="131998"/>
                    <a:pt x="12274" y="131998"/>
                  </a:cubicBezTo>
                  <a:cubicBezTo>
                    <a:pt x="5541" y="131998"/>
                    <a:pt x="227" y="137272"/>
                    <a:pt x="227" y="144305"/>
                  </a:cubicBezTo>
                  <a:cubicBezTo>
                    <a:pt x="227" y="153447"/>
                    <a:pt x="7313" y="159074"/>
                    <a:pt x="17943" y="159074"/>
                  </a:cubicBezTo>
                  <a:cubicBezTo>
                    <a:pt x="28927" y="159074"/>
                    <a:pt x="33179" y="155909"/>
                    <a:pt x="50895" y="134459"/>
                  </a:cubicBezTo>
                  <a:cubicBezTo>
                    <a:pt x="60462" y="123207"/>
                    <a:pt x="67903" y="113713"/>
                    <a:pt x="82785" y="93318"/>
                  </a:cubicBezTo>
                  <a:lnTo>
                    <a:pt x="93414" y="135514"/>
                  </a:lnTo>
                  <a:cubicBezTo>
                    <a:pt x="98021" y="153447"/>
                    <a:pt x="102627" y="159074"/>
                    <a:pt x="113965" y="159074"/>
                  </a:cubicBezTo>
                  <a:cubicBezTo>
                    <a:pt x="127430" y="159074"/>
                    <a:pt x="136642" y="150634"/>
                    <a:pt x="157193" y="118988"/>
                  </a:cubicBezTo>
                  <a:lnTo>
                    <a:pt x="152233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2" name="Freeform: Shape 4481">
              <a:extLst>
                <a:ext uri="{FF2B5EF4-FFF2-40B4-BE49-F238E27FC236}">
                  <a16:creationId xmlns:a16="http://schemas.microsoft.com/office/drawing/2014/main" id="{BE85F9E7-1B52-1181-11BE-68719789DF3A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914921" y="5798791"/>
              <a:ext cx="216493" cy="14065"/>
            </a:xfrm>
            <a:custGeom>
              <a:avLst/>
              <a:gdLst>
                <a:gd name="connsiteX0" fmla="*/ 204325 w 216493"/>
                <a:gd name="connsiteY0" fmla="*/ 14201 h 14065"/>
                <a:gd name="connsiteX1" fmla="*/ 216726 w 216493"/>
                <a:gd name="connsiteY1" fmla="*/ 7169 h 14065"/>
                <a:gd name="connsiteX2" fmla="*/ 204325 w 216493"/>
                <a:gd name="connsiteY2" fmla="*/ 136 h 14065"/>
                <a:gd name="connsiteX3" fmla="*/ 12634 w 216493"/>
                <a:gd name="connsiteY3" fmla="*/ 136 h 14065"/>
                <a:gd name="connsiteX4" fmla="*/ 232 w 216493"/>
                <a:gd name="connsiteY4" fmla="*/ 7169 h 14065"/>
                <a:gd name="connsiteX5" fmla="*/ 12634 w 216493"/>
                <a:gd name="connsiteY5" fmla="*/ 14201 h 14065"/>
                <a:gd name="connsiteX6" fmla="*/ 204325 w 216493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5" y="14201"/>
                  </a:moveTo>
                  <a:cubicBezTo>
                    <a:pt x="210348" y="14201"/>
                    <a:pt x="216726" y="14201"/>
                    <a:pt x="216726" y="7169"/>
                  </a:cubicBezTo>
                  <a:cubicBezTo>
                    <a:pt x="216726" y="136"/>
                    <a:pt x="210348" y="136"/>
                    <a:pt x="204325" y="136"/>
                  </a:cubicBezTo>
                  <a:lnTo>
                    <a:pt x="12634" y="136"/>
                  </a:lnTo>
                  <a:cubicBezTo>
                    <a:pt x="6610" y="136"/>
                    <a:pt x="232" y="136"/>
                    <a:pt x="232" y="7169"/>
                  </a:cubicBezTo>
                  <a:cubicBezTo>
                    <a:pt x="232" y="14201"/>
                    <a:pt x="6610" y="14201"/>
                    <a:pt x="12634" y="14201"/>
                  </a:cubicBezTo>
                  <a:lnTo>
                    <a:pt x="204325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3" name="Freeform: Shape 4482">
              <a:extLst>
                <a:ext uri="{FF2B5EF4-FFF2-40B4-BE49-F238E27FC236}">
                  <a16:creationId xmlns:a16="http://schemas.microsoft.com/office/drawing/2014/main" id="{F0BB404E-E1B7-D9B8-940F-CA351CF8F7BB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1218334" y="5660952"/>
              <a:ext cx="152006" cy="235592"/>
            </a:xfrm>
            <a:custGeom>
              <a:avLst/>
              <a:gdLst>
                <a:gd name="connsiteX0" fmla="*/ 152248 w 152006"/>
                <a:gd name="connsiteY0" fmla="*/ 136 h 235592"/>
                <a:gd name="connsiteX1" fmla="*/ 21147 w 152006"/>
                <a:gd name="connsiteY1" fmla="*/ 136 h 235592"/>
                <a:gd name="connsiteX2" fmla="*/ 241 w 152006"/>
                <a:gd name="connsiteY2" fmla="*/ 51826 h 235592"/>
                <a:gd name="connsiteX3" fmla="*/ 6265 w 152006"/>
                <a:gd name="connsiteY3" fmla="*/ 54639 h 235592"/>
                <a:gd name="connsiteX4" fmla="*/ 47367 w 152006"/>
                <a:gd name="connsiteY4" fmla="*/ 26157 h 235592"/>
                <a:gd name="connsiteX5" fmla="*/ 124256 w 152006"/>
                <a:gd name="connsiteY5" fmla="*/ 26157 h 235592"/>
                <a:gd name="connsiteX6" fmla="*/ 54099 w 152006"/>
                <a:gd name="connsiteY6" fmla="*/ 235729 h 235592"/>
                <a:gd name="connsiteX7" fmla="*/ 77130 w 152006"/>
                <a:gd name="connsiteY7" fmla="*/ 235729 h 235592"/>
                <a:gd name="connsiteX8" fmla="*/ 152248 w 152006"/>
                <a:gd name="connsiteY8" fmla="*/ 5762 h 235592"/>
                <a:gd name="connsiteX9" fmla="*/ 152248 w 152006"/>
                <a:gd name="connsiteY9" fmla="*/ 136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48" y="136"/>
                  </a:moveTo>
                  <a:lnTo>
                    <a:pt x="21147" y="136"/>
                  </a:lnTo>
                  <a:lnTo>
                    <a:pt x="241" y="51826"/>
                  </a:lnTo>
                  <a:lnTo>
                    <a:pt x="6265" y="54639"/>
                  </a:lnTo>
                  <a:cubicBezTo>
                    <a:pt x="21501" y="30728"/>
                    <a:pt x="27879" y="26157"/>
                    <a:pt x="47367" y="26157"/>
                  </a:cubicBezTo>
                  <a:lnTo>
                    <a:pt x="124256" y="26157"/>
                  </a:lnTo>
                  <a:lnTo>
                    <a:pt x="54099" y="235729"/>
                  </a:lnTo>
                  <a:lnTo>
                    <a:pt x="77130" y="235729"/>
                  </a:lnTo>
                  <a:lnTo>
                    <a:pt x="152248" y="5762"/>
                  </a:lnTo>
                  <a:lnTo>
                    <a:pt x="152248" y="13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4" name="Freeform: Shape 4483">
              <a:extLst>
                <a:ext uri="{FF2B5EF4-FFF2-40B4-BE49-F238E27FC236}">
                  <a16:creationId xmlns:a16="http://schemas.microsoft.com/office/drawing/2014/main" id="{81047AB1-DDF2-3474-615C-71502CABBB1C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1409272" y="5630008"/>
              <a:ext cx="82203" cy="351631"/>
            </a:xfrm>
            <a:custGeom>
              <a:avLst/>
              <a:gdLst>
                <a:gd name="connsiteX0" fmla="*/ 82450 w 82203"/>
                <a:gd name="connsiteY0" fmla="*/ 175952 h 351631"/>
                <a:gd name="connsiteX1" fmla="*/ 59065 w 82203"/>
                <a:gd name="connsiteY1" fmla="*/ 66243 h 351631"/>
                <a:gd name="connsiteX2" fmla="*/ 3790 w 82203"/>
                <a:gd name="connsiteY2" fmla="*/ 136 h 351631"/>
                <a:gd name="connsiteX3" fmla="*/ 246 w 82203"/>
                <a:gd name="connsiteY3" fmla="*/ 3653 h 351631"/>
                <a:gd name="connsiteX4" fmla="*/ 6979 w 82203"/>
                <a:gd name="connsiteY4" fmla="*/ 11740 h 351631"/>
                <a:gd name="connsiteX5" fmla="*/ 61899 w 82203"/>
                <a:gd name="connsiteY5" fmla="*/ 175952 h 351631"/>
                <a:gd name="connsiteX6" fmla="*/ 4853 w 82203"/>
                <a:gd name="connsiteY6" fmla="*/ 342273 h 351631"/>
                <a:gd name="connsiteX7" fmla="*/ 246 w 82203"/>
                <a:gd name="connsiteY7" fmla="*/ 348251 h 351631"/>
                <a:gd name="connsiteX8" fmla="*/ 3790 w 82203"/>
                <a:gd name="connsiteY8" fmla="*/ 351767 h 351631"/>
                <a:gd name="connsiteX9" fmla="*/ 60128 w 82203"/>
                <a:gd name="connsiteY9" fmla="*/ 283199 h 351631"/>
                <a:gd name="connsiteX10" fmla="*/ 82450 w 82203"/>
                <a:gd name="connsiteY10" fmla="*/ 17595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0" y="175952"/>
                  </a:moveTo>
                  <a:cubicBezTo>
                    <a:pt x="82450" y="148525"/>
                    <a:pt x="78553" y="105977"/>
                    <a:pt x="59065" y="66243"/>
                  </a:cubicBezTo>
                  <a:cubicBezTo>
                    <a:pt x="37805" y="22992"/>
                    <a:pt x="7333" y="136"/>
                    <a:pt x="3790" y="136"/>
                  </a:cubicBezTo>
                  <a:cubicBezTo>
                    <a:pt x="1664" y="136"/>
                    <a:pt x="246" y="1543"/>
                    <a:pt x="246" y="3653"/>
                  </a:cubicBezTo>
                  <a:cubicBezTo>
                    <a:pt x="246" y="4707"/>
                    <a:pt x="246" y="5411"/>
                    <a:pt x="6979" y="11740"/>
                  </a:cubicBezTo>
                  <a:cubicBezTo>
                    <a:pt x="41703" y="46552"/>
                    <a:pt x="61899" y="102461"/>
                    <a:pt x="61899" y="175952"/>
                  </a:cubicBezTo>
                  <a:cubicBezTo>
                    <a:pt x="61899" y="236081"/>
                    <a:pt x="48789" y="297968"/>
                    <a:pt x="4853" y="342273"/>
                  </a:cubicBezTo>
                  <a:cubicBezTo>
                    <a:pt x="246" y="346493"/>
                    <a:pt x="246" y="347196"/>
                    <a:pt x="246" y="348251"/>
                  </a:cubicBezTo>
                  <a:cubicBezTo>
                    <a:pt x="246" y="350361"/>
                    <a:pt x="1664" y="351767"/>
                    <a:pt x="3790" y="351767"/>
                  </a:cubicBezTo>
                  <a:cubicBezTo>
                    <a:pt x="7333" y="351767"/>
                    <a:pt x="39222" y="327856"/>
                    <a:pt x="60128" y="283199"/>
                  </a:cubicBezTo>
                  <a:cubicBezTo>
                    <a:pt x="78198" y="244520"/>
                    <a:pt x="82450" y="205489"/>
                    <a:pt x="82450" y="17595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5" name="Freeform: Shape 4484">
              <a:extLst>
                <a:ext uri="{FF2B5EF4-FFF2-40B4-BE49-F238E27FC236}">
                  <a16:creationId xmlns:a16="http://schemas.microsoft.com/office/drawing/2014/main" id="{F2CC458F-F74A-8D00-E952-0D42A716DAE4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1562144" y="5630008"/>
              <a:ext cx="82203" cy="351631"/>
            </a:xfrm>
            <a:custGeom>
              <a:avLst/>
              <a:gdLst>
                <a:gd name="connsiteX0" fmla="*/ 82454 w 82203"/>
                <a:gd name="connsiteY0" fmla="*/ 348251 h 351631"/>
                <a:gd name="connsiteX1" fmla="*/ 76431 w 82203"/>
                <a:gd name="connsiteY1" fmla="*/ 340515 h 351631"/>
                <a:gd name="connsiteX2" fmla="*/ 20801 w 82203"/>
                <a:gd name="connsiteY2" fmla="*/ 175952 h 351631"/>
                <a:gd name="connsiteX3" fmla="*/ 77848 w 82203"/>
                <a:gd name="connsiteY3" fmla="*/ 9630 h 351631"/>
                <a:gd name="connsiteX4" fmla="*/ 82454 w 82203"/>
                <a:gd name="connsiteY4" fmla="*/ 3653 h 351631"/>
                <a:gd name="connsiteX5" fmla="*/ 78911 w 82203"/>
                <a:gd name="connsiteY5" fmla="*/ 136 h 351631"/>
                <a:gd name="connsiteX6" fmla="*/ 22573 w 82203"/>
                <a:gd name="connsiteY6" fmla="*/ 68704 h 351631"/>
                <a:gd name="connsiteX7" fmla="*/ 250 w 82203"/>
                <a:gd name="connsiteY7" fmla="*/ 175952 h 351631"/>
                <a:gd name="connsiteX8" fmla="*/ 23636 w 82203"/>
                <a:gd name="connsiteY8" fmla="*/ 285661 h 351631"/>
                <a:gd name="connsiteX9" fmla="*/ 78911 w 82203"/>
                <a:gd name="connsiteY9" fmla="*/ 351767 h 351631"/>
                <a:gd name="connsiteX10" fmla="*/ 82454 w 82203"/>
                <a:gd name="connsiteY10" fmla="*/ 348251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4" y="348251"/>
                  </a:moveTo>
                  <a:cubicBezTo>
                    <a:pt x="82454" y="347196"/>
                    <a:pt x="82454" y="346493"/>
                    <a:pt x="76431" y="340515"/>
                  </a:cubicBezTo>
                  <a:cubicBezTo>
                    <a:pt x="32140" y="296210"/>
                    <a:pt x="20801" y="229751"/>
                    <a:pt x="20801" y="175952"/>
                  </a:cubicBezTo>
                  <a:cubicBezTo>
                    <a:pt x="20801" y="114768"/>
                    <a:pt x="34266" y="53584"/>
                    <a:pt x="77848" y="9630"/>
                  </a:cubicBezTo>
                  <a:cubicBezTo>
                    <a:pt x="82454" y="5411"/>
                    <a:pt x="82454" y="4707"/>
                    <a:pt x="82454" y="3653"/>
                  </a:cubicBezTo>
                  <a:cubicBezTo>
                    <a:pt x="82454" y="1191"/>
                    <a:pt x="81037" y="136"/>
                    <a:pt x="78911" y="136"/>
                  </a:cubicBezTo>
                  <a:cubicBezTo>
                    <a:pt x="75368" y="136"/>
                    <a:pt x="43478" y="24047"/>
                    <a:pt x="22573" y="68704"/>
                  </a:cubicBezTo>
                  <a:cubicBezTo>
                    <a:pt x="4502" y="107384"/>
                    <a:pt x="250" y="146415"/>
                    <a:pt x="250" y="175952"/>
                  </a:cubicBezTo>
                  <a:cubicBezTo>
                    <a:pt x="250" y="203379"/>
                    <a:pt x="4148" y="245926"/>
                    <a:pt x="23636" y="285661"/>
                  </a:cubicBezTo>
                  <a:cubicBezTo>
                    <a:pt x="44895" y="328911"/>
                    <a:pt x="75368" y="351767"/>
                    <a:pt x="78911" y="351767"/>
                  </a:cubicBezTo>
                  <a:cubicBezTo>
                    <a:pt x="81037" y="351767"/>
                    <a:pt x="82454" y="350713"/>
                    <a:pt x="82454" y="348251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6" name="Freeform: Shape 4485">
              <a:extLst>
                <a:ext uri="{FF2B5EF4-FFF2-40B4-BE49-F238E27FC236}">
                  <a16:creationId xmlns:a16="http://schemas.microsoft.com/office/drawing/2014/main" id="{8F8743C3-B226-7D81-A879-8E8F10CF8592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1655489" y="5738662"/>
              <a:ext cx="167950" cy="158937"/>
            </a:xfrm>
            <a:custGeom>
              <a:avLst/>
              <a:gdLst>
                <a:gd name="connsiteX0" fmla="*/ 152260 w 167950"/>
                <a:gd name="connsiteY0" fmla="*/ 116174 h 158937"/>
                <a:gd name="connsiteX1" fmla="*/ 144465 w 167950"/>
                <a:gd name="connsiteY1" fmla="*/ 125669 h 158937"/>
                <a:gd name="connsiteX2" fmla="*/ 128166 w 167950"/>
                <a:gd name="connsiteY2" fmla="*/ 139734 h 158937"/>
                <a:gd name="connsiteX3" fmla="*/ 117182 w 167950"/>
                <a:gd name="connsiteY3" fmla="*/ 125317 h 158937"/>
                <a:gd name="connsiteX4" fmla="*/ 115765 w 167950"/>
                <a:gd name="connsiteY4" fmla="*/ 119339 h 158937"/>
                <a:gd name="connsiteX5" fmla="*/ 103009 w 167950"/>
                <a:gd name="connsiteY5" fmla="*/ 62375 h 158937"/>
                <a:gd name="connsiteX6" fmla="*/ 137733 w 167950"/>
                <a:gd name="connsiteY6" fmla="*/ 19828 h 158937"/>
                <a:gd name="connsiteX7" fmla="*/ 146237 w 167950"/>
                <a:gd name="connsiteY7" fmla="*/ 22641 h 158937"/>
                <a:gd name="connsiteX8" fmla="*/ 155804 w 167950"/>
                <a:gd name="connsiteY8" fmla="*/ 25805 h 158937"/>
                <a:gd name="connsiteX9" fmla="*/ 168205 w 167950"/>
                <a:gd name="connsiteY9" fmla="*/ 13147 h 158937"/>
                <a:gd name="connsiteX10" fmla="*/ 153678 w 167950"/>
                <a:gd name="connsiteY10" fmla="*/ 136 h 158937"/>
                <a:gd name="connsiteX11" fmla="*/ 100174 w 167950"/>
                <a:gd name="connsiteY11" fmla="*/ 50419 h 158937"/>
                <a:gd name="connsiteX12" fmla="*/ 96277 w 167950"/>
                <a:gd name="connsiteY12" fmla="*/ 31080 h 158937"/>
                <a:gd name="connsiteX13" fmla="*/ 77852 w 167950"/>
                <a:gd name="connsiteY13" fmla="*/ 136 h 158937"/>
                <a:gd name="connsiteX14" fmla="*/ 36395 w 167950"/>
                <a:gd name="connsiteY14" fmla="*/ 10334 h 158937"/>
                <a:gd name="connsiteX15" fmla="*/ 32498 w 167950"/>
                <a:gd name="connsiteY15" fmla="*/ 11740 h 158937"/>
                <a:gd name="connsiteX16" fmla="*/ 33915 w 167950"/>
                <a:gd name="connsiteY16" fmla="*/ 17015 h 158937"/>
                <a:gd name="connsiteX17" fmla="*/ 53757 w 167950"/>
                <a:gd name="connsiteY17" fmla="*/ 13147 h 158937"/>
                <a:gd name="connsiteX18" fmla="*/ 69702 w 167950"/>
                <a:gd name="connsiteY18" fmla="*/ 37409 h 158937"/>
                <a:gd name="connsiteX19" fmla="*/ 79978 w 167950"/>
                <a:gd name="connsiteY19" fmla="*/ 80660 h 158937"/>
                <a:gd name="connsiteX20" fmla="*/ 50923 w 167950"/>
                <a:gd name="connsiteY20" fmla="*/ 121801 h 158937"/>
                <a:gd name="connsiteX21" fmla="*/ 32852 w 167950"/>
                <a:gd name="connsiteY21" fmla="*/ 138679 h 158937"/>
                <a:gd name="connsiteX22" fmla="*/ 23640 w 167950"/>
                <a:gd name="connsiteY22" fmla="*/ 135514 h 158937"/>
                <a:gd name="connsiteX23" fmla="*/ 12301 w 167950"/>
                <a:gd name="connsiteY23" fmla="*/ 131998 h 158937"/>
                <a:gd name="connsiteX24" fmla="*/ 254 w 167950"/>
                <a:gd name="connsiteY24" fmla="*/ 144305 h 158937"/>
                <a:gd name="connsiteX25" fmla="*/ 17971 w 167950"/>
                <a:gd name="connsiteY25" fmla="*/ 159074 h 158937"/>
                <a:gd name="connsiteX26" fmla="*/ 50923 w 167950"/>
                <a:gd name="connsiteY26" fmla="*/ 134459 h 158937"/>
                <a:gd name="connsiteX27" fmla="*/ 82812 w 167950"/>
                <a:gd name="connsiteY27" fmla="*/ 93318 h 158937"/>
                <a:gd name="connsiteX28" fmla="*/ 93442 w 167950"/>
                <a:gd name="connsiteY28" fmla="*/ 135514 h 158937"/>
                <a:gd name="connsiteX29" fmla="*/ 113993 w 167950"/>
                <a:gd name="connsiteY29" fmla="*/ 159074 h 158937"/>
                <a:gd name="connsiteX30" fmla="*/ 157221 w 167950"/>
                <a:gd name="connsiteY30" fmla="*/ 118988 h 158937"/>
                <a:gd name="connsiteX31" fmla="*/ 152260 w 167950"/>
                <a:gd name="connsiteY31" fmla="*/ 116174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60" y="116174"/>
                  </a:moveTo>
                  <a:cubicBezTo>
                    <a:pt x="149426" y="119339"/>
                    <a:pt x="147654" y="121449"/>
                    <a:pt x="144465" y="125669"/>
                  </a:cubicBezTo>
                  <a:cubicBezTo>
                    <a:pt x="136316" y="136217"/>
                    <a:pt x="132064" y="139734"/>
                    <a:pt x="128166" y="139734"/>
                  </a:cubicBezTo>
                  <a:cubicBezTo>
                    <a:pt x="122851" y="139734"/>
                    <a:pt x="119662" y="135163"/>
                    <a:pt x="117182" y="125317"/>
                  </a:cubicBezTo>
                  <a:cubicBezTo>
                    <a:pt x="116473" y="122504"/>
                    <a:pt x="116119" y="120394"/>
                    <a:pt x="115765" y="119339"/>
                  </a:cubicBezTo>
                  <a:cubicBezTo>
                    <a:pt x="106906" y="83824"/>
                    <a:pt x="103009" y="67649"/>
                    <a:pt x="103009" y="62375"/>
                  </a:cubicBezTo>
                  <a:cubicBezTo>
                    <a:pt x="118599" y="35299"/>
                    <a:pt x="131355" y="19828"/>
                    <a:pt x="137733" y="19828"/>
                  </a:cubicBezTo>
                  <a:cubicBezTo>
                    <a:pt x="139859" y="19828"/>
                    <a:pt x="142693" y="20882"/>
                    <a:pt x="146237" y="22641"/>
                  </a:cubicBezTo>
                  <a:cubicBezTo>
                    <a:pt x="150489" y="25102"/>
                    <a:pt x="152969" y="25805"/>
                    <a:pt x="155804" y="25805"/>
                  </a:cubicBezTo>
                  <a:cubicBezTo>
                    <a:pt x="163244" y="25805"/>
                    <a:pt x="168205" y="20531"/>
                    <a:pt x="168205" y="13147"/>
                  </a:cubicBezTo>
                  <a:cubicBezTo>
                    <a:pt x="168205" y="5762"/>
                    <a:pt x="162181" y="136"/>
                    <a:pt x="153678" y="136"/>
                  </a:cubicBezTo>
                  <a:cubicBezTo>
                    <a:pt x="138087" y="136"/>
                    <a:pt x="124623" y="12795"/>
                    <a:pt x="100174" y="50419"/>
                  </a:cubicBezTo>
                  <a:lnTo>
                    <a:pt x="96277" y="31080"/>
                  </a:lnTo>
                  <a:cubicBezTo>
                    <a:pt x="91316" y="7169"/>
                    <a:pt x="87419" y="136"/>
                    <a:pt x="77852" y="136"/>
                  </a:cubicBezTo>
                  <a:cubicBezTo>
                    <a:pt x="70057" y="136"/>
                    <a:pt x="58009" y="3301"/>
                    <a:pt x="36395" y="10334"/>
                  </a:cubicBezTo>
                  <a:lnTo>
                    <a:pt x="32498" y="11740"/>
                  </a:lnTo>
                  <a:lnTo>
                    <a:pt x="33915" y="17015"/>
                  </a:lnTo>
                  <a:cubicBezTo>
                    <a:pt x="47380" y="13850"/>
                    <a:pt x="50569" y="13147"/>
                    <a:pt x="53757" y="13147"/>
                  </a:cubicBezTo>
                  <a:cubicBezTo>
                    <a:pt x="62616" y="13147"/>
                    <a:pt x="64742" y="16311"/>
                    <a:pt x="69702" y="37409"/>
                  </a:cubicBezTo>
                  <a:lnTo>
                    <a:pt x="79978" y="80660"/>
                  </a:lnTo>
                  <a:lnTo>
                    <a:pt x="50923" y="121801"/>
                  </a:lnTo>
                  <a:cubicBezTo>
                    <a:pt x="43836" y="132350"/>
                    <a:pt x="36750" y="138679"/>
                    <a:pt x="32852" y="138679"/>
                  </a:cubicBezTo>
                  <a:cubicBezTo>
                    <a:pt x="30726" y="138679"/>
                    <a:pt x="27183" y="137624"/>
                    <a:pt x="23640" y="135514"/>
                  </a:cubicBezTo>
                  <a:cubicBezTo>
                    <a:pt x="19033" y="133053"/>
                    <a:pt x="15136" y="131998"/>
                    <a:pt x="12301" y="131998"/>
                  </a:cubicBezTo>
                  <a:cubicBezTo>
                    <a:pt x="5569" y="131998"/>
                    <a:pt x="254" y="137272"/>
                    <a:pt x="254" y="144305"/>
                  </a:cubicBezTo>
                  <a:cubicBezTo>
                    <a:pt x="254" y="153447"/>
                    <a:pt x="7341" y="159074"/>
                    <a:pt x="17971" y="159074"/>
                  </a:cubicBezTo>
                  <a:cubicBezTo>
                    <a:pt x="28955" y="159074"/>
                    <a:pt x="33207" y="155909"/>
                    <a:pt x="50923" y="134459"/>
                  </a:cubicBezTo>
                  <a:cubicBezTo>
                    <a:pt x="60490" y="123207"/>
                    <a:pt x="67931" y="113713"/>
                    <a:pt x="82812" y="93318"/>
                  </a:cubicBezTo>
                  <a:lnTo>
                    <a:pt x="93442" y="135514"/>
                  </a:lnTo>
                  <a:cubicBezTo>
                    <a:pt x="98048" y="153447"/>
                    <a:pt x="102655" y="159074"/>
                    <a:pt x="113993" y="159074"/>
                  </a:cubicBezTo>
                  <a:cubicBezTo>
                    <a:pt x="127457" y="159074"/>
                    <a:pt x="136670" y="150634"/>
                    <a:pt x="157221" y="118988"/>
                  </a:cubicBezTo>
                  <a:lnTo>
                    <a:pt x="152260" y="1161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7" name="Freeform: Shape 4486">
              <a:extLst>
                <a:ext uri="{FF2B5EF4-FFF2-40B4-BE49-F238E27FC236}">
                  <a16:creationId xmlns:a16="http://schemas.microsoft.com/office/drawing/2014/main" id="{CE1725B7-2C81-9202-FB5F-0DDC645DE3DB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1902832" y="5798791"/>
              <a:ext cx="216493" cy="14065"/>
            </a:xfrm>
            <a:custGeom>
              <a:avLst/>
              <a:gdLst>
                <a:gd name="connsiteX0" fmla="*/ 204352 w 216493"/>
                <a:gd name="connsiteY0" fmla="*/ 14201 h 14065"/>
                <a:gd name="connsiteX1" fmla="*/ 216754 w 216493"/>
                <a:gd name="connsiteY1" fmla="*/ 7169 h 14065"/>
                <a:gd name="connsiteX2" fmla="*/ 204352 w 216493"/>
                <a:gd name="connsiteY2" fmla="*/ 136 h 14065"/>
                <a:gd name="connsiteX3" fmla="*/ 12661 w 216493"/>
                <a:gd name="connsiteY3" fmla="*/ 136 h 14065"/>
                <a:gd name="connsiteX4" fmla="*/ 260 w 216493"/>
                <a:gd name="connsiteY4" fmla="*/ 7169 h 14065"/>
                <a:gd name="connsiteX5" fmla="*/ 12661 w 216493"/>
                <a:gd name="connsiteY5" fmla="*/ 14201 h 14065"/>
                <a:gd name="connsiteX6" fmla="*/ 204352 w 216493"/>
                <a:gd name="connsiteY6" fmla="*/ 14201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2" y="14201"/>
                  </a:moveTo>
                  <a:cubicBezTo>
                    <a:pt x="210376" y="14201"/>
                    <a:pt x="216754" y="14201"/>
                    <a:pt x="216754" y="7169"/>
                  </a:cubicBezTo>
                  <a:cubicBezTo>
                    <a:pt x="216754" y="136"/>
                    <a:pt x="210376" y="136"/>
                    <a:pt x="204352" y="136"/>
                  </a:cubicBezTo>
                  <a:lnTo>
                    <a:pt x="12661" y="136"/>
                  </a:lnTo>
                  <a:cubicBezTo>
                    <a:pt x="6638" y="136"/>
                    <a:pt x="260" y="136"/>
                    <a:pt x="260" y="7169"/>
                  </a:cubicBezTo>
                  <a:cubicBezTo>
                    <a:pt x="260" y="14201"/>
                    <a:pt x="6638" y="14201"/>
                    <a:pt x="12661" y="14201"/>
                  </a:cubicBezTo>
                  <a:lnTo>
                    <a:pt x="204352" y="142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8" name="Freeform: Shape 4487">
              <a:extLst>
                <a:ext uri="{FF2B5EF4-FFF2-40B4-BE49-F238E27FC236}">
                  <a16:creationId xmlns:a16="http://schemas.microsoft.com/office/drawing/2014/main" id="{47BCA9A1-BBA3-9646-36F6-E1EE99950114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2238489" y="5656029"/>
              <a:ext cx="100274" cy="237702"/>
            </a:xfrm>
            <a:custGeom>
              <a:avLst/>
              <a:gdLst>
                <a:gd name="connsiteX0" fmla="*/ 64048 w 100274"/>
                <a:gd name="connsiteY0" fmla="*/ 136 h 237702"/>
                <a:gd name="connsiteX1" fmla="*/ 269 w 100274"/>
                <a:gd name="connsiteY1" fmla="*/ 32135 h 237702"/>
                <a:gd name="connsiteX2" fmla="*/ 269 w 100274"/>
                <a:gd name="connsiteY2" fmla="*/ 37058 h 237702"/>
                <a:gd name="connsiteX3" fmla="*/ 9836 w 100274"/>
                <a:gd name="connsiteY3" fmla="*/ 33190 h 237702"/>
                <a:gd name="connsiteX4" fmla="*/ 25781 w 100274"/>
                <a:gd name="connsiteY4" fmla="*/ 29322 h 237702"/>
                <a:gd name="connsiteX5" fmla="*/ 36410 w 100274"/>
                <a:gd name="connsiteY5" fmla="*/ 45848 h 237702"/>
                <a:gd name="connsiteX6" fmla="*/ 36410 w 100274"/>
                <a:gd name="connsiteY6" fmla="*/ 205137 h 237702"/>
                <a:gd name="connsiteX7" fmla="*/ 27907 w 100274"/>
                <a:gd name="connsiteY7" fmla="*/ 227993 h 237702"/>
                <a:gd name="connsiteX8" fmla="*/ 2749 w 100274"/>
                <a:gd name="connsiteY8" fmla="*/ 232564 h 237702"/>
                <a:gd name="connsiteX9" fmla="*/ 2749 w 100274"/>
                <a:gd name="connsiteY9" fmla="*/ 237839 h 237702"/>
                <a:gd name="connsiteX10" fmla="*/ 100544 w 100274"/>
                <a:gd name="connsiteY10" fmla="*/ 237839 h 237702"/>
                <a:gd name="connsiteX11" fmla="*/ 100544 w 100274"/>
                <a:gd name="connsiteY11" fmla="*/ 232564 h 237702"/>
                <a:gd name="connsiteX12" fmla="*/ 66883 w 100274"/>
                <a:gd name="connsiteY12" fmla="*/ 211818 h 237702"/>
                <a:gd name="connsiteX13" fmla="*/ 66883 w 100274"/>
                <a:gd name="connsiteY13" fmla="*/ 840 h 237702"/>
                <a:gd name="connsiteX14" fmla="*/ 64048 w 100274"/>
                <a:gd name="connsiteY14" fmla="*/ 136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8" y="136"/>
                  </a:moveTo>
                  <a:lnTo>
                    <a:pt x="269" y="32135"/>
                  </a:lnTo>
                  <a:lnTo>
                    <a:pt x="269" y="37058"/>
                  </a:lnTo>
                  <a:cubicBezTo>
                    <a:pt x="4521" y="35299"/>
                    <a:pt x="8419" y="33893"/>
                    <a:pt x="9836" y="33190"/>
                  </a:cubicBezTo>
                  <a:cubicBezTo>
                    <a:pt x="16214" y="30728"/>
                    <a:pt x="22237" y="29322"/>
                    <a:pt x="25781" y="29322"/>
                  </a:cubicBezTo>
                  <a:cubicBezTo>
                    <a:pt x="33222" y="29322"/>
                    <a:pt x="36410" y="34596"/>
                    <a:pt x="36410" y="45848"/>
                  </a:cubicBezTo>
                  <a:lnTo>
                    <a:pt x="36410" y="205137"/>
                  </a:lnTo>
                  <a:cubicBezTo>
                    <a:pt x="36410" y="216741"/>
                    <a:pt x="33576" y="224829"/>
                    <a:pt x="27907" y="227993"/>
                  </a:cubicBezTo>
                  <a:cubicBezTo>
                    <a:pt x="22592" y="231158"/>
                    <a:pt x="17631" y="232213"/>
                    <a:pt x="2749" y="232564"/>
                  </a:cubicBezTo>
                  <a:lnTo>
                    <a:pt x="2749" y="237839"/>
                  </a:lnTo>
                  <a:lnTo>
                    <a:pt x="100544" y="237839"/>
                  </a:lnTo>
                  <a:lnTo>
                    <a:pt x="100544" y="232564"/>
                  </a:lnTo>
                  <a:cubicBezTo>
                    <a:pt x="72552" y="232213"/>
                    <a:pt x="66883" y="228696"/>
                    <a:pt x="66883" y="211818"/>
                  </a:cubicBezTo>
                  <a:lnTo>
                    <a:pt x="66883" y="840"/>
                  </a:lnTo>
                  <a:lnTo>
                    <a:pt x="64048" y="13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9" name="Freeform: Shape 4488">
              <a:extLst>
                <a:ext uri="{FF2B5EF4-FFF2-40B4-BE49-F238E27FC236}">
                  <a16:creationId xmlns:a16="http://schemas.microsoft.com/office/drawing/2014/main" id="{4DF5A186-322D-BF19-92AA-8FCA39DAAB0F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2392223" y="5656029"/>
              <a:ext cx="137833" cy="242625"/>
            </a:xfrm>
            <a:custGeom>
              <a:avLst/>
              <a:gdLst>
                <a:gd name="connsiteX0" fmla="*/ 39250 w 137833"/>
                <a:gd name="connsiteY0" fmla="*/ 121801 h 242625"/>
                <a:gd name="connsiteX1" fmla="*/ 76809 w 137833"/>
                <a:gd name="connsiteY1" fmla="*/ 125669 h 242625"/>
                <a:gd name="connsiteX2" fmla="*/ 112596 w 137833"/>
                <a:gd name="connsiteY2" fmla="*/ 177710 h 242625"/>
                <a:gd name="connsiteX3" fmla="*/ 66179 w 137833"/>
                <a:gd name="connsiteY3" fmla="*/ 230103 h 242625"/>
                <a:gd name="connsiteX4" fmla="*/ 36415 w 137833"/>
                <a:gd name="connsiteY4" fmla="*/ 219202 h 242625"/>
                <a:gd name="connsiteX5" fmla="*/ 13739 w 137833"/>
                <a:gd name="connsiteY5" fmla="*/ 210412 h 242625"/>
                <a:gd name="connsiteX6" fmla="*/ 274 w 137833"/>
                <a:gd name="connsiteY6" fmla="*/ 222719 h 242625"/>
                <a:gd name="connsiteX7" fmla="*/ 40313 w 137833"/>
                <a:gd name="connsiteY7" fmla="*/ 242762 h 242625"/>
                <a:gd name="connsiteX8" fmla="*/ 112241 w 137833"/>
                <a:gd name="connsiteY8" fmla="*/ 219202 h 242625"/>
                <a:gd name="connsiteX9" fmla="*/ 138107 w 137833"/>
                <a:gd name="connsiteY9" fmla="*/ 160832 h 242625"/>
                <a:gd name="connsiteX10" fmla="*/ 122162 w 137833"/>
                <a:gd name="connsiteY10" fmla="*/ 115471 h 242625"/>
                <a:gd name="connsiteX11" fmla="*/ 92753 w 137833"/>
                <a:gd name="connsiteY11" fmla="*/ 96835 h 242625"/>
                <a:gd name="connsiteX12" fmla="*/ 126060 w 137833"/>
                <a:gd name="connsiteY12" fmla="*/ 48310 h 242625"/>
                <a:gd name="connsiteX13" fmla="*/ 70785 w 137833"/>
                <a:gd name="connsiteY13" fmla="*/ 136 h 242625"/>
                <a:gd name="connsiteX14" fmla="*/ 24723 w 137833"/>
                <a:gd name="connsiteY14" fmla="*/ 17366 h 242625"/>
                <a:gd name="connsiteX15" fmla="*/ 983 w 137833"/>
                <a:gd name="connsiteY15" fmla="*/ 57100 h 242625"/>
                <a:gd name="connsiteX16" fmla="*/ 6298 w 137833"/>
                <a:gd name="connsiteY16" fmla="*/ 58507 h 242625"/>
                <a:gd name="connsiteX17" fmla="*/ 59092 w 137833"/>
                <a:gd name="connsiteY17" fmla="*/ 21234 h 242625"/>
                <a:gd name="connsiteX18" fmla="*/ 98068 w 137833"/>
                <a:gd name="connsiteY18" fmla="*/ 58859 h 242625"/>
                <a:gd name="connsiteX19" fmla="*/ 83895 w 137833"/>
                <a:gd name="connsiteY19" fmla="*/ 92967 h 242625"/>
                <a:gd name="connsiteX20" fmla="*/ 39250 w 137833"/>
                <a:gd name="connsiteY20" fmla="*/ 117229 h 242625"/>
                <a:gd name="connsiteX21" fmla="*/ 39250 w 137833"/>
                <a:gd name="connsiteY21" fmla="*/ 121801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0" y="121801"/>
                  </a:moveTo>
                  <a:cubicBezTo>
                    <a:pt x="60155" y="121801"/>
                    <a:pt x="68305" y="122504"/>
                    <a:pt x="76809" y="125669"/>
                  </a:cubicBezTo>
                  <a:cubicBezTo>
                    <a:pt x="98777" y="133404"/>
                    <a:pt x="112596" y="153447"/>
                    <a:pt x="112596" y="177710"/>
                  </a:cubicBezTo>
                  <a:cubicBezTo>
                    <a:pt x="112596" y="207247"/>
                    <a:pt x="92399" y="230103"/>
                    <a:pt x="66179" y="230103"/>
                  </a:cubicBezTo>
                  <a:cubicBezTo>
                    <a:pt x="56612" y="230103"/>
                    <a:pt x="49526" y="227642"/>
                    <a:pt x="36415" y="219202"/>
                  </a:cubicBezTo>
                  <a:cubicBezTo>
                    <a:pt x="25786" y="212873"/>
                    <a:pt x="19762" y="210412"/>
                    <a:pt x="13739" y="210412"/>
                  </a:cubicBezTo>
                  <a:cubicBezTo>
                    <a:pt x="5589" y="210412"/>
                    <a:pt x="274" y="215335"/>
                    <a:pt x="274" y="222719"/>
                  </a:cubicBezTo>
                  <a:cubicBezTo>
                    <a:pt x="274" y="235026"/>
                    <a:pt x="15510" y="242762"/>
                    <a:pt x="40313" y="242762"/>
                  </a:cubicBezTo>
                  <a:cubicBezTo>
                    <a:pt x="67596" y="242762"/>
                    <a:pt x="95588" y="233619"/>
                    <a:pt x="112241" y="219202"/>
                  </a:cubicBezTo>
                  <a:cubicBezTo>
                    <a:pt x="128895" y="204786"/>
                    <a:pt x="138107" y="184391"/>
                    <a:pt x="138107" y="160832"/>
                  </a:cubicBezTo>
                  <a:cubicBezTo>
                    <a:pt x="138107" y="142899"/>
                    <a:pt x="132438" y="126372"/>
                    <a:pt x="122162" y="115471"/>
                  </a:cubicBezTo>
                  <a:cubicBezTo>
                    <a:pt x="115076" y="107735"/>
                    <a:pt x="108344" y="103516"/>
                    <a:pt x="92753" y="96835"/>
                  </a:cubicBezTo>
                  <a:cubicBezTo>
                    <a:pt x="117202" y="80308"/>
                    <a:pt x="126060" y="67298"/>
                    <a:pt x="126060" y="48310"/>
                  </a:cubicBezTo>
                  <a:cubicBezTo>
                    <a:pt x="126060" y="19828"/>
                    <a:pt x="103383" y="136"/>
                    <a:pt x="70785" y="136"/>
                  </a:cubicBezTo>
                  <a:cubicBezTo>
                    <a:pt x="53069" y="136"/>
                    <a:pt x="37478" y="6114"/>
                    <a:pt x="24723" y="17366"/>
                  </a:cubicBezTo>
                  <a:cubicBezTo>
                    <a:pt x="14093" y="26860"/>
                    <a:pt x="8778" y="36003"/>
                    <a:pt x="983" y="57100"/>
                  </a:cubicBezTo>
                  <a:lnTo>
                    <a:pt x="6298" y="58507"/>
                  </a:lnTo>
                  <a:cubicBezTo>
                    <a:pt x="20825" y="32838"/>
                    <a:pt x="36770" y="21234"/>
                    <a:pt x="59092" y="21234"/>
                  </a:cubicBezTo>
                  <a:cubicBezTo>
                    <a:pt x="82124" y="21234"/>
                    <a:pt x="98068" y="36706"/>
                    <a:pt x="98068" y="58859"/>
                  </a:cubicBezTo>
                  <a:cubicBezTo>
                    <a:pt x="98068" y="71517"/>
                    <a:pt x="92753" y="84176"/>
                    <a:pt x="83895" y="92967"/>
                  </a:cubicBezTo>
                  <a:cubicBezTo>
                    <a:pt x="73265" y="103516"/>
                    <a:pt x="63344" y="108790"/>
                    <a:pt x="39250" y="117229"/>
                  </a:cubicBezTo>
                  <a:lnTo>
                    <a:pt x="39250" y="12180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0" name="Freeform: Shape 4489">
              <a:extLst>
                <a:ext uri="{FF2B5EF4-FFF2-40B4-BE49-F238E27FC236}">
                  <a16:creationId xmlns:a16="http://schemas.microsoft.com/office/drawing/2014/main" id="{6E488BCB-A42D-3442-E5EA-45582578F2E0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2575011" y="5630008"/>
              <a:ext cx="82203" cy="351631"/>
            </a:xfrm>
            <a:custGeom>
              <a:avLst/>
              <a:gdLst>
                <a:gd name="connsiteX0" fmla="*/ 82483 w 82203"/>
                <a:gd name="connsiteY0" fmla="*/ 175952 h 351631"/>
                <a:gd name="connsiteX1" fmla="*/ 59097 w 82203"/>
                <a:gd name="connsiteY1" fmla="*/ 66243 h 351631"/>
                <a:gd name="connsiteX2" fmla="*/ 3822 w 82203"/>
                <a:gd name="connsiteY2" fmla="*/ 136 h 351631"/>
                <a:gd name="connsiteX3" fmla="*/ 279 w 82203"/>
                <a:gd name="connsiteY3" fmla="*/ 3653 h 351631"/>
                <a:gd name="connsiteX4" fmla="*/ 7011 w 82203"/>
                <a:gd name="connsiteY4" fmla="*/ 11740 h 351631"/>
                <a:gd name="connsiteX5" fmla="*/ 61932 w 82203"/>
                <a:gd name="connsiteY5" fmla="*/ 175952 h 351631"/>
                <a:gd name="connsiteX6" fmla="*/ 4885 w 82203"/>
                <a:gd name="connsiteY6" fmla="*/ 342273 h 351631"/>
                <a:gd name="connsiteX7" fmla="*/ 279 w 82203"/>
                <a:gd name="connsiteY7" fmla="*/ 348251 h 351631"/>
                <a:gd name="connsiteX8" fmla="*/ 3822 w 82203"/>
                <a:gd name="connsiteY8" fmla="*/ 351767 h 351631"/>
                <a:gd name="connsiteX9" fmla="*/ 60160 w 82203"/>
                <a:gd name="connsiteY9" fmla="*/ 283199 h 351631"/>
                <a:gd name="connsiteX10" fmla="*/ 82483 w 82203"/>
                <a:gd name="connsiteY10" fmla="*/ 17595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3" y="175952"/>
                  </a:moveTo>
                  <a:cubicBezTo>
                    <a:pt x="82483" y="148525"/>
                    <a:pt x="78585" y="105977"/>
                    <a:pt x="59097" y="66243"/>
                  </a:cubicBezTo>
                  <a:cubicBezTo>
                    <a:pt x="37838" y="22992"/>
                    <a:pt x="7366" y="136"/>
                    <a:pt x="3822" y="136"/>
                  </a:cubicBezTo>
                  <a:cubicBezTo>
                    <a:pt x="1696" y="136"/>
                    <a:pt x="279" y="1543"/>
                    <a:pt x="279" y="3653"/>
                  </a:cubicBezTo>
                  <a:cubicBezTo>
                    <a:pt x="279" y="4707"/>
                    <a:pt x="279" y="5411"/>
                    <a:pt x="7011" y="11740"/>
                  </a:cubicBezTo>
                  <a:cubicBezTo>
                    <a:pt x="41735" y="46552"/>
                    <a:pt x="61932" y="102461"/>
                    <a:pt x="61932" y="175952"/>
                  </a:cubicBezTo>
                  <a:cubicBezTo>
                    <a:pt x="61932" y="236081"/>
                    <a:pt x="48822" y="297968"/>
                    <a:pt x="4885" y="342273"/>
                  </a:cubicBezTo>
                  <a:cubicBezTo>
                    <a:pt x="279" y="346493"/>
                    <a:pt x="279" y="347196"/>
                    <a:pt x="279" y="348251"/>
                  </a:cubicBezTo>
                  <a:cubicBezTo>
                    <a:pt x="279" y="350361"/>
                    <a:pt x="1696" y="351767"/>
                    <a:pt x="3822" y="351767"/>
                  </a:cubicBezTo>
                  <a:cubicBezTo>
                    <a:pt x="7366" y="351767"/>
                    <a:pt x="39255" y="327856"/>
                    <a:pt x="60160" y="283199"/>
                  </a:cubicBezTo>
                  <a:cubicBezTo>
                    <a:pt x="78231" y="244520"/>
                    <a:pt x="82483" y="205489"/>
                    <a:pt x="82483" y="17595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1" name="Freeform: Shape 4490">
              <a:extLst>
                <a:ext uri="{FF2B5EF4-FFF2-40B4-BE49-F238E27FC236}">
                  <a16:creationId xmlns:a16="http://schemas.microsoft.com/office/drawing/2014/main" id="{0C266E69-BD75-6519-1206-C043E6002D3F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8525620" y="6037380"/>
              <a:ext cx="4204890" cy="14114"/>
            </a:xfrm>
            <a:custGeom>
              <a:avLst/>
              <a:gdLst>
                <a:gd name="connsiteX0" fmla="*/ 0 w 4204890"/>
                <a:gd name="connsiteY0" fmla="*/ 0 h 14114"/>
                <a:gd name="connsiteX1" fmla="*/ 4204891 w 4204890"/>
                <a:gd name="connsiteY1" fmla="*/ 0 h 14114"/>
                <a:gd name="connsiteX2" fmla="*/ 4204891 w 4204890"/>
                <a:gd name="connsiteY2" fmla="*/ 14114 h 14114"/>
                <a:gd name="connsiteX3" fmla="*/ 0 w 4204890"/>
                <a:gd name="connsiteY3" fmla="*/ 14114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890" h="14114">
                  <a:moveTo>
                    <a:pt x="0" y="0"/>
                  </a:moveTo>
                  <a:lnTo>
                    <a:pt x="4204891" y="0"/>
                  </a:lnTo>
                  <a:lnTo>
                    <a:pt x="4204891" y="14114"/>
                  </a:lnTo>
                  <a:lnTo>
                    <a:pt x="0" y="141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3" name="Freeform: Shape 4492">
              <a:extLst>
                <a:ext uri="{FF2B5EF4-FFF2-40B4-BE49-F238E27FC236}">
                  <a16:creationId xmlns:a16="http://schemas.microsoft.com/office/drawing/2014/main" id="{19B98785-B174-13B1-DEDD-0124E50B57C0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8560699" y="6111075"/>
              <a:ext cx="82203" cy="351631"/>
            </a:xfrm>
            <a:custGeom>
              <a:avLst/>
              <a:gdLst>
                <a:gd name="connsiteX0" fmla="*/ 82370 w 82203"/>
                <a:gd name="connsiteY0" fmla="*/ 348265 h 351631"/>
                <a:gd name="connsiteX1" fmla="*/ 76346 w 82203"/>
                <a:gd name="connsiteY1" fmla="*/ 340529 h 351631"/>
                <a:gd name="connsiteX2" fmla="*/ 20717 w 82203"/>
                <a:gd name="connsiteY2" fmla="*/ 175965 h 351631"/>
                <a:gd name="connsiteX3" fmla="*/ 77764 w 82203"/>
                <a:gd name="connsiteY3" fmla="*/ 9644 h 351631"/>
                <a:gd name="connsiteX4" fmla="*/ 82370 w 82203"/>
                <a:gd name="connsiteY4" fmla="*/ 3666 h 351631"/>
                <a:gd name="connsiteX5" fmla="*/ 78827 w 82203"/>
                <a:gd name="connsiteY5" fmla="*/ 150 h 351631"/>
                <a:gd name="connsiteX6" fmla="*/ 22489 w 82203"/>
                <a:gd name="connsiteY6" fmla="*/ 68718 h 351631"/>
                <a:gd name="connsiteX7" fmla="*/ 166 w 82203"/>
                <a:gd name="connsiteY7" fmla="*/ 175965 h 351631"/>
                <a:gd name="connsiteX8" fmla="*/ 23552 w 82203"/>
                <a:gd name="connsiteY8" fmla="*/ 285674 h 351631"/>
                <a:gd name="connsiteX9" fmla="*/ 78827 w 82203"/>
                <a:gd name="connsiteY9" fmla="*/ 351781 h 351631"/>
                <a:gd name="connsiteX10" fmla="*/ 82370 w 82203"/>
                <a:gd name="connsiteY10" fmla="*/ 3482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0" y="348265"/>
                  </a:moveTo>
                  <a:cubicBezTo>
                    <a:pt x="82370" y="347210"/>
                    <a:pt x="82370" y="346507"/>
                    <a:pt x="76346" y="340529"/>
                  </a:cubicBezTo>
                  <a:cubicBezTo>
                    <a:pt x="32056" y="296223"/>
                    <a:pt x="20717" y="229765"/>
                    <a:pt x="20717" y="175965"/>
                  </a:cubicBezTo>
                  <a:cubicBezTo>
                    <a:pt x="20717" y="114782"/>
                    <a:pt x="34182" y="53598"/>
                    <a:pt x="77764" y="9644"/>
                  </a:cubicBezTo>
                  <a:cubicBezTo>
                    <a:pt x="82370" y="5424"/>
                    <a:pt x="82370" y="4721"/>
                    <a:pt x="82370" y="3666"/>
                  </a:cubicBezTo>
                  <a:cubicBezTo>
                    <a:pt x="82370" y="1205"/>
                    <a:pt x="80953" y="150"/>
                    <a:pt x="78827" y="150"/>
                  </a:cubicBezTo>
                  <a:cubicBezTo>
                    <a:pt x="75283" y="150"/>
                    <a:pt x="43394" y="24061"/>
                    <a:pt x="22489" y="68718"/>
                  </a:cubicBezTo>
                  <a:cubicBezTo>
                    <a:pt x="4418" y="107397"/>
                    <a:pt x="166" y="146428"/>
                    <a:pt x="166" y="175965"/>
                  </a:cubicBezTo>
                  <a:cubicBezTo>
                    <a:pt x="166" y="203393"/>
                    <a:pt x="4064" y="245940"/>
                    <a:pt x="23552" y="285674"/>
                  </a:cubicBezTo>
                  <a:cubicBezTo>
                    <a:pt x="44811" y="328925"/>
                    <a:pt x="75283" y="351781"/>
                    <a:pt x="78827" y="351781"/>
                  </a:cubicBezTo>
                  <a:cubicBezTo>
                    <a:pt x="80953" y="351781"/>
                    <a:pt x="82370" y="350726"/>
                    <a:pt x="82370" y="3482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4" name="Freeform: Shape 4493">
              <a:extLst>
                <a:ext uri="{FF2B5EF4-FFF2-40B4-BE49-F238E27FC236}">
                  <a16:creationId xmlns:a16="http://schemas.microsoft.com/office/drawing/2014/main" id="{6F938E85-5E82-98B8-F933-CB36242C92A1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8674949" y="6132876"/>
              <a:ext cx="143856" cy="246845"/>
            </a:xfrm>
            <a:custGeom>
              <a:avLst/>
              <a:gdLst>
                <a:gd name="connsiteX0" fmla="*/ 52965 w 143856"/>
                <a:gd name="connsiteY0" fmla="*/ 37071 h 246845"/>
                <a:gd name="connsiteX1" fmla="*/ 122413 w 143856"/>
                <a:gd name="connsiteY1" fmla="*/ 37071 h 246845"/>
                <a:gd name="connsiteX2" fmla="*/ 130562 w 143856"/>
                <a:gd name="connsiteY2" fmla="*/ 33906 h 246845"/>
                <a:gd name="connsiteX3" fmla="*/ 144027 w 143856"/>
                <a:gd name="connsiteY3" fmla="*/ 2611 h 246845"/>
                <a:gd name="connsiteX4" fmla="*/ 140838 w 143856"/>
                <a:gd name="connsiteY4" fmla="*/ 150 h 246845"/>
                <a:gd name="connsiteX5" fmla="*/ 124539 w 143856"/>
                <a:gd name="connsiteY5" fmla="*/ 9292 h 246845"/>
                <a:gd name="connsiteX6" fmla="*/ 50485 w 143856"/>
                <a:gd name="connsiteY6" fmla="*/ 9292 h 246845"/>
                <a:gd name="connsiteX7" fmla="*/ 11863 w 143856"/>
                <a:gd name="connsiteY7" fmla="*/ 92629 h 246845"/>
                <a:gd name="connsiteX8" fmla="*/ 11509 w 143856"/>
                <a:gd name="connsiteY8" fmla="*/ 94387 h 246845"/>
                <a:gd name="connsiteX9" fmla="*/ 15761 w 143856"/>
                <a:gd name="connsiteY9" fmla="*/ 97200 h 246845"/>
                <a:gd name="connsiteX10" fmla="*/ 55799 w 143856"/>
                <a:gd name="connsiteY10" fmla="*/ 104233 h 246845"/>
                <a:gd name="connsiteX11" fmla="*/ 115326 w 143856"/>
                <a:gd name="connsiteY11" fmla="*/ 173856 h 246845"/>
                <a:gd name="connsiteX12" fmla="*/ 66075 w 143856"/>
                <a:gd name="connsiteY12" fmla="*/ 233985 h 246845"/>
                <a:gd name="connsiteX13" fmla="*/ 42335 w 143856"/>
                <a:gd name="connsiteY13" fmla="*/ 223787 h 246845"/>
                <a:gd name="connsiteX14" fmla="*/ 15406 w 143856"/>
                <a:gd name="connsiteY14" fmla="*/ 212183 h 246845"/>
                <a:gd name="connsiteX15" fmla="*/ 170 w 143856"/>
                <a:gd name="connsiteY15" fmla="*/ 225194 h 246845"/>
                <a:gd name="connsiteX16" fmla="*/ 43398 w 143856"/>
                <a:gd name="connsiteY16" fmla="*/ 246995 h 246845"/>
                <a:gd name="connsiteX17" fmla="*/ 116389 w 143856"/>
                <a:gd name="connsiteY17" fmla="*/ 219568 h 246845"/>
                <a:gd name="connsiteX18" fmla="*/ 140129 w 143856"/>
                <a:gd name="connsiteY18" fmla="*/ 156977 h 246845"/>
                <a:gd name="connsiteX19" fmla="*/ 115681 w 143856"/>
                <a:gd name="connsiteY19" fmla="*/ 97903 h 246845"/>
                <a:gd name="connsiteX20" fmla="*/ 38083 w 143856"/>
                <a:gd name="connsiteY20" fmla="*/ 66960 h 246845"/>
                <a:gd name="connsiteX21" fmla="*/ 52965 w 143856"/>
                <a:gd name="connsiteY21" fmla="*/ 37071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2965" y="37071"/>
                  </a:moveTo>
                  <a:lnTo>
                    <a:pt x="122413" y="37071"/>
                  </a:lnTo>
                  <a:cubicBezTo>
                    <a:pt x="128082" y="37071"/>
                    <a:pt x="129499" y="36368"/>
                    <a:pt x="130562" y="33906"/>
                  </a:cubicBezTo>
                  <a:lnTo>
                    <a:pt x="144027" y="2611"/>
                  </a:lnTo>
                  <a:lnTo>
                    <a:pt x="140838" y="150"/>
                  </a:lnTo>
                  <a:cubicBezTo>
                    <a:pt x="135523" y="7534"/>
                    <a:pt x="131980" y="9292"/>
                    <a:pt x="124539" y="9292"/>
                  </a:cubicBezTo>
                  <a:lnTo>
                    <a:pt x="50485" y="9292"/>
                  </a:lnTo>
                  <a:lnTo>
                    <a:pt x="11863" y="92629"/>
                  </a:lnTo>
                  <a:cubicBezTo>
                    <a:pt x="11509" y="93332"/>
                    <a:pt x="11509" y="93684"/>
                    <a:pt x="11509" y="94387"/>
                  </a:cubicBezTo>
                  <a:cubicBezTo>
                    <a:pt x="11509" y="96145"/>
                    <a:pt x="12926" y="97200"/>
                    <a:pt x="15761" y="97200"/>
                  </a:cubicBezTo>
                  <a:cubicBezTo>
                    <a:pt x="27099" y="97200"/>
                    <a:pt x="41272" y="99661"/>
                    <a:pt x="55799" y="104233"/>
                  </a:cubicBezTo>
                  <a:cubicBezTo>
                    <a:pt x="96547" y="117243"/>
                    <a:pt x="115326" y="139044"/>
                    <a:pt x="115326" y="173856"/>
                  </a:cubicBezTo>
                  <a:cubicBezTo>
                    <a:pt x="115326" y="207612"/>
                    <a:pt x="93712" y="233985"/>
                    <a:pt x="66075" y="233985"/>
                  </a:cubicBezTo>
                  <a:cubicBezTo>
                    <a:pt x="58988" y="233985"/>
                    <a:pt x="52965" y="231523"/>
                    <a:pt x="42335" y="223787"/>
                  </a:cubicBezTo>
                  <a:cubicBezTo>
                    <a:pt x="30997" y="215700"/>
                    <a:pt x="22847" y="212183"/>
                    <a:pt x="15406" y="212183"/>
                  </a:cubicBezTo>
                  <a:cubicBezTo>
                    <a:pt x="5131" y="212183"/>
                    <a:pt x="170" y="216403"/>
                    <a:pt x="170" y="225194"/>
                  </a:cubicBezTo>
                  <a:cubicBezTo>
                    <a:pt x="170" y="238556"/>
                    <a:pt x="16823" y="246995"/>
                    <a:pt x="43398" y="246995"/>
                  </a:cubicBezTo>
                  <a:cubicBezTo>
                    <a:pt x="73161" y="246995"/>
                    <a:pt x="98673" y="237501"/>
                    <a:pt x="116389" y="219568"/>
                  </a:cubicBezTo>
                  <a:cubicBezTo>
                    <a:pt x="132688" y="203744"/>
                    <a:pt x="140129" y="183701"/>
                    <a:pt x="140129" y="156977"/>
                  </a:cubicBezTo>
                  <a:cubicBezTo>
                    <a:pt x="140129" y="131660"/>
                    <a:pt x="133397" y="115485"/>
                    <a:pt x="115681" y="97903"/>
                  </a:cubicBezTo>
                  <a:cubicBezTo>
                    <a:pt x="100090" y="82431"/>
                    <a:pt x="79894" y="74344"/>
                    <a:pt x="38083" y="66960"/>
                  </a:cubicBezTo>
                  <a:lnTo>
                    <a:pt x="52965" y="3707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5" name="Freeform: Shape 4494">
              <a:extLst>
                <a:ext uri="{FF2B5EF4-FFF2-40B4-BE49-F238E27FC236}">
                  <a16:creationId xmlns:a16="http://schemas.microsoft.com/office/drawing/2014/main" id="{32C61A8A-EA05-D43D-BE36-BDD4BB7A42EA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8920243" y="6279858"/>
              <a:ext cx="216493" cy="14065"/>
            </a:xfrm>
            <a:custGeom>
              <a:avLst/>
              <a:gdLst>
                <a:gd name="connsiteX0" fmla="*/ 204269 w 216493"/>
                <a:gd name="connsiteY0" fmla="*/ 14215 h 14065"/>
                <a:gd name="connsiteX1" fmla="*/ 216670 w 216493"/>
                <a:gd name="connsiteY1" fmla="*/ 7182 h 14065"/>
                <a:gd name="connsiteX2" fmla="*/ 204269 w 216493"/>
                <a:gd name="connsiteY2" fmla="*/ 150 h 14065"/>
                <a:gd name="connsiteX3" fmla="*/ 12578 w 216493"/>
                <a:gd name="connsiteY3" fmla="*/ 150 h 14065"/>
                <a:gd name="connsiteX4" fmla="*/ 176 w 216493"/>
                <a:gd name="connsiteY4" fmla="*/ 7182 h 14065"/>
                <a:gd name="connsiteX5" fmla="*/ 12578 w 216493"/>
                <a:gd name="connsiteY5" fmla="*/ 14215 h 14065"/>
                <a:gd name="connsiteX6" fmla="*/ 204269 w 216493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69" y="14215"/>
                  </a:moveTo>
                  <a:cubicBezTo>
                    <a:pt x="210292" y="14215"/>
                    <a:pt x="216670" y="14215"/>
                    <a:pt x="216670" y="7182"/>
                  </a:cubicBezTo>
                  <a:cubicBezTo>
                    <a:pt x="216670" y="150"/>
                    <a:pt x="210292" y="150"/>
                    <a:pt x="204269" y="150"/>
                  </a:cubicBezTo>
                  <a:lnTo>
                    <a:pt x="12578" y="150"/>
                  </a:lnTo>
                  <a:cubicBezTo>
                    <a:pt x="6554" y="150"/>
                    <a:pt x="176" y="150"/>
                    <a:pt x="176" y="7182"/>
                  </a:cubicBezTo>
                  <a:cubicBezTo>
                    <a:pt x="176" y="14215"/>
                    <a:pt x="6554" y="14215"/>
                    <a:pt x="12578" y="14215"/>
                  </a:cubicBezTo>
                  <a:lnTo>
                    <a:pt x="204269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6" name="Freeform: Shape 4495">
              <a:extLst>
                <a:ext uri="{FF2B5EF4-FFF2-40B4-BE49-F238E27FC236}">
                  <a16:creationId xmlns:a16="http://schemas.microsoft.com/office/drawing/2014/main" id="{B55424BF-41CE-535A-0FCC-8DBE3CBCB41C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9255900" y="6137095"/>
              <a:ext cx="100274" cy="237702"/>
            </a:xfrm>
            <a:custGeom>
              <a:avLst/>
              <a:gdLst>
                <a:gd name="connsiteX0" fmla="*/ 63964 w 100274"/>
                <a:gd name="connsiteY0" fmla="*/ 150 h 237702"/>
                <a:gd name="connsiteX1" fmla="*/ 186 w 100274"/>
                <a:gd name="connsiteY1" fmla="*/ 32148 h 237702"/>
                <a:gd name="connsiteX2" fmla="*/ 186 w 100274"/>
                <a:gd name="connsiteY2" fmla="*/ 37071 h 237702"/>
                <a:gd name="connsiteX3" fmla="*/ 9752 w 100274"/>
                <a:gd name="connsiteY3" fmla="*/ 33203 h 237702"/>
                <a:gd name="connsiteX4" fmla="*/ 25697 w 100274"/>
                <a:gd name="connsiteY4" fmla="*/ 29335 h 237702"/>
                <a:gd name="connsiteX5" fmla="*/ 36327 w 100274"/>
                <a:gd name="connsiteY5" fmla="*/ 45862 h 237702"/>
                <a:gd name="connsiteX6" fmla="*/ 36327 w 100274"/>
                <a:gd name="connsiteY6" fmla="*/ 205151 h 237702"/>
                <a:gd name="connsiteX7" fmla="*/ 27823 w 100274"/>
                <a:gd name="connsiteY7" fmla="*/ 228007 h 237702"/>
                <a:gd name="connsiteX8" fmla="*/ 2666 w 100274"/>
                <a:gd name="connsiteY8" fmla="*/ 232578 h 237702"/>
                <a:gd name="connsiteX9" fmla="*/ 2666 w 100274"/>
                <a:gd name="connsiteY9" fmla="*/ 237852 h 237702"/>
                <a:gd name="connsiteX10" fmla="*/ 100460 w 100274"/>
                <a:gd name="connsiteY10" fmla="*/ 237852 h 237702"/>
                <a:gd name="connsiteX11" fmla="*/ 100460 w 100274"/>
                <a:gd name="connsiteY11" fmla="*/ 232578 h 237702"/>
                <a:gd name="connsiteX12" fmla="*/ 66799 w 100274"/>
                <a:gd name="connsiteY12" fmla="*/ 211832 h 237702"/>
                <a:gd name="connsiteX13" fmla="*/ 66799 w 100274"/>
                <a:gd name="connsiteY13" fmla="*/ 853 h 237702"/>
                <a:gd name="connsiteX14" fmla="*/ 63964 w 100274"/>
                <a:gd name="connsiteY14" fmla="*/ 150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4" y="150"/>
                  </a:moveTo>
                  <a:lnTo>
                    <a:pt x="186" y="32148"/>
                  </a:lnTo>
                  <a:lnTo>
                    <a:pt x="186" y="37071"/>
                  </a:lnTo>
                  <a:cubicBezTo>
                    <a:pt x="4438" y="35313"/>
                    <a:pt x="8335" y="33906"/>
                    <a:pt x="9752" y="33203"/>
                  </a:cubicBezTo>
                  <a:cubicBezTo>
                    <a:pt x="16130" y="30742"/>
                    <a:pt x="22154" y="29335"/>
                    <a:pt x="25697" y="29335"/>
                  </a:cubicBezTo>
                  <a:cubicBezTo>
                    <a:pt x="33138" y="29335"/>
                    <a:pt x="36327" y="34610"/>
                    <a:pt x="36327" y="45862"/>
                  </a:cubicBezTo>
                  <a:lnTo>
                    <a:pt x="36327" y="205151"/>
                  </a:lnTo>
                  <a:cubicBezTo>
                    <a:pt x="36327" y="216755"/>
                    <a:pt x="33492" y="224842"/>
                    <a:pt x="27823" y="228007"/>
                  </a:cubicBezTo>
                  <a:cubicBezTo>
                    <a:pt x="22508" y="231171"/>
                    <a:pt x="17548" y="232226"/>
                    <a:pt x="2666" y="232578"/>
                  </a:cubicBezTo>
                  <a:lnTo>
                    <a:pt x="2666" y="237852"/>
                  </a:lnTo>
                  <a:lnTo>
                    <a:pt x="100460" y="237852"/>
                  </a:lnTo>
                  <a:lnTo>
                    <a:pt x="100460" y="232578"/>
                  </a:lnTo>
                  <a:cubicBezTo>
                    <a:pt x="72468" y="232226"/>
                    <a:pt x="66799" y="228710"/>
                    <a:pt x="66799" y="211832"/>
                  </a:cubicBezTo>
                  <a:lnTo>
                    <a:pt x="66799" y="853"/>
                  </a:lnTo>
                  <a:lnTo>
                    <a:pt x="63964" y="15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7" name="Freeform: Shape 4496">
              <a:extLst>
                <a:ext uri="{FF2B5EF4-FFF2-40B4-BE49-F238E27FC236}">
                  <a16:creationId xmlns:a16="http://schemas.microsoft.com/office/drawing/2014/main" id="{69C37E8F-A69D-67FB-13A8-DD211A509017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9414594" y="6111075"/>
              <a:ext cx="82203" cy="351631"/>
            </a:xfrm>
            <a:custGeom>
              <a:avLst/>
              <a:gdLst>
                <a:gd name="connsiteX0" fmla="*/ 82394 w 82203"/>
                <a:gd name="connsiteY0" fmla="*/ 175965 h 351631"/>
                <a:gd name="connsiteX1" fmla="*/ 59009 w 82203"/>
                <a:gd name="connsiteY1" fmla="*/ 66256 h 351631"/>
                <a:gd name="connsiteX2" fmla="*/ 3734 w 82203"/>
                <a:gd name="connsiteY2" fmla="*/ 150 h 351631"/>
                <a:gd name="connsiteX3" fmla="*/ 191 w 82203"/>
                <a:gd name="connsiteY3" fmla="*/ 3666 h 351631"/>
                <a:gd name="connsiteX4" fmla="*/ 6923 w 82203"/>
                <a:gd name="connsiteY4" fmla="*/ 11754 h 351631"/>
                <a:gd name="connsiteX5" fmla="*/ 61843 w 82203"/>
                <a:gd name="connsiteY5" fmla="*/ 175965 h 351631"/>
                <a:gd name="connsiteX6" fmla="*/ 4797 w 82203"/>
                <a:gd name="connsiteY6" fmla="*/ 342287 h 351631"/>
                <a:gd name="connsiteX7" fmla="*/ 191 w 82203"/>
                <a:gd name="connsiteY7" fmla="*/ 348265 h 351631"/>
                <a:gd name="connsiteX8" fmla="*/ 3734 w 82203"/>
                <a:gd name="connsiteY8" fmla="*/ 351781 h 351631"/>
                <a:gd name="connsiteX9" fmla="*/ 60072 w 82203"/>
                <a:gd name="connsiteY9" fmla="*/ 283213 h 351631"/>
                <a:gd name="connsiteX10" fmla="*/ 82394 w 82203"/>
                <a:gd name="connsiteY10" fmla="*/ 1759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4" y="175965"/>
                  </a:moveTo>
                  <a:cubicBezTo>
                    <a:pt x="82394" y="148538"/>
                    <a:pt x="78497" y="105991"/>
                    <a:pt x="59009" y="66256"/>
                  </a:cubicBezTo>
                  <a:cubicBezTo>
                    <a:pt x="37749" y="23006"/>
                    <a:pt x="7277" y="150"/>
                    <a:pt x="3734" y="150"/>
                  </a:cubicBezTo>
                  <a:cubicBezTo>
                    <a:pt x="1608" y="150"/>
                    <a:pt x="191" y="1556"/>
                    <a:pt x="191" y="3666"/>
                  </a:cubicBezTo>
                  <a:cubicBezTo>
                    <a:pt x="191" y="4721"/>
                    <a:pt x="191" y="5424"/>
                    <a:pt x="6923" y="11754"/>
                  </a:cubicBezTo>
                  <a:cubicBezTo>
                    <a:pt x="41647" y="46565"/>
                    <a:pt x="61843" y="102474"/>
                    <a:pt x="61843" y="175965"/>
                  </a:cubicBezTo>
                  <a:cubicBezTo>
                    <a:pt x="61843" y="236094"/>
                    <a:pt x="48733" y="297981"/>
                    <a:pt x="4797" y="342287"/>
                  </a:cubicBezTo>
                  <a:cubicBezTo>
                    <a:pt x="191" y="346507"/>
                    <a:pt x="191" y="347210"/>
                    <a:pt x="191" y="348265"/>
                  </a:cubicBezTo>
                  <a:cubicBezTo>
                    <a:pt x="191" y="350374"/>
                    <a:pt x="1608" y="351781"/>
                    <a:pt x="3734" y="351781"/>
                  </a:cubicBezTo>
                  <a:cubicBezTo>
                    <a:pt x="7277" y="351781"/>
                    <a:pt x="39167" y="327870"/>
                    <a:pt x="60072" y="283213"/>
                  </a:cubicBezTo>
                  <a:cubicBezTo>
                    <a:pt x="78142" y="244533"/>
                    <a:pt x="82394" y="205502"/>
                    <a:pt x="82394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8" name="Freeform: Shape 4497">
              <a:extLst>
                <a:ext uri="{FF2B5EF4-FFF2-40B4-BE49-F238E27FC236}">
                  <a16:creationId xmlns:a16="http://schemas.microsoft.com/office/drawing/2014/main" id="{AE447620-1BF8-AC28-6370-AEE9D93A9C92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9567466" y="6111075"/>
              <a:ext cx="82203" cy="351631"/>
            </a:xfrm>
            <a:custGeom>
              <a:avLst/>
              <a:gdLst>
                <a:gd name="connsiteX0" fmla="*/ 82398 w 82203"/>
                <a:gd name="connsiteY0" fmla="*/ 348265 h 351631"/>
                <a:gd name="connsiteX1" fmla="*/ 76375 w 82203"/>
                <a:gd name="connsiteY1" fmla="*/ 340529 h 351631"/>
                <a:gd name="connsiteX2" fmla="*/ 20745 w 82203"/>
                <a:gd name="connsiteY2" fmla="*/ 175965 h 351631"/>
                <a:gd name="connsiteX3" fmla="*/ 77792 w 82203"/>
                <a:gd name="connsiteY3" fmla="*/ 9644 h 351631"/>
                <a:gd name="connsiteX4" fmla="*/ 82398 w 82203"/>
                <a:gd name="connsiteY4" fmla="*/ 3666 h 351631"/>
                <a:gd name="connsiteX5" fmla="*/ 78855 w 82203"/>
                <a:gd name="connsiteY5" fmla="*/ 150 h 351631"/>
                <a:gd name="connsiteX6" fmla="*/ 22517 w 82203"/>
                <a:gd name="connsiteY6" fmla="*/ 68718 h 351631"/>
                <a:gd name="connsiteX7" fmla="*/ 194 w 82203"/>
                <a:gd name="connsiteY7" fmla="*/ 175965 h 351631"/>
                <a:gd name="connsiteX8" fmla="*/ 23580 w 82203"/>
                <a:gd name="connsiteY8" fmla="*/ 285674 h 351631"/>
                <a:gd name="connsiteX9" fmla="*/ 78855 w 82203"/>
                <a:gd name="connsiteY9" fmla="*/ 351781 h 351631"/>
                <a:gd name="connsiteX10" fmla="*/ 82398 w 82203"/>
                <a:gd name="connsiteY10" fmla="*/ 3482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8" y="348265"/>
                  </a:moveTo>
                  <a:cubicBezTo>
                    <a:pt x="82398" y="347210"/>
                    <a:pt x="82398" y="346507"/>
                    <a:pt x="76375" y="340529"/>
                  </a:cubicBezTo>
                  <a:cubicBezTo>
                    <a:pt x="32084" y="296223"/>
                    <a:pt x="20745" y="229765"/>
                    <a:pt x="20745" y="175965"/>
                  </a:cubicBezTo>
                  <a:cubicBezTo>
                    <a:pt x="20745" y="114782"/>
                    <a:pt x="34210" y="53598"/>
                    <a:pt x="77792" y="9644"/>
                  </a:cubicBezTo>
                  <a:cubicBezTo>
                    <a:pt x="82398" y="5424"/>
                    <a:pt x="82398" y="4721"/>
                    <a:pt x="82398" y="3666"/>
                  </a:cubicBezTo>
                  <a:cubicBezTo>
                    <a:pt x="82398" y="1205"/>
                    <a:pt x="80981" y="150"/>
                    <a:pt x="78855" y="150"/>
                  </a:cubicBezTo>
                  <a:cubicBezTo>
                    <a:pt x="75312" y="150"/>
                    <a:pt x="43422" y="24061"/>
                    <a:pt x="22517" y="68718"/>
                  </a:cubicBezTo>
                  <a:cubicBezTo>
                    <a:pt x="4446" y="107397"/>
                    <a:pt x="194" y="146428"/>
                    <a:pt x="194" y="175965"/>
                  </a:cubicBezTo>
                  <a:cubicBezTo>
                    <a:pt x="194" y="203393"/>
                    <a:pt x="4092" y="245940"/>
                    <a:pt x="23580" y="285674"/>
                  </a:cubicBezTo>
                  <a:cubicBezTo>
                    <a:pt x="44840" y="328925"/>
                    <a:pt x="75312" y="351781"/>
                    <a:pt x="78855" y="351781"/>
                  </a:cubicBezTo>
                  <a:cubicBezTo>
                    <a:pt x="80981" y="351781"/>
                    <a:pt x="82398" y="350726"/>
                    <a:pt x="82398" y="3482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9" name="Freeform: Shape 4498">
              <a:extLst>
                <a:ext uri="{FF2B5EF4-FFF2-40B4-BE49-F238E27FC236}">
                  <a16:creationId xmlns:a16="http://schemas.microsoft.com/office/drawing/2014/main" id="{B720A6CD-B287-1C45-A13B-1EC69569A5D8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9681716" y="6132876"/>
              <a:ext cx="143856" cy="246845"/>
            </a:xfrm>
            <a:custGeom>
              <a:avLst/>
              <a:gdLst>
                <a:gd name="connsiteX0" fmla="*/ 52993 w 143856"/>
                <a:gd name="connsiteY0" fmla="*/ 37071 h 246845"/>
                <a:gd name="connsiteX1" fmla="*/ 122441 w 143856"/>
                <a:gd name="connsiteY1" fmla="*/ 37071 h 246845"/>
                <a:gd name="connsiteX2" fmla="*/ 130591 w 143856"/>
                <a:gd name="connsiteY2" fmla="*/ 33906 h 246845"/>
                <a:gd name="connsiteX3" fmla="*/ 144055 w 143856"/>
                <a:gd name="connsiteY3" fmla="*/ 2611 h 246845"/>
                <a:gd name="connsiteX4" fmla="*/ 140866 w 143856"/>
                <a:gd name="connsiteY4" fmla="*/ 150 h 246845"/>
                <a:gd name="connsiteX5" fmla="*/ 124567 w 143856"/>
                <a:gd name="connsiteY5" fmla="*/ 9292 h 246845"/>
                <a:gd name="connsiteX6" fmla="*/ 50513 w 143856"/>
                <a:gd name="connsiteY6" fmla="*/ 9292 h 246845"/>
                <a:gd name="connsiteX7" fmla="*/ 11891 w 143856"/>
                <a:gd name="connsiteY7" fmla="*/ 92629 h 246845"/>
                <a:gd name="connsiteX8" fmla="*/ 11537 w 143856"/>
                <a:gd name="connsiteY8" fmla="*/ 94387 h 246845"/>
                <a:gd name="connsiteX9" fmla="*/ 15789 w 143856"/>
                <a:gd name="connsiteY9" fmla="*/ 97200 h 246845"/>
                <a:gd name="connsiteX10" fmla="*/ 55828 w 143856"/>
                <a:gd name="connsiteY10" fmla="*/ 104233 h 246845"/>
                <a:gd name="connsiteX11" fmla="*/ 115354 w 143856"/>
                <a:gd name="connsiteY11" fmla="*/ 173856 h 246845"/>
                <a:gd name="connsiteX12" fmla="*/ 66103 w 143856"/>
                <a:gd name="connsiteY12" fmla="*/ 233985 h 246845"/>
                <a:gd name="connsiteX13" fmla="*/ 42363 w 143856"/>
                <a:gd name="connsiteY13" fmla="*/ 223787 h 246845"/>
                <a:gd name="connsiteX14" fmla="*/ 15434 w 143856"/>
                <a:gd name="connsiteY14" fmla="*/ 212183 h 246845"/>
                <a:gd name="connsiteX15" fmla="*/ 198 w 143856"/>
                <a:gd name="connsiteY15" fmla="*/ 225194 h 246845"/>
                <a:gd name="connsiteX16" fmla="*/ 43426 w 143856"/>
                <a:gd name="connsiteY16" fmla="*/ 246995 h 246845"/>
                <a:gd name="connsiteX17" fmla="*/ 116417 w 143856"/>
                <a:gd name="connsiteY17" fmla="*/ 219568 h 246845"/>
                <a:gd name="connsiteX18" fmla="*/ 140157 w 143856"/>
                <a:gd name="connsiteY18" fmla="*/ 156977 h 246845"/>
                <a:gd name="connsiteX19" fmla="*/ 115709 w 143856"/>
                <a:gd name="connsiteY19" fmla="*/ 97903 h 246845"/>
                <a:gd name="connsiteX20" fmla="*/ 38111 w 143856"/>
                <a:gd name="connsiteY20" fmla="*/ 66960 h 246845"/>
                <a:gd name="connsiteX21" fmla="*/ 52993 w 143856"/>
                <a:gd name="connsiteY21" fmla="*/ 37071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2993" y="37071"/>
                  </a:moveTo>
                  <a:lnTo>
                    <a:pt x="122441" y="37071"/>
                  </a:lnTo>
                  <a:cubicBezTo>
                    <a:pt x="128110" y="37071"/>
                    <a:pt x="129528" y="36368"/>
                    <a:pt x="130591" y="33906"/>
                  </a:cubicBezTo>
                  <a:lnTo>
                    <a:pt x="144055" y="2611"/>
                  </a:lnTo>
                  <a:lnTo>
                    <a:pt x="140866" y="150"/>
                  </a:lnTo>
                  <a:cubicBezTo>
                    <a:pt x="135551" y="7534"/>
                    <a:pt x="132008" y="9292"/>
                    <a:pt x="124567" y="9292"/>
                  </a:cubicBezTo>
                  <a:lnTo>
                    <a:pt x="50513" y="9292"/>
                  </a:lnTo>
                  <a:lnTo>
                    <a:pt x="11891" y="92629"/>
                  </a:lnTo>
                  <a:cubicBezTo>
                    <a:pt x="11537" y="93332"/>
                    <a:pt x="11537" y="93684"/>
                    <a:pt x="11537" y="94387"/>
                  </a:cubicBezTo>
                  <a:cubicBezTo>
                    <a:pt x="11537" y="96145"/>
                    <a:pt x="12954" y="97200"/>
                    <a:pt x="15789" y="97200"/>
                  </a:cubicBezTo>
                  <a:cubicBezTo>
                    <a:pt x="27127" y="97200"/>
                    <a:pt x="41300" y="99661"/>
                    <a:pt x="55828" y="104233"/>
                  </a:cubicBezTo>
                  <a:cubicBezTo>
                    <a:pt x="96575" y="117243"/>
                    <a:pt x="115354" y="139044"/>
                    <a:pt x="115354" y="173856"/>
                  </a:cubicBezTo>
                  <a:cubicBezTo>
                    <a:pt x="115354" y="207612"/>
                    <a:pt x="93741" y="233985"/>
                    <a:pt x="66103" y="233985"/>
                  </a:cubicBezTo>
                  <a:cubicBezTo>
                    <a:pt x="59017" y="233985"/>
                    <a:pt x="52993" y="231523"/>
                    <a:pt x="42363" y="223787"/>
                  </a:cubicBezTo>
                  <a:cubicBezTo>
                    <a:pt x="31025" y="215700"/>
                    <a:pt x="22875" y="212183"/>
                    <a:pt x="15434" y="212183"/>
                  </a:cubicBezTo>
                  <a:cubicBezTo>
                    <a:pt x="5159" y="212183"/>
                    <a:pt x="198" y="216403"/>
                    <a:pt x="198" y="225194"/>
                  </a:cubicBezTo>
                  <a:cubicBezTo>
                    <a:pt x="198" y="238556"/>
                    <a:pt x="16852" y="246995"/>
                    <a:pt x="43426" y="246995"/>
                  </a:cubicBezTo>
                  <a:cubicBezTo>
                    <a:pt x="73190" y="246995"/>
                    <a:pt x="98701" y="237501"/>
                    <a:pt x="116417" y="219568"/>
                  </a:cubicBezTo>
                  <a:cubicBezTo>
                    <a:pt x="132716" y="203744"/>
                    <a:pt x="140157" y="183701"/>
                    <a:pt x="140157" y="156977"/>
                  </a:cubicBezTo>
                  <a:cubicBezTo>
                    <a:pt x="140157" y="131660"/>
                    <a:pt x="133425" y="115485"/>
                    <a:pt x="115709" y="97903"/>
                  </a:cubicBezTo>
                  <a:cubicBezTo>
                    <a:pt x="100118" y="82431"/>
                    <a:pt x="79922" y="74344"/>
                    <a:pt x="38111" y="66960"/>
                  </a:cubicBezTo>
                  <a:lnTo>
                    <a:pt x="52993" y="3707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0" name="Freeform: Shape 4499">
              <a:extLst>
                <a:ext uri="{FF2B5EF4-FFF2-40B4-BE49-F238E27FC236}">
                  <a16:creationId xmlns:a16="http://schemas.microsoft.com/office/drawing/2014/main" id="{AE4DD80C-5CA5-B256-C5C0-63A32D298E58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9927009" y="6279858"/>
              <a:ext cx="216493" cy="14065"/>
            </a:xfrm>
            <a:custGeom>
              <a:avLst/>
              <a:gdLst>
                <a:gd name="connsiteX0" fmla="*/ 204297 w 216493"/>
                <a:gd name="connsiteY0" fmla="*/ 14215 h 14065"/>
                <a:gd name="connsiteX1" fmla="*/ 216698 w 216493"/>
                <a:gd name="connsiteY1" fmla="*/ 7182 h 14065"/>
                <a:gd name="connsiteX2" fmla="*/ 204297 w 216493"/>
                <a:gd name="connsiteY2" fmla="*/ 150 h 14065"/>
                <a:gd name="connsiteX3" fmla="*/ 12606 w 216493"/>
                <a:gd name="connsiteY3" fmla="*/ 150 h 14065"/>
                <a:gd name="connsiteX4" fmla="*/ 205 w 216493"/>
                <a:gd name="connsiteY4" fmla="*/ 7182 h 14065"/>
                <a:gd name="connsiteX5" fmla="*/ 12606 w 216493"/>
                <a:gd name="connsiteY5" fmla="*/ 14215 h 14065"/>
                <a:gd name="connsiteX6" fmla="*/ 204297 w 216493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7" y="14215"/>
                  </a:moveTo>
                  <a:cubicBezTo>
                    <a:pt x="210320" y="14215"/>
                    <a:pt x="216698" y="14215"/>
                    <a:pt x="216698" y="7182"/>
                  </a:cubicBezTo>
                  <a:cubicBezTo>
                    <a:pt x="216698" y="150"/>
                    <a:pt x="210320" y="150"/>
                    <a:pt x="204297" y="150"/>
                  </a:cubicBezTo>
                  <a:lnTo>
                    <a:pt x="12606" y="150"/>
                  </a:lnTo>
                  <a:cubicBezTo>
                    <a:pt x="6583" y="150"/>
                    <a:pt x="205" y="150"/>
                    <a:pt x="205" y="7182"/>
                  </a:cubicBezTo>
                  <a:cubicBezTo>
                    <a:pt x="205" y="14215"/>
                    <a:pt x="6583" y="14215"/>
                    <a:pt x="12606" y="14215"/>
                  </a:cubicBezTo>
                  <a:lnTo>
                    <a:pt x="204297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1" name="Freeform: Shape 4500">
              <a:extLst>
                <a:ext uri="{FF2B5EF4-FFF2-40B4-BE49-F238E27FC236}">
                  <a16:creationId xmlns:a16="http://schemas.microsoft.com/office/drawing/2014/main" id="{6DD2EA2E-1700-C300-640A-88383D2ECB3F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238572" y="6137095"/>
              <a:ext cx="137833" cy="242625"/>
            </a:xfrm>
            <a:custGeom>
              <a:avLst/>
              <a:gdLst>
                <a:gd name="connsiteX0" fmla="*/ 39190 w 137833"/>
                <a:gd name="connsiteY0" fmla="*/ 121814 h 242625"/>
                <a:gd name="connsiteX1" fmla="*/ 76748 w 137833"/>
                <a:gd name="connsiteY1" fmla="*/ 125682 h 242625"/>
                <a:gd name="connsiteX2" fmla="*/ 112535 w 137833"/>
                <a:gd name="connsiteY2" fmla="*/ 177724 h 242625"/>
                <a:gd name="connsiteX3" fmla="*/ 66119 w 137833"/>
                <a:gd name="connsiteY3" fmla="*/ 230117 h 242625"/>
                <a:gd name="connsiteX4" fmla="*/ 36355 w 137833"/>
                <a:gd name="connsiteY4" fmla="*/ 219216 h 242625"/>
                <a:gd name="connsiteX5" fmla="*/ 13678 w 137833"/>
                <a:gd name="connsiteY5" fmla="*/ 210425 h 242625"/>
                <a:gd name="connsiteX6" fmla="*/ 214 w 137833"/>
                <a:gd name="connsiteY6" fmla="*/ 222732 h 242625"/>
                <a:gd name="connsiteX7" fmla="*/ 40253 w 137833"/>
                <a:gd name="connsiteY7" fmla="*/ 242775 h 242625"/>
                <a:gd name="connsiteX8" fmla="*/ 112181 w 137833"/>
                <a:gd name="connsiteY8" fmla="*/ 219216 h 242625"/>
                <a:gd name="connsiteX9" fmla="*/ 138047 w 137833"/>
                <a:gd name="connsiteY9" fmla="*/ 160845 h 242625"/>
                <a:gd name="connsiteX10" fmla="*/ 122102 w 137833"/>
                <a:gd name="connsiteY10" fmla="*/ 115485 h 242625"/>
                <a:gd name="connsiteX11" fmla="*/ 92693 w 137833"/>
                <a:gd name="connsiteY11" fmla="*/ 96848 h 242625"/>
                <a:gd name="connsiteX12" fmla="*/ 126000 w 137833"/>
                <a:gd name="connsiteY12" fmla="*/ 48323 h 242625"/>
                <a:gd name="connsiteX13" fmla="*/ 70725 w 137833"/>
                <a:gd name="connsiteY13" fmla="*/ 150 h 242625"/>
                <a:gd name="connsiteX14" fmla="*/ 24662 w 137833"/>
                <a:gd name="connsiteY14" fmla="*/ 17380 h 242625"/>
                <a:gd name="connsiteX15" fmla="*/ 922 w 137833"/>
                <a:gd name="connsiteY15" fmla="*/ 57114 h 242625"/>
                <a:gd name="connsiteX16" fmla="*/ 6237 w 137833"/>
                <a:gd name="connsiteY16" fmla="*/ 58521 h 242625"/>
                <a:gd name="connsiteX17" fmla="*/ 59032 w 137833"/>
                <a:gd name="connsiteY17" fmla="*/ 21248 h 242625"/>
                <a:gd name="connsiteX18" fmla="*/ 98008 w 137833"/>
                <a:gd name="connsiteY18" fmla="*/ 58872 h 242625"/>
                <a:gd name="connsiteX19" fmla="*/ 83835 w 137833"/>
                <a:gd name="connsiteY19" fmla="*/ 92980 h 242625"/>
                <a:gd name="connsiteX20" fmla="*/ 39190 w 137833"/>
                <a:gd name="connsiteY20" fmla="*/ 117243 h 242625"/>
                <a:gd name="connsiteX21" fmla="*/ 39190 w 137833"/>
                <a:gd name="connsiteY21" fmla="*/ 121814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90" y="121814"/>
                  </a:moveTo>
                  <a:cubicBezTo>
                    <a:pt x="60095" y="121814"/>
                    <a:pt x="68245" y="122517"/>
                    <a:pt x="76748" y="125682"/>
                  </a:cubicBezTo>
                  <a:cubicBezTo>
                    <a:pt x="98717" y="133418"/>
                    <a:pt x="112535" y="153461"/>
                    <a:pt x="112535" y="177724"/>
                  </a:cubicBezTo>
                  <a:cubicBezTo>
                    <a:pt x="112535" y="207261"/>
                    <a:pt x="92339" y="230117"/>
                    <a:pt x="66119" y="230117"/>
                  </a:cubicBezTo>
                  <a:cubicBezTo>
                    <a:pt x="56552" y="230117"/>
                    <a:pt x="49465" y="227655"/>
                    <a:pt x="36355" y="219216"/>
                  </a:cubicBezTo>
                  <a:cubicBezTo>
                    <a:pt x="25725" y="212887"/>
                    <a:pt x="19702" y="210425"/>
                    <a:pt x="13678" y="210425"/>
                  </a:cubicBezTo>
                  <a:cubicBezTo>
                    <a:pt x="5529" y="210425"/>
                    <a:pt x="214" y="215348"/>
                    <a:pt x="214" y="222732"/>
                  </a:cubicBezTo>
                  <a:cubicBezTo>
                    <a:pt x="214" y="235039"/>
                    <a:pt x="15450" y="242775"/>
                    <a:pt x="40253" y="242775"/>
                  </a:cubicBezTo>
                  <a:cubicBezTo>
                    <a:pt x="67536" y="242775"/>
                    <a:pt x="95528" y="233633"/>
                    <a:pt x="112181" y="219216"/>
                  </a:cubicBezTo>
                  <a:cubicBezTo>
                    <a:pt x="128834" y="204799"/>
                    <a:pt x="138047" y="184405"/>
                    <a:pt x="138047" y="160845"/>
                  </a:cubicBezTo>
                  <a:cubicBezTo>
                    <a:pt x="138047" y="142912"/>
                    <a:pt x="132378" y="126385"/>
                    <a:pt x="122102" y="115485"/>
                  </a:cubicBezTo>
                  <a:cubicBezTo>
                    <a:pt x="115016" y="107749"/>
                    <a:pt x="108283" y="103529"/>
                    <a:pt x="92693" y="96848"/>
                  </a:cubicBezTo>
                  <a:cubicBezTo>
                    <a:pt x="117142" y="80322"/>
                    <a:pt x="126000" y="67311"/>
                    <a:pt x="126000" y="48323"/>
                  </a:cubicBezTo>
                  <a:cubicBezTo>
                    <a:pt x="126000" y="19841"/>
                    <a:pt x="103323" y="150"/>
                    <a:pt x="70725" y="150"/>
                  </a:cubicBezTo>
                  <a:cubicBezTo>
                    <a:pt x="53008" y="150"/>
                    <a:pt x="37418" y="6128"/>
                    <a:pt x="24662" y="17380"/>
                  </a:cubicBezTo>
                  <a:cubicBezTo>
                    <a:pt x="14033" y="26874"/>
                    <a:pt x="8718" y="36016"/>
                    <a:pt x="922" y="57114"/>
                  </a:cubicBezTo>
                  <a:lnTo>
                    <a:pt x="6237" y="58521"/>
                  </a:lnTo>
                  <a:cubicBezTo>
                    <a:pt x="20765" y="32852"/>
                    <a:pt x="36709" y="21248"/>
                    <a:pt x="59032" y="21248"/>
                  </a:cubicBezTo>
                  <a:cubicBezTo>
                    <a:pt x="82063" y="21248"/>
                    <a:pt x="98008" y="36719"/>
                    <a:pt x="98008" y="58872"/>
                  </a:cubicBezTo>
                  <a:cubicBezTo>
                    <a:pt x="98008" y="71531"/>
                    <a:pt x="92693" y="84190"/>
                    <a:pt x="83835" y="92980"/>
                  </a:cubicBezTo>
                  <a:cubicBezTo>
                    <a:pt x="73205" y="103529"/>
                    <a:pt x="63284" y="108804"/>
                    <a:pt x="39190" y="117243"/>
                  </a:cubicBezTo>
                  <a:lnTo>
                    <a:pt x="39190" y="1218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2" name="Freeform: Shape 4501">
              <a:extLst>
                <a:ext uri="{FF2B5EF4-FFF2-40B4-BE49-F238E27FC236}">
                  <a16:creationId xmlns:a16="http://schemas.microsoft.com/office/drawing/2014/main" id="{30C12379-D93E-D31C-9C56-C1788526988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0421361" y="6111075"/>
              <a:ext cx="82203" cy="351631"/>
            </a:xfrm>
            <a:custGeom>
              <a:avLst/>
              <a:gdLst>
                <a:gd name="connsiteX0" fmla="*/ 82423 w 82203"/>
                <a:gd name="connsiteY0" fmla="*/ 175965 h 351631"/>
                <a:gd name="connsiteX1" fmla="*/ 59037 w 82203"/>
                <a:gd name="connsiteY1" fmla="*/ 66256 h 351631"/>
                <a:gd name="connsiteX2" fmla="*/ 3762 w 82203"/>
                <a:gd name="connsiteY2" fmla="*/ 150 h 351631"/>
                <a:gd name="connsiteX3" fmla="*/ 219 w 82203"/>
                <a:gd name="connsiteY3" fmla="*/ 3666 h 351631"/>
                <a:gd name="connsiteX4" fmla="*/ 6951 w 82203"/>
                <a:gd name="connsiteY4" fmla="*/ 11754 h 351631"/>
                <a:gd name="connsiteX5" fmla="*/ 61872 w 82203"/>
                <a:gd name="connsiteY5" fmla="*/ 175965 h 351631"/>
                <a:gd name="connsiteX6" fmla="*/ 4825 w 82203"/>
                <a:gd name="connsiteY6" fmla="*/ 342287 h 351631"/>
                <a:gd name="connsiteX7" fmla="*/ 219 w 82203"/>
                <a:gd name="connsiteY7" fmla="*/ 348265 h 351631"/>
                <a:gd name="connsiteX8" fmla="*/ 3762 w 82203"/>
                <a:gd name="connsiteY8" fmla="*/ 351781 h 351631"/>
                <a:gd name="connsiteX9" fmla="*/ 60100 w 82203"/>
                <a:gd name="connsiteY9" fmla="*/ 283213 h 351631"/>
                <a:gd name="connsiteX10" fmla="*/ 82423 w 82203"/>
                <a:gd name="connsiteY10" fmla="*/ 1759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3" y="175965"/>
                  </a:moveTo>
                  <a:cubicBezTo>
                    <a:pt x="82423" y="148538"/>
                    <a:pt x="78525" y="105991"/>
                    <a:pt x="59037" y="66256"/>
                  </a:cubicBezTo>
                  <a:cubicBezTo>
                    <a:pt x="37777" y="23006"/>
                    <a:pt x="7305" y="150"/>
                    <a:pt x="3762" y="150"/>
                  </a:cubicBezTo>
                  <a:cubicBezTo>
                    <a:pt x="1636" y="150"/>
                    <a:pt x="219" y="1556"/>
                    <a:pt x="219" y="3666"/>
                  </a:cubicBezTo>
                  <a:cubicBezTo>
                    <a:pt x="219" y="4721"/>
                    <a:pt x="219" y="5424"/>
                    <a:pt x="6951" y="11754"/>
                  </a:cubicBezTo>
                  <a:cubicBezTo>
                    <a:pt x="41675" y="46565"/>
                    <a:pt x="61872" y="102474"/>
                    <a:pt x="61872" y="175965"/>
                  </a:cubicBezTo>
                  <a:cubicBezTo>
                    <a:pt x="61872" y="236094"/>
                    <a:pt x="48762" y="297981"/>
                    <a:pt x="4825" y="342287"/>
                  </a:cubicBezTo>
                  <a:cubicBezTo>
                    <a:pt x="219" y="346507"/>
                    <a:pt x="219" y="347210"/>
                    <a:pt x="219" y="348265"/>
                  </a:cubicBezTo>
                  <a:cubicBezTo>
                    <a:pt x="219" y="350374"/>
                    <a:pt x="1636" y="351781"/>
                    <a:pt x="3762" y="351781"/>
                  </a:cubicBezTo>
                  <a:cubicBezTo>
                    <a:pt x="7305" y="351781"/>
                    <a:pt x="39195" y="327870"/>
                    <a:pt x="60100" y="283213"/>
                  </a:cubicBezTo>
                  <a:cubicBezTo>
                    <a:pt x="78171" y="244533"/>
                    <a:pt x="82423" y="205502"/>
                    <a:pt x="82423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3" name="Freeform: Shape 4502">
              <a:extLst>
                <a:ext uri="{FF2B5EF4-FFF2-40B4-BE49-F238E27FC236}">
                  <a16:creationId xmlns:a16="http://schemas.microsoft.com/office/drawing/2014/main" id="{AAB06470-E26E-4C6D-8634-D64DE6928E43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0574232" y="6111075"/>
              <a:ext cx="82203" cy="351631"/>
            </a:xfrm>
            <a:custGeom>
              <a:avLst/>
              <a:gdLst>
                <a:gd name="connsiteX0" fmla="*/ 82426 w 82203"/>
                <a:gd name="connsiteY0" fmla="*/ 348265 h 351631"/>
                <a:gd name="connsiteX1" fmla="*/ 76403 w 82203"/>
                <a:gd name="connsiteY1" fmla="*/ 340529 h 351631"/>
                <a:gd name="connsiteX2" fmla="*/ 20774 w 82203"/>
                <a:gd name="connsiteY2" fmla="*/ 175965 h 351631"/>
                <a:gd name="connsiteX3" fmla="*/ 77820 w 82203"/>
                <a:gd name="connsiteY3" fmla="*/ 9644 h 351631"/>
                <a:gd name="connsiteX4" fmla="*/ 82426 w 82203"/>
                <a:gd name="connsiteY4" fmla="*/ 3666 h 351631"/>
                <a:gd name="connsiteX5" fmla="*/ 78883 w 82203"/>
                <a:gd name="connsiteY5" fmla="*/ 150 h 351631"/>
                <a:gd name="connsiteX6" fmla="*/ 22545 w 82203"/>
                <a:gd name="connsiteY6" fmla="*/ 68718 h 351631"/>
                <a:gd name="connsiteX7" fmla="*/ 223 w 82203"/>
                <a:gd name="connsiteY7" fmla="*/ 175965 h 351631"/>
                <a:gd name="connsiteX8" fmla="*/ 23608 w 82203"/>
                <a:gd name="connsiteY8" fmla="*/ 285674 h 351631"/>
                <a:gd name="connsiteX9" fmla="*/ 78883 w 82203"/>
                <a:gd name="connsiteY9" fmla="*/ 351781 h 351631"/>
                <a:gd name="connsiteX10" fmla="*/ 82426 w 82203"/>
                <a:gd name="connsiteY10" fmla="*/ 3482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6" y="348265"/>
                  </a:moveTo>
                  <a:cubicBezTo>
                    <a:pt x="82426" y="347210"/>
                    <a:pt x="82426" y="346507"/>
                    <a:pt x="76403" y="340529"/>
                  </a:cubicBezTo>
                  <a:cubicBezTo>
                    <a:pt x="32112" y="296223"/>
                    <a:pt x="20774" y="229765"/>
                    <a:pt x="20774" y="175965"/>
                  </a:cubicBezTo>
                  <a:cubicBezTo>
                    <a:pt x="20774" y="114782"/>
                    <a:pt x="34238" y="53598"/>
                    <a:pt x="77820" y="9644"/>
                  </a:cubicBezTo>
                  <a:cubicBezTo>
                    <a:pt x="82426" y="5424"/>
                    <a:pt x="82426" y="4721"/>
                    <a:pt x="82426" y="3666"/>
                  </a:cubicBezTo>
                  <a:cubicBezTo>
                    <a:pt x="82426" y="1205"/>
                    <a:pt x="81009" y="150"/>
                    <a:pt x="78883" y="150"/>
                  </a:cubicBezTo>
                  <a:cubicBezTo>
                    <a:pt x="75340" y="150"/>
                    <a:pt x="43450" y="24061"/>
                    <a:pt x="22545" y="68718"/>
                  </a:cubicBezTo>
                  <a:cubicBezTo>
                    <a:pt x="4475" y="107397"/>
                    <a:pt x="223" y="146428"/>
                    <a:pt x="223" y="175965"/>
                  </a:cubicBezTo>
                  <a:cubicBezTo>
                    <a:pt x="223" y="203393"/>
                    <a:pt x="4120" y="245940"/>
                    <a:pt x="23608" y="285674"/>
                  </a:cubicBezTo>
                  <a:cubicBezTo>
                    <a:pt x="44868" y="328925"/>
                    <a:pt x="75340" y="351781"/>
                    <a:pt x="78883" y="351781"/>
                  </a:cubicBezTo>
                  <a:cubicBezTo>
                    <a:pt x="81009" y="351781"/>
                    <a:pt x="82426" y="350726"/>
                    <a:pt x="82426" y="3482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4" name="Freeform: Shape 4503">
              <a:extLst>
                <a:ext uri="{FF2B5EF4-FFF2-40B4-BE49-F238E27FC236}">
                  <a16:creationId xmlns:a16="http://schemas.microsoft.com/office/drawing/2014/main" id="{88196229-EB6B-A874-2F2B-DE7106EDFFD5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0688483" y="6132876"/>
              <a:ext cx="143856" cy="246845"/>
            </a:xfrm>
            <a:custGeom>
              <a:avLst/>
              <a:gdLst>
                <a:gd name="connsiteX0" fmla="*/ 53021 w 143856"/>
                <a:gd name="connsiteY0" fmla="*/ 37071 h 246845"/>
                <a:gd name="connsiteX1" fmla="*/ 122469 w 143856"/>
                <a:gd name="connsiteY1" fmla="*/ 37071 h 246845"/>
                <a:gd name="connsiteX2" fmla="*/ 130619 w 143856"/>
                <a:gd name="connsiteY2" fmla="*/ 33906 h 246845"/>
                <a:gd name="connsiteX3" fmla="*/ 144083 w 143856"/>
                <a:gd name="connsiteY3" fmla="*/ 2611 h 246845"/>
                <a:gd name="connsiteX4" fmla="*/ 140894 w 143856"/>
                <a:gd name="connsiteY4" fmla="*/ 150 h 246845"/>
                <a:gd name="connsiteX5" fmla="*/ 124595 w 143856"/>
                <a:gd name="connsiteY5" fmla="*/ 9292 h 246845"/>
                <a:gd name="connsiteX6" fmla="*/ 50541 w 143856"/>
                <a:gd name="connsiteY6" fmla="*/ 9292 h 246845"/>
                <a:gd name="connsiteX7" fmla="*/ 11919 w 143856"/>
                <a:gd name="connsiteY7" fmla="*/ 92629 h 246845"/>
                <a:gd name="connsiteX8" fmla="*/ 11565 w 143856"/>
                <a:gd name="connsiteY8" fmla="*/ 94387 h 246845"/>
                <a:gd name="connsiteX9" fmla="*/ 15817 w 143856"/>
                <a:gd name="connsiteY9" fmla="*/ 97200 h 246845"/>
                <a:gd name="connsiteX10" fmla="*/ 55856 w 143856"/>
                <a:gd name="connsiteY10" fmla="*/ 104233 h 246845"/>
                <a:gd name="connsiteX11" fmla="*/ 115383 w 143856"/>
                <a:gd name="connsiteY11" fmla="*/ 173856 h 246845"/>
                <a:gd name="connsiteX12" fmla="*/ 66131 w 143856"/>
                <a:gd name="connsiteY12" fmla="*/ 233985 h 246845"/>
                <a:gd name="connsiteX13" fmla="*/ 42391 w 143856"/>
                <a:gd name="connsiteY13" fmla="*/ 223787 h 246845"/>
                <a:gd name="connsiteX14" fmla="*/ 15463 w 143856"/>
                <a:gd name="connsiteY14" fmla="*/ 212183 h 246845"/>
                <a:gd name="connsiteX15" fmla="*/ 227 w 143856"/>
                <a:gd name="connsiteY15" fmla="*/ 225194 h 246845"/>
                <a:gd name="connsiteX16" fmla="*/ 43454 w 143856"/>
                <a:gd name="connsiteY16" fmla="*/ 246995 h 246845"/>
                <a:gd name="connsiteX17" fmla="*/ 116446 w 143856"/>
                <a:gd name="connsiteY17" fmla="*/ 219568 h 246845"/>
                <a:gd name="connsiteX18" fmla="*/ 140186 w 143856"/>
                <a:gd name="connsiteY18" fmla="*/ 156977 h 246845"/>
                <a:gd name="connsiteX19" fmla="*/ 115737 w 143856"/>
                <a:gd name="connsiteY19" fmla="*/ 97903 h 246845"/>
                <a:gd name="connsiteX20" fmla="*/ 38139 w 143856"/>
                <a:gd name="connsiteY20" fmla="*/ 66960 h 246845"/>
                <a:gd name="connsiteX21" fmla="*/ 53021 w 143856"/>
                <a:gd name="connsiteY21" fmla="*/ 37071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21" y="37071"/>
                  </a:moveTo>
                  <a:lnTo>
                    <a:pt x="122469" y="37071"/>
                  </a:lnTo>
                  <a:cubicBezTo>
                    <a:pt x="128138" y="37071"/>
                    <a:pt x="129556" y="36368"/>
                    <a:pt x="130619" y="33906"/>
                  </a:cubicBezTo>
                  <a:lnTo>
                    <a:pt x="144083" y="2611"/>
                  </a:lnTo>
                  <a:lnTo>
                    <a:pt x="140894" y="150"/>
                  </a:lnTo>
                  <a:cubicBezTo>
                    <a:pt x="135579" y="7534"/>
                    <a:pt x="132036" y="9292"/>
                    <a:pt x="124595" y="9292"/>
                  </a:cubicBezTo>
                  <a:lnTo>
                    <a:pt x="50541" y="9292"/>
                  </a:lnTo>
                  <a:lnTo>
                    <a:pt x="11919" y="92629"/>
                  </a:lnTo>
                  <a:cubicBezTo>
                    <a:pt x="11565" y="93332"/>
                    <a:pt x="11565" y="93684"/>
                    <a:pt x="11565" y="94387"/>
                  </a:cubicBezTo>
                  <a:cubicBezTo>
                    <a:pt x="11565" y="96145"/>
                    <a:pt x="12982" y="97200"/>
                    <a:pt x="15817" y="97200"/>
                  </a:cubicBezTo>
                  <a:cubicBezTo>
                    <a:pt x="27155" y="97200"/>
                    <a:pt x="41328" y="99661"/>
                    <a:pt x="55856" y="104233"/>
                  </a:cubicBezTo>
                  <a:cubicBezTo>
                    <a:pt x="96603" y="117243"/>
                    <a:pt x="115383" y="139044"/>
                    <a:pt x="115383" y="173856"/>
                  </a:cubicBezTo>
                  <a:cubicBezTo>
                    <a:pt x="115383" y="207612"/>
                    <a:pt x="93769" y="233985"/>
                    <a:pt x="66131" y="233985"/>
                  </a:cubicBezTo>
                  <a:cubicBezTo>
                    <a:pt x="59045" y="233985"/>
                    <a:pt x="53021" y="231523"/>
                    <a:pt x="42391" y="223787"/>
                  </a:cubicBezTo>
                  <a:cubicBezTo>
                    <a:pt x="31053" y="215700"/>
                    <a:pt x="22903" y="212183"/>
                    <a:pt x="15463" y="212183"/>
                  </a:cubicBezTo>
                  <a:cubicBezTo>
                    <a:pt x="5187" y="212183"/>
                    <a:pt x="227" y="216403"/>
                    <a:pt x="227" y="225194"/>
                  </a:cubicBezTo>
                  <a:cubicBezTo>
                    <a:pt x="227" y="238556"/>
                    <a:pt x="16880" y="246995"/>
                    <a:pt x="43454" y="246995"/>
                  </a:cubicBezTo>
                  <a:cubicBezTo>
                    <a:pt x="73218" y="246995"/>
                    <a:pt x="98729" y="237501"/>
                    <a:pt x="116446" y="219568"/>
                  </a:cubicBezTo>
                  <a:cubicBezTo>
                    <a:pt x="132745" y="203744"/>
                    <a:pt x="140186" y="183701"/>
                    <a:pt x="140186" y="156977"/>
                  </a:cubicBezTo>
                  <a:cubicBezTo>
                    <a:pt x="140186" y="131660"/>
                    <a:pt x="133453" y="115485"/>
                    <a:pt x="115737" y="97903"/>
                  </a:cubicBezTo>
                  <a:cubicBezTo>
                    <a:pt x="100147" y="82431"/>
                    <a:pt x="79950" y="74344"/>
                    <a:pt x="38139" y="66960"/>
                  </a:cubicBezTo>
                  <a:lnTo>
                    <a:pt x="53021" y="3707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5" name="Freeform: Shape 4504">
              <a:extLst>
                <a:ext uri="{FF2B5EF4-FFF2-40B4-BE49-F238E27FC236}">
                  <a16:creationId xmlns:a16="http://schemas.microsoft.com/office/drawing/2014/main" id="{92216C26-F646-FA0E-7CBF-8FCA3C8CF0CB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933776" y="6279858"/>
              <a:ext cx="216493" cy="14065"/>
            </a:xfrm>
            <a:custGeom>
              <a:avLst/>
              <a:gdLst>
                <a:gd name="connsiteX0" fmla="*/ 204325 w 216493"/>
                <a:gd name="connsiteY0" fmla="*/ 14215 h 14065"/>
                <a:gd name="connsiteX1" fmla="*/ 216726 w 216493"/>
                <a:gd name="connsiteY1" fmla="*/ 7182 h 14065"/>
                <a:gd name="connsiteX2" fmla="*/ 204325 w 216493"/>
                <a:gd name="connsiteY2" fmla="*/ 150 h 14065"/>
                <a:gd name="connsiteX3" fmla="*/ 12634 w 216493"/>
                <a:gd name="connsiteY3" fmla="*/ 150 h 14065"/>
                <a:gd name="connsiteX4" fmla="*/ 233 w 216493"/>
                <a:gd name="connsiteY4" fmla="*/ 7182 h 14065"/>
                <a:gd name="connsiteX5" fmla="*/ 12634 w 216493"/>
                <a:gd name="connsiteY5" fmla="*/ 14215 h 14065"/>
                <a:gd name="connsiteX6" fmla="*/ 204325 w 216493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5" y="14215"/>
                  </a:moveTo>
                  <a:cubicBezTo>
                    <a:pt x="210349" y="14215"/>
                    <a:pt x="216726" y="14215"/>
                    <a:pt x="216726" y="7182"/>
                  </a:cubicBezTo>
                  <a:cubicBezTo>
                    <a:pt x="216726" y="150"/>
                    <a:pt x="210349" y="150"/>
                    <a:pt x="204325" y="150"/>
                  </a:cubicBezTo>
                  <a:lnTo>
                    <a:pt x="12634" y="150"/>
                  </a:lnTo>
                  <a:cubicBezTo>
                    <a:pt x="6611" y="150"/>
                    <a:pt x="233" y="150"/>
                    <a:pt x="233" y="7182"/>
                  </a:cubicBezTo>
                  <a:cubicBezTo>
                    <a:pt x="233" y="14215"/>
                    <a:pt x="6611" y="14215"/>
                    <a:pt x="12634" y="14215"/>
                  </a:cubicBezTo>
                  <a:lnTo>
                    <a:pt x="204325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6" name="Freeform: Shape 4505">
              <a:extLst>
                <a:ext uri="{FF2B5EF4-FFF2-40B4-BE49-F238E27FC236}">
                  <a16:creationId xmlns:a16="http://schemas.microsoft.com/office/drawing/2014/main" id="{4EB683A9-F4A0-80E6-B5AA-C6D35B141E8F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1237190" y="6142018"/>
              <a:ext cx="152006" cy="235592"/>
            </a:xfrm>
            <a:custGeom>
              <a:avLst/>
              <a:gdLst>
                <a:gd name="connsiteX0" fmla="*/ 152248 w 152006"/>
                <a:gd name="connsiteY0" fmla="*/ 150 h 235592"/>
                <a:gd name="connsiteX1" fmla="*/ 21147 w 152006"/>
                <a:gd name="connsiteY1" fmla="*/ 150 h 235592"/>
                <a:gd name="connsiteX2" fmla="*/ 242 w 152006"/>
                <a:gd name="connsiteY2" fmla="*/ 51840 h 235592"/>
                <a:gd name="connsiteX3" fmla="*/ 6266 w 152006"/>
                <a:gd name="connsiteY3" fmla="*/ 54653 h 235592"/>
                <a:gd name="connsiteX4" fmla="*/ 47367 w 152006"/>
                <a:gd name="connsiteY4" fmla="*/ 26171 h 235592"/>
                <a:gd name="connsiteX5" fmla="*/ 124256 w 152006"/>
                <a:gd name="connsiteY5" fmla="*/ 26171 h 235592"/>
                <a:gd name="connsiteX6" fmla="*/ 54100 w 152006"/>
                <a:gd name="connsiteY6" fmla="*/ 235743 h 235592"/>
                <a:gd name="connsiteX7" fmla="*/ 77131 w 152006"/>
                <a:gd name="connsiteY7" fmla="*/ 235743 h 235592"/>
                <a:gd name="connsiteX8" fmla="*/ 152248 w 152006"/>
                <a:gd name="connsiteY8" fmla="*/ 5776 h 235592"/>
                <a:gd name="connsiteX9" fmla="*/ 152248 w 152006"/>
                <a:gd name="connsiteY9" fmla="*/ 150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48" y="150"/>
                  </a:moveTo>
                  <a:lnTo>
                    <a:pt x="21147" y="150"/>
                  </a:lnTo>
                  <a:lnTo>
                    <a:pt x="242" y="51840"/>
                  </a:lnTo>
                  <a:lnTo>
                    <a:pt x="6266" y="54653"/>
                  </a:lnTo>
                  <a:cubicBezTo>
                    <a:pt x="21502" y="30742"/>
                    <a:pt x="27879" y="26171"/>
                    <a:pt x="47367" y="26171"/>
                  </a:cubicBezTo>
                  <a:lnTo>
                    <a:pt x="124256" y="26171"/>
                  </a:lnTo>
                  <a:lnTo>
                    <a:pt x="54100" y="235743"/>
                  </a:lnTo>
                  <a:lnTo>
                    <a:pt x="77131" y="235743"/>
                  </a:lnTo>
                  <a:lnTo>
                    <a:pt x="152248" y="5776"/>
                  </a:lnTo>
                  <a:lnTo>
                    <a:pt x="152248" y="15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7" name="Freeform: Shape 4506">
              <a:extLst>
                <a:ext uri="{FF2B5EF4-FFF2-40B4-BE49-F238E27FC236}">
                  <a16:creationId xmlns:a16="http://schemas.microsoft.com/office/drawing/2014/main" id="{EF0F006E-E052-049B-7681-5739B9575094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1428127" y="6111075"/>
              <a:ext cx="82203" cy="351631"/>
            </a:xfrm>
            <a:custGeom>
              <a:avLst/>
              <a:gdLst>
                <a:gd name="connsiteX0" fmla="*/ 82451 w 82203"/>
                <a:gd name="connsiteY0" fmla="*/ 175965 h 351631"/>
                <a:gd name="connsiteX1" fmla="*/ 59065 w 82203"/>
                <a:gd name="connsiteY1" fmla="*/ 66256 h 351631"/>
                <a:gd name="connsiteX2" fmla="*/ 3790 w 82203"/>
                <a:gd name="connsiteY2" fmla="*/ 150 h 351631"/>
                <a:gd name="connsiteX3" fmla="*/ 247 w 82203"/>
                <a:gd name="connsiteY3" fmla="*/ 3666 h 351631"/>
                <a:gd name="connsiteX4" fmla="*/ 6979 w 82203"/>
                <a:gd name="connsiteY4" fmla="*/ 11754 h 351631"/>
                <a:gd name="connsiteX5" fmla="*/ 61900 w 82203"/>
                <a:gd name="connsiteY5" fmla="*/ 175965 h 351631"/>
                <a:gd name="connsiteX6" fmla="*/ 4853 w 82203"/>
                <a:gd name="connsiteY6" fmla="*/ 342287 h 351631"/>
                <a:gd name="connsiteX7" fmla="*/ 247 w 82203"/>
                <a:gd name="connsiteY7" fmla="*/ 348265 h 351631"/>
                <a:gd name="connsiteX8" fmla="*/ 3790 w 82203"/>
                <a:gd name="connsiteY8" fmla="*/ 351781 h 351631"/>
                <a:gd name="connsiteX9" fmla="*/ 60128 w 82203"/>
                <a:gd name="connsiteY9" fmla="*/ 283213 h 351631"/>
                <a:gd name="connsiteX10" fmla="*/ 82451 w 82203"/>
                <a:gd name="connsiteY10" fmla="*/ 1759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1" y="175965"/>
                  </a:moveTo>
                  <a:cubicBezTo>
                    <a:pt x="82451" y="148538"/>
                    <a:pt x="78553" y="105991"/>
                    <a:pt x="59065" y="66256"/>
                  </a:cubicBezTo>
                  <a:cubicBezTo>
                    <a:pt x="37806" y="23006"/>
                    <a:pt x="7334" y="150"/>
                    <a:pt x="3790" y="150"/>
                  </a:cubicBezTo>
                  <a:cubicBezTo>
                    <a:pt x="1664" y="150"/>
                    <a:pt x="247" y="1556"/>
                    <a:pt x="247" y="3666"/>
                  </a:cubicBezTo>
                  <a:cubicBezTo>
                    <a:pt x="247" y="4721"/>
                    <a:pt x="247" y="5424"/>
                    <a:pt x="6979" y="11754"/>
                  </a:cubicBezTo>
                  <a:cubicBezTo>
                    <a:pt x="41703" y="46565"/>
                    <a:pt x="61900" y="102474"/>
                    <a:pt x="61900" y="175965"/>
                  </a:cubicBezTo>
                  <a:cubicBezTo>
                    <a:pt x="61900" y="236094"/>
                    <a:pt x="48790" y="297981"/>
                    <a:pt x="4853" y="342287"/>
                  </a:cubicBezTo>
                  <a:cubicBezTo>
                    <a:pt x="247" y="346507"/>
                    <a:pt x="247" y="347210"/>
                    <a:pt x="247" y="348265"/>
                  </a:cubicBezTo>
                  <a:cubicBezTo>
                    <a:pt x="247" y="350374"/>
                    <a:pt x="1664" y="351781"/>
                    <a:pt x="3790" y="351781"/>
                  </a:cubicBezTo>
                  <a:cubicBezTo>
                    <a:pt x="7334" y="351781"/>
                    <a:pt x="39223" y="327870"/>
                    <a:pt x="60128" y="283213"/>
                  </a:cubicBezTo>
                  <a:cubicBezTo>
                    <a:pt x="78199" y="244533"/>
                    <a:pt x="82451" y="205502"/>
                    <a:pt x="82451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8" name="Freeform: Shape 4507">
              <a:extLst>
                <a:ext uri="{FF2B5EF4-FFF2-40B4-BE49-F238E27FC236}">
                  <a16:creationId xmlns:a16="http://schemas.microsoft.com/office/drawing/2014/main" id="{22DF4F9B-C1EA-FD6E-F3F8-030EF4A00FF4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1580999" y="6111075"/>
              <a:ext cx="82203" cy="351631"/>
            </a:xfrm>
            <a:custGeom>
              <a:avLst/>
              <a:gdLst>
                <a:gd name="connsiteX0" fmla="*/ 82455 w 82203"/>
                <a:gd name="connsiteY0" fmla="*/ 348265 h 351631"/>
                <a:gd name="connsiteX1" fmla="*/ 76431 w 82203"/>
                <a:gd name="connsiteY1" fmla="*/ 340529 h 351631"/>
                <a:gd name="connsiteX2" fmla="*/ 20802 w 82203"/>
                <a:gd name="connsiteY2" fmla="*/ 175965 h 351631"/>
                <a:gd name="connsiteX3" fmla="*/ 77848 w 82203"/>
                <a:gd name="connsiteY3" fmla="*/ 9644 h 351631"/>
                <a:gd name="connsiteX4" fmla="*/ 82455 w 82203"/>
                <a:gd name="connsiteY4" fmla="*/ 3666 h 351631"/>
                <a:gd name="connsiteX5" fmla="*/ 78911 w 82203"/>
                <a:gd name="connsiteY5" fmla="*/ 150 h 351631"/>
                <a:gd name="connsiteX6" fmla="*/ 22573 w 82203"/>
                <a:gd name="connsiteY6" fmla="*/ 68718 h 351631"/>
                <a:gd name="connsiteX7" fmla="*/ 251 w 82203"/>
                <a:gd name="connsiteY7" fmla="*/ 175965 h 351631"/>
                <a:gd name="connsiteX8" fmla="*/ 23636 w 82203"/>
                <a:gd name="connsiteY8" fmla="*/ 285674 h 351631"/>
                <a:gd name="connsiteX9" fmla="*/ 78911 w 82203"/>
                <a:gd name="connsiteY9" fmla="*/ 351781 h 351631"/>
                <a:gd name="connsiteX10" fmla="*/ 82455 w 82203"/>
                <a:gd name="connsiteY10" fmla="*/ 3482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5" y="348265"/>
                  </a:moveTo>
                  <a:cubicBezTo>
                    <a:pt x="82455" y="347210"/>
                    <a:pt x="82455" y="346507"/>
                    <a:pt x="76431" y="340529"/>
                  </a:cubicBezTo>
                  <a:cubicBezTo>
                    <a:pt x="32140" y="296223"/>
                    <a:pt x="20802" y="229765"/>
                    <a:pt x="20802" y="175965"/>
                  </a:cubicBezTo>
                  <a:cubicBezTo>
                    <a:pt x="20802" y="114782"/>
                    <a:pt x="34266" y="53598"/>
                    <a:pt x="77848" y="9644"/>
                  </a:cubicBezTo>
                  <a:cubicBezTo>
                    <a:pt x="82455" y="5424"/>
                    <a:pt x="82455" y="4721"/>
                    <a:pt x="82455" y="3666"/>
                  </a:cubicBezTo>
                  <a:cubicBezTo>
                    <a:pt x="82455" y="1205"/>
                    <a:pt x="81037" y="150"/>
                    <a:pt x="78911" y="150"/>
                  </a:cubicBezTo>
                  <a:cubicBezTo>
                    <a:pt x="75368" y="150"/>
                    <a:pt x="43479" y="24061"/>
                    <a:pt x="22573" y="68718"/>
                  </a:cubicBezTo>
                  <a:cubicBezTo>
                    <a:pt x="4503" y="107397"/>
                    <a:pt x="251" y="146428"/>
                    <a:pt x="251" y="175965"/>
                  </a:cubicBezTo>
                  <a:cubicBezTo>
                    <a:pt x="251" y="203393"/>
                    <a:pt x="4148" y="245940"/>
                    <a:pt x="23636" y="285674"/>
                  </a:cubicBezTo>
                  <a:cubicBezTo>
                    <a:pt x="44896" y="328925"/>
                    <a:pt x="75368" y="351781"/>
                    <a:pt x="78911" y="351781"/>
                  </a:cubicBezTo>
                  <a:cubicBezTo>
                    <a:pt x="81037" y="351781"/>
                    <a:pt x="82455" y="350726"/>
                    <a:pt x="82455" y="3482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9" name="Freeform: Shape 4508">
              <a:extLst>
                <a:ext uri="{FF2B5EF4-FFF2-40B4-BE49-F238E27FC236}">
                  <a16:creationId xmlns:a16="http://schemas.microsoft.com/office/drawing/2014/main" id="{F3BB8755-2D2F-8D24-187D-56B787E40D89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1695249" y="6132876"/>
              <a:ext cx="143856" cy="246845"/>
            </a:xfrm>
            <a:custGeom>
              <a:avLst/>
              <a:gdLst>
                <a:gd name="connsiteX0" fmla="*/ 53049 w 143856"/>
                <a:gd name="connsiteY0" fmla="*/ 37071 h 246845"/>
                <a:gd name="connsiteX1" fmla="*/ 122497 w 143856"/>
                <a:gd name="connsiteY1" fmla="*/ 37071 h 246845"/>
                <a:gd name="connsiteX2" fmla="*/ 130647 w 143856"/>
                <a:gd name="connsiteY2" fmla="*/ 33906 h 246845"/>
                <a:gd name="connsiteX3" fmla="*/ 144111 w 143856"/>
                <a:gd name="connsiteY3" fmla="*/ 2611 h 246845"/>
                <a:gd name="connsiteX4" fmla="*/ 140922 w 143856"/>
                <a:gd name="connsiteY4" fmla="*/ 150 h 246845"/>
                <a:gd name="connsiteX5" fmla="*/ 124623 w 143856"/>
                <a:gd name="connsiteY5" fmla="*/ 9292 h 246845"/>
                <a:gd name="connsiteX6" fmla="*/ 50569 w 143856"/>
                <a:gd name="connsiteY6" fmla="*/ 9292 h 246845"/>
                <a:gd name="connsiteX7" fmla="*/ 11948 w 143856"/>
                <a:gd name="connsiteY7" fmla="*/ 92629 h 246845"/>
                <a:gd name="connsiteX8" fmla="*/ 11593 w 143856"/>
                <a:gd name="connsiteY8" fmla="*/ 94387 h 246845"/>
                <a:gd name="connsiteX9" fmla="*/ 15845 w 143856"/>
                <a:gd name="connsiteY9" fmla="*/ 97200 h 246845"/>
                <a:gd name="connsiteX10" fmla="*/ 55884 w 143856"/>
                <a:gd name="connsiteY10" fmla="*/ 104233 h 246845"/>
                <a:gd name="connsiteX11" fmla="*/ 115411 w 143856"/>
                <a:gd name="connsiteY11" fmla="*/ 173856 h 246845"/>
                <a:gd name="connsiteX12" fmla="*/ 66160 w 143856"/>
                <a:gd name="connsiteY12" fmla="*/ 233985 h 246845"/>
                <a:gd name="connsiteX13" fmla="*/ 42420 w 143856"/>
                <a:gd name="connsiteY13" fmla="*/ 223787 h 246845"/>
                <a:gd name="connsiteX14" fmla="*/ 15491 w 143856"/>
                <a:gd name="connsiteY14" fmla="*/ 212183 h 246845"/>
                <a:gd name="connsiteX15" fmla="*/ 255 w 143856"/>
                <a:gd name="connsiteY15" fmla="*/ 225194 h 246845"/>
                <a:gd name="connsiteX16" fmla="*/ 43483 w 143856"/>
                <a:gd name="connsiteY16" fmla="*/ 246995 h 246845"/>
                <a:gd name="connsiteX17" fmla="*/ 116474 w 143856"/>
                <a:gd name="connsiteY17" fmla="*/ 219568 h 246845"/>
                <a:gd name="connsiteX18" fmla="*/ 140214 w 143856"/>
                <a:gd name="connsiteY18" fmla="*/ 156977 h 246845"/>
                <a:gd name="connsiteX19" fmla="*/ 115765 w 143856"/>
                <a:gd name="connsiteY19" fmla="*/ 97903 h 246845"/>
                <a:gd name="connsiteX20" fmla="*/ 38168 w 143856"/>
                <a:gd name="connsiteY20" fmla="*/ 66960 h 246845"/>
                <a:gd name="connsiteX21" fmla="*/ 53049 w 143856"/>
                <a:gd name="connsiteY21" fmla="*/ 37071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49" y="37071"/>
                  </a:moveTo>
                  <a:lnTo>
                    <a:pt x="122497" y="37071"/>
                  </a:lnTo>
                  <a:cubicBezTo>
                    <a:pt x="128167" y="37071"/>
                    <a:pt x="129584" y="36368"/>
                    <a:pt x="130647" y="33906"/>
                  </a:cubicBezTo>
                  <a:lnTo>
                    <a:pt x="144111" y="2611"/>
                  </a:lnTo>
                  <a:lnTo>
                    <a:pt x="140922" y="150"/>
                  </a:lnTo>
                  <a:cubicBezTo>
                    <a:pt x="135608" y="7534"/>
                    <a:pt x="132064" y="9292"/>
                    <a:pt x="124623" y="9292"/>
                  </a:cubicBezTo>
                  <a:lnTo>
                    <a:pt x="50569" y="9292"/>
                  </a:lnTo>
                  <a:lnTo>
                    <a:pt x="11948" y="92629"/>
                  </a:lnTo>
                  <a:cubicBezTo>
                    <a:pt x="11593" y="93332"/>
                    <a:pt x="11593" y="93684"/>
                    <a:pt x="11593" y="94387"/>
                  </a:cubicBezTo>
                  <a:cubicBezTo>
                    <a:pt x="11593" y="96145"/>
                    <a:pt x="13011" y="97200"/>
                    <a:pt x="15845" y="97200"/>
                  </a:cubicBezTo>
                  <a:cubicBezTo>
                    <a:pt x="27184" y="97200"/>
                    <a:pt x="41357" y="99661"/>
                    <a:pt x="55884" y="104233"/>
                  </a:cubicBezTo>
                  <a:cubicBezTo>
                    <a:pt x="96632" y="117243"/>
                    <a:pt x="115411" y="139044"/>
                    <a:pt x="115411" y="173856"/>
                  </a:cubicBezTo>
                  <a:cubicBezTo>
                    <a:pt x="115411" y="207612"/>
                    <a:pt x="93797" y="233985"/>
                    <a:pt x="66160" y="233985"/>
                  </a:cubicBezTo>
                  <a:cubicBezTo>
                    <a:pt x="59073" y="233985"/>
                    <a:pt x="53049" y="231523"/>
                    <a:pt x="42420" y="223787"/>
                  </a:cubicBezTo>
                  <a:cubicBezTo>
                    <a:pt x="31081" y="215700"/>
                    <a:pt x="22932" y="212183"/>
                    <a:pt x="15491" y="212183"/>
                  </a:cubicBezTo>
                  <a:cubicBezTo>
                    <a:pt x="5215" y="212183"/>
                    <a:pt x="255" y="216403"/>
                    <a:pt x="255" y="225194"/>
                  </a:cubicBezTo>
                  <a:cubicBezTo>
                    <a:pt x="255" y="238556"/>
                    <a:pt x="16908" y="246995"/>
                    <a:pt x="43483" y="246995"/>
                  </a:cubicBezTo>
                  <a:cubicBezTo>
                    <a:pt x="73246" y="246995"/>
                    <a:pt x="98758" y="237501"/>
                    <a:pt x="116474" y="219568"/>
                  </a:cubicBezTo>
                  <a:cubicBezTo>
                    <a:pt x="132773" y="203744"/>
                    <a:pt x="140214" y="183701"/>
                    <a:pt x="140214" y="156977"/>
                  </a:cubicBezTo>
                  <a:cubicBezTo>
                    <a:pt x="140214" y="131660"/>
                    <a:pt x="133482" y="115485"/>
                    <a:pt x="115765" y="97903"/>
                  </a:cubicBezTo>
                  <a:cubicBezTo>
                    <a:pt x="100175" y="82431"/>
                    <a:pt x="79978" y="74344"/>
                    <a:pt x="38168" y="66960"/>
                  </a:cubicBezTo>
                  <a:lnTo>
                    <a:pt x="53049" y="3707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0" name="Freeform: Shape 4509">
              <a:extLst>
                <a:ext uri="{FF2B5EF4-FFF2-40B4-BE49-F238E27FC236}">
                  <a16:creationId xmlns:a16="http://schemas.microsoft.com/office/drawing/2014/main" id="{4E009EFA-2330-7BEF-FBE9-664F6A4930FB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1940543" y="6279858"/>
              <a:ext cx="216493" cy="14065"/>
            </a:xfrm>
            <a:custGeom>
              <a:avLst/>
              <a:gdLst>
                <a:gd name="connsiteX0" fmla="*/ 204353 w 216493"/>
                <a:gd name="connsiteY0" fmla="*/ 14215 h 14065"/>
                <a:gd name="connsiteX1" fmla="*/ 216755 w 216493"/>
                <a:gd name="connsiteY1" fmla="*/ 7182 h 14065"/>
                <a:gd name="connsiteX2" fmla="*/ 204353 w 216493"/>
                <a:gd name="connsiteY2" fmla="*/ 150 h 14065"/>
                <a:gd name="connsiteX3" fmla="*/ 12663 w 216493"/>
                <a:gd name="connsiteY3" fmla="*/ 150 h 14065"/>
                <a:gd name="connsiteX4" fmla="*/ 261 w 216493"/>
                <a:gd name="connsiteY4" fmla="*/ 7182 h 14065"/>
                <a:gd name="connsiteX5" fmla="*/ 12663 w 216493"/>
                <a:gd name="connsiteY5" fmla="*/ 14215 h 14065"/>
                <a:gd name="connsiteX6" fmla="*/ 204353 w 216493"/>
                <a:gd name="connsiteY6" fmla="*/ 14215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3" y="14215"/>
                  </a:moveTo>
                  <a:cubicBezTo>
                    <a:pt x="210377" y="14215"/>
                    <a:pt x="216755" y="14215"/>
                    <a:pt x="216755" y="7182"/>
                  </a:cubicBezTo>
                  <a:cubicBezTo>
                    <a:pt x="216755" y="150"/>
                    <a:pt x="210377" y="150"/>
                    <a:pt x="204353" y="150"/>
                  </a:cubicBezTo>
                  <a:lnTo>
                    <a:pt x="12663" y="150"/>
                  </a:lnTo>
                  <a:cubicBezTo>
                    <a:pt x="6639" y="150"/>
                    <a:pt x="261" y="150"/>
                    <a:pt x="261" y="7182"/>
                  </a:cubicBezTo>
                  <a:cubicBezTo>
                    <a:pt x="261" y="14215"/>
                    <a:pt x="6639" y="14215"/>
                    <a:pt x="12663" y="14215"/>
                  </a:cubicBezTo>
                  <a:lnTo>
                    <a:pt x="204353" y="1421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1" name="Freeform: Shape 4510">
              <a:extLst>
                <a:ext uri="{FF2B5EF4-FFF2-40B4-BE49-F238E27FC236}">
                  <a16:creationId xmlns:a16="http://schemas.microsoft.com/office/drawing/2014/main" id="{42D413BD-25E7-4CED-981D-42343324864D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2276200" y="6137095"/>
              <a:ext cx="100274" cy="237702"/>
            </a:xfrm>
            <a:custGeom>
              <a:avLst/>
              <a:gdLst>
                <a:gd name="connsiteX0" fmla="*/ 64049 w 100274"/>
                <a:gd name="connsiteY0" fmla="*/ 150 h 237702"/>
                <a:gd name="connsiteX1" fmla="*/ 270 w 100274"/>
                <a:gd name="connsiteY1" fmla="*/ 32148 h 237702"/>
                <a:gd name="connsiteX2" fmla="*/ 270 w 100274"/>
                <a:gd name="connsiteY2" fmla="*/ 37071 h 237702"/>
                <a:gd name="connsiteX3" fmla="*/ 9837 w 100274"/>
                <a:gd name="connsiteY3" fmla="*/ 33203 h 237702"/>
                <a:gd name="connsiteX4" fmla="*/ 25782 w 100274"/>
                <a:gd name="connsiteY4" fmla="*/ 29335 h 237702"/>
                <a:gd name="connsiteX5" fmla="*/ 36411 w 100274"/>
                <a:gd name="connsiteY5" fmla="*/ 45862 h 237702"/>
                <a:gd name="connsiteX6" fmla="*/ 36411 w 100274"/>
                <a:gd name="connsiteY6" fmla="*/ 205151 h 237702"/>
                <a:gd name="connsiteX7" fmla="*/ 27908 w 100274"/>
                <a:gd name="connsiteY7" fmla="*/ 228007 h 237702"/>
                <a:gd name="connsiteX8" fmla="*/ 2750 w 100274"/>
                <a:gd name="connsiteY8" fmla="*/ 232578 h 237702"/>
                <a:gd name="connsiteX9" fmla="*/ 2750 w 100274"/>
                <a:gd name="connsiteY9" fmla="*/ 237852 h 237702"/>
                <a:gd name="connsiteX10" fmla="*/ 100545 w 100274"/>
                <a:gd name="connsiteY10" fmla="*/ 237852 h 237702"/>
                <a:gd name="connsiteX11" fmla="*/ 100545 w 100274"/>
                <a:gd name="connsiteY11" fmla="*/ 232578 h 237702"/>
                <a:gd name="connsiteX12" fmla="*/ 66884 w 100274"/>
                <a:gd name="connsiteY12" fmla="*/ 211832 h 237702"/>
                <a:gd name="connsiteX13" fmla="*/ 66884 w 100274"/>
                <a:gd name="connsiteY13" fmla="*/ 853 h 237702"/>
                <a:gd name="connsiteX14" fmla="*/ 64049 w 100274"/>
                <a:gd name="connsiteY14" fmla="*/ 150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9" y="150"/>
                  </a:moveTo>
                  <a:lnTo>
                    <a:pt x="270" y="32148"/>
                  </a:lnTo>
                  <a:lnTo>
                    <a:pt x="270" y="37071"/>
                  </a:lnTo>
                  <a:cubicBezTo>
                    <a:pt x="4522" y="35313"/>
                    <a:pt x="8420" y="33906"/>
                    <a:pt x="9837" y="33203"/>
                  </a:cubicBezTo>
                  <a:cubicBezTo>
                    <a:pt x="16215" y="30742"/>
                    <a:pt x="22238" y="29335"/>
                    <a:pt x="25782" y="29335"/>
                  </a:cubicBezTo>
                  <a:cubicBezTo>
                    <a:pt x="33223" y="29335"/>
                    <a:pt x="36411" y="34610"/>
                    <a:pt x="36411" y="45862"/>
                  </a:cubicBezTo>
                  <a:lnTo>
                    <a:pt x="36411" y="205151"/>
                  </a:lnTo>
                  <a:cubicBezTo>
                    <a:pt x="36411" y="216755"/>
                    <a:pt x="33577" y="224842"/>
                    <a:pt x="27908" y="228007"/>
                  </a:cubicBezTo>
                  <a:cubicBezTo>
                    <a:pt x="22593" y="231171"/>
                    <a:pt x="17632" y="232226"/>
                    <a:pt x="2750" y="232578"/>
                  </a:cubicBezTo>
                  <a:lnTo>
                    <a:pt x="2750" y="237852"/>
                  </a:lnTo>
                  <a:lnTo>
                    <a:pt x="100545" y="237852"/>
                  </a:lnTo>
                  <a:lnTo>
                    <a:pt x="100545" y="232578"/>
                  </a:lnTo>
                  <a:cubicBezTo>
                    <a:pt x="72553" y="232226"/>
                    <a:pt x="66884" y="228710"/>
                    <a:pt x="66884" y="211832"/>
                  </a:cubicBezTo>
                  <a:lnTo>
                    <a:pt x="66884" y="853"/>
                  </a:lnTo>
                  <a:lnTo>
                    <a:pt x="64049" y="15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2" name="Freeform: Shape 4511">
              <a:extLst>
                <a:ext uri="{FF2B5EF4-FFF2-40B4-BE49-F238E27FC236}">
                  <a16:creationId xmlns:a16="http://schemas.microsoft.com/office/drawing/2014/main" id="{FB3578FC-3542-E070-28AD-88498942CDDD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2429934" y="6137095"/>
              <a:ext cx="137833" cy="242625"/>
            </a:xfrm>
            <a:custGeom>
              <a:avLst/>
              <a:gdLst>
                <a:gd name="connsiteX0" fmla="*/ 39251 w 137833"/>
                <a:gd name="connsiteY0" fmla="*/ 121814 h 242625"/>
                <a:gd name="connsiteX1" fmla="*/ 76810 w 137833"/>
                <a:gd name="connsiteY1" fmla="*/ 125682 h 242625"/>
                <a:gd name="connsiteX2" fmla="*/ 112597 w 137833"/>
                <a:gd name="connsiteY2" fmla="*/ 177724 h 242625"/>
                <a:gd name="connsiteX3" fmla="*/ 66180 w 137833"/>
                <a:gd name="connsiteY3" fmla="*/ 230117 h 242625"/>
                <a:gd name="connsiteX4" fmla="*/ 36417 w 137833"/>
                <a:gd name="connsiteY4" fmla="*/ 219216 h 242625"/>
                <a:gd name="connsiteX5" fmla="*/ 13740 w 137833"/>
                <a:gd name="connsiteY5" fmla="*/ 210425 h 242625"/>
                <a:gd name="connsiteX6" fmla="*/ 275 w 137833"/>
                <a:gd name="connsiteY6" fmla="*/ 222732 h 242625"/>
                <a:gd name="connsiteX7" fmla="*/ 40314 w 137833"/>
                <a:gd name="connsiteY7" fmla="*/ 242775 h 242625"/>
                <a:gd name="connsiteX8" fmla="*/ 112242 w 137833"/>
                <a:gd name="connsiteY8" fmla="*/ 219216 h 242625"/>
                <a:gd name="connsiteX9" fmla="*/ 138108 w 137833"/>
                <a:gd name="connsiteY9" fmla="*/ 160845 h 242625"/>
                <a:gd name="connsiteX10" fmla="*/ 122164 w 137833"/>
                <a:gd name="connsiteY10" fmla="*/ 115485 h 242625"/>
                <a:gd name="connsiteX11" fmla="*/ 92754 w 137833"/>
                <a:gd name="connsiteY11" fmla="*/ 96848 h 242625"/>
                <a:gd name="connsiteX12" fmla="*/ 126061 w 137833"/>
                <a:gd name="connsiteY12" fmla="*/ 48323 h 242625"/>
                <a:gd name="connsiteX13" fmla="*/ 70786 w 137833"/>
                <a:gd name="connsiteY13" fmla="*/ 150 h 242625"/>
                <a:gd name="connsiteX14" fmla="*/ 24724 w 137833"/>
                <a:gd name="connsiteY14" fmla="*/ 17380 h 242625"/>
                <a:gd name="connsiteX15" fmla="*/ 984 w 137833"/>
                <a:gd name="connsiteY15" fmla="*/ 57114 h 242625"/>
                <a:gd name="connsiteX16" fmla="*/ 6299 w 137833"/>
                <a:gd name="connsiteY16" fmla="*/ 58521 h 242625"/>
                <a:gd name="connsiteX17" fmla="*/ 59093 w 137833"/>
                <a:gd name="connsiteY17" fmla="*/ 21248 h 242625"/>
                <a:gd name="connsiteX18" fmla="*/ 98069 w 137833"/>
                <a:gd name="connsiteY18" fmla="*/ 58872 h 242625"/>
                <a:gd name="connsiteX19" fmla="*/ 83896 w 137833"/>
                <a:gd name="connsiteY19" fmla="*/ 92980 h 242625"/>
                <a:gd name="connsiteX20" fmla="*/ 39251 w 137833"/>
                <a:gd name="connsiteY20" fmla="*/ 117243 h 242625"/>
                <a:gd name="connsiteX21" fmla="*/ 39251 w 137833"/>
                <a:gd name="connsiteY21" fmla="*/ 121814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1" y="121814"/>
                  </a:moveTo>
                  <a:cubicBezTo>
                    <a:pt x="60156" y="121814"/>
                    <a:pt x="68306" y="122517"/>
                    <a:pt x="76810" y="125682"/>
                  </a:cubicBezTo>
                  <a:cubicBezTo>
                    <a:pt x="98778" y="133418"/>
                    <a:pt x="112597" y="153461"/>
                    <a:pt x="112597" y="177724"/>
                  </a:cubicBezTo>
                  <a:cubicBezTo>
                    <a:pt x="112597" y="207261"/>
                    <a:pt x="92400" y="230117"/>
                    <a:pt x="66180" y="230117"/>
                  </a:cubicBezTo>
                  <a:cubicBezTo>
                    <a:pt x="56613" y="230117"/>
                    <a:pt x="49527" y="227655"/>
                    <a:pt x="36417" y="219216"/>
                  </a:cubicBezTo>
                  <a:cubicBezTo>
                    <a:pt x="25787" y="212887"/>
                    <a:pt x="19763" y="210425"/>
                    <a:pt x="13740" y="210425"/>
                  </a:cubicBezTo>
                  <a:cubicBezTo>
                    <a:pt x="5590" y="210425"/>
                    <a:pt x="275" y="215348"/>
                    <a:pt x="275" y="222732"/>
                  </a:cubicBezTo>
                  <a:cubicBezTo>
                    <a:pt x="275" y="235039"/>
                    <a:pt x="15511" y="242775"/>
                    <a:pt x="40314" y="242775"/>
                  </a:cubicBezTo>
                  <a:cubicBezTo>
                    <a:pt x="67597" y="242775"/>
                    <a:pt x="95589" y="233633"/>
                    <a:pt x="112242" y="219216"/>
                  </a:cubicBezTo>
                  <a:cubicBezTo>
                    <a:pt x="128896" y="204799"/>
                    <a:pt x="138108" y="184405"/>
                    <a:pt x="138108" y="160845"/>
                  </a:cubicBezTo>
                  <a:cubicBezTo>
                    <a:pt x="138108" y="142912"/>
                    <a:pt x="132439" y="126385"/>
                    <a:pt x="122164" y="115485"/>
                  </a:cubicBezTo>
                  <a:cubicBezTo>
                    <a:pt x="115077" y="107749"/>
                    <a:pt x="108345" y="103529"/>
                    <a:pt x="92754" y="96848"/>
                  </a:cubicBezTo>
                  <a:cubicBezTo>
                    <a:pt x="117203" y="80322"/>
                    <a:pt x="126061" y="67311"/>
                    <a:pt x="126061" y="48323"/>
                  </a:cubicBezTo>
                  <a:cubicBezTo>
                    <a:pt x="126061" y="19841"/>
                    <a:pt x="103384" y="150"/>
                    <a:pt x="70786" y="150"/>
                  </a:cubicBezTo>
                  <a:cubicBezTo>
                    <a:pt x="53070" y="150"/>
                    <a:pt x="37479" y="6128"/>
                    <a:pt x="24724" y="17380"/>
                  </a:cubicBezTo>
                  <a:cubicBezTo>
                    <a:pt x="14094" y="26874"/>
                    <a:pt x="8779" y="36016"/>
                    <a:pt x="984" y="57114"/>
                  </a:cubicBezTo>
                  <a:lnTo>
                    <a:pt x="6299" y="58521"/>
                  </a:lnTo>
                  <a:cubicBezTo>
                    <a:pt x="20826" y="32852"/>
                    <a:pt x="36771" y="21248"/>
                    <a:pt x="59093" y="21248"/>
                  </a:cubicBezTo>
                  <a:cubicBezTo>
                    <a:pt x="82125" y="21248"/>
                    <a:pt x="98069" y="36719"/>
                    <a:pt x="98069" y="58872"/>
                  </a:cubicBezTo>
                  <a:cubicBezTo>
                    <a:pt x="98069" y="71531"/>
                    <a:pt x="92754" y="84190"/>
                    <a:pt x="83896" y="92980"/>
                  </a:cubicBezTo>
                  <a:cubicBezTo>
                    <a:pt x="73266" y="103529"/>
                    <a:pt x="63345" y="108804"/>
                    <a:pt x="39251" y="117243"/>
                  </a:cubicBezTo>
                  <a:lnTo>
                    <a:pt x="39251" y="1218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3" name="Freeform: Shape 4512">
              <a:extLst>
                <a:ext uri="{FF2B5EF4-FFF2-40B4-BE49-F238E27FC236}">
                  <a16:creationId xmlns:a16="http://schemas.microsoft.com/office/drawing/2014/main" id="{04A26FA0-DCA3-C3DA-CC14-69306FF0F0E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2612722" y="6111075"/>
              <a:ext cx="82203" cy="351631"/>
            </a:xfrm>
            <a:custGeom>
              <a:avLst/>
              <a:gdLst>
                <a:gd name="connsiteX0" fmla="*/ 82484 w 82203"/>
                <a:gd name="connsiteY0" fmla="*/ 175965 h 351631"/>
                <a:gd name="connsiteX1" fmla="*/ 59098 w 82203"/>
                <a:gd name="connsiteY1" fmla="*/ 66256 h 351631"/>
                <a:gd name="connsiteX2" fmla="*/ 3823 w 82203"/>
                <a:gd name="connsiteY2" fmla="*/ 150 h 351631"/>
                <a:gd name="connsiteX3" fmla="*/ 280 w 82203"/>
                <a:gd name="connsiteY3" fmla="*/ 3666 h 351631"/>
                <a:gd name="connsiteX4" fmla="*/ 7012 w 82203"/>
                <a:gd name="connsiteY4" fmla="*/ 11754 h 351631"/>
                <a:gd name="connsiteX5" fmla="*/ 61933 w 82203"/>
                <a:gd name="connsiteY5" fmla="*/ 175965 h 351631"/>
                <a:gd name="connsiteX6" fmla="*/ 4886 w 82203"/>
                <a:gd name="connsiteY6" fmla="*/ 342287 h 351631"/>
                <a:gd name="connsiteX7" fmla="*/ 280 w 82203"/>
                <a:gd name="connsiteY7" fmla="*/ 348265 h 351631"/>
                <a:gd name="connsiteX8" fmla="*/ 3823 w 82203"/>
                <a:gd name="connsiteY8" fmla="*/ 351781 h 351631"/>
                <a:gd name="connsiteX9" fmla="*/ 60161 w 82203"/>
                <a:gd name="connsiteY9" fmla="*/ 283213 h 351631"/>
                <a:gd name="connsiteX10" fmla="*/ 82484 w 82203"/>
                <a:gd name="connsiteY10" fmla="*/ 175965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4" y="175965"/>
                  </a:moveTo>
                  <a:cubicBezTo>
                    <a:pt x="82484" y="148538"/>
                    <a:pt x="78586" y="105991"/>
                    <a:pt x="59098" y="66256"/>
                  </a:cubicBezTo>
                  <a:cubicBezTo>
                    <a:pt x="37839" y="23006"/>
                    <a:pt x="7367" y="150"/>
                    <a:pt x="3823" y="150"/>
                  </a:cubicBezTo>
                  <a:cubicBezTo>
                    <a:pt x="1697" y="150"/>
                    <a:pt x="280" y="1556"/>
                    <a:pt x="280" y="3666"/>
                  </a:cubicBezTo>
                  <a:cubicBezTo>
                    <a:pt x="280" y="4721"/>
                    <a:pt x="280" y="5424"/>
                    <a:pt x="7012" y="11754"/>
                  </a:cubicBezTo>
                  <a:cubicBezTo>
                    <a:pt x="41736" y="46565"/>
                    <a:pt x="61933" y="102474"/>
                    <a:pt x="61933" y="175965"/>
                  </a:cubicBezTo>
                  <a:cubicBezTo>
                    <a:pt x="61933" y="236094"/>
                    <a:pt x="48823" y="297981"/>
                    <a:pt x="4886" y="342287"/>
                  </a:cubicBezTo>
                  <a:cubicBezTo>
                    <a:pt x="280" y="346507"/>
                    <a:pt x="280" y="347210"/>
                    <a:pt x="280" y="348265"/>
                  </a:cubicBezTo>
                  <a:cubicBezTo>
                    <a:pt x="280" y="350374"/>
                    <a:pt x="1697" y="351781"/>
                    <a:pt x="3823" y="351781"/>
                  </a:cubicBezTo>
                  <a:cubicBezTo>
                    <a:pt x="7367" y="351781"/>
                    <a:pt x="39256" y="327870"/>
                    <a:pt x="60161" y="283213"/>
                  </a:cubicBezTo>
                  <a:cubicBezTo>
                    <a:pt x="78232" y="244533"/>
                    <a:pt x="82484" y="205502"/>
                    <a:pt x="82484" y="17596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4" name="Freeform: Shape 4513">
              <a:extLst>
                <a:ext uri="{FF2B5EF4-FFF2-40B4-BE49-F238E27FC236}">
                  <a16:creationId xmlns:a16="http://schemas.microsoft.com/office/drawing/2014/main" id="{BE376027-4702-8B45-BBD9-37A874A9E8F0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2874671" y="5960024"/>
              <a:ext cx="171139" cy="169486"/>
            </a:xfrm>
            <a:custGeom>
              <a:avLst/>
              <a:gdLst>
                <a:gd name="connsiteX0" fmla="*/ 86034 w 171139"/>
                <a:gd name="connsiteY0" fmla="*/ 75040 h 169486"/>
                <a:gd name="connsiteX1" fmla="*/ 15168 w 171139"/>
                <a:gd name="connsiteY1" fmla="*/ 5066 h 169486"/>
                <a:gd name="connsiteX2" fmla="*/ 7373 w 171139"/>
                <a:gd name="connsiteY2" fmla="*/ 143 h 169486"/>
                <a:gd name="connsiteX3" fmla="*/ 287 w 171139"/>
                <a:gd name="connsiteY3" fmla="*/ 7176 h 169486"/>
                <a:gd name="connsiteX4" fmla="*/ 4893 w 171139"/>
                <a:gd name="connsiteY4" fmla="*/ 14208 h 169486"/>
                <a:gd name="connsiteX5" fmla="*/ 75758 w 171139"/>
                <a:gd name="connsiteY5" fmla="*/ 84886 h 169486"/>
                <a:gd name="connsiteX6" fmla="*/ 4893 w 171139"/>
                <a:gd name="connsiteY6" fmla="*/ 155564 h 169486"/>
                <a:gd name="connsiteX7" fmla="*/ 287 w 171139"/>
                <a:gd name="connsiteY7" fmla="*/ 162597 h 169486"/>
                <a:gd name="connsiteX8" fmla="*/ 7373 w 171139"/>
                <a:gd name="connsiteY8" fmla="*/ 169629 h 169486"/>
                <a:gd name="connsiteX9" fmla="*/ 15168 w 171139"/>
                <a:gd name="connsiteY9" fmla="*/ 164706 h 169486"/>
                <a:gd name="connsiteX10" fmla="*/ 85679 w 171139"/>
                <a:gd name="connsiteY10" fmla="*/ 94732 h 169486"/>
                <a:gd name="connsiteX11" fmla="*/ 159025 w 171139"/>
                <a:gd name="connsiteY11" fmla="*/ 167519 h 169486"/>
                <a:gd name="connsiteX12" fmla="*/ 164340 w 171139"/>
                <a:gd name="connsiteY12" fmla="*/ 169629 h 169486"/>
                <a:gd name="connsiteX13" fmla="*/ 171426 w 171139"/>
                <a:gd name="connsiteY13" fmla="*/ 162597 h 169486"/>
                <a:gd name="connsiteX14" fmla="*/ 170363 w 171139"/>
                <a:gd name="connsiteY14" fmla="*/ 158729 h 169486"/>
                <a:gd name="connsiteX15" fmla="*/ 95955 w 171139"/>
                <a:gd name="connsiteY15" fmla="*/ 84886 h 169486"/>
                <a:gd name="connsiteX16" fmla="*/ 160797 w 171139"/>
                <a:gd name="connsiteY16" fmla="*/ 20538 h 169486"/>
                <a:gd name="connsiteX17" fmla="*/ 169655 w 171139"/>
                <a:gd name="connsiteY17" fmla="*/ 11747 h 169486"/>
                <a:gd name="connsiteX18" fmla="*/ 171426 w 171139"/>
                <a:gd name="connsiteY18" fmla="*/ 7176 h 169486"/>
                <a:gd name="connsiteX19" fmla="*/ 164340 w 171139"/>
                <a:gd name="connsiteY19" fmla="*/ 143 h 169486"/>
                <a:gd name="connsiteX20" fmla="*/ 156190 w 171139"/>
                <a:gd name="connsiteY20" fmla="*/ 5417 h 169486"/>
                <a:gd name="connsiteX21" fmla="*/ 86034 w 171139"/>
                <a:gd name="connsiteY21" fmla="*/ 75040 h 16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139" h="169486">
                  <a:moveTo>
                    <a:pt x="86034" y="75040"/>
                  </a:moveTo>
                  <a:lnTo>
                    <a:pt x="15168" y="5066"/>
                  </a:lnTo>
                  <a:cubicBezTo>
                    <a:pt x="10916" y="846"/>
                    <a:pt x="10208" y="143"/>
                    <a:pt x="7373" y="143"/>
                  </a:cubicBezTo>
                  <a:cubicBezTo>
                    <a:pt x="3830" y="143"/>
                    <a:pt x="287" y="3308"/>
                    <a:pt x="287" y="7176"/>
                  </a:cubicBezTo>
                  <a:cubicBezTo>
                    <a:pt x="287" y="9637"/>
                    <a:pt x="995" y="10340"/>
                    <a:pt x="4893" y="14208"/>
                  </a:cubicBezTo>
                  <a:lnTo>
                    <a:pt x="75758" y="84886"/>
                  </a:lnTo>
                  <a:lnTo>
                    <a:pt x="4893" y="155564"/>
                  </a:lnTo>
                  <a:cubicBezTo>
                    <a:pt x="995" y="159432"/>
                    <a:pt x="287" y="160135"/>
                    <a:pt x="287" y="162597"/>
                  </a:cubicBezTo>
                  <a:cubicBezTo>
                    <a:pt x="287" y="166464"/>
                    <a:pt x="3830" y="169629"/>
                    <a:pt x="7373" y="169629"/>
                  </a:cubicBezTo>
                  <a:cubicBezTo>
                    <a:pt x="10208" y="169629"/>
                    <a:pt x="10916" y="168926"/>
                    <a:pt x="15168" y="164706"/>
                  </a:cubicBezTo>
                  <a:lnTo>
                    <a:pt x="85679" y="94732"/>
                  </a:lnTo>
                  <a:lnTo>
                    <a:pt x="159025" y="167519"/>
                  </a:lnTo>
                  <a:cubicBezTo>
                    <a:pt x="159734" y="167871"/>
                    <a:pt x="162214" y="169629"/>
                    <a:pt x="164340" y="169629"/>
                  </a:cubicBezTo>
                  <a:cubicBezTo>
                    <a:pt x="168592" y="169629"/>
                    <a:pt x="171426" y="166464"/>
                    <a:pt x="171426" y="162597"/>
                  </a:cubicBezTo>
                  <a:cubicBezTo>
                    <a:pt x="171426" y="161893"/>
                    <a:pt x="171426" y="160487"/>
                    <a:pt x="170363" y="158729"/>
                  </a:cubicBezTo>
                  <a:cubicBezTo>
                    <a:pt x="170009" y="158025"/>
                    <a:pt x="113671" y="102819"/>
                    <a:pt x="95955" y="84886"/>
                  </a:cubicBezTo>
                  <a:lnTo>
                    <a:pt x="160797" y="20538"/>
                  </a:lnTo>
                  <a:cubicBezTo>
                    <a:pt x="162568" y="18428"/>
                    <a:pt x="167883" y="13857"/>
                    <a:pt x="169655" y="11747"/>
                  </a:cubicBezTo>
                  <a:cubicBezTo>
                    <a:pt x="170009" y="11044"/>
                    <a:pt x="171426" y="9637"/>
                    <a:pt x="171426" y="7176"/>
                  </a:cubicBezTo>
                  <a:cubicBezTo>
                    <a:pt x="171426" y="3308"/>
                    <a:pt x="168592" y="143"/>
                    <a:pt x="164340" y="143"/>
                  </a:cubicBezTo>
                  <a:cubicBezTo>
                    <a:pt x="161505" y="143"/>
                    <a:pt x="160088" y="1550"/>
                    <a:pt x="156190" y="5417"/>
                  </a:cubicBezTo>
                  <a:lnTo>
                    <a:pt x="86034" y="7504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5" name="Freeform: Shape 4514">
              <a:extLst>
                <a:ext uri="{FF2B5EF4-FFF2-40B4-BE49-F238E27FC236}">
                  <a16:creationId xmlns:a16="http://schemas.microsoft.com/office/drawing/2014/main" id="{4DC8D2FF-BC57-CA53-E726-0094A6345D09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3163557" y="5894972"/>
              <a:ext cx="137833" cy="242625"/>
            </a:xfrm>
            <a:custGeom>
              <a:avLst/>
              <a:gdLst>
                <a:gd name="connsiteX0" fmla="*/ 39272 w 137833"/>
                <a:gd name="connsiteY0" fmla="*/ 121807 h 242625"/>
                <a:gd name="connsiteX1" fmla="*/ 76830 w 137833"/>
                <a:gd name="connsiteY1" fmla="*/ 125675 h 242625"/>
                <a:gd name="connsiteX2" fmla="*/ 112617 w 137833"/>
                <a:gd name="connsiteY2" fmla="*/ 177717 h 242625"/>
                <a:gd name="connsiteX3" fmla="*/ 66200 w 137833"/>
                <a:gd name="connsiteY3" fmla="*/ 230110 h 242625"/>
                <a:gd name="connsiteX4" fmla="*/ 36437 w 137833"/>
                <a:gd name="connsiteY4" fmla="*/ 219209 h 242625"/>
                <a:gd name="connsiteX5" fmla="*/ 13760 w 137833"/>
                <a:gd name="connsiteY5" fmla="*/ 210418 h 242625"/>
                <a:gd name="connsiteX6" fmla="*/ 296 w 137833"/>
                <a:gd name="connsiteY6" fmla="*/ 222726 h 242625"/>
                <a:gd name="connsiteX7" fmla="*/ 40335 w 137833"/>
                <a:gd name="connsiteY7" fmla="*/ 242768 h 242625"/>
                <a:gd name="connsiteX8" fmla="*/ 112263 w 137833"/>
                <a:gd name="connsiteY8" fmla="*/ 219209 h 242625"/>
                <a:gd name="connsiteX9" fmla="*/ 138129 w 137833"/>
                <a:gd name="connsiteY9" fmla="*/ 160838 h 242625"/>
                <a:gd name="connsiteX10" fmla="*/ 122184 w 137833"/>
                <a:gd name="connsiteY10" fmla="*/ 115478 h 242625"/>
                <a:gd name="connsiteX11" fmla="*/ 92775 w 137833"/>
                <a:gd name="connsiteY11" fmla="*/ 96842 h 242625"/>
                <a:gd name="connsiteX12" fmla="*/ 126082 w 137833"/>
                <a:gd name="connsiteY12" fmla="*/ 48316 h 242625"/>
                <a:gd name="connsiteX13" fmla="*/ 70807 w 137833"/>
                <a:gd name="connsiteY13" fmla="*/ 143 h 242625"/>
                <a:gd name="connsiteX14" fmla="*/ 24744 w 137833"/>
                <a:gd name="connsiteY14" fmla="*/ 17373 h 242625"/>
                <a:gd name="connsiteX15" fmla="*/ 1004 w 137833"/>
                <a:gd name="connsiteY15" fmla="*/ 57107 h 242625"/>
                <a:gd name="connsiteX16" fmla="*/ 6319 w 137833"/>
                <a:gd name="connsiteY16" fmla="*/ 58514 h 242625"/>
                <a:gd name="connsiteX17" fmla="*/ 59114 w 137833"/>
                <a:gd name="connsiteY17" fmla="*/ 21241 h 242625"/>
                <a:gd name="connsiteX18" fmla="*/ 98090 w 137833"/>
                <a:gd name="connsiteY18" fmla="*/ 58865 h 242625"/>
                <a:gd name="connsiteX19" fmla="*/ 83917 w 137833"/>
                <a:gd name="connsiteY19" fmla="*/ 92974 h 242625"/>
                <a:gd name="connsiteX20" fmla="*/ 39272 w 137833"/>
                <a:gd name="connsiteY20" fmla="*/ 117236 h 242625"/>
                <a:gd name="connsiteX21" fmla="*/ 39272 w 137833"/>
                <a:gd name="connsiteY21" fmla="*/ 121807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72" y="121807"/>
                  </a:moveTo>
                  <a:cubicBezTo>
                    <a:pt x="60177" y="121807"/>
                    <a:pt x="68326" y="122511"/>
                    <a:pt x="76830" y="125675"/>
                  </a:cubicBezTo>
                  <a:cubicBezTo>
                    <a:pt x="98799" y="133411"/>
                    <a:pt x="112617" y="153454"/>
                    <a:pt x="112617" y="177717"/>
                  </a:cubicBezTo>
                  <a:cubicBezTo>
                    <a:pt x="112617" y="207254"/>
                    <a:pt x="92421" y="230110"/>
                    <a:pt x="66200" y="230110"/>
                  </a:cubicBezTo>
                  <a:cubicBezTo>
                    <a:pt x="56634" y="230110"/>
                    <a:pt x="49547" y="227648"/>
                    <a:pt x="36437" y="219209"/>
                  </a:cubicBezTo>
                  <a:cubicBezTo>
                    <a:pt x="25807" y="212880"/>
                    <a:pt x="19784" y="210418"/>
                    <a:pt x="13760" y="210418"/>
                  </a:cubicBezTo>
                  <a:cubicBezTo>
                    <a:pt x="5611" y="210418"/>
                    <a:pt x="296" y="215341"/>
                    <a:pt x="296" y="222726"/>
                  </a:cubicBezTo>
                  <a:cubicBezTo>
                    <a:pt x="296" y="235033"/>
                    <a:pt x="15532" y="242768"/>
                    <a:pt x="40335" y="242768"/>
                  </a:cubicBezTo>
                  <a:cubicBezTo>
                    <a:pt x="67618" y="242768"/>
                    <a:pt x="95610" y="233626"/>
                    <a:pt x="112263" y="219209"/>
                  </a:cubicBezTo>
                  <a:cubicBezTo>
                    <a:pt x="128916" y="204792"/>
                    <a:pt x="138129" y="184398"/>
                    <a:pt x="138129" y="160838"/>
                  </a:cubicBezTo>
                  <a:cubicBezTo>
                    <a:pt x="138129" y="142905"/>
                    <a:pt x="132460" y="126379"/>
                    <a:pt x="122184" y="115478"/>
                  </a:cubicBezTo>
                  <a:cubicBezTo>
                    <a:pt x="115098" y="107742"/>
                    <a:pt x="108365" y="103523"/>
                    <a:pt x="92775" y="96842"/>
                  </a:cubicBezTo>
                  <a:cubicBezTo>
                    <a:pt x="117224" y="80315"/>
                    <a:pt x="126082" y="67305"/>
                    <a:pt x="126082" y="48316"/>
                  </a:cubicBezTo>
                  <a:cubicBezTo>
                    <a:pt x="126082" y="19834"/>
                    <a:pt x="103405" y="143"/>
                    <a:pt x="70807" y="143"/>
                  </a:cubicBezTo>
                  <a:cubicBezTo>
                    <a:pt x="53090" y="143"/>
                    <a:pt x="37500" y="6121"/>
                    <a:pt x="24744" y="17373"/>
                  </a:cubicBezTo>
                  <a:cubicBezTo>
                    <a:pt x="14114" y="26867"/>
                    <a:pt x="8800" y="36009"/>
                    <a:pt x="1004" y="57107"/>
                  </a:cubicBezTo>
                  <a:lnTo>
                    <a:pt x="6319" y="58514"/>
                  </a:lnTo>
                  <a:cubicBezTo>
                    <a:pt x="20847" y="32845"/>
                    <a:pt x="36791" y="21241"/>
                    <a:pt x="59114" y="21241"/>
                  </a:cubicBezTo>
                  <a:cubicBezTo>
                    <a:pt x="82145" y="21241"/>
                    <a:pt x="98090" y="36713"/>
                    <a:pt x="98090" y="58865"/>
                  </a:cubicBezTo>
                  <a:cubicBezTo>
                    <a:pt x="98090" y="71524"/>
                    <a:pt x="92775" y="84183"/>
                    <a:pt x="83917" y="92974"/>
                  </a:cubicBezTo>
                  <a:cubicBezTo>
                    <a:pt x="73287" y="103523"/>
                    <a:pt x="63366" y="108797"/>
                    <a:pt x="39272" y="117236"/>
                  </a:cubicBezTo>
                  <a:lnTo>
                    <a:pt x="39272" y="12180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6" name="Freeform: Shape 4515">
              <a:extLst>
                <a:ext uri="{FF2B5EF4-FFF2-40B4-BE49-F238E27FC236}">
                  <a16:creationId xmlns:a16="http://schemas.microsoft.com/office/drawing/2014/main" id="{65E3DA80-3F2E-B2AA-A73B-4D2940E2B1C0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3334653" y="5894972"/>
              <a:ext cx="160155" cy="242625"/>
            </a:xfrm>
            <a:custGeom>
              <a:avLst/>
              <a:gdLst>
                <a:gd name="connsiteX0" fmla="*/ 81796 w 160155"/>
                <a:gd name="connsiteY0" fmla="*/ 143 h 242625"/>
                <a:gd name="connsiteX1" fmla="*/ 34316 w 160155"/>
                <a:gd name="connsiteY1" fmla="*/ 18428 h 242625"/>
                <a:gd name="connsiteX2" fmla="*/ 301 w 160155"/>
                <a:gd name="connsiteY2" fmla="*/ 119698 h 242625"/>
                <a:gd name="connsiteX3" fmla="*/ 28647 w 160155"/>
                <a:gd name="connsiteY3" fmla="*/ 218858 h 242625"/>
                <a:gd name="connsiteX4" fmla="*/ 80379 w 160155"/>
                <a:gd name="connsiteY4" fmla="*/ 242768 h 242625"/>
                <a:gd name="connsiteX5" fmla="*/ 126441 w 160155"/>
                <a:gd name="connsiteY5" fmla="*/ 224484 h 242625"/>
                <a:gd name="connsiteX6" fmla="*/ 160456 w 160155"/>
                <a:gd name="connsiteY6" fmla="*/ 121807 h 242625"/>
                <a:gd name="connsiteX7" fmla="*/ 81796 w 160155"/>
                <a:gd name="connsiteY7" fmla="*/ 143 h 242625"/>
                <a:gd name="connsiteX8" fmla="*/ 80733 w 160155"/>
                <a:gd name="connsiteY8" fmla="*/ 9285 h 242625"/>
                <a:gd name="connsiteX9" fmla="*/ 126441 w 160155"/>
                <a:gd name="connsiteY9" fmla="*/ 122511 h 242625"/>
                <a:gd name="connsiteX10" fmla="*/ 80379 w 160155"/>
                <a:gd name="connsiteY10" fmla="*/ 233626 h 242625"/>
                <a:gd name="connsiteX11" fmla="*/ 34316 w 160155"/>
                <a:gd name="connsiteY11" fmla="*/ 122862 h 242625"/>
                <a:gd name="connsiteX12" fmla="*/ 80733 w 160155"/>
                <a:gd name="connsiteY12" fmla="*/ 9285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155" h="242625">
                  <a:moveTo>
                    <a:pt x="81796" y="143"/>
                  </a:moveTo>
                  <a:cubicBezTo>
                    <a:pt x="62308" y="143"/>
                    <a:pt x="47426" y="6121"/>
                    <a:pt x="34316" y="18428"/>
                  </a:cubicBezTo>
                  <a:cubicBezTo>
                    <a:pt x="13765" y="38119"/>
                    <a:pt x="301" y="78557"/>
                    <a:pt x="301" y="119698"/>
                  </a:cubicBezTo>
                  <a:cubicBezTo>
                    <a:pt x="301" y="158025"/>
                    <a:pt x="11994" y="199166"/>
                    <a:pt x="28647" y="218858"/>
                  </a:cubicBezTo>
                  <a:cubicBezTo>
                    <a:pt x="41757" y="234329"/>
                    <a:pt x="59828" y="242768"/>
                    <a:pt x="80379" y="242768"/>
                  </a:cubicBezTo>
                  <a:cubicBezTo>
                    <a:pt x="98449" y="242768"/>
                    <a:pt x="113685" y="236791"/>
                    <a:pt x="126441" y="224484"/>
                  </a:cubicBezTo>
                  <a:cubicBezTo>
                    <a:pt x="146992" y="205144"/>
                    <a:pt x="160456" y="164355"/>
                    <a:pt x="160456" y="121807"/>
                  </a:cubicBezTo>
                  <a:cubicBezTo>
                    <a:pt x="160456" y="49723"/>
                    <a:pt x="128213" y="143"/>
                    <a:pt x="81796" y="143"/>
                  </a:cubicBezTo>
                  <a:close/>
                  <a:moveTo>
                    <a:pt x="80733" y="9285"/>
                  </a:moveTo>
                  <a:cubicBezTo>
                    <a:pt x="110496" y="9285"/>
                    <a:pt x="126441" y="49020"/>
                    <a:pt x="126441" y="122511"/>
                  </a:cubicBezTo>
                  <a:cubicBezTo>
                    <a:pt x="126441" y="196002"/>
                    <a:pt x="110851" y="233626"/>
                    <a:pt x="80379" y="233626"/>
                  </a:cubicBezTo>
                  <a:cubicBezTo>
                    <a:pt x="49906" y="233626"/>
                    <a:pt x="34316" y="196002"/>
                    <a:pt x="34316" y="122862"/>
                  </a:cubicBezTo>
                  <a:cubicBezTo>
                    <a:pt x="34316" y="48316"/>
                    <a:pt x="50261" y="9285"/>
                    <a:pt x="80733" y="928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7" name="Freeform: Shape 4516">
              <a:extLst>
                <a:ext uri="{FF2B5EF4-FFF2-40B4-BE49-F238E27FC236}">
                  <a16:creationId xmlns:a16="http://schemas.microsoft.com/office/drawing/2014/main" id="{D590A8BD-BEEA-04F8-97A6-87A196FBAF33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3514606" y="5894972"/>
              <a:ext cx="152006" cy="245438"/>
            </a:xfrm>
            <a:custGeom>
              <a:avLst/>
              <a:gdLst>
                <a:gd name="connsiteX0" fmla="*/ 10581 w 152006"/>
                <a:gd name="connsiteY0" fmla="*/ 245582 h 245438"/>
                <a:gd name="connsiteX1" fmla="*/ 93848 w 152006"/>
                <a:gd name="connsiteY1" fmla="*/ 217099 h 245438"/>
                <a:gd name="connsiteX2" fmla="*/ 152312 w 152006"/>
                <a:gd name="connsiteY2" fmla="*/ 99303 h 245438"/>
                <a:gd name="connsiteX3" fmla="*/ 74006 w 152006"/>
                <a:gd name="connsiteY3" fmla="*/ 143 h 245438"/>
                <a:gd name="connsiteX4" fmla="*/ 306 w 152006"/>
                <a:gd name="connsiteY4" fmla="*/ 83128 h 245438"/>
                <a:gd name="connsiteX5" fmla="*/ 64084 w 152006"/>
                <a:gd name="connsiteY5" fmla="*/ 154509 h 245438"/>
                <a:gd name="connsiteX6" fmla="*/ 117233 w 152006"/>
                <a:gd name="connsiteY6" fmla="*/ 134466 h 245438"/>
                <a:gd name="connsiteX7" fmla="*/ 9518 w 152006"/>
                <a:gd name="connsiteY7" fmla="*/ 238549 h 245438"/>
                <a:gd name="connsiteX8" fmla="*/ 10581 w 152006"/>
                <a:gd name="connsiteY8" fmla="*/ 245582 h 245438"/>
                <a:gd name="connsiteX9" fmla="*/ 117942 w 152006"/>
                <a:gd name="connsiteY9" fmla="*/ 113017 h 245438"/>
                <a:gd name="connsiteX10" fmla="*/ 112627 w 152006"/>
                <a:gd name="connsiteY10" fmla="*/ 126379 h 245438"/>
                <a:gd name="connsiteX11" fmla="*/ 76840 w 152006"/>
                <a:gd name="connsiteY11" fmla="*/ 139389 h 245438"/>
                <a:gd name="connsiteX12" fmla="*/ 32904 w 152006"/>
                <a:gd name="connsiteY12" fmla="*/ 71172 h 245438"/>
                <a:gd name="connsiteX13" fmla="*/ 46014 w 152006"/>
                <a:gd name="connsiteY13" fmla="*/ 20889 h 245438"/>
                <a:gd name="connsiteX14" fmla="*/ 71171 w 152006"/>
                <a:gd name="connsiteY14" fmla="*/ 9989 h 245438"/>
                <a:gd name="connsiteX15" fmla="*/ 117942 w 152006"/>
                <a:gd name="connsiteY15" fmla="*/ 99303 h 245438"/>
                <a:gd name="connsiteX16" fmla="*/ 117942 w 152006"/>
                <a:gd name="connsiteY16" fmla="*/ 113017 h 24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006" h="245438">
                  <a:moveTo>
                    <a:pt x="10581" y="245582"/>
                  </a:moveTo>
                  <a:cubicBezTo>
                    <a:pt x="50266" y="241010"/>
                    <a:pt x="69754" y="234329"/>
                    <a:pt x="93848" y="217099"/>
                  </a:cubicBezTo>
                  <a:cubicBezTo>
                    <a:pt x="130698" y="190375"/>
                    <a:pt x="152312" y="146773"/>
                    <a:pt x="152312" y="99303"/>
                  </a:cubicBezTo>
                  <a:cubicBezTo>
                    <a:pt x="152312" y="41284"/>
                    <a:pt x="119714" y="143"/>
                    <a:pt x="74006" y="143"/>
                  </a:cubicBezTo>
                  <a:cubicBezTo>
                    <a:pt x="31841" y="143"/>
                    <a:pt x="306" y="35658"/>
                    <a:pt x="306" y="83128"/>
                  </a:cubicBezTo>
                  <a:cubicBezTo>
                    <a:pt x="306" y="126027"/>
                    <a:pt x="25817" y="154509"/>
                    <a:pt x="64084" y="154509"/>
                  </a:cubicBezTo>
                  <a:cubicBezTo>
                    <a:pt x="83572" y="154509"/>
                    <a:pt x="98454" y="148883"/>
                    <a:pt x="117233" y="134466"/>
                  </a:cubicBezTo>
                  <a:cubicBezTo>
                    <a:pt x="102706" y="191782"/>
                    <a:pt x="63376" y="229407"/>
                    <a:pt x="9518" y="238549"/>
                  </a:cubicBezTo>
                  <a:lnTo>
                    <a:pt x="10581" y="245582"/>
                  </a:lnTo>
                  <a:close/>
                  <a:moveTo>
                    <a:pt x="117942" y="113017"/>
                  </a:moveTo>
                  <a:cubicBezTo>
                    <a:pt x="117942" y="120049"/>
                    <a:pt x="116525" y="123214"/>
                    <a:pt x="112627" y="126379"/>
                  </a:cubicBezTo>
                  <a:cubicBezTo>
                    <a:pt x="102706" y="134818"/>
                    <a:pt x="89596" y="139389"/>
                    <a:pt x="76840" y="139389"/>
                  </a:cubicBezTo>
                  <a:cubicBezTo>
                    <a:pt x="49911" y="139389"/>
                    <a:pt x="32904" y="113017"/>
                    <a:pt x="32904" y="71172"/>
                  </a:cubicBezTo>
                  <a:cubicBezTo>
                    <a:pt x="32904" y="51130"/>
                    <a:pt x="38573" y="30032"/>
                    <a:pt x="46014" y="20889"/>
                  </a:cubicBezTo>
                  <a:cubicBezTo>
                    <a:pt x="52037" y="13857"/>
                    <a:pt x="60896" y="9989"/>
                    <a:pt x="71171" y="9989"/>
                  </a:cubicBezTo>
                  <a:cubicBezTo>
                    <a:pt x="101997" y="9989"/>
                    <a:pt x="117942" y="40229"/>
                    <a:pt x="117942" y="99303"/>
                  </a:cubicBezTo>
                  <a:lnTo>
                    <a:pt x="117942" y="11301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8" name="Freeform: Shape 4517">
              <a:extLst>
                <a:ext uri="{FF2B5EF4-FFF2-40B4-BE49-F238E27FC236}">
                  <a16:creationId xmlns:a16="http://schemas.microsoft.com/office/drawing/2014/main" id="{F925716A-A8CE-DC5A-86E2-C3E3E53F43BF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3690308" y="5894972"/>
              <a:ext cx="160155" cy="242625"/>
            </a:xfrm>
            <a:custGeom>
              <a:avLst/>
              <a:gdLst>
                <a:gd name="connsiteX0" fmla="*/ 81806 w 160155"/>
                <a:gd name="connsiteY0" fmla="*/ 143 h 242625"/>
                <a:gd name="connsiteX1" fmla="*/ 34326 w 160155"/>
                <a:gd name="connsiteY1" fmla="*/ 18428 h 242625"/>
                <a:gd name="connsiteX2" fmla="*/ 311 w 160155"/>
                <a:gd name="connsiteY2" fmla="*/ 119698 h 242625"/>
                <a:gd name="connsiteX3" fmla="*/ 28657 w 160155"/>
                <a:gd name="connsiteY3" fmla="*/ 218858 h 242625"/>
                <a:gd name="connsiteX4" fmla="*/ 80389 w 160155"/>
                <a:gd name="connsiteY4" fmla="*/ 242768 h 242625"/>
                <a:gd name="connsiteX5" fmla="*/ 126451 w 160155"/>
                <a:gd name="connsiteY5" fmla="*/ 224484 h 242625"/>
                <a:gd name="connsiteX6" fmla="*/ 160466 w 160155"/>
                <a:gd name="connsiteY6" fmla="*/ 121807 h 242625"/>
                <a:gd name="connsiteX7" fmla="*/ 81806 w 160155"/>
                <a:gd name="connsiteY7" fmla="*/ 143 h 242625"/>
                <a:gd name="connsiteX8" fmla="*/ 80743 w 160155"/>
                <a:gd name="connsiteY8" fmla="*/ 9285 h 242625"/>
                <a:gd name="connsiteX9" fmla="*/ 126451 w 160155"/>
                <a:gd name="connsiteY9" fmla="*/ 122511 h 242625"/>
                <a:gd name="connsiteX10" fmla="*/ 80389 w 160155"/>
                <a:gd name="connsiteY10" fmla="*/ 233626 h 242625"/>
                <a:gd name="connsiteX11" fmla="*/ 34326 w 160155"/>
                <a:gd name="connsiteY11" fmla="*/ 122862 h 242625"/>
                <a:gd name="connsiteX12" fmla="*/ 80743 w 160155"/>
                <a:gd name="connsiteY12" fmla="*/ 9285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155" h="242625">
                  <a:moveTo>
                    <a:pt x="81806" y="143"/>
                  </a:moveTo>
                  <a:cubicBezTo>
                    <a:pt x="62318" y="143"/>
                    <a:pt x="47436" y="6121"/>
                    <a:pt x="34326" y="18428"/>
                  </a:cubicBezTo>
                  <a:cubicBezTo>
                    <a:pt x="13775" y="38119"/>
                    <a:pt x="311" y="78557"/>
                    <a:pt x="311" y="119698"/>
                  </a:cubicBezTo>
                  <a:cubicBezTo>
                    <a:pt x="311" y="158025"/>
                    <a:pt x="12003" y="199166"/>
                    <a:pt x="28657" y="218858"/>
                  </a:cubicBezTo>
                  <a:cubicBezTo>
                    <a:pt x="41767" y="234329"/>
                    <a:pt x="59838" y="242768"/>
                    <a:pt x="80389" y="242768"/>
                  </a:cubicBezTo>
                  <a:cubicBezTo>
                    <a:pt x="98459" y="242768"/>
                    <a:pt x="113695" y="236791"/>
                    <a:pt x="126451" y="224484"/>
                  </a:cubicBezTo>
                  <a:cubicBezTo>
                    <a:pt x="147002" y="205144"/>
                    <a:pt x="160466" y="164355"/>
                    <a:pt x="160466" y="121807"/>
                  </a:cubicBezTo>
                  <a:cubicBezTo>
                    <a:pt x="160466" y="49723"/>
                    <a:pt x="128223" y="143"/>
                    <a:pt x="81806" y="143"/>
                  </a:cubicBezTo>
                  <a:close/>
                  <a:moveTo>
                    <a:pt x="80743" y="9285"/>
                  </a:moveTo>
                  <a:cubicBezTo>
                    <a:pt x="110506" y="9285"/>
                    <a:pt x="126451" y="49020"/>
                    <a:pt x="126451" y="122511"/>
                  </a:cubicBezTo>
                  <a:cubicBezTo>
                    <a:pt x="126451" y="196002"/>
                    <a:pt x="110861" y="233626"/>
                    <a:pt x="80389" y="233626"/>
                  </a:cubicBezTo>
                  <a:cubicBezTo>
                    <a:pt x="49916" y="233626"/>
                    <a:pt x="34326" y="196002"/>
                    <a:pt x="34326" y="122862"/>
                  </a:cubicBezTo>
                  <a:cubicBezTo>
                    <a:pt x="34326" y="48316"/>
                    <a:pt x="50271" y="9285"/>
                    <a:pt x="80743" y="9285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9" name="Freeform: Shape 4518">
              <a:extLst>
                <a:ext uri="{FF2B5EF4-FFF2-40B4-BE49-F238E27FC236}">
                  <a16:creationId xmlns:a16="http://schemas.microsoft.com/office/drawing/2014/main" id="{0CA1DC64-9EF8-C455-B87C-E4283B41BBD2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8177048" y="6902870"/>
              <a:ext cx="235627" cy="234186"/>
            </a:xfrm>
            <a:custGeom>
              <a:avLst/>
              <a:gdLst>
                <a:gd name="connsiteX0" fmla="*/ 125233 w 235627"/>
                <a:gd name="connsiteY0" fmla="*/ 124296 h 234186"/>
                <a:gd name="connsiteX1" fmla="*/ 224090 w 235627"/>
                <a:gd name="connsiteY1" fmla="*/ 124296 h 234186"/>
                <a:gd name="connsiteX2" fmla="*/ 235783 w 235627"/>
                <a:gd name="connsiteY2" fmla="*/ 117264 h 234186"/>
                <a:gd name="connsiteX3" fmla="*/ 224090 w 235627"/>
                <a:gd name="connsiteY3" fmla="*/ 110231 h 234186"/>
                <a:gd name="connsiteX4" fmla="*/ 125233 w 235627"/>
                <a:gd name="connsiteY4" fmla="*/ 110231 h 234186"/>
                <a:gd name="connsiteX5" fmla="*/ 125233 w 235627"/>
                <a:gd name="connsiteY5" fmla="*/ 11774 h 234186"/>
                <a:gd name="connsiteX6" fmla="*/ 118147 w 235627"/>
                <a:gd name="connsiteY6" fmla="*/ 171 h 234186"/>
                <a:gd name="connsiteX7" fmla="*/ 111060 w 235627"/>
                <a:gd name="connsiteY7" fmla="*/ 11774 h 234186"/>
                <a:gd name="connsiteX8" fmla="*/ 111060 w 235627"/>
                <a:gd name="connsiteY8" fmla="*/ 110231 h 234186"/>
                <a:gd name="connsiteX9" fmla="*/ 11849 w 235627"/>
                <a:gd name="connsiteY9" fmla="*/ 110231 h 234186"/>
                <a:gd name="connsiteX10" fmla="*/ 156 w 235627"/>
                <a:gd name="connsiteY10" fmla="*/ 117264 h 234186"/>
                <a:gd name="connsiteX11" fmla="*/ 11849 w 235627"/>
                <a:gd name="connsiteY11" fmla="*/ 124296 h 234186"/>
                <a:gd name="connsiteX12" fmla="*/ 111060 w 235627"/>
                <a:gd name="connsiteY12" fmla="*/ 124296 h 234186"/>
                <a:gd name="connsiteX13" fmla="*/ 111060 w 235627"/>
                <a:gd name="connsiteY13" fmla="*/ 222753 h 234186"/>
                <a:gd name="connsiteX14" fmla="*/ 118147 w 235627"/>
                <a:gd name="connsiteY14" fmla="*/ 234357 h 234186"/>
                <a:gd name="connsiteX15" fmla="*/ 125233 w 235627"/>
                <a:gd name="connsiteY15" fmla="*/ 222753 h 234186"/>
                <a:gd name="connsiteX16" fmla="*/ 125233 w 235627"/>
                <a:gd name="connsiteY16" fmla="*/ 124296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627" h="234186">
                  <a:moveTo>
                    <a:pt x="125233" y="124296"/>
                  </a:moveTo>
                  <a:lnTo>
                    <a:pt x="224090" y="124296"/>
                  </a:lnTo>
                  <a:cubicBezTo>
                    <a:pt x="229051" y="124296"/>
                    <a:pt x="235783" y="124296"/>
                    <a:pt x="235783" y="117264"/>
                  </a:cubicBezTo>
                  <a:cubicBezTo>
                    <a:pt x="235783" y="110231"/>
                    <a:pt x="229051" y="110231"/>
                    <a:pt x="224090" y="110231"/>
                  </a:cubicBezTo>
                  <a:lnTo>
                    <a:pt x="125233" y="110231"/>
                  </a:lnTo>
                  <a:lnTo>
                    <a:pt x="125233" y="11774"/>
                  </a:lnTo>
                  <a:cubicBezTo>
                    <a:pt x="125233" y="6852"/>
                    <a:pt x="125233" y="171"/>
                    <a:pt x="118147" y="171"/>
                  </a:cubicBezTo>
                  <a:cubicBezTo>
                    <a:pt x="111060" y="171"/>
                    <a:pt x="111060" y="6852"/>
                    <a:pt x="111060" y="11774"/>
                  </a:cubicBezTo>
                  <a:lnTo>
                    <a:pt x="111060" y="110231"/>
                  </a:lnTo>
                  <a:lnTo>
                    <a:pt x="11849" y="110231"/>
                  </a:lnTo>
                  <a:cubicBezTo>
                    <a:pt x="6888" y="110231"/>
                    <a:pt x="156" y="110231"/>
                    <a:pt x="156" y="117264"/>
                  </a:cubicBezTo>
                  <a:cubicBezTo>
                    <a:pt x="156" y="124296"/>
                    <a:pt x="6888" y="124296"/>
                    <a:pt x="11849" y="124296"/>
                  </a:cubicBezTo>
                  <a:lnTo>
                    <a:pt x="111060" y="124296"/>
                  </a:lnTo>
                  <a:lnTo>
                    <a:pt x="111060" y="222753"/>
                  </a:lnTo>
                  <a:cubicBezTo>
                    <a:pt x="111060" y="227676"/>
                    <a:pt x="111060" y="234357"/>
                    <a:pt x="118147" y="234357"/>
                  </a:cubicBezTo>
                  <a:cubicBezTo>
                    <a:pt x="125233" y="234357"/>
                    <a:pt x="125233" y="227676"/>
                    <a:pt x="125233" y="222753"/>
                  </a:cubicBezTo>
                  <a:lnTo>
                    <a:pt x="125233" y="12429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0" name="Freeform: Shape 4519">
              <a:extLst>
                <a:ext uri="{FF2B5EF4-FFF2-40B4-BE49-F238E27FC236}">
                  <a16:creationId xmlns:a16="http://schemas.microsoft.com/office/drawing/2014/main" id="{7B9D647A-1674-E9D9-7429-E054F10D6EC1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8598410" y="6605204"/>
              <a:ext cx="82203" cy="351631"/>
            </a:xfrm>
            <a:custGeom>
              <a:avLst/>
              <a:gdLst>
                <a:gd name="connsiteX0" fmla="*/ 82371 w 82203"/>
                <a:gd name="connsiteY0" fmla="*/ 348279 h 351631"/>
                <a:gd name="connsiteX1" fmla="*/ 76348 w 82203"/>
                <a:gd name="connsiteY1" fmla="*/ 340543 h 351631"/>
                <a:gd name="connsiteX2" fmla="*/ 20718 w 82203"/>
                <a:gd name="connsiteY2" fmla="*/ 175979 h 351631"/>
                <a:gd name="connsiteX3" fmla="*/ 77765 w 82203"/>
                <a:gd name="connsiteY3" fmla="*/ 9658 h 351631"/>
                <a:gd name="connsiteX4" fmla="*/ 82371 w 82203"/>
                <a:gd name="connsiteY4" fmla="*/ 3680 h 351631"/>
                <a:gd name="connsiteX5" fmla="*/ 78828 w 82203"/>
                <a:gd name="connsiteY5" fmla="*/ 164 h 351631"/>
                <a:gd name="connsiteX6" fmla="*/ 22490 w 82203"/>
                <a:gd name="connsiteY6" fmla="*/ 68732 h 351631"/>
                <a:gd name="connsiteX7" fmla="*/ 167 w 82203"/>
                <a:gd name="connsiteY7" fmla="*/ 175979 h 351631"/>
                <a:gd name="connsiteX8" fmla="*/ 23553 w 82203"/>
                <a:gd name="connsiteY8" fmla="*/ 285688 h 351631"/>
                <a:gd name="connsiteX9" fmla="*/ 78828 w 82203"/>
                <a:gd name="connsiteY9" fmla="*/ 351795 h 351631"/>
                <a:gd name="connsiteX10" fmla="*/ 82371 w 82203"/>
                <a:gd name="connsiteY10" fmla="*/ 3482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1" y="348279"/>
                  </a:moveTo>
                  <a:cubicBezTo>
                    <a:pt x="82371" y="347224"/>
                    <a:pt x="82371" y="346520"/>
                    <a:pt x="76348" y="340543"/>
                  </a:cubicBezTo>
                  <a:cubicBezTo>
                    <a:pt x="32057" y="296237"/>
                    <a:pt x="20718" y="229779"/>
                    <a:pt x="20718" y="175979"/>
                  </a:cubicBezTo>
                  <a:cubicBezTo>
                    <a:pt x="20718" y="114796"/>
                    <a:pt x="34183" y="53612"/>
                    <a:pt x="77765" y="9658"/>
                  </a:cubicBezTo>
                  <a:cubicBezTo>
                    <a:pt x="82371" y="5438"/>
                    <a:pt x="82371" y="4735"/>
                    <a:pt x="82371" y="3680"/>
                  </a:cubicBezTo>
                  <a:cubicBezTo>
                    <a:pt x="82371" y="1219"/>
                    <a:pt x="80954" y="164"/>
                    <a:pt x="78828" y="164"/>
                  </a:cubicBezTo>
                  <a:cubicBezTo>
                    <a:pt x="75285" y="164"/>
                    <a:pt x="43395" y="24075"/>
                    <a:pt x="22490" y="68732"/>
                  </a:cubicBezTo>
                  <a:cubicBezTo>
                    <a:pt x="4419" y="107411"/>
                    <a:pt x="167" y="146442"/>
                    <a:pt x="167" y="175979"/>
                  </a:cubicBezTo>
                  <a:cubicBezTo>
                    <a:pt x="167" y="203407"/>
                    <a:pt x="4065" y="245954"/>
                    <a:pt x="23553" y="285688"/>
                  </a:cubicBezTo>
                  <a:cubicBezTo>
                    <a:pt x="44812" y="328939"/>
                    <a:pt x="75285" y="351795"/>
                    <a:pt x="78828" y="351795"/>
                  </a:cubicBezTo>
                  <a:cubicBezTo>
                    <a:pt x="80954" y="351795"/>
                    <a:pt x="82371" y="350740"/>
                    <a:pt x="82371" y="3482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1" name="Freeform: Shape 4520">
              <a:extLst>
                <a:ext uri="{FF2B5EF4-FFF2-40B4-BE49-F238E27FC236}">
                  <a16:creationId xmlns:a16="http://schemas.microsoft.com/office/drawing/2014/main" id="{C39105AC-75FB-DAF6-5F51-695E992C1740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8691755" y="6713858"/>
              <a:ext cx="167950" cy="158937"/>
            </a:xfrm>
            <a:custGeom>
              <a:avLst/>
              <a:gdLst>
                <a:gd name="connsiteX0" fmla="*/ 152177 w 167950"/>
                <a:gd name="connsiteY0" fmla="*/ 116202 h 158937"/>
                <a:gd name="connsiteX1" fmla="*/ 144382 w 167950"/>
                <a:gd name="connsiteY1" fmla="*/ 125696 h 158937"/>
                <a:gd name="connsiteX2" fmla="*/ 128083 w 167950"/>
                <a:gd name="connsiteY2" fmla="*/ 139761 h 158937"/>
                <a:gd name="connsiteX3" fmla="*/ 117099 w 167950"/>
                <a:gd name="connsiteY3" fmla="*/ 125344 h 158937"/>
                <a:gd name="connsiteX4" fmla="*/ 115682 w 167950"/>
                <a:gd name="connsiteY4" fmla="*/ 119367 h 158937"/>
                <a:gd name="connsiteX5" fmla="*/ 102926 w 167950"/>
                <a:gd name="connsiteY5" fmla="*/ 62402 h 158937"/>
                <a:gd name="connsiteX6" fmla="*/ 137650 w 167950"/>
                <a:gd name="connsiteY6" fmla="*/ 19855 h 158937"/>
                <a:gd name="connsiteX7" fmla="*/ 146154 w 167950"/>
                <a:gd name="connsiteY7" fmla="*/ 22668 h 158937"/>
                <a:gd name="connsiteX8" fmla="*/ 155721 w 167950"/>
                <a:gd name="connsiteY8" fmla="*/ 25833 h 158937"/>
                <a:gd name="connsiteX9" fmla="*/ 168122 w 167950"/>
                <a:gd name="connsiteY9" fmla="*/ 13174 h 158937"/>
                <a:gd name="connsiteX10" fmla="*/ 153595 w 167950"/>
                <a:gd name="connsiteY10" fmla="*/ 164 h 158937"/>
                <a:gd name="connsiteX11" fmla="*/ 100091 w 167950"/>
                <a:gd name="connsiteY11" fmla="*/ 50447 h 158937"/>
                <a:gd name="connsiteX12" fmla="*/ 96194 w 167950"/>
                <a:gd name="connsiteY12" fmla="*/ 31107 h 158937"/>
                <a:gd name="connsiteX13" fmla="*/ 77769 w 167950"/>
                <a:gd name="connsiteY13" fmla="*/ 164 h 158937"/>
                <a:gd name="connsiteX14" fmla="*/ 36312 w 167950"/>
                <a:gd name="connsiteY14" fmla="*/ 10361 h 158937"/>
                <a:gd name="connsiteX15" fmla="*/ 32415 w 167950"/>
                <a:gd name="connsiteY15" fmla="*/ 11768 h 158937"/>
                <a:gd name="connsiteX16" fmla="*/ 33832 w 167950"/>
                <a:gd name="connsiteY16" fmla="*/ 17042 h 158937"/>
                <a:gd name="connsiteX17" fmla="*/ 53674 w 167950"/>
                <a:gd name="connsiteY17" fmla="*/ 13174 h 158937"/>
                <a:gd name="connsiteX18" fmla="*/ 69619 w 167950"/>
                <a:gd name="connsiteY18" fmla="*/ 37437 h 158937"/>
                <a:gd name="connsiteX19" fmla="*/ 79895 w 167950"/>
                <a:gd name="connsiteY19" fmla="*/ 80687 h 158937"/>
                <a:gd name="connsiteX20" fmla="*/ 50840 w 167950"/>
                <a:gd name="connsiteY20" fmla="*/ 121828 h 158937"/>
                <a:gd name="connsiteX21" fmla="*/ 32769 w 167950"/>
                <a:gd name="connsiteY21" fmla="*/ 138706 h 158937"/>
                <a:gd name="connsiteX22" fmla="*/ 23557 w 167950"/>
                <a:gd name="connsiteY22" fmla="*/ 135542 h 158937"/>
                <a:gd name="connsiteX23" fmla="*/ 12218 w 167950"/>
                <a:gd name="connsiteY23" fmla="*/ 132025 h 158937"/>
                <a:gd name="connsiteX24" fmla="*/ 171 w 167950"/>
                <a:gd name="connsiteY24" fmla="*/ 144333 h 158937"/>
                <a:gd name="connsiteX25" fmla="*/ 17888 w 167950"/>
                <a:gd name="connsiteY25" fmla="*/ 159101 h 158937"/>
                <a:gd name="connsiteX26" fmla="*/ 50840 w 167950"/>
                <a:gd name="connsiteY26" fmla="*/ 134487 h 158937"/>
                <a:gd name="connsiteX27" fmla="*/ 82729 w 167950"/>
                <a:gd name="connsiteY27" fmla="*/ 93346 h 158937"/>
                <a:gd name="connsiteX28" fmla="*/ 93359 w 167950"/>
                <a:gd name="connsiteY28" fmla="*/ 135542 h 158937"/>
                <a:gd name="connsiteX29" fmla="*/ 113910 w 167950"/>
                <a:gd name="connsiteY29" fmla="*/ 159101 h 158937"/>
                <a:gd name="connsiteX30" fmla="*/ 157138 w 167950"/>
                <a:gd name="connsiteY30" fmla="*/ 119015 h 158937"/>
                <a:gd name="connsiteX31" fmla="*/ 152177 w 167950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177" y="116202"/>
                  </a:moveTo>
                  <a:cubicBezTo>
                    <a:pt x="149343" y="119367"/>
                    <a:pt x="147571" y="121477"/>
                    <a:pt x="144382" y="125696"/>
                  </a:cubicBezTo>
                  <a:cubicBezTo>
                    <a:pt x="136233" y="136245"/>
                    <a:pt x="131981" y="139761"/>
                    <a:pt x="128083" y="139761"/>
                  </a:cubicBezTo>
                  <a:cubicBezTo>
                    <a:pt x="122768" y="139761"/>
                    <a:pt x="119579" y="135190"/>
                    <a:pt x="117099" y="125344"/>
                  </a:cubicBezTo>
                  <a:cubicBezTo>
                    <a:pt x="116390" y="122531"/>
                    <a:pt x="116036" y="120422"/>
                    <a:pt x="115682" y="119367"/>
                  </a:cubicBezTo>
                  <a:cubicBezTo>
                    <a:pt x="106823" y="83852"/>
                    <a:pt x="102926" y="67677"/>
                    <a:pt x="102926" y="62402"/>
                  </a:cubicBezTo>
                  <a:cubicBezTo>
                    <a:pt x="118516" y="35327"/>
                    <a:pt x="131272" y="19855"/>
                    <a:pt x="137650" y="19855"/>
                  </a:cubicBezTo>
                  <a:cubicBezTo>
                    <a:pt x="139776" y="19855"/>
                    <a:pt x="142610" y="20910"/>
                    <a:pt x="146154" y="22668"/>
                  </a:cubicBezTo>
                  <a:cubicBezTo>
                    <a:pt x="150406" y="25130"/>
                    <a:pt x="152886" y="25833"/>
                    <a:pt x="155721" y="25833"/>
                  </a:cubicBezTo>
                  <a:cubicBezTo>
                    <a:pt x="163161" y="25833"/>
                    <a:pt x="168122" y="20558"/>
                    <a:pt x="168122" y="13174"/>
                  </a:cubicBezTo>
                  <a:cubicBezTo>
                    <a:pt x="168122" y="5790"/>
                    <a:pt x="162098" y="164"/>
                    <a:pt x="153595" y="164"/>
                  </a:cubicBezTo>
                  <a:cubicBezTo>
                    <a:pt x="138004" y="164"/>
                    <a:pt x="124540" y="12822"/>
                    <a:pt x="100091" y="50447"/>
                  </a:cubicBezTo>
                  <a:lnTo>
                    <a:pt x="96194" y="31107"/>
                  </a:lnTo>
                  <a:cubicBezTo>
                    <a:pt x="91233" y="7196"/>
                    <a:pt x="87336" y="164"/>
                    <a:pt x="77769" y="164"/>
                  </a:cubicBezTo>
                  <a:cubicBezTo>
                    <a:pt x="69973" y="164"/>
                    <a:pt x="57926" y="3328"/>
                    <a:pt x="36312" y="10361"/>
                  </a:cubicBezTo>
                  <a:lnTo>
                    <a:pt x="32415" y="11768"/>
                  </a:lnTo>
                  <a:lnTo>
                    <a:pt x="33832" y="17042"/>
                  </a:lnTo>
                  <a:cubicBezTo>
                    <a:pt x="47297" y="13877"/>
                    <a:pt x="50486" y="13174"/>
                    <a:pt x="53674" y="13174"/>
                  </a:cubicBezTo>
                  <a:cubicBezTo>
                    <a:pt x="62533" y="13174"/>
                    <a:pt x="64659" y="16339"/>
                    <a:pt x="69619" y="37437"/>
                  </a:cubicBezTo>
                  <a:lnTo>
                    <a:pt x="79895" y="80687"/>
                  </a:lnTo>
                  <a:lnTo>
                    <a:pt x="50840" y="121828"/>
                  </a:lnTo>
                  <a:cubicBezTo>
                    <a:pt x="43753" y="132377"/>
                    <a:pt x="36667" y="138706"/>
                    <a:pt x="32769" y="138706"/>
                  </a:cubicBezTo>
                  <a:cubicBezTo>
                    <a:pt x="30643" y="138706"/>
                    <a:pt x="27100" y="137652"/>
                    <a:pt x="23557" y="135542"/>
                  </a:cubicBezTo>
                  <a:cubicBezTo>
                    <a:pt x="18950" y="133080"/>
                    <a:pt x="15053" y="132025"/>
                    <a:pt x="12218" y="132025"/>
                  </a:cubicBezTo>
                  <a:cubicBezTo>
                    <a:pt x="5486" y="132025"/>
                    <a:pt x="171" y="137300"/>
                    <a:pt x="171" y="144333"/>
                  </a:cubicBezTo>
                  <a:cubicBezTo>
                    <a:pt x="171" y="153475"/>
                    <a:pt x="7258" y="159101"/>
                    <a:pt x="17888" y="159101"/>
                  </a:cubicBezTo>
                  <a:cubicBezTo>
                    <a:pt x="28872" y="159101"/>
                    <a:pt x="33124" y="155936"/>
                    <a:pt x="50840" y="134487"/>
                  </a:cubicBezTo>
                  <a:cubicBezTo>
                    <a:pt x="60407" y="123235"/>
                    <a:pt x="67848" y="113741"/>
                    <a:pt x="82729" y="93346"/>
                  </a:cubicBezTo>
                  <a:lnTo>
                    <a:pt x="93359" y="135542"/>
                  </a:lnTo>
                  <a:cubicBezTo>
                    <a:pt x="97965" y="153475"/>
                    <a:pt x="102572" y="159101"/>
                    <a:pt x="113910" y="159101"/>
                  </a:cubicBezTo>
                  <a:cubicBezTo>
                    <a:pt x="127374" y="159101"/>
                    <a:pt x="136587" y="150662"/>
                    <a:pt x="157138" y="119015"/>
                  </a:cubicBezTo>
                  <a:lnTo>
                    <a:pt x="152177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2" name="Freeform: Shape 4521">
              <a:extLst>
                <a:ext uri="{FF2B5EF4-FFF2-40B4-BE49-F238E27FC236}">
                  <a16:creationId xmlns:a16="http://schemas.microsoft.com/office/drawing/2014/main" id="{D0AAC896-646C-C617-70C0-783AB190D380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8939098" y="6773987"/>
              <a:ext cx="216493" cy="14065"/>
            </a:xfrm>
            <a:custGeom>
              <a:avLst/>
              <a:gdLst>
                <a:gd name="connsiteX0" fmla="*/ 204269 w 216493"/>
                <a:gd name="connsiteY0" fmla="*/ 14229 h 14065"/>
                <a:gd name="connsiteX1" fmla="*/ 216671 w 216493"/>
                <a:gd name="connsiteY1" fmla="*/ 7196 h 14065"/>
                <a:gd name="connsiteX2" fmla="*/ 204269 w 216493"/>
                <a:gd name="connsiteY2" fmla="*/ 164 h 14065"/>
                <a:gd name="connsiteX3" fmla="*/ 12578 w 216493"/>
                <a:gd name="connsiteY3" fmla="*/ 164 h 14065"/>
                <a:gd name="connsiteX4" fmla="*/ 177 w 216493"/>
                <a:gd name="connsiteY4" fmla="*/ 7196 h 14065"/>
                <a:gd name="connsiteX5" fmla="*/ 12578 w 216493"/>
                <a:gd name="connsiteY5" fmla="*/ 14229 h 14065"/>
                <a:gd name="connsiteX6" fmla="*/ 204269 w 216493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69" y="14229"/>
                  </a:moveTo>
                  <a:cubicBezTo>
                    <a:pt x="210293" y="14229"/>
                    <a:pt x="216671" y="14229"/>
                    <a:pt x="216671" y="7196"/>
                  </a:cubicBezTo>
                  <a:cubicBezTo>
                    <a:pt x="216671" y="164"/>
                    <a:pt x="210293" y="164"/>
                    <a:pt x="204269" y="164"/>
                  </a:cubicBezTo>
                  <a:lnTo>
                    <a:pt x="12578" y="164"/>
                  </a:lnTo>
                  <a:cubicBezTo>
                    <a:pt x="6555" y="164"/>
                    <a:pt x="177" y="164"/>
                    <a:pt x="177" y="7196"/>
                  </a:cubicBezTo>
                  <a:cubicBezTo>
                    <a:pt x="177" y="14229"/>
                    <a:pt x="6555" y="14229"/>
                    <a:pt x="12578" y="14229"/>
                  </a:cubicBezTo>
                  <a:lnTo>
                    <a:pt x="204269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3" name="Freeform: Shape 4522">
              <a:extLst>
                <a:ext uri="{FF2B5EF4-FFF2-40B4-BE49-F238E27FC236}">
                  <a16:creationId xmlns:a16="http://schemas.microsoft.com/office/drawing/2014/main" id="{4BB5AB37-95BD-295A-D822-45433094292A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9274756" y="6631225"/>
              <a:ext cx="100274" cy="237702"/>
            </a:xfrm>
            <a:custGeom>
              <a:avLst/>
              <a:gdLst>
                <a:gd name="connsiteX0" fmla="*/ 63965 w 100274"/>
                <a:gd name="connsiteY0" fmla="*/ 164 h 237702"/>
                <a:gd name="connsiteX1" fmla="*/ 186 w 100274"/>
                <a:gd name="connsiteY1" fmla="*/ 32162 h 237702"/>
                <a:gd name="connsiteX2" fmla="*/ 186 w 100274"/>
                <a:gd name="connsiteY2" fmla="*/ 37085 h 237702"/>
                <a:gd name="connsiteX3" fmla="*/ 9753 w 100274"/>
                <a:gd name="connsiteY3" fmla="*/ 33217 h 237702"/>
                <a:gd name="connsiteX4" fmla="*/ 25698 w 100274"/>
                <a:gd name="connsiteY4" fmla="*/ 29349 h 237702"/>
                <a:gd name="connsiteX5" fmla="*/ 36327 w 100274"/>
                <a:gd name="connsiteY5" fmla="*/ 45876 h 237702"/>
                <a:gd name="connsiteX6" fmla="*/ 36327 w 100274"/>
                <a:gd name="connsiteY6" fmla="*/ 205165 h 237702"/>
                <a:gd name="connsiteX7" fmla="*/ 27824 w 100274"/>
                <a:gd name="connsiteY7" fmla="*/ 228021 h 237702"/>
                <a:gd name="connsiteX8" fmla="*/ 2666 w 100274"/>
                <a:gd name="connsiteY8" fmla="*/ 232592 h 237702"/>
                <a:gd name="connsiteX9" fmla="*/ 2666 w 100274"/>
                <a:gd name="connsiteY9" fmla="*/ 237866 h 237702"/>
                <a:gd name="connsiteX10" fmla="*/ 100461 w 100274"/>
                <a:gd name="connsiteY10" fmla="*/ 237866 h 237702"/>
                <a:gd name="connsiteX11" fmla="*/ 100461 w 100274"/>
                <a:gd name="connsiteY11" fmla="*/ 232592 h 237702"/>
                <a:gd name="connsiteX12" fmla="*/ 66800 w 100274"/>
                <a:gd name="connsiteY12" fmla="*/ 211846 h 237702"/>
                <a:gd name="connsiteX13" fmla="*/ 66800 w 100274"/>
                <a:gd name="connsiteY13" fmla="*/ 867 h 237702"/>
                <a:gd name="connsiteX14" fmla="*/ 63965 w 100274"/>
                <a:gd name="connsiteY14" fmla="*/ 164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5" y="164"/>
                  </a:moveTo>
                  <a:lnTo>
                    <a:pt x="186" y="32162"/>
                  </a:lnTo>
                  <a:lnTo>
                    <a:pt x="186" y="37085"/>
                  </a:lnTo>
                  <a:cubicBezTo>
                    <a:pt x="4438" y="35327"/>
                    <a:pt x="8336" y="33920"/>
                    <a:pt x="9753" y="33217"/>
                  </a:cubicBezTo>
                  <a:cubicBezTo>
                    <a:pt x="16131" y="30756"/>
                    <a:pt x="22154" y="29349"/>
                    <a:pt x="25698" y="29349"/>
                  </a:cubicBezTo>
                  <a:cubicBezTo>
                    <a:pt x="33139" y="29349"/>
                    <a:pt x="36327" y="34624"/>
                    <a:pt x="36327" y="45876"/>
                  </a:cubicBezTo>
                  <a:lnTo>
                    <a:pt x="36327" y="205165"/>
                  </a:lnTo>
                  <a:cubicBezTo>
                    <a:pt x="36327" y="216769"/>
                    <a:pt x="33493" y="224856"/>
                    <a:pt x="27824" y="228021"/>
                  </a:cubicBezTo>
                  <a:cubicBezTo>
                    <a:pt x="22509" y="231185"/>
                    <a:pt x="17548" y="232240"/>
                    <a:pt x="2666" y="232592"/>
                  </a:cubicBezTo>
                  <a:lnTo>
                    <a:pt x="2666" y="237866"/>
                  </a:lnTo>
                  <a:lnTo>
                    <a:pt x="100461" y="237866"/>
                  </a:lnTo>
                  <a:lnTo>
                    <a:pt x="100461" y="232592"/>
                  </a:lnTo>
                  <a:cubicBezTo>
                    <a:pt x="72469" y="232240"/>
                    <a:pt x="66800" y="228724"/>
                    <a:pt x="66800" y="211846"/>
                  </a:cubicBezTo>
                  <a:lnTo>
                    <a:pt x="66800" y="867"/>
                  </a:lnTo>
                  <a:lnTo>
                    <a:pt x="63965" y="16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4" name="Freeform: Shape 4523">
              <a:extLst>
                <a:ext uri="{FF2B5EF4-FFF2-40B4-BE49-F238E27FC236}">
                  <a16:creationId xmlns:a16="http://schemas.microsoft.com/office/drawing/2014/main" id="{A50E7F97-8A1F-192E-EBB3-C01EECBB349B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9433450" y="6605204"/>
              <a:ext cx="82203" cy="351631"/>
            </a:xfrm>
            <a:custGeom>
              <a:avLst/>
              <a:gdLst>
                <a:gd name="connsiteX0" fmla="*/ 82395 w 82203"/>
                <a:gd name="connsiteY0" fmla="*/ 175979 h 351631"/>
                <a:gd name="connsiteX1" fmla="*/ 59009 w 82203"/>
                <a:gd name="connsiteY1" fmla="*/ 66270 h 351631"/>
                <a:gd name="connsiteX2" fmla="*/ 3734 w 82203"/>
                <a:gd name="connsiteY2" fmla="*/ 164 h 351631"/>
                <a:gd name="connsiteX3" fmla="*/ 191 w 82203"/>
                <a:gd name="connsiteY3" fmla="*/ 3680 h 351631"/>
                <a:gd name="connsiteX4" fmla="*/ 6923 w 82203"/>
                <a:gd name="connsiteY4" fmla="*/ 11768 h 351631"/>
                <a:gd name="connsiteX5" fmla="*/ 61844 w 82203"/>
                <a:gd name="connsiteY5" fmla="*/ 175979 h 351631"/>
                <a:gd name="connsiteX6" fmla="*/ 4797 w 82203"/>
                <a:gd name="connsiteY6" fmla="*/ 342301 h 351631"/>
                <a:gd name="connsiteX7" fmla="*/ 191 w 82203"/>
                <a:gd name="connsiteY7" fmla="*/ 348279 h 351631"/>
                <a:gd name="connsiteX8" fmla="*/ 3734 w 82203"/>
                <a:gd name="connsiteY8" fmla="*/ 351795 h 351631"/>
                <a:gd name="connsiteX9" fmla="*/ 60072 w 82203"/>
                <a:gd name="connsiteY9" fmla="*/ 283227 h 351631"/>
                <a:gd name="connsiteX10" fmla="*/ 82395 w 82203"/>
                <a:gd name="connsiteY10" fmla="*/ 1759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5" y="175979"/>
                  </a:moveTo>
                  <a:cubicBezTo>
                    <a:pt x="82395" y="148552"/>
                    <a:pt x="78497" y="106005"/>
                    <a:pt x="59009" y="66270"/>
                  </a:cubicBezTo>
                  <a:cubicBezTo>
                    <a:pt x="37750" y="23020"/>
                    <a:pt x="7278" y="164"/>
                    <a:pt x="3734" y="164"/>
                  </a:cubicBezTo>
                  <a:cubicBezTo>
                    <a:pt x="1608" y="164"/>
                    <a:pt x="191" y="1570"/>
                    <a:pt x="191" y="3680"/>
                  </a:cubicBezTo>
                  <a:cubicBezTo>
                    <a:pt x="191" y="4735"/>
                    <a:pt x="191" y="5438"/>
                    <a:pt x="6923" y="11768"/>
                  </a:cubicBezTo>
                  <a:cubicBezTo>
                    <a:pt x="41647" y="46579"/>
                    <a:pt x="61844" y="102488"/>
                    <a:pt x="61844" y="175979"/>
                  </a:cubicBezTo>
                  <a:cubicBezTo>
                    <a:pt x="61844" y="236108"/>
                    <a:pt x="48734" y="297995"/>
                    <a:pt x="4797" y="342301"/>
                  </a:cubicBezTo>
                  <a:cubicBezTo>
                    <a:pt x="191" y="346520"/>
                    <a:pt x="191" y="347224"/>
                    <a:pt x="191" y="348279"/>
                  </a:cubicBezTo>
                  <a:cubicBezTo>
                    <a:pt x="191" y="350388"/>
                    <a:pt x="1608" y="351795"/>
                    <a:pt x="3734" y="351795"/>
                  </a:cubicBezTo>
                  <a:cubicBezTo>
                    <a:pt x="7278" y="351795"/>
                    <a:pt x="39167" y="327884"/>
                    <a:pt x="60072" y="283227"/>
                  </a:cubicBezTo>
                  <a:cubicBezTo>
                    <a:pt x="78143" y="244547"/>
                    <a:pt x="82395" y="205516"/>
                    <a:pt x="82395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5" name="Freeform: Shape 4524">
              <a:extLst>
                <a:ext uri="{FF2B5EF4-FFF2-40B4-BE49-F238E27FC236}">
                  <a16:creationId xmlns:a16="http://schemas.microsoft.com/office/drawing/2014/main" id="{BACB04C9-D119-FC4F-6AC9-BAEAFE039FF7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9586321" y="6605204"/>
              <a:ext cx="82203" cy="351631"/>
            </a:xfrm>
            <a:custGeom>
              <a:avLst/>
              <a:gdLst>
                <a:gd name="connsiteX0" fmla="*/ 82399 w 82203"/>
                <a:gd name="connsiteY0" fmla="*/ 348279 h 351631"/>
                <a:gd name="connsiteX1" fmla="*/ 76375 w 82203"/>
                <a:gd name="connsiteY1" fmla="*/ 340543 h 351631"/>
                <a:gd name="connsiteX2" fmla="*/ 20746 w 82203"/>
                <a:gd name="connsiteY2" fmla="*/ 175979 h 351631"/>
                <a:gd name="connsiteX3" fmla="*/ 77792 w 82203"/>
                <a:gd name="connsiteY3" fmla="*/ 9658 h 351631"/>
                <a:gd name="connsiteX4" fmla="*/ 82399 w 82203"/>
                <a:gd name="connsiteY4" fmla="*/ 3680 h 351631"/>
                <a:gd name="connsiteX5" fmla="*/ 78855 w 82203"/>
                <a:gd name="connsiteY5" fmla="*/ 164 h 351631"/>
                <a:gd name="connsiteX6" fmla="*/ 22518 w 82203"/>
                <a:gd name="connsiteY6" fmla="*/ 68732 h 351631"/>
                <a:gd name="connsiteX7" fmla="*/ 195 w 82203"/>
                <a:gd name="connsiteY7" fmla="*/ 175979 h 351631"/>
                <a:gd name="connsiteX8" fmla="*/ 23581 w 82203"/>
                <a:gd name="connsiteY8" fmla="*/ 285688 h 351631"/>
                <a:gd name="connsiteX9" fmla="*/ 78855 w 82203"/>
                <a:gd name="connsiteY9" fmla="*/ 351795 h 351631"/>
                <a:gd name="connsiteX10" fmla="*/ 82399 w 82203"/>
                <a:gd name="connsiteY10" fmla="*/ 3482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9" y="348279"/>
                  </a:moveTo>
                  <a:cubicBezTo>
                    <a:pt x="82399" y="347224"/>
                    <a:pt x="82399" y="346520"/>
                    <a:pt x="76375" y="340543"/>
                  </a:cubicBezTo>
                  <a:cubicBezTo>
                    <a:pt x="32084" y="296237"/>
                    <a:pt x="20746" y="229779"/>
                    <a:pt x="20746" y="175979"/>
                  </a:cubicBezTo>
                  <a:cubicBezTo>
                    <a:pt x="20746" y="114796"/>
                    <a:pt x="34210" y="53612"/>
                    <a:pt x="77792" y="9658"/>
                  </a:cubicBezTo>
                  <a:cubicBezTo>
                    <a:pt x="82399" y="5438"/>
                    <a:pt x="82399" y="4735"/>
                    <a:pt x="82399" y="3680"/>
                  </a:cubicBezTo>
                  <a:cubicBezTo>
                    <a:pt x="82399" y="1219"/>
                    <a:pt x="80981" y="164"/>
                    <a:pt x="78855" y="164"/>
                  </a:cubicBezTo>
                  <a:cubicBezTo>
                    <a:pt x="75312" y="164"/>
                    <a:pt x="43423" y="24075"/>
                    <a:pt x="22518" y="68732"/>
                  </a:cubicBezTo>
                  <a:cubicBezTo>
                    <a:pt x="4447" y="107411"/>
                    <a:pt x="195" y="146442"/>
                    <a:pt x="195" y="175979"/>
                  </a:cubicBezTo>
                  <a:cubicBezTo>
                    <a:pt x="195" y="203407"/>
                    <a:pt x="4093" y="245954"/>
                    <a:pt x="23581" y="285688"/>
                  </a:cubicBezTo>
                  <a:cubicBezTo>
                    <a:pt x="44840" y="328939"/>
                    <a:pt x="75312" y="351795"/>
                    <a:pt x="78855" y="351795"/>
                  </a:cubicBezTo>
                  <a:cubicBezTo>
                    <a:pt x="80981" y="351795"/>
                    <a:pt x="82399" y="350740"/>
                    <a:pt x="82399" y="3482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6" name="Freeform: Shape 4525">
              <a:extLst>
                <a:ext uri="{FF2B5EF4-FFF2-40B4-BE49-F238E27FC236}">
                  <a16:creationId xmlns:a16="http://schemas.microsoft.com/office/drawing/2014/main" id="{72E6D477-C822-E74E-241D-DC886B8594F0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9679666" y="6713858"/>
              <a:ext cx="167950" cy="158937"/>
            </a:xfrm>
            <a:custGeom>
              <a:avLst/>
              <a:gdLst>
                <a:gd name="connsiteX0" fmla="*/ 152205 w 167950"/>
                <a:gd name="connsiteY0" fmla="*/ 116202 h 158937"/>
                <a:gd name="connsiteX1" fmla="*/ 144410 w 167950"/>
                <a:gd name="connsiteY1" fmla="*/ 125696 h 158937"/>
                <a:gd name="connsiteX2" fmla="*/ 128111 w 167950"/>
                <a:gd name="connsiteY2" fmla="*/ 139761 h 158937"/>
                <a:gd name="connsiteX3" fmla="*/ 117127 w 167950"/>
                <a:gd name="connsiteY3" fmla="*/ 125344 h 158937"/>
                <a:gd name="connsiteX4" fmla="*/ 115709 w 167950"/>
                <a:gd name="connsiteY4" fmla="*/ 119367 h 158937"/>
                <a:gd name="connsiteX5" fmla="*/ 102954 w 167950"/>
                <a:gd name="connsiteY5" fmla="*/ 62402 h 158937"/>
                <a:gd name="connsiteX6" fmla="*/ 137678 w 167950"/>
                <a:gd name="connsiteY6" fmla="*/ 19855 h 158937"/>
                <a:gd name="connsiteX7" fmla="*/ 146181 w 167950"/>
                <a:gd name="connsiteY7" fmla="*/ 22668 h 158937"/>
                <a:gd name="connsiteX8" fmla="*/ 155748 w 167950"/>
                <a:gd name="connsiteY8" fmla="*/ 25833 h 158937"/>
                <a:gd name="connsiteX9" fmla="*/ 168150 w 167950"/>
                <a:gd name="connsiteY9" fmla="*/ 13174 h 158937"/>
                <a:gd name="connsiteX10" fmla="*/ 153622 w 167950"/>
                <a:gd name="connsiteY10" fmla="*/ 164 h 158937"/>
                <a:gd name="connsiteX11" fmla="*/ 100119 w 167950"/>
                <a:gd name="connsiteY11" fmla="*/ 50447 h 158937"/>
                <a:gd name="connsiteX12" fmla="*/ 96221 w 167950"/>
                <a:gd name="connsiteY12" fmla="*/ 31107 h 158937"/>
                <a:gd name="connsiteX13" fmla="*/ 77796 w 167950"/>
                <a:gd name="connsiteY13" fmla="*/ 164 h 158937"/>
                <a:gd name="connsiteX14" fmla="*/ 36340 w 167950"/>
                <a:gd name="connsiteY14" fmla="*/ 10361 h 158937"/>
                <a:gd name="connsiteX15" fmla="*/ 32443 w 167950"/>
                <a:gd name="connsiteY15" fmla="*/ 11768 h 158937"/>
                <a:gd name="connsiteX16" fmla="*/ 33860 w 167950"/>
                <a:gd name="connsiteY16" fmla="*/ 17042 h 158937"/>
                <a:gd name="connsiteX17" fmla="*/ 53702 w 167950"/>
                <a:gd name="connsiteY17" fmla="*/ 13174 h 158937"/>
                <a:gd name="connsiteX18" fmla="*/ 69647 w 167950"/>
                <a:gd name="connsiteY18" fmla="*/ 37437 h 158937"/>
                <a:gd name="connsiteX19" fmla="*/ 79922 w 167950"/>
                <a:gd name="connsiteY19" fmla="*/ 80687 h 158937"/>
                <a:gd name="connsiteX20" fmla="*/ 50868 w 167950"/>
                <a:gd name="connsiteY20" fmla="*/ 121828 h 158937"/>
                <a:gd name="connsiteX21" fmla="*/ 32797 w 167950"/>
                <a:gd name="connsiteY21" fmla="*/ 138706 h 158937"/>
                <a:gd name="connsiteX22" fmla="*/ 23584 w 167950"/>
                <a:gd name="connsiteY22" fmla="*/ 135542 h 158937"/>
                <a:gd name="connsiteX23" fmla="*/ 12246 w 167950"/>
                <a:gd name="connsiteY23" fmla="*/ 132025 h 158937"/>
                <a:gd name="connsiteX24" fmla="*/ 199 w 167950"/>
                <a:gd name="connsiteY24" fmla="*/ 144333 h 158937"/>
                <a:gd name="connsiteX25" fmla="*/ 17915 w 167950"/>
                <a:gd name="connsiteY25" fmla="*/ 159101 h 158937"/>
                <a:gd name="connsiteX26" fmla="*/ 50868 w 167950"/>
                <a:gd name="connsiteY26" fmla="*/ 134487 h 158937"/>
                <a:gd name="connsiteX27" fmla="*/ 82757 w 167950"/>
                <a:gd name="connsiteY27" fmla="*/ 93346 h 158937"/>
                <a:gd name="connsiteX28" fmla="*/ 93387 w 167950"/>
                <a:gd name="connsiteY28" fmla="*/ 135542 h 158937"/>
                <a:gd name="connsiteX29" fmla="*/ 113938 w 167950"/>
                <a:gd name="connsiteY29" fmla="*/ 159101 h 158937"/>
                <a:gd name="connsiteX30" fmla="*/ 157166 w 167950"/>
                <a:gd name="connsiteY30" fmla="*/ 119015 h 158937"/>
                <a:gd name="connsiteX31" fmla="*/ 152205 w 167950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05" y="116202"/>
                  </a:moveTo>
                  <a:cubicBezTo>
                    <a:pt x="149370" y="119367"/>
                    <a:pt x="147599" y="121477"/>
                    <a:pt x="144410" y="125696"/>
                  </a:cubicBezTo>
                  <a:cubicBezTo>
                    <a:pt x="136260" y="136245"/>
                    <a:pt x="132008" y="139761"/>
                    <a:pt x="128111" y="139761"/>
                  </a:cubicBezTo>
                  <a:cubicBezTo>
                    <a:pt x="122796" y="139761"/>
                    <a:pt x="119607" y="135190"/>
                    <a:pt x="117127" y="125344"/>
                  </a:cubicBezTo>
                  <a:cubicBezTo>
                    <a:pt x="116418" y="122531"/>
                    <a:pt x="116064" y="120422"/>
                    <a:pt x="115709" y="119367"/>
                  </a:cubicBezTo>
                  <a:cubicBezTo>
                    <a:pt x="106851" y="83852"/>
                    <a:pt x="102954" y="67677"/>
                    <a:pt x="102954" y="62402"/>
                  </a:cubicBezTo>
                  <a:cubicBezTo>
                    <a:pt x="118544" y="35327"/>
                    <a:pt x="131300" y="19855"/>
                    <a:pt x="137678" y="19855"/>
                  </a:cubicBezTo>
                  <a:cubicBezTo>
                    <a:pt x="139804" y="19855"/>
                    <a:pt x="142638" y="20910"/>
                    <a:pt x="146181" y="22668"/>
                  </a:cubicBezTo>
                  <a:cubicBezTo>
                    <a:pt x="150433" y="25130"/>
                    <a:pt x="152914" y="25833"/>
                    <a:pt x="155748" y="25833"/>
                  </a:cubicBezTo>
                  <a:cubicBezTo>
                    <a:pt x="163189" y="25833"/>
                    <a:pt x="168150" y="20558"/>
                    <a:pt x="168150" y="13174"/>
                  </a:cubicBezTo>
                  <a:cubicBezTo>
                    <a:pt x="168150" y="5790"/>
                    <a:pt x="162126" y="164"/>
                    <a:pt x="153622" y="164"/>
                  </a:cubicBezTo>
                  <a:cubicBezTo>
                    <a:pt x="138032" y="164"/>
                    <a:pt x="124567" y="12822"/>
                    <a:pt x="100119" y="50447"/>
                  </a:cubicBezTo>
                  <a:lnTo>
                    <a:pt x="96221" y="31107"/>
                  </a:lnTo>
                  <a:cubicBezTo>
                    <a:pt x="91261" y="7196"/>
                    <a:pt x="87363" y="164"/>
                    <a:pt x="77796" y="164"/>
                  </a:cubicBezTo>
                  <a:cubicBezTo>
                    <a:pt x="70001" y="164"/>
                    <a:pt x="57954" y="3328"/>
                    <a:pt x="36340" y="10361"/>
                  </a:cubicBezTo>
                  <a:lnTo>
                    <a:pt x="32443" y="11768"/>
                  </a:lnTo>
                  <a:lnTo>
                    <a:pt x="33860" y="17042"/>
                  </a:lnTo>
                  <a:cubicBezTo>
                    <a:pt x="47324" y="13877"/>
                    <a:pt x="50513" y="13174"/>
                    <a:pt x="53702" y="13174"/>
                  </a:cubicBezTo>
                  <a:cubicBezTo>
                    <a:pt x="62560" y="13174"/>
                    <a:pt x="64686" y="16339"/>
                    <a:pt x="69647" y="37437"/>
                  </a:cubicBezTo>
                  <a:lnTo>
                    <a:pt x="79922" y="80687"/>
                  </a:lnTo>
                  <a:lnTo>
                    <a:pt x="50868" y="121828"/>
                  </a:lnTo>
                  <a:cubicBezTo>
                    <a:pt x="43781" y="132377"/>
                    <a:pt x="36694" y="138706"/>
                    <a:pt x="32797" y="138706"/>
                  </a:cubicBezTo>
                  <a:cubicBezTo>
                    <a:pt x="30671" y="138706"/>
                    <a:pt x="27128" y="137652"/>
                    <a:pt x="23584" y="135542"/>
                  </a:cubicBezTo>
                  <a:cubicBezTo>
                    <a:pt x="18978" y="133080"/>
                    <a:pt x="15081" y="132025"/>
                    <a:pt x="12246" y="132025"/>
                  </a:cubicBezTo>
                  <a:cubicBezTo>
                    <a:pt x="5514" y="132025"/>
                    <a:pt x="199" y="137300"/>
                    <a:pt x="199" y="144333"/>
                  </a:cubicBezTo>
                  <a:cubicBezTo>
                    <a:pt x="199" y="153475"/>
                    <a:pt x="7285" y="159101"/>
                    <a:pt x="17915" y="159101"/>
                  </a:cubicBezTo>
                  <a:cubicBezTo>
                    <a:pt x="28899" y="159101"/>
                    <a:pt x="33151" y="155936"/>
                    <a:pt x="50868" y="134487"/>
                  </a:cubicBezTo>
                  <a:cubicBezTo>
                    <a:pt x="60434" y="123235"/>
                    <a:pt x="67875" y="113741"/>
                    <a:pt x="82757" y="93346"/>
                  </a:cubicBezTo>
                  <a:lnTo>
                    <a:pt x="93387" y="135542"/>
                  </a:lnTo>
                  <a:cubicBezTo>
                    <a:pt x="97993" y="153475"/>
                    <a:pt x="102599" y="159101"/>
                    <a:pt x="113938" y="159101"/>
                  </a:cubicBezTo>
                  <a:cubicBezTo>
                    <a:pt x="127402" y="159101"/>
                    <a:pt x="136615" y="150662"/>
                    <a:pt x="157166" y="119015"/>
                  </a:cubicBezTo>
                  <a:lnTo>
                    <a:pt x="152205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7" name="Freeform: Shape 4526">
              <a:extLst>
                <a:ext uri="{FF2B5EF4-FFF2-40B4-BE49-F238E27FC236}">
                  <a16:creationId xmlns:a16="http://schemas.microsoft.com/office/drawing/2014/main" id="{0E8CBAD7-1181-8C28-63E4-0CB7125FC2E0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9927010" y="6773987"/>
              <a:ext cx="216493" cy="14065"/>
            </a:xfrm>
            <a:custGeom>
              <a:avLst/>
              <a:gdLst>
                <a:gd name="connsiteX0" fmla="*/ 204297 w 216493"/>
                <a:gd name="connsiteY0" fmla="*/ 14229 h 14065"/>
                <a:gd name="connsiteX1" fmla="*/ 216698 w 216493"/>
                <a:gd name="connsiteY1" fmla="*/ 7196 h 14065"/>
                <a:gd name="connsiteX2" fmla="*/ 204297 w 216493"/>
                <a:gd name="connsiteY2" fmla="*/ 164 h 14065"/>
                <a:gd name="connsiteX3" fmla="*/ 12606 w 216493"/>
                <a:gd name="connsiteY3" fmla="*/ 164 h 14065"/>
                <a:gd name="connsiteX4" fmla="*/ 205 w 216493"/>
                <a:gd name="connsiteY4" fmla="*/ 7196 h 14065"/>
                <a:gd name="connsiteX5" fmla="*/ 12606 w 216493"/>
                <a:gd name="connsiteY5" fmla="*/ 14229 h 14065"/>
                <a:gd name="connsiteX6" fmla="*/ 204297 w 216493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7" y="14229"/>
                  </a:moveTo>
                  <a:cubicBezTo>
                    <a:pt x="210320" y="14229"/>
                    <a:pt x="216698" y="14229"/>
                    <a:pt x="216698" y="7196"/>
                  </a:cubicBezTo>
                  <a:cubicBezTo>
                    <a:pt x="216698" y="164"/>
                    <a:pt x="210320" y="164"/>
                    <a:pt x="204297" y="164"/>
                  </a:cubicBezTo>
                  <a:lnTo>
                    <a:pt x="12606" y="164"/>
                  </a:lnTo>
                  <a:cubicBezTo>
                    <a:pt x="6583" y="164"/>
                    <a:pt x="205" y="164"/>
                    <a:pt x="205" y="7196"/>
                  </a:cubicBezTo>
                  <a:cubicBezTo>
                    <a:pt x="205" y="14229"/>
                    <a:pt x="6583" y="14229"/>
                    <a:pt x="12606" y="14229"/>
                  </a:cubicBezTo>
                  <a:lnTo>
                    <a:pt x="204297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8" name="Freeform: Shape 4527">
              <a:extLst>
                <a:ext uri="{FF2B5EF4-FFF2-40B4-BE49-F238E27FC236}">
                  <a16:creationId xmlns:a16="http://schemas.microsoft.com/office/drawing/2014/main" id="{43FBE82F-7099-8E37-9622-7E7022A40740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0238573" y="6631225"/>
              <a:ext cx="137833" cy="242625"/>
            </a:xfrm>
            <a:custGeom>
              <a:avLst/>
              <a:gdLst>
                <a:gd name="connsiteX0" fmla="*/ 39190 w 137833"/>
                <a:gd name="connsiteY0" fmla="*/ 121828 h 242625"/>
                <a:gd name="connsiteX1" fmla="*/ 76748 w 137833"/>
                <a:gd name="connsiteY1" fmla="*/ 125696 h 242625"/>
                <a:gd name="connsiteX2" fmla="*/ 112535 w 137833"/>
                <a:gd name="connsiteY2" fmla="*/ 177737 h 242625"/>
                <a:gd name="connsiteX3" fmla="*/ 66119 w 137833"/>
                <a:gd name="connsiteY3" fmla="*/ 230131 h 242625"/>
                <a:gd name="connsiteX4" fmla="*/ 36355 w 137833"/>
                <a:gd name="connsiteY4" fmla="*/ 219230 h 242625"/>
                <a:gd name="connsiteX5" fmla="*/ 13678 w 137833"/>
                <a:gd name="connsiteY5" fmla="*/ 210439 h 242625"/>
                <a:gd name="connsiteX6" fmla="*/ 214 w 137833"/>
                <a:gd name="connsiteY6" fmla="*/ 222746 h 242625"/>
                <a:gd name="connsiteX7" fmla="*/ 40253 w 137833"/>
                <a:gd name="connsiteY7" fmla="*/ 242789 h 242625"/>
                <a:gd name="connsiteX8" fmla="*/ 112181 w 137833"/>
                <a:gd name="connsiteY8" fmla="*/ 219230 h 242625"/>
                <a:gd name="connsiteX9" fmla="*/ 138047 w 137833"/>
                <a:gd name="connsiteY9" fmla="*/ 160859 h 242625"/>
                <a:gd name="connsiteX10" fmla="*/ 122102 w 137833"/>
                <a:gd name="connsiteY10" fmla="*/ 115499 h 242625"/>
                <a:gd name="connsiteX11" fmla="*/ 92693 w 137833"/>
                <a:gd name="connsiteY11" fmla="*/ 96862 h 242625"/>
                <a:gd name="connsiteX12" fmla="*/ 126000 w 137833"/>
                <a:gd name="connsiteY12" fmla="*/ 48337 h 242625"/>
                <a:gd name="connsiteX13" fmla="*/ 70725 w 137833"/>
                <a:gd name="connsiteY13" fmla="*/ 164 h 242625"/>
                <a:gd name="connsiteX14" fmla="*/ 24662 w 137833"/>
                <a:gd name="connsiteY14" fmla="*/ 17394 h 242625"/>
                <a:gd name="connsiteX15" fmla="*/ 922 w 137833"/>
                <a:gd name="connsiteY15" fmla="*/ 57128 h 242625"/>
                <a:gd name="connsiteX16" fmla="*/ 6237 w 137833"/>
                <a:gd name="connsiteY16" fmla="*/ 58535 h 242625"/>
                <a:gd name="connsiteX17" fmla="*/ 59032 w 137833"/>
                <a:gd name="connsiteY17" fmla="*/ 21262 h 242625"/>
                <a:gd name="connsiteX18" fmla="*/ 98008 w 137833"/>
                <a:gd name="connsiteY18" fmla="*/ 58886 h 242625"/>
                <a:gd name="connsiteX19" fmla="*/ 83835 w 137833"/>
                <a:gd name="connsiteY19" fmla="*/ 92994 h 242625"/>
                <a:gd name="connsiteX20" fmla="*/ 39190 w 137833"/>
                <a:gd name="connsiteY20" fmla="*/ 117257 h 242625"/>
                <a:gd name="connsiteX21" fmla="*/ 39190 w 137833"/>
                <a:gd name="connsiteY21" fmla="*/ 121828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90" y="121828"/>
                  </a:moveTo>
                  <a:cubicBezTo>
                    <a:pt x="60095" y="121828"/>
                    <a:pt x="68245" y="122531"/>
                    <a:pt x="76748" y="125696"/>
                  </a:cubicBezTo>
                  <a:cubicBezTo>
                    <a:pt x="98717" y="133432"/>
                    <a:pt x="112535" y="153475"/>
                    <a:pt x="112535" y="177737"/>
                  </a:cubicBezTo>
                  <a:cubicBezTo>
                    <a:pt x="112535" y="207275"/>
                    <a:pt x="92339" y="230131"/>
                    <a:pt x="66119" y="230131"/>
                  </a:cubicBezTo>
                  <a:cubicBezTo>
                    <a:pt x="56552" y="230131"/>
                    <a:pt x="49465" y="227669"/>
                    <a:pt x="36355" y="219230"/>
                  </a:cubicBezTo>
                  <a:cubicBezTo>
                    <a:pt x="25725" y="212901"/>
                    <a:pt x="19702" y="210439"/>
                    <a:pt x="13678" y="210439"/>
                  </a:cubicBezTo>
                  <a:cubicBezTo>
                    <a:pt x="5529" y="210439"/>
                    <a:pt x="214" y="215362"/>
                    <a:pt x="214" y="222746"/>
                  </a:cubicBezTo>
                  <a:cubicBezTo>
                    <a:pt x="214" y="235053"/>
                    <a:pt x="15450" y="242789"/>
                    <a:pt x="40253" y="242789"/>
                  </a:cubicBezTo>
                  <a:cubicBezTo>
                    <a:pt x="67536" y="242789"/>
                    <a:pt x="95528" y="233647"/>
                    <a:pt x="112181" y="219230"/>
                  </a:cubicBezTo>
                  <a:cubicBezTo>
                    <a:pt x="128834" y="204813"/>
                    <a:pt x="138047" y="184418"/>
                    <a:pt x="138047" y="160859"/>
                  </a:cubicBezTo>
                  <a:cubicBezTo>
                    <a:pt x="138047" y="142926"/>
                    <a:pt x="132378" y="126399"/>
                    <a:pt x="122102" y="115499"/>
                  </a:cubicBezTo>
                  <a:cubicBezTo>
                    <a:pt x="115016" y="107763"/>
                    <a:pt x="108283" y="103543"/>
                    <a:pt x="92693" y="96862"/>
                  </a:cubicBezTo>
                  <a:cubicBezTo>
                    <a:pt x="117142" y="80336"/>
                    <a:pt x="126000" y="67325"/>
                    <a:pt x="126000" y="48337"/>
                  </a:cubicBezTo>
                  <a:cubicBezTo>
                    <a:pt x="126000" y="19855"/>
                    <a:pt x="103323" y="164"/>
                    <a:pt x="70725" y="164"/>
                  </a:cubicBezTo>
                  <a:cubicBezTo>
                    <a:pt x="53008" y="164"/>
                    <a:pt x="37418" y="6142"/>
                    <a:pt x="24662" y="17394"/>
                  </a:cubicBezTo>
                  <a:cubicBezTo>
                    <a:pt x="14033" y="26888"/>
                    <a:pt x="8718" y="36030"/>
                    <a:pt x="922" y="57128"/>
                  </a:cubicBezTo>
                  <a:lnTo>
                    <a:pt x="6237" y="58535"/>
                  </a:lnTo>
                  <a:cubicBezTo>
                    <a:pt x="20765" y="32865"/>
                    <a:pt x="36709" y="21262"/>
                    <a:pt x="59032" y="21262"/>
                  </a:cubicBezTo>
                  <a:cubicBezTo>
                    <a:pt x="82063" y="21262"/>
                    <a:pt x="98008" y="36733"/>
                    <a:pt x="98008" y="58886"/>
                  </a:cubicBezTo>
                  <a:cubicBezTo>
                    <a:pt x="98008" y="71545"/>
                    <a:pt x="92693" y="84204"/>
                    <a:pt x="83835" y="92994"/>
                  </a:cubicBezTo>
                  <a:cubicBezTo>
                    <a:pt x="73205" y="103543"/>
                    <a:pt x="63284" y="108818"/>
                    <a:pt x="39190" y="117257"/>
                  </a:cubicBezTo>
                  <a:lnTo>
                    <a:pt x="39190" y="12182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9" name="Freeform: Shape 4528">
              <a:extLst>
                <a:ext uri="{FF2B5EF4-FFF2-40B4-BE49-F238E27FC236}">
                  <a16:creationId xmlns:a16="http://schemas.microsoft.com/office/drawing/2014/main" id="{2A2EDA4D-0342-5874-BE79-24436644F470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0421361" y="6605204"/>
              <a:ext cx="82203" cy="351631"/>
            </a:xfrm>
            <a:custGeom>
              <a:avLst/>
              <a:gdLst>
                <a:gd name="connsiteX0" fmla="*/ 82423 w 82203"/>
                <a:gd name="connsiteY0" fmla="*/ 175979 h 351631"/>
                <a:gd name="connsiteX1" fmla="*/ 59037 w 82203"/>
                <a:gd name="connsiteY1" fmla="*/ 66270 h 351631"/>
                <a:gd name="connsiteX2" fmla="*/ 3762 w 82203"/>
                <a:gd name="connsiteY2" fmla="*/ 164 h 351631"/>
                <a:gd name="connsiteX3" fmla="*/ 219 w 82203"/>
                <a:gd name="connsiteY3" fmla="*/ 3680 h 351631"/>
                <a:gd name="connsiteX4" fmla="*/ 6951 w 82203"/>
                <a:gd name="connsiteY4" fmla="*/ 11768 h 351631"/>
                <a:gd name="connsiteX5" fmla="*/ 61872 w 82203"/>
                <a:gd name="connsiteY5" fmla="*/ 175979 h 351631"/>
                <a:gd name="connsiteX6" fmla="*/ 4825 w 82203"/>
                <a:gd name="connsiteY6" fmla="*/ 342301 h 351631"/>
                <a:gd name="connsiteX7" fmla="*/ 219 w 82203"/>
                <a:gd name="connsiteY7" fmla="*/ 348279 h 351631"/>
                <a:gd name="connsiteX8" fmla="*/ 3762 w 82203"/>
                <a:gd name="connsiteY8" fmla="*/ 351795 h 351631"/>
                <a:gd name="connsiteX9" fmla="*/ 60100 w 82203"/>
                <a:gd name="connsiteY9" fmla="*/ 283227 h 351631"/>
                <a:gd name="connsiteX10" fmla="*/ 82423 w 82203"/>
                <a:gd name="connsiteY10" fmla="*/ 1759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3" y="175979"/>
                  </a:moveTo>
                  <a:cubicBezTo>
                    <a:pt x="82423" y="148552"/>
                    <a:pt x="78525" y="106005"/>
                    <a:pt x="59037" y="66270"/>
                  </a:cubicBezTo>
                  <a:cubicBezTo>
                    <a:pt x="37777" y="23020"/>
                    <a:pt x="7305" y="164"/>
                    <a:pt x="3762" y="164"/>
                  </a:cubicBezTo>
                  <a:cubicBezTo>
                    <a:pt x="1636" y="164"/>
                    <a:pt x="219" y="1570"/>
                    <a:pt x="219" y="3680"/>
                  </a:cubicBezTo>
                  <a:cubicBezTo>
                    <a:pt x="219" y="4735"/>
                    <a:pt x="219" y="5438"/>
                    <a:pt x="6951" y="11768"/>
                  </a:cubicBezTo>
                  <a:cubicBezTo>
                    <a:pt x="41675" y="46579"/>
                    <a:pt x="61872" y="102488"/>
                    <a:pt x="61872" y="175979"/>
                  </a:cubicBezTo>
                  <a:cubicBezTo>
                    <a:pt x="61872" y="236108"/>
                    <a:pt x="48762" y="297995"/>
                    <a:pt x="4825" y="342301"/>
                  </a:cubicBezTo>
                  <a:cubicBezTo>
                    <a:pt x="219" y="346520"/>
                    <a:pt x="219" y="347224"/>
                    <a:pt x="219" y="348279"/>
                  </a:cubicBezTo>
                  <a:cubicBezTo>
                    <a:pt x="219" y="350388"/>
                    <a:pt x="1636" y="351795"/>
                    <a:pt x="3762" y="351795"/>
                  </a:cubicBezTo>
                  <a:cubicBezTo>
                    <a:pt x="7305" y="351795"/>
                    <a:pt x="39195" y="327884"/>
                    <a:pt x="60100" y="283227"/>
                  </a:cubicBezTo>
                  <a:cubicBezTo>
                    <a:pt x="78171" y="244547"/>
                    <a:pt x="82423" y="205516"/>
                    <a:pt x="82423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0" name="Freeform: Shape 4529">
              <a:extLst>
                <a:ext uri="{FF2B5EF4-FFF2-40B4-BE49-F238E27FC236}">
                  <a16:creationId xmlns:a16="http://schemas.microsoft.com/office/drawing/2014/main" id="{66FCFC40-59F6-89CC-749A-1B2591153123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0574233" y="6605204"/>
              <a:ext cx="82203" cy="351631"/>
            </a:xfrm>
            <a:custGeom>
              <a:avLst/>
              <a:gdLst>
                <a:gd name="connsiteX0" fmla="*/ 82426 w 82203"/>
                <a:gd name="connsiteY0" fmla="*/ 348279 h 351631"/>
                <a:gd name="connsiteX1" fmla="*/ 76403 w 82203"/>
                <a:gd name="connsiteY1" fmla="*/ 340543 h 351631"/>
                <a:gd name="connsiteX2" fmla="*/ 20774 w 82203"/>
                <a:gd name="connsiteY2" fmla="*/ 175979 h 351631"/>
                <a:gd name="connsiteX3" fmla="*/ 77820 w 82203"/>
                <a:gd name="connsiteY3" fmla="*/ 9658 h 351631"/>
                <a:gd name="connsiteX4" fmla="*/ 82426 w 82203"/>
                <a:gd name="connsiteY4" fmla="*/ 3680 h 351631"/>
                <a:gd name="connsiteX5" fmla="*/ 78883 w 82203"/>
                <a:gd name="connsiteY5" fmla="*/ 164 h 351631"/>
                <a:gd name="connsiteX6" fmla="*/ 22545 w 82203"/>
                <a:gd name="connsiteY6" fmla="*/ 68732 h 351631"/>
                <a:gd name="connsiteX7" fmla="*/ 223 w 82203"/>
                <a:gd name="connsiteY7" fmla="*/ 175979 h 351631"/>
                <a:gd name="connsiteX8" fmla="*/ 23608 w 82203"/>
                <a:gd name="connsiteY8" fmla="*/ 285688 h 351631"/>
                <a:gd name="connsiteX9" fmla="*/ 78883 w 82203"/>
                <a:gd name="connsiteY9" fmla="*/ 351795 h 351631"/>
                <a:gd name="connsiteX10" fmla="*/ 82426 w 82203"/>
                <a:gd name="connsiteY10" fmla="*/ 3482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6" y="348279"/>
                  </a:moveTo>
                  <a:cubicBezTo>
                    <a:pt x="82426" y="347224"/>
                    <a:pt x="82426" y="346520"/>
                    <a:pt x="76403" y="340543"/>
                  </a:cubicBezTo>
                  <a:cubicBezTo>
                    <a:pt x="32112" y="296237"/>
                    <a:pt x="20774" y="229779"/>
                    <a:pt x="20774" y="175979"/>
                  </a:cubicBezTo>
                  <a:cubicBezTo>
                    <a:pt x="20774" y="114796"/>
                    <a:pt x="34238" y="53612"/>
                    <a:pt x="77820" y="9658"/>
                  </a:cubicBezTo>
                  <a:cubicBezTo>
                    <a:pt x="82426" y="5438"/>
                    <a:pt x="82426" y="4735"/>
                    <a:pt x="82426" y="3680"/>
                  </a:cubicBezTo>
                  <a:cubicBezTo>
                    <a:pt x="82426" y="1219"/>
                    <a:pt x="81009" y="164"/>
                    <a:pt x="78883" y="164"/>
                  </a:cubicBezTo>
                  <a:cubicBezTo>
                    <a:pt x="75340" y="164"/>
                    <a:pt x="43450" y="24075"/>
                    <a:pt x="22545" y="68732"/>
                  </a:cubicBezTo>
                  <a:cubicBezTo>
                    <a:pt x="4475" y="107411"/>
                    <a:pt x="223" y="146442"/>
                    <a:pt x="223" y="175979"/>
                  </a:cubicBezTo>
                  <a:cubicBezTo>
                    <a:pt x="223" y="203407"/>
                    <a:pt x="4120" y="245954"/>
                    <a:pt x="23608" y="285688"/>
                  </a:cubicBezTo>
                  <a:cubicBezTo>
                    <a:pt x="44868" y="328939"/>
                    <a:pt x="75340" y="351795"/>
                    <a:pt x="78883" y="351795"/>
                  </a:cubicBezTo>
                  <a:cubicBezTo>
                    <a:pt x="81009" y="351795"/>
                    <a:pt x="82426" y="350740"/>
                    <a:pt x="82426" y="3482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1" name="Freeform: Shape 4530">
              <a:extLst>
                <a:ext uri="{FF2B5EF4-FFF2-40B4-BE49-F238E27FC236}">
                  <a16:creationId xmlns:a16="http://schemas.microsoft.com/office/drawing/2014/main" id="{4A66B39B-FF99-118A-97F9-D9D949124EEB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0667578" y="6713858"/>
              <a:ext cx="167950" cy="158937"/>
            </a:xfrm>
            <a:custGeom>
              <a:avLst/>
              <a:gdLst>
                <a:gd name="connsiteX0" fmla="*/ 152233 w 167950"/>
                <a:gd name="connsiteY0" fmla="*/ 116202 h 158937"/>
                <a:gd name="connsiteX1" fmla="*/ 144437 w 167950"/>
                <a:gd name="connsiteY1" fmla="*/ 125696 h 158937"/>
                <a:gd name="connsiteX2" fmla="*/ 128138 w 167950"/>
                <a:gd name="connsiteY2" fmla="*/ 139761 h 158937"/>
                <a:gd name="connsiteX3" fmla="*/ 117154 w 167950"/>
                <a:gd name="connsiteY3" fmla="*/ 125344 h 158937"/>
                <a:gd name="connsiteX4" fmla="*/ 115737 w 167950"/>
                <a:gd name="connsiteY4" fmla="*/ 119367 h 158937"/>
                <a:gd name="connsiteX5" fmla="*/ 102981 w 167950"/>
                <a:gd name="connsiteY5" fmla="*/ 62402 h 158937"/>
                <a:gd name="connsiteX6" fmla="*/ 137705 w 167950"/>
                <a:gd name="connsiteY6" fmla="*/ 19855 h 158937"/>
                <a:gd name="connsiteX7" fmla="*/ 146209 w 167950"/>
                <a:gd name="connsiteY7" fmla="*/ 22668 h 158937"/>
                <a:gd name="connsiteX8" fmla="*/ 155776 w 167950"/>
                <a:gd name="connsiteY8" fmla="*/ 25833 h 158937"/>
                <a:gd name="connsiteX9" fmla="*/ 168177 w 167950"/>
                <a:gd name="connsiteY9" fmla="*/ 13174 h 158937"/>
                <a:gd name="connsiteX10" fmla="*/ 153650 w 167950"/>
                <a:gd name="connsiteY10" fmla="*/ 164 h 158937"/>
                <a:gd name="connsiteX11" fmla="*/ 100147 w 167950"/>
                <a:gd name="connsiteY11" fmla="*/ 50447 h 158937"/>
                <a:gd name="connsiteX12" fmla="*/ 96249 w 167950"/>
                <a:gd name="connsiteY12" fmla="*/ 31107 h 158937"/>
                <a:gd name="connsiteX13" fmla="*/ 77824 w 167950"/>
                <a:gd name="connsiteY13" fmla="*/ 164 h 158937"/>
                <a:gd name="connsiteX14" fmla="*/ 36368 w 167950"/>
                <a:gd name="connsiteY14" fmla="*/ 10361 h 158937"/>
                <a:gd name="connsiteX15" fmla="*/ 32470 w 167950"/>
                <a:gd name="connsiteY15" fmla="*/ 11768 h 158937"/>
                <a:gd name="connsiteX16" fmla="*/ 33888 w 167950"/>
                <a:gd name="connsiteY16" fmla="*/ 17042 h 158937"/>
                <a:gd name="connsiteX17" fmla="*/ 53730 w 167950"/>
                <a:gd name="connsiteY17" fmla="*/ 13174 h 158937"/>
                <a:gd name="connsiteX18" fmla="*/ 69675 w 167950"/>
                <a:gd name="connsiteY18" fmla="*/ 37437 h 158937"/>
                <a:gd name="connsiteX19" fmla="*/ 79950 w 167950"/>
                <a:gd name="connsiteY19" fmla="*/ 80687 h 158937"/>
                <a:gd name="connsiteX20" fmla="*/ 50895 w 167950"/>
                <a:gd name="connsiteY20" fmla="*/ 121828 h 158937"/>
                <a:gd name="connsiteX21" fmla="*/ 32825 w 167950"/>
                <a:gd name="connsiteY21" fmla="*/ 138706 h 158937"/>
                <a:gd name="connsiteX22" fmla="*/ 23612 w 167950"/>
                <a:gd name="connsiteY22" fmla="*/ 135542 h 158937"/>
                <a:gd name="connsiteX23" fmla="*/ 12274 w 167950"/>
                <a:gd name="connsiteY23" fmla="*/ 132025 h 158937"/>
                <a:gd name="connsiteX24" fmla="*/ 227 w 167950"/>
                <a:gd name="connsiteY24" fmla="*/ 144333 h 158937"/>
                <a:gd name="connsiteX25" fmla="*/ 17943 w 167950"/>
                <a:gd name="connsiteY25" fmla="*/ 159101 h 158937"/>
                <a:gd name="connsiteX26" fmla="*/ 50895 w 167950"/>
                <a:gd name="connsiteY26" fmla="*/ 134487 h 158937"/>
                <a:gd name="connsiteX27" fmla="*/ 82785 w 167950"/>
                <a:gd name="connsiteY27" fmla="*/ 93346 h 158937"/>
                <a:gd name="connsiteX28" fmla="*/ 93414 w 167950"/>
                <a:gd name="connsiteY28" fmla="*/ 135542 h 158937"/>
                <a:gd name="connsiteX29" fmla="*/ 113965 w 167950"/>
                <a:gd name="connsiteY29" fmla="*/ 159101 h 158937"/>
                <a:gd name="connsiteX30" fmla="*/ 157193 w 167950"/>
                <a:gd name="connsiteY30" fmla="*/ 119015 h 158937"/>
                <a:gd name="connsiteX31" fmla="*/ 152233 w 167950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33" y="116202"/>
                  </a:moveTo>
                  <a:cubicBezTo>
                    <a:pt x="149398" y="119367"/>
                    <a:pt x="147626" y="121477"/>
                    <a:pt x="144437" y="125696"/>
                  </a:cubicBezTo>
                  <a:cubicBezTo>
                    <a:pt x="136288" y="136245"/>
                    <a:pt x="132036" y="139761"/>
                    <a:pt x="128138" y="139761"/>
                  </a:cubicBezTo>
                  <a:cubicBezTo>
                    <a:pt x="122824" y="139761"/>
                    <a:pt x="119635" y="135190"/>
                    <a:pt x="117154" y="125344"/>
                  </a:cubicBezTo>
                  <a:cubicBezTo>
                    <a:pt x="116446" y="122531"/>
                    <a:pt x="116091" y="120422"/>
                    <a:pt x="115737" y="119367"/>
                  </a:cubicBezTo>
                  <a:cubicBezTo>
                    <a:pt x="106879" y="83852"/>
                    <a:pt x="102981" y="67677"/>
                    <a:pt x="102981" y="62402"/>
                  </a:cubicBezTo>
                  <a:cubicBezTo>
                    <a:pt x="118572" y="35327"/>
                    <a:pt x="131327" y="19855"/>
                    <a:pt x="137705" y="19855"/>
                  </a:cubicBezTo>
                  <a:cubicBezTo>
                    <a:pt x="139831" y="19855"/>
                    <a:pt x="142666" y="20910"/>
                    <a:pt x="146209" y="22668"/>
                  </a:cubicBezTo>
                  <a:cubicBezTo>
                    <a:pt x="150461" y="25130"/>
                    <a:pt x="152941" y="25833"/>
                    <a:pt x="155776" y="25833"/>
                  </a:cubicBezTo>
                  <a:cubicBezTo>
                    <a:pt x="163217" y="25833"/>
                    <a:pt x="168177" y="20558"/>
                    <a:pt x="168177" y="13174"/>
                  </a:cubicBezTo>
                  <a:cubicBezTo>
                    <a:pt x="168177" y="5790"/>
                    <a:pt x="162154" y="164"/>
                    <a:pt x="153650" y="164"/>
                  </a:cubicBezTo>
                  <a:cubicBezTo>
                    <a:pt x="138060" y="164"/>
                    <a:pt x="124595" y="12822"/>
                    <a:pt x="100147" y="50447"/>
                  </a:cubicBezTo>
                  <a:lnTo>
                    <a:pt x="96249" y="31107"/>
                  </a:lnTo>
                  <a:cubicBezTo>
                    <a:pt x="91288" y="7196"/>
                    <a:pt x="87391" y="164"/>
                    <a:pt x="77824" y="164"/>
                  </a:cubicBezTo>
                  <a:cubicBezTo>
                    <a:pt x="70029" y="164"/>
                    <a:pt x="57982" y="3328"/>
                    <a:pt x="36368" y="10361"/>
                  </a:cubicBezTo>
                  <a:lnTo>
                    <a:pt x="32470" y="11768"/>
                  </a:lnTo>
                  <a:lnTo>
                    <a:pt x="33888" y="17042"/>
                  </a:lnTo>
                  <a:cubicBezTo>
                    <a:pt x="47352" y="13877"/>
                    <a:pt x="50541" y="13174"/>
                    <a:pt x="53730" y="13174"/>
                  </a:cubicBezTo>
                  <a:cubicBezTo>
                    <a:pt x="62588" y="13174"/>
                    <a:pt x="64714" y="16339"/>
                    <a:pt x="69675" y="37437"/>
                  </a:cubicBezTo>
                  <a:lnTo>
                    <a:pt x="79950" y="80687"/>
                  </a:lnTo>
                  <a:lnTo>
                    <a:pt x="50895" y="121828"/>
                  </a:lnTo>
                  <a:cubicBezTo>
                    <a:pt x="43809" y="132377"/>
                    <a:pt x="36722" y="138706"/>
                    <a:pt x="32825" y="138706"/>
                  </a:cubicBezTo>
                  <a:cubicBezTo>
                    <a:pt x="30699" y="138706"/>
                    <a:pt x="27155" y="137652"/>
                    <a:pt x="23612" y="135542"/>
                  </a:cubicBezTo>
                  <a:cubicBezTo>
                    <a:pt x="19006" y="133080"/>
                    <a:pt x="15108" y="132025"/>
                    <a:pt x="12274" y="132025"/>
                  </a:cubicBezTo>
                  <a:cubicBezTo>
                    <a:pt x="5541" y="132025"/>
                    <a:pt x="227" y="137300"/>
                    <a:pt x="227" y="144333"/>
                  </a:cubicBezTo>
                  <a:cubicBezTo>
                    <a:pt x="227" y="153475"/>
                    <a:pt x="7313" y="159101"/>
                    <a:pt x="17943" y="159101"/>
                  </a:cubicBezTo>
                  <a:cubicBezTo>
                    <a:pt x="28927" y="159101"/>
                    <a:pt x="33179" y="155936"/>
                    <a:pt x="50895" y="134487"/>
                  </a:cubicBezTo>
                  <a:cubicBezTo>
                    <a:pt x="60462" y="123235"/>
                    <a:pt x="67903" y="113741"/>
                    <a:pt x="82785" y="93346"/>
                  </a:cubicBezTo>
                  <a:lnTo>
                    <a:pt x="93414" y="135542"/>
                  </a:lnTo>
                  <a:cubicBezTo>
                    <a:pt x="98021" y="153475"/>
                    <a:pt x="102627" y="159101"/>
                    <a:pt x="113965" y="159101"/>
                  </a:cubicBezTo>
                  <a:cubicBezTo>
                    <a:pt x="127430" y="159101"/>
                    <a:pt x="136642" y="150662"/>
                    <a:pt x="157193" y="119015"/>
                  </a:cubicBezTo>
                  <a:lnTo>
                    <a:pt x="152233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2" name="Freeform: Shape 4531">
              <a:extLst>
                <a:ext uri="{FF2B5EF4-FFF2-40B4-BE49-F238E27FC236}">
                  <a16:creationId xmlns:a16="http://schemas.microsoft.com/office/drawing/2014/main" id="{338C6ECC-FBDE-433B-E688-8CFE4B1B3113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0914921" y="6773987"/>
              <a:ext cx="216493" cy="14065"/>
            </a:xfrm>
            <a:custGeom>
              <a:avLst/>
              <a:gdLst>
                <a:gd name="connsiteX0" fmla="*/ 204325 w 216493"/>
                <a:gd name="connsiteY0" fmla="*/ 14229 h 14065"/>
                <a:gd name="connsiteX1" fmla="*/ 216726 w 216493"/>
                <a:gd name="connsiteY1" fmla="*/ 7196 h 14065"/>
                <a:gd name="connsiteX2" fmla="*/ 204325 w 216493"/>
                <a:gd name="connsiteY2" fmla="*/ 164 h 14065"/>
                <a:gd name="connsiteX3" fmla="*/ 12634 w 216493"/>
                <a:gd name="connsiteY3" fmla="*/ 164 h 14065"/>
                <a:gd name="connsiteX4" fmla="*/ 232 w 216493"/>
                <a:gd name="connsiteY4" fmla="*/ 7196 h 14065"/>
                <a:gd name="connsiteX5" fmla="*/ 12634 w 216493"/>
                <a:gd name="connsiteY5" fmla="*/ 14229 h 14065"/>
                <a:gd name="connsiteX6" fmla="*/ 204325 w 216493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5" y="14229"/>
                  </a:moveTo>
                  <a:cubicBezTo>
                    <a:pt x="210348" y="14229"/>
                    <a:pt x="216726" y="14229"/>
                    <a:pt x="216726" y="7196"/>
                  </a:cubicBezTo>
                  <a:cubicBezTo>
                    <a:pt x="216726" y="164"/>
                    <a:pt x="210348" y="164"/>
                    <a:pt x="204325" y="164"/>
                  </a:cubicBezTo>
                  <a:lnTo>
                    <a:pt x="12634" y="164"/>
                  </a:lnTo>
                  <a:cubicBezTo>
                    <a:pt x="6610" y="164"/>
                    <a:pt x="232" y="164"/>
                    <a:pt x="232" y="7196"/>
                  </a:cubicBezTo>
                  <a:cubicBezTo>
                    <a:pt x="232" y="14229"/>
                    <a:pt x="6610" y="14229"/>
                    <a:pt x="12634" y="14229"/>
                  </a:cubicBezTo>
                  <a:lnTo>
                    <a:pt x="204325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3" name="Freeform: Shape 4532">
              <a:extLst>
                <a:ext uri="{FF2B5EF4-FFF2-40B4-BE49-F238E27FC236}">
                  <a16:creationId xmlns:a16="http://schemas.microsoft.com/office/drawing/2014/main" id="{96CBD69B-1801-38F5-A5C1-EB7BE04ACFE0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1222586" y="6627005"/>
              <a:ext cx="143856" cy="246845"/>
            </a:xfrm>
            <a:custGeom>
              <a:avLst/>
              <a:gdLst>
                <a:gd name="connsiteX0" fmla="*/ 53036 w 143856"/>
                <a:gd name="connsiteY0" fmla="*/ 37085 h 246845"/>
                <a:gd name="connsiteX1" fmla="*/ 122484 w 143856"/>
                <a:gd name="connsiteY1" fmla="*/ 37085 h 246845"/>
                <a:gd name="connsiteX2" fmla="*/ 130634 w 143856"/>
                <a:gd name="connsiteY2" fmla="*/ 33920 h 246845"/>
                <a:gd name="connsiteX3" fmla="*/ 144098 w 143856"/>
                <a:gd name="connsiteY3" fmla="*/ 2625 h 246845"/>
                <a:gd name="connsiteX4" fmla="*/ 140909 w 143856"/>
                <a:gd name="connsiteY4" fmla="*/ 164 h 246845"/>
                <a:gd name="connsiteX5" fmla="*/ 124610 w 143856"/>
                <a:gd name="connsiteY5" fmla="*/ 9306 h 246845"/>
                <a:gd name="connsiteX6" fmla="*/ 50556 w 143856"/>
                <a:gd name="connsiteY6" fmla="*/ 9306 h 246845"/>
                <a:gd name="connsiteX7" fmla="*/ 11934 w 143856"/>
                <a:gd name="connsiteY7" fmla="*/ 92643 h 246845"/>
                <a:gd name="connsiteX8" fmla="*/ 11580 w 143856"/>
                <a:gd name="connsiteY8" fmla="*/ 94401 h 246845"/>
                <a:gd name="connsiteX9" fmla="*/ 15832 w 143856"/>
                <a:gd name="connsiteY9" fmla="*/ 97214 h 246845"/>
                <a:gd name="connsiteX10" fmla="*/ 55871 w 143856"/>
                <a:gd name="connsiteY10" fmla="*/ 104247 h 246845"/>
                <a:gd name="connsiteX11" fmla="*/ 115398 w 143856"/>
                <a:gd name="connsiteY11" fmla="*/ 173870 h 246845"/>
                <a:gd name="connsiteX12" fmla="*/ 66146 w 143856"/>
                <a:gd name="connsiteY12" fmla="*/ 233998 h 246845"/>
                <a:gd name="connsiteX13" fmla="*/ 42406 w 143856"/>
                <a:gd name="connsiteY13" fmla="*/ 223801 h 246845"/>
                <a:gd name="connsiteX14" fmla="*/ 15478 w 143856"/>
                <a:gd name="connsiteY14" fmla="*/ 212197 h 246845"/>
                <a:gd name="connsiteX15" fmla="*/ 241 w 143856"/>
                <a:gd name="connsiteY15" fmla="*/ 225208 h 246845"/>
                <a:gd name="connsiteX16" fmla="*/ 43469 w 143856"/>
                <a:gd name="connsiteY16" fmla="*/ 247009 h 246845"/>
                <a:gd name="connsiteX17" fmla="*/ 116461 w 143856"/>
                <a:gd name="connsiteY17" fmla="*/ 219582 h 246845"/>
                <a:gd name="connsiteX18" fmla="*/ 140201 w 143856"/>
                <a:gd name="connsiteY18" fmla="*/ 156991 h 246845"/>
                <a:gd name="connsiteX19" fmla="*/ 115752 w 143856"/>
                <a:gd name="connsiteY19" fmla="*/ 97917 h 246845"/>
                <a:gd name="connsiteX20" fmla="*/ 38154 w 143856"/>
                <a:gd name="connsiteY20" fmla="*/ 66974 h 246845"/>
                <a:gd name="connsiteX21" fmla="*/ 53036 w 143856"/>
                <a:gd name="connsiteY21" fmla="*/ 37085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36" y="37085"/>
                  </a:moveTo>
                  <a:lnTo>
                    <a:pt x="122484" y="37085"/>
                  </a:lnTo>
                  <a:cubicBezTo>
                    <a:pt x="128153" y="37085"/>
                    <a:pt x="129571" y="36382"/>
                    <a:pt x="130634" y="33920"/>
                  </a:cubicBezTo>
                  <a:lnTo>
                    <a:pt x="144098" y="2625"/>
                  </a:lnTo>
                  <a:lnTo>
                    <a:pt x="140909" y="164"/>
                  </a:lnTo>
                  <a:cubicBezTo>
                    <a:pt x="135594" y="7548"/>
                    <a:pt x="132051" y="9306"/>
                    <a:pt x="124610" y="9306"/>
                  </a:cubicBezTo>
                  <a:lnTo>
                    <a:pt x="50556" y="9306"/>
                  </a:lnTo>
                  <a:lnTo>
                    <a:pt x="11934" y="92643"/>
                  </a:lnTo>
                  <a:cubicBezTo>
                    <a:pt x="11580" y="93346"/>
                    <a:pt x="11580" y="93698"/>
                    <a:pt x="11580" y="94401"/>
                  </a:cubicBezTo>
                  <a:cubicBezTo>
                    <a:pt x="11580" y="96159"/>
                    <a:pt x="12997" y="97214"/>
                    <a:pt x="15832" y="97214"/>
                  </a:cubicBezTo>
                  <a:cubicBezTo>
                    <a:pt x="27170" y="97214"/>
                    <a:pt x="41343" y="99675"/>
                    <a:pt x="55871" y="104247"/>
                  </a:cubicBezTo>
                  <a:cubicBezTo>
                    <a:pt x="96618" y="117257"/>
                    <a:pt x="115398" y="139058"/>
                    <a:pt x="115398" y="173870"/>
                  </a:cubicBezTo>
                  <a:cubicBezTo>
                    <a:pt x="115398" y="207626"/>
                    <a:pt x="93784" y="233998"/>
                    <a:pt x="66146" y="233998"/>
                  </a:cubicBezTo>
                  <a:cubicBezTo>
                    <a:pt x="59060" y="233998"/>
                    <a:pt x="53036" y="231537"/>
                    <a:pt x="42406" y="223801"/>
                  </a:cubicBezTo>
                  <a:cubicBezTo>
                    <a:pt x="31068" y="215714"/>
                    <a:pt x="22918" y="212197"/>
                    <a:pt x="15478" y="212197"/>
                  </a:cubicBezTo>
                  <a:cubicBezTo>
                    <a:pt x="5202" y="212197"/>
                    <a:pt x="241" y="216417"/>
                    <a:pt x="241" y="225208"/>
                  </a:cubicBezTo>
                  <a:cubicBezTo>
                    <a:pt x="241" y="238570"/>
                    <a:pt x="16895" y="247009"/>
                    <a:pt x="43469" y="247009"/>
                  </a:cubicBezTo>
                  <a:cubicBezTo>
                    <a:pt x="73233" y="247009"/>
                    <a:pt x="98744" y="237515"/>
                    <a:pt x="116461" y="219582"/>
                  </a:cubicBezTo>
                  <a:cubicBezTo>
                    <a:pt x="132760" y="203758"/>
                    <a:pt x="140201" y="183715"/>
                    <a:pt x="140201" y="156991"/>
                  </a:cubicBezTo>
                  <a:cubicBezTo>
                    <a:pt x="140201" y="131674"/>
                    <a:pt x="133468" y="115499"/>
                    <a:pt x="115752" y="97917"/>
                  </a:cubicBezTo>
                  <a:cubicBezTo>
                    <a:pt x="100162" y="82445"/>
                    <a:pt x="79965" y="74358"/>
                    <a:pt x="38154" y="66974"/>
                  </a:cubicBezTo>
                  <a:lnTo>
                    <a:pt x="53036" y="3708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4" name="Freeform: Shape 4533">
              <a:extLst>
                <a:ext uri="{FF2B5EF4-FFF2-40B4-BE49-F238E27FC236}">
                  <a16:creationId xmlns:a16="http://schemas.microsoft.com/office/drawing/2014/main" id="{4D298C04-50E1-4E49-1AE5-895A752282B1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1409272" y="6605204"/>
              <a:ext cx="82203" cy="351631"/>
            </a:xfrm>
            <a:custGeom>
              <a:avLst/>
              <a:gdLst>
                <a:gd name="connsiteX0" fmla="*/ 82450 w 82203"/>
                <a:gd name="connsiteY0" fmla="*/ 175979 h 351631"/>
                <a:gd name="connsiteX1" fmla="*/ 59065 w 82203"/>
                <a:gd name="connsiteY1" fmla="*/ 66270 h 351631"/>
                <a:gd name="connsiteX2" fmla="*/ 3790 w 82203"/>
                <a:gd name="connsiteY2" fmla="*/ 164 h 351631"/>
                <a:gd name="connsiteX3" fmla="*/ 246 w 82203"/>
                <a:gd name="connsiteY3" fmla="*/ 3680 h 351631"/>
                <a:gd name="connsiteX4" fmla="*/ 6979 w 82203"/>
                <a:gd name="connsiteY4" fmla="*/ 11768 h 351631"/>
                <a:gd name="connsiteX5" fmla="*/ 61899 w 82203"/>
                <a:gd name="connsiteY5" fmla="*/ 175979 h 351631"/>
                <a:gd name="connsiteX6" fmla="*/ 4853 w 82203"/>
                <a:gd name="connsiteY6" fmla="*/ 342301 h 351631"/>
                <a:gd name="connsiteX7" fmla="*/ 246 w 82203"/>
                <a:gd name="connsiteY7" fmla="*/ 348279 h 351631"/>
                <a:gd name="connsiteX8" fmla="*/ 3790 w 82203"/>
                <a:gd name="connsiteY8" fmla="*/ 351795 h 351631"/>
                <a:gd name="connsiteX9" fmla="*/ 60128 w 82203"/>
                <a:gd name="connsiteY9" fmla="*/ 283227 h 351631"/>
                <a:gd name="connsiteX10" fmla="*/ 82450 w 82203"/>
                <a:gd name="connsiteY10" fmla="*/ 1759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0" y="175979"/>
                  </a:moveTo>
                  <a:cubicBezTo>
                    <a:pt x="82450" y="148552"/>
                    <a:pt x="78553" y="106005"/>
                    <a:pt x="59065" y="66270"/>
                  </a:cubicBezTo>
                  <a:cubicBezTo>
                    <a:pt x="37805" y="23020"/>
                    <a:pt x="7333" y="164"/>
                    <a:pt x="3790" y="164"/>
                  </a:cubicBezTo>
                  <a:cubicBezTo>
                    <a:pt x="1664" y="164"/>
                    <a:pt x="246" y="1570"/>
                    <a:pt x="246" y="3680"/>
                  </a:cubicBezTo>
                  <a:cubicBezTo>
                    <a:pt x="246" y="4735"/>
                    <a:pt x="246" y="5438"/>
                    <a:pt x="6979" y="11768"/>
                  </a:cubicBezTo>
                  <a:cubicBezTo>
                    <a:pt x="41703" y="46579"/>
                    <a:pt x="61899" y="102488"/>
                    <a:pt x="61899" y="175979"/>
                  </a:cubicBezTo>
                  <a:cubicBezTo>
                    <a:pt x="61899" y="236108"/>
                    <a:pt x="48789" y="297995"/>
                    <a:pt x="4853" y="342301"/>
                  </a:cubicBezTo>
                  <a:cubicBezTo>
                    <a:pt x="246" y="346520"/>
                    <a:pt x="246" y="347224"/>
                    <a:pt x="246" y="348279"/>
                  </a:cubicBezTo>
                  <a:cubicBezTo>
                    <a:pt x="246" y="350388"/>
                    <a:pt x="1664" y="351795"/>
                    <a:pt x="3790" y="351795"/>
                  </a:cubicBezTo>
                  <a:cubicBezTo>
                    <a:pt x="7333" y="351795"/>
                    <a:pt x="39222" y="327884"/>
                    <a:pt x="60128" y="283227"/>
                  </a:cubicBezTo>
                  <a:cubicBezTo>
                    <a:pt x="78198" y="244547"/>
                    <a:pt x="82450" y="205516"/>
                    <a:pt x="82450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5" name="Freeform: Shape 4534">
              <a:extLst>
                <a:ext uri="{FF2B5EF4-FFF2-40B4-BE49-F238E27FC236}">
                  <a16:creationId xmlns:a16="http://schemas.microsoft.com/office/drawing/2014/main" id="{E5814815-1C75-E220-044B-32DE68CDB799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1562144" y="6605204"/>
              <a:ext cx="82203" cy="351631"/>
            </a:xfrm>
            <a:custGeom>
              <a:avLst/>
              <a:gdLst>
                <a:gd name="connsiteX0" fmla="*/ 82454 w 82203"/>
                <a:gd name="connsiteY0" fmla="*/ 348279 h 351631"/>
                <a:gd name="connsiteX1" fmla="*/ 76431 w 82203"/>
                <a:gd name="connsiteY1" fmla="*/ 340543 h 351631"/>
                <a:gd name="connsiteX2" fmla="*/ 20801 w 82203"/>
                <a:gd name="connsiteY2" fmla="*/ 175979 h 351631"/>
                <a:gd name="connsiteX3" fmla="*/ 77848 w 82203"/>
                <a:gd name="connsiteY3" fmla="*/ 9658 h 351631"/>
                <a:gd name="connsiteX4" fmla="*/ 82454 w 82203"/>
                <a:gd name="connsiteY4" fmla="*/ 3680 h 351631"/>
                <a:gd name="connsiteX5" fmla="*/ 78911 w 82203"/>
                <a:gd name="connsiteY5" fmla="*/ 164 h 351631"/>
                <a:gd name="connsiteX6" fmla="*/ 22573 w 82203"/>
                <a:gd name="connsiteY6" fmla="*/ 68732 h 351631"/>
                <a:gd name="connsiteX7" fmla="*/ 250 w 82203"/>
                <a:gd name="connsiteY7" fmla="*/ 175979 h 351631"/>
                <a:gd name="connsiteX8" fmla="*/ 23636 w 82203"/>
                <a:gd name="connsiteY8" fmla="*/ 285688 h 351631"/>
                <a:gd name="connsiteX9" fmla="*/ 78911 w 82203"/>
                <a:gd name="connsiteY9" fmla="*/ 351795 h 351631"/>
                <a:gd name="connsiteX10" fmla="*/ 82454 w 82203"/>
                <a:gd name="connsiteY10" fmla="*/ 3482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4" y="348279"/>
                  </a:moveTo>
                  <a:cubicBezTo>
                    <a:pt x="82454" y="347224"/>
                    <a:pt x="82454" y="346520"/>
                    <a:pt x="76431" y="340543"/>
                  </a:cubicBezTo>
                  <a:cubicBezTo>
                    <a:pt x="32140" y="296237"/>
                    <a:pt x="20801" y="229779"/>
                    <a:pt x="20801" y="175979"/>
                  </a:cubicBezTo>
                  <a:cubicBezTo>
                    <a:pt x="20801" y="114796"/>
                    <a:pt x="34266" y="53612"/>
                    <a:pt x="77848" y="9658"/>
                  </a:cubicBezTo>
                  <a:cubicBezTo>
                    <a:pt x="82454" y="5438"/>
                    <a:pt x="82454" y="4735"/>
                    <a:pt x="82454" y="3680"/>
                  </a:cubicBezTo>
                  <a:cubicBezTo>
                    <a:pt x="82454" y="1219"/>
                    <a:pt x="81037" y="164"/>
                    <a:pt x="78911" y="164"/>
                  </a:cubicBezTo>
                  <a:cubicBezTo>
                    <a:pt x="75368" y="164"/>
                    <a:pt x="43478" y="24075"/>
                    <a:pt x="22573" y="68732"/>
                  </a:cubicBezTo>
                  <a:cubicBezTo>
                    <a:pt x="4502" y="107411"/>
                    <a:pt x="250" y="146442"/>
                    <a:pt x="250" y="175979"/>
                  </a:cubicBezTo>
                  <a:cubicBezTo>
                    <a:pt x="250" y="203407"/>
                    <a:pt x="4148" y="245954"/>
                    <a:pt x="23636" y="285688"/>
                  </a:cubicBezTo>
                  <a:cubicBezTo>
                    <a:pt x="44895" y="328939"/>
                    <a:pt x="75368" y="351795"/>
                    <a:pt x="78911" y="351795"/>
                  </a:cubicBezTo>
                  <a:cubicBezTo>
                    <a:pt x="81037" y="351795"/>
                    <a:pt x="82454" y="350740"/>
                    <a:pt x="82454" y="3482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6" name="Freeform: Shape 4535">
              <a:extLst>
                <a:ext uri="{FF2B5EF4-FFF2-40B4-BE49-F238E27FC236}">
                  <a16:creationId xmlns:a16="http://schemas.microsoft.com/office/drawing/2014/main" id="{F572D65E-CA0E-34D7-06E2-FC45971284FB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1655489" y="6713858"/>
              <a:ext cx="167950" cy="158937"/>
            </a:xfrm>
            <a:custGeom>
              <a:avLst/>
              <a:gdLst>
                <a:gd name="connsiteX0" fmla="*/ 152260 w 167950"/>
                <a:gd name="connsiteY0" fmla="*/ 116202 h 158937"/>
                <a:gd name="connsiteX1" fmla="*/ 144465 w 167950"/>
                <a:gd name="connsiteY1" fmla="*/ 125696 h 158937"/>
                <a:gd name="connsiteX2" fmla="*/ 128166 w 167950"/>
                <a:gd name="connsiteY2" fmla="*/ 139761 h 158937"/>
                <a:gd name="connsiteX3" fmla="*/ 117182 w 167950"/>
                <a:gd name="connsiteY3" fmla="*/ 125344 h 158937"/>
                <a:gd name="connsiteX4" fmla="*/ 115765 w 167950"/>
                <a:gd name="connsiteY4" fmla="*/ 119367 h 158937"/>
                <a:gd name="connsiteX5" fmla="*/ 103009 w 167950"/>
                <a:gd name="connsiteY5" fmla="*/ 62402 h 158937"/>
                <a:gd name="connsiteX6" fmla="*/ 137733 w 167950"/>
                <a:gd name="connsiteY6" fmla="*/ 19855 h 158937"/>
                <a:gd name="connsiteX7" fmla="*/ 146237 w 167950"/>
                <a:gd name="connsiteY7" fmla="*/ 22668 h 158937"/>
                <a:gd name="connsiteX8" fmla="*/ 155804 w 167950"/>
                <a:gd name="connsiteY8" fmla="*/ 25833 h 158937"/>
                <a:gd name="connsiteX9" fmla="*/ 168205 w 167950"/>
                <a:gd name="connsiteY9" fmla="*/ 13174 h 158937"/>
                <a:gd name="connsiteX10" fmla="*/ 153678 w 167950"/>
                <a:gd name="connsiteY10" fmla="*/ 164 h 158937"/>
                <a:gd name="connsiteX11" fmla="*/ 100174 w 167950"/>
                <a:gd name="connsiteY11" fmla="*/ 50447 h 158937"/>
                <a:gd name="connsiteX12" fmla="*/ 96277 w 167950"/>
                <a:gd name="connsiteY12" fmla="*/ 31107 h 158937"/>
                <a:gd name="connsiteX13" fmla="*/ 77852 w 167950"/>
                <a:gd name="connsiteY13" fmla="*/ 164 h 158937"/>
                <a:gd name="connsiteX14" fmla="*/ 36395 w 167950"/>
                <a:gd name="connsiteY14" fmla="*/ 10361 h 158937"/>
                <a:gd name="connsiteX15" fmla="*/ 32498 w 167950"/>
                <a:gd name="connsiteY15" fmla="*/ 11768 h 158937"/>
                <a:gd name="connsiteX16" fmla="*/ 33915 w 167950"/>
                <a:gd name="connsiteY16" fmla="*/ 17042 h 158937"/>
                <a:gd name="connsiteX17" fmla="*/ 53757 w 167950"/>
                <a:gd name="connsiteY17" fmla="*/ 13174 h 158937"/>
                <a:gd name="connsiteX18" fmla="*/ 69702 w 167950"/>
                <a:gd name="connsiteY18" fmla="*/ 37437 h 158937"/>
                <a:gd name="connsiteX19" fmla="*/ 79978 w 167950"/>
                <a:gd name="connsiteY19" fmla="*/ 80687 h 158937"/>
                <a:gd name="connsiteX20" fmla="*/ 50923 w 167950"/>
                <a:gd name="connsiteY20" fmla="*/ 121828 h 158937"/>
                <a:gd name="connsiteX21" fmla="*/ 32852 w 167950"/>
                <a:gd name="connsiteY21" fmla="*/ 138706 h 158937"/>
                <a:gd name="connsiteX22" fmla="*/ 23640 w 167950"/>
                <a:gd name="connsiteY22" fmla="*/ 135542 h 158937"/>
                <a:gd name="connsiteX23" fmla="*/ 12301 w 167950"/>
                <a:gd name="connsiteY23" fmla="*/ 132025 h 158937"/>
                <a:gd name="connsiteX24" fmla="*/ 254 w 167950"/>
                <a:gd name="connsiteY24" fmla="*/ 144333 h 158937"/>
                <a:gd name="connsiteX25" fmla="*/ 17971 w 167950"/>
                <a:gd name="connsiteY25" fmla="*/ 159101 h 158937"/>
                <a:gd name="connsiteX26" fmla="*/ 50923 w 167950"/>
                <a:gd name="connsiteY26" fmla="*/ 134487 h 158937"/>
                <a:gd name="connsiteX27" fmla="*/ 82812 w 167950"/>
                <a:gd name="connsiteY27" fmla="*/ 93346 h 158937"/>
                <a:gd name="connsiteX28" fmla="*/ 93442 w 167950"/>
                <a:gd name="connsiteY28" fmla="*/ 135542 h 158937"/>
                <a:gd name="connsiteX29" fmla="*/ 113993 w 167950"/>
                <a:gd name="connsiteY29" fmla="*/ 159101 h 158937"/>
                <a:gd name="connsiteX30" fmla="*/ 157221 w 167950"/>
                <a:gd name="connsiteY30" fmla="*/ 119015 h 158937"/>
                <a:gd name="connsiteX31" fmla="*/ 152260 w 167950"/>
                <a:gd name="connsiteY31" fmla="*/ 116202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60" y="116202"/>
                  </a:moveTo>
                  <a:cubicBezTo>
                    <a:pt x="149426" y="119367"/>
                    <a:pt x="147654" y="121477"/>
                    <a:pt x="144465" y="125696"/>
                  </a:cubicBezTo>
                  <a:cubicBezTo>
                    <a:pt x="136316" y="136245"/>
                    <a:pt x="132064" y="139761"/>
                    <a:pt x="128166" y="139761"/>
                  </a:cubicBezTo>
                  <a:cubicBezTo>
                    <a:pt x="122851" y="139761"/>
                    <a:pt x="119662" y="135190"/>
                    <a:pt x="117182" y="125344"/>
                  </a:cubicBezTo>
                  <a:cubicBezTo>
                    <a:pt x="116473" y="122531"/>
                    <a:pt x="116119" y="120422"/>
                    <a:pt x="115765" y="119367"/>
                  </a:cubicBezTo>
                  <a:cubicBezTo>
                    <a:pt x="106906" y="83852"/>
                    <a:pt x="103009" y="67677"/>
                    <a:pt x="103009" y="62402"/>
                  </a:cubicBezTo>
                  <a:cubicBezTo>
                    <a:pt x="118599" y="35327"/>
                    <a:pt x="131355" y="19855"/>
                    <a:pt x="137733" y="19855"/>
                  </a:cubicBezTo>
                  <a:cubicBezTo>
                    <a:pt x="139859" y="19855"/>
                    <a:pt x="142693" y="20910"/>
                    <a:pt x="146237" y="22668"/>
                  </a:cubicBezTo>
                  <a:cubicBezTo>
                    <a:pt x="150489" y="25130"/>
                    <a:pt x="152969" y="25833"/>
                    <a:pt x="155804" y="25833"/>
                  </a:cubicBezTo>
                  <a:cubicBezTo>
                    <a:pt x="163244" y="25833"/>
                    <a:pt x="168205" y="20558"/>
                    <a:pt x="168205" y="13174"/>
                  </a:cubicBezTo>
                  <a:cubicBezTo>
                    <a:pt x="168205" y="5790"/>
                    <a:pt x="162181" y="164"/>
                    <a:pt x="153678" y="164"/>
                  </a:cubicBezTo>
                  <a:cubicBezTo>
                    <a:pt x="138087" y="164"/>
                    <a:pt x="124623" y="12822"/>
                    <a:pt x="100174" y="50447"/>
                  </a:cubicBezTo>
                  <a:lnTo>
                    <a:pt x="96277" y="31107"/>
                  </a:lnTo>
                  <a:cubicBezTo>
                    <a:pt x="91316" y="7196"/>
                    <a:pt x="87419" y="164"/>
                    <a:pt x="77852" y="164"/>
                  </a:cubicBezTo>
                  <a:cubicBezTo>
                    <a:pt x="70057" y="164"/>
                    <a:pt x="58009" y="3328"/>
                    <a:pt x="36395" y="10361"/>
                  </a:cubicBezTo>
                  <a:lnTo>
                    <a:pt x="32498" y="11768"/>
                  </a:lnTo>
                  <a:lnTo>
                    <a:pt x="33915" y="17042"/>
                  </a:lnTo>
                  <a:cubicBezTo>
                    <a:pt x="47380" y="13877"/>
                    <a:pt x="50569" y="13174"/>
                    <a:pt x="53757" y="13174"/>
                  </a:cubicBezTo>
                  <a:cubicBezTo>
                    <a:pt x="62616" y="13174"/>
                    <a:pt x="64742" y="16339"/>
                    <a:pt x="69702" y="37437"/>
                  </a:cubicBezTo>
                  <a:lnTo>
                    <a:pt x="79978" y="80687"/>
                  </a:lnTo>
                  <a:lnTo>
                    <a:pt x="50923" y="121828"/>
                  </a:lnTo>
                  <a:cubicBezTo>
                    <a:pt x="43836" y="132377"/>
                    <a:pt x="36750" y="138706"/>
                    <a:pt x="32852" y="138706"/>
                  </a:cubicBezTo>
                  <a:cubicBezTo>
                    <a:pt x="30726" y="138706"/>
                    <a:pt x="27183" y="137652"/>
                    <a:pt x="23640" y="135542"/>
                  </a:cubicBezTo>
                  <a:cubicBezTo>
                    <a:pt x="19033" y="133080"/>
                    <a:pt x="15136" y="132025"/>
                    <a:pt x="12301" y="132025"/>
                  </a:cubicBezTo>
                  <a:cubicBezTo>
                    <a:pt x="5569" y="132025"/>
                    <a:pt x="254" y="137300"/>
                    <a:pt x="254" y="144333"/>
                  </a:cubicBezTo>
                  <a:cubicBezTo>
                    <a:pt x="254" y="153475"/>
                    <a:pt x="7341" y="159101"/>
                    <a:pt x="17971" y="159101"/>
                  </a:cubicBezTo>
                  <a:cubicBezTo>
                    <a:pt x="28955" y="159101"/>
                    <a:pt x="33207" y="155936"/>
                    <a:pt x="50923" y="134487"/>
                  </a:cubicBezTo>
                  <a:cubicBezTo>
                    <a:pt x="60490" y="123235"/>
                    <a:pt x="67931" y="113741"/>
                    <a:pt x="82812" y="93346"/>
                  </a:cubicBezTo>
                  <a:lnTo>
                    <a:pt x="93442" y="135542"/>
                  </a:lnTo>
                  <a:cubicBezTo>
                    <a:pt x="98048" y="153475"/>
                    <a:pt x="102655" y="159101"/>
                    <a:pt x="113993" y="159101"/>
                  </a:cubicBezTo>
                  <a:cubicBezTo>
                    <a:pt x="127457" y="159101"/>
                    <a:pt x="136670" y="150662"/>
                    <a:pt x="157221" y="119015"/>
                  </a:cubicBezTo>
                  <a:lnTo>
                    <a:pt x="152260" y="11620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7" name="Freeform: Shape 4536">
              <a:extLst>
                <a:ext uri="{FF2B5EF4-FFF2-40B4-BE49-F238E27FC236}">
                  <a16:creationId xmlns:a16="http://schemas.microsoft.com/office/drawing/2014/main" id="{921F8066-62B2-C10B-43BA-978F35080835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1902832" y="6773987"/>
              <a:ext cx="216493" cy="14065"/>
            </a:xfrm>
            <a:custGeom>
              <a:avLst/>
              <a:gdLst>
                <a:gd name="connsiteX0" fmla="*/ 204352 w 216493"/>
                <a:gd name="connsiteY0" fmla="*/ 14229 h 14065"/>
                <a:gd name="connsiteX1" fmla="*/ 216754 w 216493"/>
                <a:gd name="connsiteY1" fmla="*/ 7196 h 14065"/>
                <a:gd name="connsiteX2" fmla="*/ 204352 w 216493"/>
                <a:gd name="connsiteY2" fmla="*/ 164 h 14065"/>
                <a:gd name="connsiteX3" fmla="*/ 12661 w 216493"/>
                <a:gd name="connsiteY3" fmla="*/ 164 h 14065"/>
                <a:gd name="connsiteX4" fmla="*/ 260 w 216493"/>
                <a:gd name="connsiteY4" fmla="*/ 7196 h 14065"/>
                <a:gd name="connsiteX5" fmla="*/ 12661 w 216493"/>
                <a:gd name="connsiteY5" fmla="*/ 14229 h 14065"/>
                <a:gd name="connsiteX6" fmla="*/ 204352 w 216493"/>
                <a:gd name="connsiteY6" fmla="*/ 14229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2" y="14229"/>
                  </a:moveTo>
                  <a:cubicBezTo>
                    <a:pt x="210376" y="14229"/>
                    <a:pt x="216754" y="14229"/>
                    <a:pt x="216754" y="7196"/>
                  </a:cubicBezTo>
                  <a:cubicBezTo>
                    <a:pt x="216754" y="164"/>
                    <a:pt x="210376" y="164"/>
                    <a:pt x="204352" y="164"/>
                  </a:cubicBezTo>
                  <a:lnTo>
                    <a:pt x="12661" y="164"/>
                  </a:lnTo>
                  <a:cubicBezTo>
                    <a:pt x="6638" y="164"/>
                    <a:pt x="260" y="164"/>
                    <a:pt x="260" y="7196"/>
                  </a:cubicBezTo>
                  <a:cubicBezTo>
                    <a:pt x="260" y="14229"/>
                    <a:pt x="6638" y="14229"/>
                    <a:pt x="12661" y="14229"/>
                  </a:cubicBezTo>
                  <a:lnTo>
                    <a:pt x="204352" y="1422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8" name="Freeform: Shape 4537">
              <a:extLst>
                <a:ext uri="{FF2B5EF4-FFF2-40B4-BE49-F238E27FC236}">
                  <a16:creationId xmlns:a16="http://schemas.microsoft.com/office/drawing/2014/main" id="{5E593F1D-8002-1F0E-FF50-043031ACB73F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2238489" y="6631225"/>
              <a:ext cx="100274" cy="237702"/>
            </a:xfrm>
            <a:custGeom>
              <a:avLst/>
              <a:gdLst>
                <a:gd name="connsiteX0" fmla="*/ 64048 w 100274"/>
                <a:gd name="connsiteY0" fmla="*/ 164 h 237702"/>
                <a:gd name="connsiteX1" fmla="*/ 269 w 100274"/>
                <a:gd name="connsiteY1" fmla="*/ 32162 h 237702"/>
                <a:gd name="connsiteX2" fmla="*/ 269 w 100274"/>
                <a:gd name="connsiteY2" fmla="*/ 37085 h 237702"/>
                <a:gd name="connsiteX3" fmla="*/ 9836 w 100274"/>
                <a:gd name="connsiteY3" fmla="*/ 33217 h 237702"/>
                <a:gd name="connsiteX4" fmla="*/ 25781 w 100274"/>
                <a:gd name="connsiteY4" fmla="*/ 29349 h 237702"/>
                <a:gd name="connsiteX5" fmla="*/ 36410 w 100274"/>
                <a:gd name="connsiteY5" fmla="*/ 45876 h 237702"/>
                <a:gd name="connsiteX6" fmla="*/ 36410 w 100274"/>
                <a:gd name="connsiteY6" fmla="*/ 205165 h 237702"/>
                <a:gd name="connsiteX7" fmla="*/ 27907 w 100274"/>
                <a:gd name="connsiteY7" fmla="*/ 228021 h 237702"/>
                <a:gd name="connsiteX8" fmla="*/ 2749 w 100274"/>
                <a:gd name="connsiteY8" fmla="*/ 232592 h 237702"/>
                <a:gd name="connsiteX9" fmla="*/ 2749 w 100274"/>
                <a:gd name="connsiteY9" fmla="*/ 237866 h 237702"/>
                <a:gd name="connsiteX10" fmla="*/ 100544 w 100274"/>
                <a:gd name="connsiteY10" fmla="*/ 237866 h 237702"/>
                <a:gd name="connsiteX11" fmla="*/ 100544 w 100274"/>
                <a:gd name="connsiteY11" fmla="*/ 232592 h 237702"/>
                <a:gd name="connsiteX12" fmla="*/ 66883 w 100274"/>
                <a:gd name="connsiteY12" fmla="*/ 211846 h 237702"/>
                <a:gd name="connsiteX13" fmla="*/ 66883 w 100274"/>
                <a:gd name="connsiteY13" fmla="*/ 867 h 237702"/>
                <a:gd name="connsiteX14" fmla="*/ 64048 w 100274"/>
                <a:gd name="connsiteY14" fmla="*/ 164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8" y="164"/>
                  </a:moveTo>
                  <a:lnTo>
                    <a:pt x="269" y="32162"/>
                  </a:lnTo>
                  <a:lnTo>
                    <a:pt x="269" y="37085"/>
                  </a:lnTo>
                  <a:cubicBezTo>
                    <a:pt x="4521" y="35327"/>
                    <a:pt x="8419" y="33920"/>
                    <a:pt x="9836" y="33217"/>
                  </a:cubicBezTo>
                  <a:cubicBezTo>
                    <a:pt x="16214" y="30756"/>
                    <a:pt x="22237" y="29349"/>
                    <a:pt x="25781" y="29349"/>
                  </a:cubicBezTo>
                  <a:cubicBezTo>
                    <a:pt x="33222" y="29349"/>
                    <a:pt x="36410" y="34624"/>
                    <a:pt x="36410" y="45876"/>
                  </a:cubicBezTo>
                  <a:lnTo>
                    <a:pt x="36410" y="205165"/>
                  </a:lnTo>
                  <a:cubicBezTo>
                    <a:pt x="36410" y="216769"/>
                    <a:pt x="33576" y="224856"/>
                    <a:pt x="27907" y="228021"/>
                  </a:cubicBezTo>
                  <a:cubicBezTo>
                    <a:pt x="22592" y="231185"/>
                    <a:pt x="17631" y="232240"/>
                    <a:pt x="2749" y="232592"/>
                  </a:cubicBezTo>
                  <a:lnTo>
                    <a:pt x="2749" y="237866"/>
                  </a:lnTo>
                  <a:lnTo>
                    <a:pt x="100544" y="237866"/>
                  </a:lnTo>
                  <a:lnTo>
                    <a:pt x="100544" y="232592"/>
                  </a:lnTo>
                  <a:cubicBezTo>
                    <a:pt x="72552" y="232240"/>
                    <a:pt x="66883" y="228724"/>
                    <a:pt x="66883" y="211846"/>
                  </a:cubicBezTo>
                  <a:lnTo>
                    <a:pt x="66883" y="867"/>
                  </a:lnTo>
                  <a:lnTo>
                    <a:pt x="64048" y="16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9" name="Freeform: Shape 4538">
              <a:extLst>
                <a:ext uri="{FF2B5EF4-FFF2-40B4-BE49-F238E27FC236}">
                  <a16:creationId xmlns:a16="http://schemas.microsoft.com/office/drawing/2014/main" id="{BAFBA022-CFFE-C07E-9884-D58D711D3D8F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2392223" y="6631225"/>
              <a:ext cx="137833" cy="242625"/>
            </a:xfrm>
            <a:custGeom>
              <a:avLst/>
              <a:gdLst>
                <a:gd name="connsiteX0" fmla="*/ 39250 w 137833"/>
                <a:gd name="connsiteY0" fmla="*/ 121828 h 242625"/>
                <a:gd name="connsiteX1" fmla="*/ 76809 w 137833"/>
                <a:gd name="connsiteY1" fmla="*/ 125696 h 242625"/>
                <a:gd name="connsiteX2" fmla="*/ 112596 w 137833"/>
                <a:gd name="connsiteY2" fmla="*/ 177737 h 242625"/>
                <a:gd name="connsiteX3" fmla="*/ 66179 w 137833"/>
                <a:gd name="connsiteY3" fmla="*/ 230131 h 242625"/>
                <a:gd name="connsiteX4" fmla="*/ 36415 w 137833"/>
                <a:gd name="connsiteY4" fmla="*/ 219230 h 242625"/>
                <a:gd name="connsiteX5" fmla="*/ 13739 w 137833"/>
                <a:gd name="connsiteY5" fmla="*/ 210439 h 242625"/>
                <a:gd name="connsiteX6" fmla="*/ 274 w 137833"/>
                <a:gd name="connsiteY6" fmla="*/ 222746 h 242625"/>
                <a:gd name="connsiteX7" fmla="*/ 40313 w 137833"/>
                <a:gd name="connsiteY7" fmla="*/ 242789 h 242625"/>
                <a:gd name="connsiteX8" fmla="*/ 112241 w 137833"/>
                <a:gd name="connsiteY8" fmla="*/ 219230 h 242625"/>
                <a:gd name="connsiteX9" fmla="*/ 138107 w 137833"/>
                <a:gd name="connsiteY9" fmla="*/ 160859 h 242625"/>
                <a:gd name="connsiteX10" fmla="*/ 122162 w 137833"/>
                <a:gd name="connsiteY10" fmla="*/ 115499 h 242625"/>
                <a:gd name="connsiteX11" fmla="*/ 92753 w 137833"/>
                <a:gd name="connsiteY11" fmla="*/ 96862 h 242625"/>
                <a:gd name="connsiteX12" fmla="*/ 126060 w 137833"/>
                <a:gd name="connsiteY12" fmla="*/ 48337 h 242625"/>
                <a:gd name="connsiteX13" fmla="*/ 70785 w 137833"/>
                <a:gd name="connsiteY13" fmla="*/ 164 h 242625"/>
                <a:gd name="connsiteX14" fmla="*/ 24723 w 137833"/>
                <a:gd name="connsiteY14" fmla="*/ 17394 h 242625"/>
                <a:gd name="connsiteX15" fmla="*/ 983 w 137833"/>
                <a:gd name="connsiteY15" fmla="*/ 57128 h 242625"/>
                <a:gd name="connsiteX16" fmla="*/ 6298 w 137833"/>
                <a:gd name="connsiteY16" fmla="*/ 58535 h 242625"/>
                <a:gd name="connsiteX17" fmla="*/ 59092 w 137833"/>
                <a:gd name="connsiteY17" fmla="*/ 21262 h 242625"/>
                <a:gd name="connsiteX18" fmla="*/ 98068 w 137833"/>
                <a:gd name="connsiteY18" fmla="*/ 58886 h 242625"/>
                <a:gd name="connsiteX19" fmla="*/ 83895 w 137833"/>
                <a:gd name="connsiteY19" fmla="*/ 92994 h 242625"/>
                <a:gd name="connsiteX20" fmla="*/ 39250 w 137833"/>
                <a:gd name="connsiteY20" fmla="*/ 117257 h 242625"/>
                <a:gd name="connsiteX21" fmla="*/ 39250 w 137833"/>
                <a:gd name="connsiteY21" fmla="*/ 121828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0" y="121828"/>
                  </a:moveTo>
                  <a:cubicBezTo>
                    <a:pt x="60155" y="121828"/>
                    <a:pt x="68305" y="122531"/>
                    <a:pt x="76809" y="125696"/>
                  </a:cubicBezTo>
                  <a:cubicBezTo>
                    <a:pt x="98777" y="133432"/>
                    <a:pt x="112596" y="153475"/>
                    <a:pt x="112596" y="177737"/>
                  </a:cubicBezTo>
                  <a:cubicBezTo>
                    <a:pt x="112596" y="207275"/>
                    <a:pt x="92399" y="230131"/>
                    <a:pt x="66179" y="230131"/>
                  </a:cubicBezTo>
                  <a:cubicBezTo>
                    <a:pt x="56612" y="230131"/>
                    <a:pt x="49526" y="227669"/>
                    <a:pt x="36415" y="219230"/>
                  </a:cubicBezTo>
                  <a:cubicBezTo>
                    <a:pt x="25786" y="212901"/>
                    <a:pt x="19762" y="210439"/>
                    <a:pt x="13739" y="210439"/>
                  </a:cubicBezTo>
                  <a:cubicBezTo>
                    <a:pt x="5589" y="210439"/>
                    <a:pt x="274" y="215362"/>
                    <a:pt x="274" y="222746"/>
                  </a:cubicBezTo>
                  <a:cubicBezTo>
                    <a:pt x="274" y="235053"/>
                    <a:pt x="15510" y="242789"/>
                    <a:pt x="40313" y="242789"/>
                  </a:cubicBezTo>
                  <a:cubicBezTo>
                    <a:pt x="67596" y="242789"/>
                    <a:pt x="95588" y="233647"/>
                    <a:pt x="112241" y="219230"/>
                  </a:cubicBezTo>
                  <a:cubicBezTo>
                    <a:pt x="128895" y="204813"/>
                    <a:pt x="138107" y="184418"/>
                    <a:pt x="138107" y="160859"/>
                  </a:cubicBezTo>
                  <a:cubicBezTo>
                    <a:pt x="138107" y="142926"/>
                    <a:pt x="132438" y="126399"/>
                    <a:pt x="122162" y="115499"/>
                  </a:cubicBezTo>
                  <a:cubicBezTo>
                    <a:pt x="115076" y="107763"/>
                    <a:pt x="108344" y="103543"/>
                    <a:pt x="92753" y="96862"/>
                  </a:cubicBezTo>
                  <a:cubicBezTo>
                    <a:pt x="117202" y="80336"/>
                    <a:pt x="126060" y="67325"/>
                    <a:pt x="126060" y="48337"/>
                  </a:cubicBezTo>
                  <a:cubicBezTo>
                    <a:pt x="126060" y="19855"/>
                    <a:pt x="103383" y="164"/>
                    <a:pt x="70785" y="164"/>
                  </a:cubicBezTo>
                  <a:cubicBezTo>
                    <a:pt x="53069" y="164"/>
                    <a:pt x="37478" y="6142"/>
                    <a:pt x="24723" y="17394"/>
                  </a:cubicBezTo>
                  <a:cubicBezTo>
                    <a:pt x="14093" y="26888"/>
                    <a:pt x="8778" y="36030"/>
                    <a:pt x="983" y="57128"/>
                  </a:cubicBezTo>
                  <a:lnTo>
                    <a:pt x="6298" y="58535"/>
                  </a:lnTo>
                  <a:cubicBezTo>
                    <a:pt x="20825" y="32865"/>
                    <a:pt x="36770" y="21262"/>
                    <a:pt x="59092" y="21262"/>
                  </a:cubicBezTo>
                  <a:cubicBezTo>
                    <a:pt x="82124" y="21262"/>
                    <a:pt x="98068" y="36733"/>
                    <a:pt x="98068" y="58886"/>
                  </a:cubicBezTo>
                  <a:cubicBezTo>
                    <a:pt x="98068" y="71545"/>
                    <a:pt x="92753" y="84204"/>
                    <a:pt x="83895" y="92994"/>
                  </a:cubicBezTo>
                  <a:cubicBezTo>
                    <a:pt x="73265" y="103543"/>
                    <a:pt x="63344" y="108818"/>
                    <a:pt x="39250" y="117257"/>
                  </a:cubicBezTo>
                  <a:lnTo>
                    <a:pt x="39250" y="12182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0" name="Freeform: Shape 4539">
              <a:extLst>
                <a:ext uri="{FF2B5EF4-FFF2-40B4-BE49-F238E27FC236}">
                  <a16:creationId xmlns:a16="http://schemas.microsoft.com/office/drawing/2014/main" id="{2996980F-E761-699A-5F4F-12D40F74322E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2575011" y="6605204"/>
              <a:ext cx="82203" cy="351631"/>
            </a:xfrm>
            <a:custGeom>
              <a:avLst/>
              <a:gdLst>
                <a:gd name="connsiteX0" fmla="*/ 82483 w 82203"/>
                <a:gd name="connsiteY0" fmla="*/ 175979 h 351631"/>
                <a:gd name="connsiteX1" fmla="*/ 59097 w 82203"/>
                <a:gd name="connsiteY1" fmla="*/ 66270 h 351631"/>
                <a:gd name="connsiteX2" fmla="*/ 3822 w 82203"/>
                <a:gd name="connsiteY2" fmla="*/ 164 h 351631"/>
                <a:gd name="connsiteX3" fmla="*/ 279 w 82203"/>
                <a:gd name="connsiteY3" fmla="*/ 3680 h 351631"/>
                <a:gd name="connsiteX4" fmla="*/ 7011 w 82203"/>
                <a:gd name="connsiteY4" fmla="*/ 11768 h 351631"/>
                <a:gd name="connsiteX5" fmla="*/ 61932 w 82203"/>
                <a:gd name="connsiteY5" fmla="*/ 175979 h 351631"/>
                <a:gd name="connsiteX6" fmla="*/ 4885 w 82203"/>
                <a:gd name="connsiteY6" fmla="*/ 342301 h 351631"/>
                <a:gd name="connsiteX7" fmla="*/ 279 w 82203"/>
                <a:gd name="connsiteY7" fmla="*/ 348279 h 351631"/>
                <a:gd name="connsiteX8" fmla="*/ 3822 w 82203"/>
                <a:gd name="connsiteY8" fmla="*/ 351795 h 351631"/>
                <a:gd name="connsiteX9" fmla="*/ 60160 w 82203"/>
                <a:gd name="connsiteY9" fmla="*/ 283227 h 351631"/>
                <a:gd name="connsiteX10" fmla="*/ 82483 w 82203"/>
                <a:gd name="connsiteY10" fmla="*/ 175979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3" y="175979"/>
                  </a:moveTo>
                  <a:cubicBezTo>
                    <a:pt x="82483" y="148552"/>
                    <a:pt x="78585" y="106005"/>
                    <a:pt x="59097" y="66270"/>
                  </a:cubicBezTo>
                  <a:cubicBezTo>
                    <a:pt x="37838" y="23020"/>
                    <a:pt x="7366" y="164"/>
                    <a:pt x="3822" y="164"/>
                  </a:cubicBezTo>
                  <a:cubicBezTo>
                    <a:pt x="1696" y="164"/>
                    <a:pt x="279" y="1570"/>
                    <a:pt x="279" y="3680"/>
                  </a:cubicBezTo>
                  <a:cubicBezTo>
                    <a:pt x="279" y="4735"/>
                    <a:pt x="279" y="5438"/>
                    <a:pt x="7011" y="11768"/>
                  </a:cubicBezTo>
                  <a:cubicBezTo>
                    <a:pt x="41735" y="46579"/>
                    <a:pt x="61932" y="102488"/>
                    <a:pt x="61932" y="175979"/>
                  </a:cubicBezTo>
                  <a:cubicBezTo>
                    <a:pt x="61932" y="236108"/>
                    <a:pt x="48822" y="297995"/>
                    <a:pt x="4885" y="342301"/>
                  </a:cubicBezTo>
                  <a:cubicBezTo>
                    <a:pt x="279" y="346520"/>
                    <a:pt x="279" y="347224"/>
                    <a:pt x="279" y="348279"/>
                  </a:cubicBezTo>
                  <a:cubicBezTo>
                    <a:pt x="279" y="350388"/>
                    <a:pt x="1696" y="351795"/>
                    <a:pt x="3822" y="351795"/>
                  </a:cubicBezTo>
                  <a:cubicBezTo>
                    <a:pt x="7366" y="351795"/>
                    <a:pt x="39255" y="327884"/>
                    <a:pt x="60160" y="283227"/>
                  </a:cubicBezTo>
                  <a:cubicBezTo>
                    <a:pt x="78231" y="244547"/>
                    <a:pt x="82483" y="205516"/>
                    <a:pt x="82483" y="175979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1" name="Freeform: Shape 4540">
              <a:extLst>
                <a:ext uri="{FF2B5EF4-FFF2-40B4-BE49-F238E27FC236}">
                  <a16:creationId xmlns:a16="http://schemas.microsoft.com/office/drawing/2014/main" id="{B8E01DCA-5F7F-7EEA-2383-B2DE1E4F558D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8525620" y="7012576"/>
              <a:ext cx="4204890" cy="14114"/>
            </a:xfrm>
            <a:custGeom>
              <a:avLst/>
              <a:gdLst>
                <a:gd name="connsiteX0" fmla="*/ 0 w 4204890"/>
                <a:gd name="connsiteY0" fmla="*/ 0 h 14114"/>
                <a:gd name="connsiteX1" fmla="*/ 4204891 w 4204890"/>
                <a:gd name="connsiteY1" fmla="*/ 0 h 14114"/>
                <a:gd name="connsiteX2" fmla="*/ 4204891 w 4204890"/>
                <a:gd name="connsiteY2" fmla="*/ 14114 h 14114"/>
                <a:gd name="connsiteX3" fmla="*/ 0 w 4204890"/>
                <a:gd name="connsiteY3" fmla="*/ 14114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890" h="14114">
                  <a:moveTo>
                    <a:pt x="0" y="0"/>
                  </a:moveTo>
                  <a:lnTo>
                    <a:pt x="4204891" y="0"/>
                  </a:lnTo>
                  <a:lnTo>
                    <a:pt x="4204891" y="14114"/>
                  </a:lnTo>
                  <a:lnTo>
                    <a:pt x="0" y="141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3" name="Freeform: Shape 4542">
              <a:extLst>
                <a:ext uri="{FF2B5EF4-FFF2-40B4-BE49-F238E27FC236}">
                  <a16:creationId xmlns:a16="http://schemas.microsoft.com/office/drawing/2014/main" id="{42D1EBDD-9EA9-1674-5FC1-A34D7FA5F8BF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8560699" y="7086271"/>
              <a:ext cx="82203" cy="351631"/>
            </a:xfrm>
            <a:custGeom>
              <a:avLst/>
              <a:gdLst>
                <a:gd name="connsiteX0" fmla="*/ 82370 w 82203"/>
                <a:gd name="connsiteY0" fmla="*/ 348292 h 351631"/>
                <a:gd name="connsiteX1" fmla="*/ 76346 w 82203"/>
                <a:gd name="connsiteY1" fmla="*/ 340556 h 351631"/>
                <a:gd name="connsiteX2" fmla="*/ 20717 w 82203"/>
                <a:gd name="connsiteY2" fmla="*/ 175993 h 351631"/>
                <a:gd name="connsiteX3" fmla="*/ 77764 w 82203"/>
                <a:gd name="connsiteY3" fmla="*/ 9671 h 351631"/>
                <a:gd name="connsiteX4" fmla="*/ 82370 w 82203"/>
                <a:gd name="connsiteY4" fmla="*/ 3694 h 351631"/>
                <a:gd name="connsiteX5" fmla="*/ 78827 w 82203"/>
                <a:gd name="connsiteY5" fmla="*/ 177 h 351631"/>
                <a:gd name="connsiteX6" fmla="*/ 22489 w 82203"/>
                <a:gd name="connsiteY6" fmla="*/ 68745 h 351631"/>
                <a:gd name="connsiteX7" fmla="*/ 166 w 82203"/>
                <a:gd name="connsiteY7" fmla="*/ 175993 h 351631"/>
                <a:gd name="connsiteX8" fmla="*/ 23552 w 82203"/>
                <a:gd name="connsiteY8" fmla="*/ 285702 h 351631"/>
                <a:gd name="connsiteX9" fmla="*/ 78827 w 82203"/>
                <a:gd name="connsiteY9" fmla="*/ 351808 h 351631"/>
                <a:gd name="connsiteX10" fmla="*/ 82370 w 82203"/>
                <a:gd name="connsiteY10" fmla="*/ 34829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0" y="348292"/>
                  </a:moveTo>
                  <a:cubicBezTo>
                    <a:pt x="82370" y="347237"/>
                    <a:pt x="82370" y="346534"/>
                    <a:pt x="76346" y="340556"/>
                  </a:cubicBezTo>
                  <a:cubicBezTo>
                    <a:pt x="32056" y="296251"/>
                    <a:pt x="20717" y="229792"/>
                    <a:pt x="20717" y="175993"/>
                  </a:cubicBezTo>
                  <a:cubicBezTo>
                    <a:pt x="20717" y="114809"/>
                    <a:pt x="34182" y="53625"/>
                    <a:pt x="77764" y="9671"/>
                  </a:cubicBezTo>
                  <a:cubicBezTo>
                    <a:pt x="82370" y="5452"/>
                    <a:pt x="82370" y="4749"/>
                    <a:pt x="82370" y="3694"/>
                  </a:cubicBezTo>
                  <a:cubicBezTo>
                    <a:pt x="82370" y="1232"/>
                    <a:pt x="80953" y="177"/>
                    <a:pt x="78827" y="177"/>
                  </a:cubicBezTo>
                  <a:cubicBezTo>
                    <a:pt x="75283" y="177"/>
                    <a:pt x="43394" y="24088"/>
                    <a:pt x="22489" y="68745"/>
                  </a:cubicBezTo>
                  <a:cubicBezTo>
                    <a:pt x="4418" y="107425"/>
                    <a:pt x="166" y="146456"/>
                    <a:pt x="166" y="175993"/>
                  </a:cubicBezTo>
                  <a:cubicBezTo>
                    <a:pt x="166" y="203420"/>
                    <a:pt x="4064" y="245968"/>
                    <a:pt x="23552" y="285702"/>
                  </a:cubicBezTo>
                  <a:cubicBezTo>
                    <a:pt x="44811" y="328952"/>
                    <a:pt x="75283" y="351808"/>
                    <a:pt x="78827" y="351808"/>
                  </a:cubicBezTo>
                  <a:cubicBezTo>
                    <a:pt x="80953" y="351808"/>
                    <a:pt x="82370" y="350754"/>
                    <a:pt x="82370" y="3482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4" name="Freeform: Shape 4543">
              <a:extLst>
                <a:ext uri="{FF2B5EF4-FFF2-40B4-BE49-F238E27FC236}">
                  <a16:creationId xmlns:a16="http://schemas.microsoft.com/office/drawing/2014/main" id="{CC2AFA83-EA37-F301-CD95-292C4745D659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8670697" y="7117214"/>
              <a:ext cx="152006" cy="235592"/>
            </a:xfrm>
            <a:custGeom>
              <a:avLst/>
              <a:gdLst>
                <a:gd name="connsiteX0" fmla="*/ 152176 w 152006"/>
                <a:gd name="connsiteY0" fmla="*/ 177 h 235592"/>
                <a:gd name="connsiteX1" fmla="*/ 21075 w 152006"/>
                <a:gd name="connsiteY1" fmla="*/ 177 h 235592"/>
                <a:gd name="connsiteX2" fmla="*/ 170 w 152006"/>
                <a:gd name="connsiteY2" fmla="*/ 51867 h 235592"/>
                <a:gd name="connsiteX3" fmla="*/ 6194 w 152006"/>
                <a:gd name="connsiteY3" fmla="*/ 54680 h 235592"/>
                <a:gd name="connsiteX4" fmla="*/ 47296 w 152006"/>
                <a:gd name="connsiteY4" fmla="*/ 26198 h 235592"/>
                <a:gd name="connsiteX5" fmla="*/ 124184 w 152006"/>
                <a:gd name="connsiteY5" fmla="*/ 26198 h 235592"/>
                <a:gd name="connsiteX6" fmla="*/ 54028 w 152006"/>
                <a:gd name="connsiteY6" fmla="*/ 235770 h 235592"/>
                <a:gd name="connsiteX7" fmla="*/ 77059 w 152006"/>
                <a:gd name="connsiteY7" fmla="*/ 235770 h 235592"/>
                <a:gd name="connsiteX8" fmla="*/ 152176 w 152006"/>
                <a:gd name="connsiteY8" fmla="*/ 5803 h 235592"/>
                <a:gd name="connsiteX9" fmla="*/ 152176 w 152006"/>
                <a:gd name="connsiteY9" fmla="*/ 177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176" y="177"/>
                  </a:moveTo>
                  <a:lnTo>
                    <a:pt x="21075" y="177"/>
                  </a:lnTo>
                  <a:lnTo>
                    <a:pt x="170" y="51867"/>
                  </a:lnTo>
                  <a:lnTo>
                    <a:pt x="6194" y="54680"/>
                  </a:lnTo>
                  <a:cubicBezTo>
                    <a:pt x="21430" y="30769"/>
                    <a:pt x="27808" y="26198"/>
                    <a:pt x="47296" y="26198"/>
                  </a:cubicBezTo>
                  <a:lnTo>
                    <a:pt x="124184" y="26198"/>
                  </a:lnTo>
                  <a:lnTo>
                    <a:pt x="54028" y="235770"/>
                  </a:lnTo>
                  <a:lnTo>
                    <a:pt x="77059" y="235770"/>
                  </a:lnTo>
                  <a:lnTo>
                    <a:pt x="152176" y="5803"/>
                  </a:lnTo>
                  <a:lnTo>
                    <a:pt x="152176" y="17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5" name="Freeform: Shape 4544">
              <a:extLst>
                <a:ext uri="{FF2B5EF4-FFF2-40B4-BE49-F238E27FC236}">
                  <a16:creationId xmlns:a16="http://schemas.microsoft.com/office/drawing/2014/main" id="{68751757-FF95-8881-D637-251A19B270FA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8920243" y="7255054"/>
              <a:ext cx="216493" cy="14065"/>
            </a:xfrm>
            <a:custGeom>
              <a:avLst/>
              <a:gdLst>
                <a:gd name="connsiteX0" fmla="*/ 204269 w 216493"/>
                <a:gd name="connsiteY0" fmla="*/ 14243 h 14065"/>
                <a:gd name="connsiteX1" fmla="*/ 216670 w 216493"/>
                <a:gd name="connsiteY1" fmla="*/ 7210 h 14065"/>
                <a:gd name="connsiteX2" fmla="*/ 204269 w 216493"/>
                <a:gd name="connsiteY2" fmla="*/ 177 h 14065"/>
                <a:gd name="connsiteX3" fmla="*/ 12578 w 216493"/>
                <a:gd name="connsiteY3" fmla="*/ 177 h 14065"/>
                <a:gd name="connsiteX4" fmla="*/ 176 w 216493"/>
                <a:gd name="connsiteY4" fmla="*/ 7210 h 14065"/>
                <a:gd name="connsiteX5" fmla="*/ 12578 w 216493"/>
                <a:gd name="connsiteY5" fmla="*/ 14243 h 14065"/>
                <a:gd name="connsiteX6" fmla="*/ 204269 w 216493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69" y="14243"/>
                  </a:moveTo>
                  <a:cubicBezTo>
                    <a:pt x="210292" y="14243"/>
                    <a:pt x="216670" y="14243"/>
                    <a:pt x="216670" y="7210"/>
                  </a:cubicBezTo>
                  <a:cubicBezTo>
                    <a:pt x="216670" y="177"/>
                    <a:pt x="210292" y="177"/>
                    <a:pt x="204269" y="177"/>
                  </a:cubicBezTo>
                  <a:lnTo>
                    <a:pt x="12578" y="177"/>
                  </a:lnTo>
                  <a:cubicBezTo>
                    <a:pt x="6554" y="177"/>
                    <a:pt x="176" y="177"/>
                    <a:pt x="176" y="7210"/>
                  </a:cubicBezTo>
                  <a:cubicBezTo>
                    <a:pt x="176" y="14243"/>
                    <a:pt x="6554" y="14243"/>
                    <a:pt x="12578" y="14243"/>
                  </a:cubicBezTo>
                  <a:lnTo>
                    <a:pt x="204269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6" name="Freeform: Shape 4545">
              <a:extLst>
                <a:ext uri="{FF2B5EF4-FFF2-40B4-BE49-F238E27FC236}">
                  <a16:creationId xmlns:a16="http://schemas.microsoft.com/office/drawing/2014/main" id="{3EFFF771-4F7F-577E-6339-2789095B2803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9255900" y="7112291"/>
              <a:ext cx="100274" cy="237702"/>
            </a:xfrm>
            <a:custGeom>
              <a:avLst/>
              <a:gdLst>
                <a:gd name="connsiteX0" fmla="*/ 63964 w 100274"/>
                <a:gd name="connsiteY0" fmla="*/ 177 h 237702"/>
                <a:gd name="connsiteX1" fmla="*/ 186 w 100274"/>
                <a:gd name="connsiteY1" fmla="*/ 32176 h 237702"/>
                <a:gd name="connsiteX2" fmla="*/ 186 w 100274"/>
                <a:gd name="connsiteY2" fmla="*/ 37099 h 237702"/>
                <a:gd name="connsiteX3" fmla="*/ 9752 w 100274"/>
                <a:gd name="connsiteY3" fmla="*/ 33231 h 237702"/>
                <a:gd name="connsiteX4" fmla="*/ 25697 w 100274"/>
                <a:gd name="connsiteY4" fmla="*/ 29363 h 237702"/>
                <a:gd name="connsiteX5" fmla="*/ 36327 w 100274"/>
                <a:gd name="connsiteY5" fmla="*/ 45889 h 237702"/>
                <a:gd name="connsiteX6" fmla="*/ 36327 w 100274"/>
                <a:gd name="connsiteY6" fmla="*/ 205178 h 237702"/>
                <a:gd name="connsiteX7" fmla="*/ 27823 w 100274"/>
                <a:gd name="connsiteY7" fmla="*/ 228034 h 237702"/>
                <a:gd name="connsiteX8" fmla="*/ 2666 w 100274"/>
                <a:gd name="connsiteY8" fmla="*/ 232606 h 237702"/>
                <a:gd name="connsiteX9" fmla="*/ 2666 w 100274"/>
                <a:gd name="connsiteY9" fmla="*/ 237880 h 237702"/>
                <a:gd name="connsiteX10" fmla="*/ 100460 w 100274"/>
                <a:gd name="connsiteY10" fmla="*/ 237880 h 237702"/>
                <a:gd name="connsiteX11" fmla="*/ 100460 w 100274"/>
                <a:gd name="connsiteY11" fmla="*/ 232606 h 237702"/>
                <a:gd name="connsiteX12" fmla="*/ 66799 w 100274"/>
                <a:gd name="connsiteY12" fmla="*/ 211859 h 237702"/>
                <a:gd name="connsiteX13" fmla="*/ 66799 w 100274"/>
                <a:gd name="connsiteY13" fmla="*/ 881 h 237702"/>
                <a:gd name="connsiteX14" fmla="*/ 63964 w 100274"/>
                <a:gd name="connsiteY14" fmla="*/ 177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4" y="177"/>
                  </a:moveTo>
                  <a:lnTo>
                    <a:pt x="186" y="32176"/>
                  </a:lnTo>
                  <a:lnTo>
                    <a:pt x="186" y="37099"/>
                  </a:lnTo>
                  <a:cubicBezTo>
                    <a:pt x="4438" y="35340"/>
                    <a:pt x="8335" y="33934"/>
                    <a:pt x="9752" y="33231"/>
                  </a:cubicBezTo>
                  <a:cubicBezTo>
                    <a:pt x="16130" y="30769"/>
                    <a:pt x="22154" y="29363"/>
                    <a:pt x="25697" y="29363"/>
                  </a:cubicBezTo>
                  <a:cubicBezTo>
                    <a:pt x="33138" y="29363"/>
                    <a:pt x="36327" y="34637"/>
                    <a:pt x="36327" y="45889"/>
                  </a:cubicBezTo>
                  <a:lnTo>
                    <a:pt x="36327" y="205178"/>
                  </a:lnTo>
                  <a:cubicBezTo>
                    <a:pt x="36327" y="216782"/>
                    <a:pt x="33492" y="224870"/>
                    <a:pt x="27823" y="228034"/>
                  </a:cubicBezTo>
                  <a:cubicBezTo>
                    <a:pt x="22508" y="231199"/>
                    <a:pt x="17548" y="232254"/>
                    <a:pt x="2666" y="232606"/>
                  </a:cubicBezTo>
                  <a:lnTo>
                    <a:pt x="2666" y="237880"/>
                  </a:lnTo>
                  <a:lnTo>
                    <a:pt x="100460" y="237880"/>
                  </a:lnTo>
                  <a:lnTo>
                    <a:pt x="100460" y="232606"/>
                  </a:lnTo>
                  <a:cubicBezTo>
                    <a:pt x="72468" y="232254"/>
                    <a:pt x="66799" y="228738"/>
                    <a:pt x="66799" y="211859"/>
                  </a:cubicBezTo>
                  <a:lnTo>
                    <a:pt x="66799" y="881"/>
                  </a:lnTo>
                  <a:lnTo>
                    <a:pt x="63964" y="17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7" name="Freeform: Shape 4546">
              <a:extLst>
                <a:ext uri="{FF2B5EF4-FFF2-40B4-BE49-F238E27FC236}">
                  <a16:creationId xmlns:a16="http://schemas.microsoft.com/office/drawing/2014/main" id="{FF535DB6-4DBE-AA0D-3C02-285FCDB8D9AE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9414594" y="7086271"/>
              <a:ext cx="82203" cy="351631"/>
            </a:xfrm>
            <a:custGeom>
              <a:avLst/>
              <a:gdLst>
                <a:gd name="connsiteX0" fmla="*/ 82394 w 82203"/>
                <a:gd name="connsiteY0" fmla="*/ 175993 h 351631"/>
                <a:gd name="connsiteX1" fmla="*/ 59009 w 82203"/>
                <a:gd name="connsiteY1" fmla="*/ 66284 h 351631"/>
                <a:gd name="connsiteX2" fmla="*/ 3734 w 82203"/>
                <a:gd name="connsiteY2" fmla="*/ 177 h 351631"/>
                <a:gd name="connsiteX3" fmla="*/ 191 w 82203"/>
                <a:gd name="connsiteY3" fmla="*/ 3694 h 351631"/>
                <a:gd name="connsiteX4" fmla="*/ 6923 w 82203"/>
                <a:gd name="connsiteY4" fmla="*/ 11781 h 351631"/>
                <a:gd name="connsiteX5" fmla="*/ 61843 w 82203"/>
                <a:gd name="connsiteY5" fmla="*/ 175993 h 351631"/>
                <a:gd name="connsiteX6" fmla="*/ 4797 w 82203"/>
                <a:gd name="connsiteY6" fmla="*/ 342314 h 351631"/>
                <a:gd name="connsiteX7" fmla="*/ 191 w 82203"/>
                <a:gd name="connsiteY7" fmla="*/ 348292 h 351631"/>
                <a:gd name="connsiteX8" fmla="*/ 3734 w 82203"/>
                <a:gd name="connsiteY8" fmla="*/ 351808 h 351631"/>
                <a:gd name="connsiteX9" fmla="*/ 60072 w 82203"/>
                <a:gd name="connsiteY9" fmla="*/ 283240 h 351631"/>
                <a:gd name="connsiteX10" fmla="*/ 82394 w 82203"/>
                <a:gd name="connsiteY10" fmla="*/ 175993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4" y="175993"/>
                  </a:moveTo>
                  <a:cubicBezTo>
                    <a:pt x="82394" y="148566"/>
                    <a:pt x="78497" y="106018"/>
                    <a:pt x="59009" y="66284"/>
                  </a:cubicBezTo>
                  <a:cubicBezTo>
                    <a:pt x="37749" y="23033"/>
                    <a:pt x="7277" y="177"/>
                    <a:pt x="3734" y="177"/>
                  </a:cubicBezTo>
                  <a:cubicBezTo>
                    <a:pt x="1608" y="177"/>
                    <a:pt x="191" y="1584"/>
                    <a:pt x="191" y="3694"/>
                  </a:cubicBezTo>
                  <a:cubicBezTo>
                    <a:pt x="191" y="4749"/>
                    <a:pt x="191" y="5452"/>
                    <a:pt x="6923" y="11781"/>
                  </a:cubicBezTo>
                  <a:cubicBezTo>
                    <a:pt x="41647" y="46593"/>
                    <a:pt x="61843" y="102502"/>
                    <a:pt x="61843" y="175993"/>
                  </a:cubicBezTo>
                  <a:cubicBezTo>
                    <a:pt x="61843" y="236122"/>
                    <a:pt x="48733" y="298009"/>
                    <a:pt x="4797" y="342314"/>
                  </a:cubicBezTo>
                  <a:cubicBezTo>
                    <a:pt x="191" y="346534"/>
                    <a:pt x="191" y="347237"/>
                    <a:pt x="191" y="348292"/>
                  </a:cubicBezTo>
                  <a:cubicBezTo>
                    <a:pt x="191" y="350402"/>
                    <a:pt x="1608" y="351808"/>
                    <a:pt x="3734" y="351808"/>
                  </a:cubicBezTo>
                  <a:cubicBezTo>
                    <a:pt x="7277" y="351808"/>
                    <a:pt x="39167" y="327898"/>
                    <a:pt x="60072" y="283240"/>
                  </a:cubicBezTo>
                  <a:cubicBezTo>
                    <a:pt x="78142" y="244561"/>
                    <a:pt x="82394" y="205530"/>
                    <a:pt x="82394" y="17599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8" name="Freeform: Shape 4547">
              <a:extLst>
                <a:ext uri="{FF2B5EF4-FFF2-40B4-BE49-F238E27FC236}">
                  <a16:creationId xmlns:a16="http://schemas.microsoft.com/office/drawing/2014/main" id="{6C3EEAEA-4351-22D1-B9C3-45E3B947A27B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9567466" y="7086271"/>
              <a:ext cx="82203" cy="351631"/>
            </a:xfrm>
            <a:custGeom>
              <a:avLst/>
              <a:gdLst>
                <a:gd name="connsiteX0" fmla="*/ 82398 w 82203"/>
                <a:gd name="connsiteY0" fmla="*/ 348292 h 351631"/>
                <a:gd name="connsiteX1" fmla="*/ 76375 w 82203"/>
                <a:gd name="connsiteY1" fmla="*/ 340556 h 351631"/>
                <a:gd name="connsiteX2" fmla="*/ 20745 w 82203"/>
                <a:gd name="connsiteY2" fmla="*/ 175993 h 351631"/>
                <a:gd name="connsiteX3" fmla="*/ 77792 w 82203"/>
                <a:gd name="connsiteY3" fmla="*/ 9671 h 351631"/>
                <a:gd name="connsiteX4" fmla="*/ 82398 w 82203"/>
                <a:gd name="connsiteY4" fmla="*/ 3694 h 351631"/>
                <a:gd name="connsiteX5" fmla="*/ 78855 w 82203"/>
                <a:gd name="connsiteY5" fmla="*/ 177 h 351631"/>
                <a:gd name="connsiteX6" fmla="*/ 22517 w 82203"/>
                <a:gd name="connsiteY6" fmla="*/ 68745 h 351631"/>
                <a:gd name="connsiteX7" fmla="*/ 194 w 82203"/>
                <a:gd name="connsiteY7" fmla="*/ 175993 h 351631"/>
                <a:gd name="connsiteX8" fmla="*/ 23580 w 82203"/>
                <a:gd name="connsiteY8" fmla="*/ 285702 h 351631"/>
                <a:gd name="connsiteX9" fmla="*/ 78855 w 82203"/>
                <a:gd name="connsiteY9" fmla="*/ 351808 h 351631"/>
                <a:gd name="connsiteX10" fmla="*/ 82398 w 82203"/>
                <a:gd name="connsiteY10" fmla="*/ 34829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8" y="348292"/>
                  </a:moveTo>
                  <a:cubicBezTo>
                    <a:pt x="82398" y="347237"/>
                    <a:pt x="82398" y="346534"/>
                    <a:pt x="76375" y="340556"/>
                  </a:cubicBezTo>
                  <a:cubicBezTo>
                    <a:pt x="32084" y="296251"/>
                    <a:pt x="20745" y="229792"/>
                    <a:pt x="20745" y="175993"/>
                  </a:cubicBezTo>
                  <a:cubicBezTo>
                    <a:pt x="20745" y="114809"/>
                    <a:pt x="34210" y="53625"/>
                    <a:pt x="77792" y="9671"/>
                  </a:cubicBezTo>
                  <a:cubicBezTo>
                    <a:pt x="82398" y="5452"/>
                    <a:pt x="82398" y="4749"/>
                    <a:pt x="82398" y="3694"/>
                  </a:cubicBezTo>
                  <a:cubicBezTo>
                    <a:pt x="82398" y="1232"/>
                    <a:pt x="80981" y="177"/>
                    <a:pt x="78855" y="177"/>
                  </a:cubicBezTo>
                  <a:cubicBezTo>
                    <a:pt x="75312" y="177"/>
                    <a:pt x="43422" y="24088"/>
                    <a:pt x="22517" y="68745"/>
                  </a:cubicBezTo>
                  <a:cubicBezTo>
                    <a:pt x="4446" y="107425"/>
                    <a:pt x="194" y="146456"/>
                    <a:pt x="194" y="175993"/>
                  </a:cubicBezTo>
                  <a:cubicBezTo>
                    <a:pt x="194" y="203420"/>
                    <a:pt x="4092" y="245968"/>
                    <a:pt x="23580" y="285702"/>
                  </a:cubicBezTo>
                  <a:cubicBezTo>
                    <a:pt x="44840" y="328952"/>
                    <a:pt x="75312" y="351808"/>
                    <a:pt x="78855" y="351808"/>
                  </a:cubicBezTo>
                  <a:cubicBezTo>
                    <a:pt x="80981" y="351808"/>
                    <a:pt x="82398" y="350754"/>
                    <a:pt x="82398" y="3482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9" name="Freeform: Shape 4548">
              <a:extLst>
                <a:ext uri="{FF2B5EF4-FFF2-40B4-BE49-F238E27FC236}">
                  <a16:creationId xmlns:a16="http://schemas.microsoft.com/office/drawing/2014/main" id="{FD43654A-222E-671C-DE96-60895E7F49B3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9677464" y="7117214"/>
              <a:ext cx="152006" cy="235592"/>
            </a:xfrm>
            <a:custGeom>
              <a:avLst/>
              <a:gdLst>
                <a:gd name="connsiteX0" fmla="*/ 152204 w 152006"/>
                <a:gd name="connsiteY0" fmla="*/ 177 h 235592"/>
                <a:gd name="connsiteX1" fmla="*/ 21104 w 152006"/>
                <a:gd name="connsiteY1" fmla="*/ 177 h 235592"/>
                <a:gd name="connsiteX2" fmla="*/ 198 w 152006"/>
                <a:gd name="connsiteY2" fmla="*/ 51867 h 235592"/>
                <a:gd name="connsiteX3" fmla="*/ 6222 w 152006"/>
                <a:gd name="connsiteY3" fmla="*/ 54680 h 235592"/>
                <a:gd name="connsiteX4" fmla="*/ 47324 w 152006"/>
                <a:gd name="connsiteY4" fmla="*/ 26198 h 235592"/>
                <a:gd name="connsiteX5" fmla="*/ 124213 w 152006"/>
                <a:gd name="connsiteY5" fmla="*/ 26198 h 235592"/>
                <a:gd name="connsiteX6" fmla="*/ 54056 w 152006"/>
                <a:gd name="connsiteY6" fmla="*/ 235770 h 235592"/>
                <a:gd name="connsiteX7" fmla="*/ 77087 w 152006"/>
                <a:gd name="connsiteY7" fmla="*/ 235770 h 235592"/>
                <a:gd name="connsiteX8" fmla="*/ 152204 w 152006"/>
                <a:gd name="connsiteY8" fmla="*/ 5803 h 235592"/>
                <a:gd name="connsiteX9" fmla="*/ 152204 w 152006"/>
                <a:gd name="connsiteY9" fmla="*/ 177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04" y="177"/>
                  </a:moveTo>
                  <a:lnTo>
                    <a:pt x="21104" y="177"/>
                  </a:lnTo>
                  <a:lnTo>
                    <a:pt x="198" y="51867"/>
                  </a:lnTo>
                  <a:lnTo>
                    <a:pt x="6222" y="54680"/>
                  </a:lnTo>
                  <a:cubicBezTo>
                    <a:pt x="21458" y="30769"/>
                    <a:pt x="27836" y="26198"/>
                    <a:pt x="47324" y="26198"/>
                  </a:cubicBezTo>
                  <a:lnTo>
                    <a:pt x="124213" y="26198"/>
                  </a:lnTo>
                  <a:lnTo>
                    <a:pt x="54056" y="235770"/>
                  </a:lnTo>
                  <a:lnTo>
                    <a:pt x="77087" y="235770"/>
                  </a:lnTo>
                  <a:lnTo>
                    <a:pt x="152204" y="5803"/>
                  </a:lnTo>
                  <a:lnTo>
                    <a:pt x="152204" y="17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0" name="Freeform: Shape 4549">
              <a:extLst>
                <a:ext uri="{FF2B5EF4-FFF2-40B4-BE49-F238E27FC236}">
                  <a16:creationId xmlns:a16="http://schemas.microsoft.com/office/drawing/2014/main" id="{0DB5840B-C9CB-6EE7-273F-84F4FA4BA044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9927009" y="7255054"/>
              <a:ext cx="216493" cy="14065"/>
            </a:xfrm>
            <a:custGeom>
              <a:avLst/>
              <a:gdLst>
                <a:gd name="connsiteX0" fmla="*/ 204297 w 216493"/>
                <a:gd name="connsiteY0" fmla="*/ 14243 h 14065"/>
                <a:gd name="connsiteX1" fmla="*/ 216698 w 216493"/>
                <a:gd name="connsiteY1" fmla="*/ 7210 h 14065"/>
                <a:gd name="connsiteX2" fmla="*/ 204297 w 216493"/>
                <a:gd name="connsiteY2" fmla="*/ 177 h 14065"/>
                <a:gd name="connsiteX3" fmla="*/ 12606 w 216493"/>
                <a:gd name="connsiteY3" fmla="*/ 177 h 14065"/>
                <a:gd name="connsiteX4" fmla="*/ 205 w 216493"/>
                <a:gd name="connsiteY4" fmla="*/ 7210 h 14065"/>
                <a:gd name="connsiteX5" fmla="*/ 12606 w 216493"/>
                <a:gd name="connsiteY5" fmla="*/ 14243 h 14065"/>
                <a:gd name="connsiteX6" fmla="*/ 204297 w 216493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97" y="14243"/>
                  </a:moveTo>
                  <a:cubicBezTo>
                    <a:pt x="210320" y="14243"/>
                    <a:pt x="216698" y="14243"/>
                    <a:pt x="216698" y="7210"/>
                  </a:cubicBezTo>
                  <a:cubicBezTo>
                    <a:pt x="216698" y="177"/>
                    <a:pt x="210320" y="177"/>
                    <a:pt x="204297" y="177"/>
                  </a:cubicBezTo>
                  <a:lnTo>
                    <a:pt x="12606" y="177"/>
                  </a:lnTo>
                  <a:cubicBezTo>
                    <a:pt x="6583" y="177"/>
                    <a:pt x="205" y="177"/>
                    <a:pt x="205" y="7210"/>
                  </a:cubicBezTo>
                  <a:cubicBezTo>
                    <a:pt x="205" y="14243"/>
                    <a:pt x="6583" y="14243"/>
                    <a:pt x="12606" y="14243"/>
                  </a:cubicBezTo>
                  <a:lnTo>
                    <a:pt x="204297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1" name="Freeform: Shape 4550">
              <a:extLst>
                <a:ext uri="{FF2B5EF4-FFF2-40B4-BE49-F238E27FC236}">
                  <a16:creationId xmlns:a16="http://schemas.microsoft.com/office/drawing/2014/main" id="{0A776E46-9E94-2CD4-5FF3-5E46B654EC51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0238572" y="7112291"/>
              <a:ext cx="137833" cy="242625"/>
            </a:xfrm>
            <a:custGeom>
              <a:avLst/>
              <a:gdLst>
                <a:gd name="connsiteX0" fmla="*/ 39190 w 137833"/>
                <a:gd name="connsiteY0" fmla="*/ 121842 h 242625"/>
                <a:gd name="connsiteX1" fmla="*/ 76748 w 137833"/>
                <a:gd name="connsiteY1" fmla="*/ 125710 h 242625"/>
                <a:gd name="connsiteX2" fmla="*/ 112535 w 137833"/>
                <a:gd name="connsiteY2" fmla="*/ 177751 h 242625"/>
                <a:gd name="connsiteX3" fmla="*/ 66119 w 137833"/>
                <a:gd name="connsiteY3" fmla="*/ 230144 h 242625"/>
                <a:gd name="connsiteX4" fmla="*/ 36355 w 137833"/>
                <a:gd name="connsiteY4" fmla="*/ 219244 h 242625"/>
                <a:gd name="connsiteX5" fmla="*/ 13678 w 137833"/>
                <a:gd name="connsiteY5" fmla="*/ 210453 h 242625"/>
                <a:gd name="connsiteX6" fmla="*/ 214 w 137833"/>
                <a:gd name="connsiteY6" fmla="*/ 222760 h 242625"/>
                <a:gd name="connsiteX7" fmla="*/ 40253 w 137833"/>
                <a:gd name="connsiteY7" fmla="*/ 242803 h 242625"/>
                <a:gd name="connsiteX8" fmla="*/ 112181 w 137833"/>
                <a:gd name="connsiteY8" fmla="*/ 219244 h 242625"/>
                <a:gd name="connsiteX9" fmla="*/ 138047 w 137833"/>
                <a:gd name="connsiteY9" fmla="*/ 160873 h 242625"/>
                <a:gd name="connsiteX10" fmla="*/ 122102 w 137833"/>
                <a:gd name="connsiteY10" fmla="*/ 115512 h 242625"/>
                <a:gd name="connsiteX11" fmla="*/ 92693 w 137833"/>
                <a:gd name="connsiteY11" fmla="*/ 96876 h 242625"/>
                <a:gd name="connsiteX12" fmla="*/ 126000 w 137833"/>
                <a:gd name="connsiteY12" fmla="*/ 48351 h 242625"/>
                <a:gd name="connsiteX13" fmla="*/ 70725 w 137833"/>
                <a:gd name="connsiteY13" fmla="*/ 177 h 242625"/>
                <a:gd name="connsiteX14" fmla="*/ 24662 w 137833"/>
                <a:gd name="connsiteY14" fmla="*/ 17407 h 242625"/>
                <a:gd name="connsiteX15" fmla="*/ 922 w 137833"/>
                <a:gd name="connsiteY15" fmla="*/ 57142 h 242625"/>
                <a:gd name="connsiteX16" fmla="*/ 6237 w 137833"/>
                <a:gd name="connsiteY16" fmla="*/ 58548 h 242625"/>
                <a:gd name="connsiteX17" fmla="*/ 59032 w 137833"/>
                <a:gd name="connsiteY17" fmla="*/ 21275 h 242625"/>
                <a:gd name="connsiteX18" fmla="*/ 98008 w 137833"/>
                <a:gd name="connsiteY18" fmla="*/ 58900 h 242625"/>
                <a:gd name="connsiteX19" fmla="*/ 83835 w 137833"/>
                <a:gd name="connsiteY19" fmla="*/ 93008 h 242625"/>
                <a:gd name="connsiteX20" fmla="*/ 39190 w 137833"/>
                <a:gd name="connsiteY20" fmla="*/ 117271 h 242625"/>
                <a:gd name="connsiteX21" fmla="*/ 39190 w 137833"/>
                <a:gd name="connsiteY21" fmla="*/ 121842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90" y="121842"/>
                  </a:moveTo>
                  <a:cubicBezTo>
                    <a:pt x="60095" y="121842"/>
                    <a:pt x="68245" y="122545"/>
                    <a:pt x="76748" y="125710"/>
                  </a:cubicBezTo>
                  <a:cubicBezTo>
                    <a:pt x="98717" y="133446"/>
                    <a:pt x="112535" y="153489"/>
                    <a:pt x="112535" y="177751"/>
                  </a:cubicBezTo>
                  <a:cubicBezTo>
                    <a:pt x="112535" y="207288"/>
                    <a:pt x="92339" y="230144"/>
                    <a:pt x="66119" y="230144"/>
                  </a:cubicBezTo>
                  <a:cubicBezTo>
                    <a:pt x="56552" y="230144"/>
                    <a:pt x="49465" y="227683"/>
                    <a:pt x="36355" y="219244"/>
                  </a:cubicBezTo>
                  <a:cubicBezTo>
                    <a:pt x="25725" y="212914"/>
                    <a:pt x="19702" y="210453"/>
                    <a:pt x="13678" y="210453"/>
                  </a:cubicBezTo>
                  <a:cubicBezTo>
                    <a:pt x="5529" y="210453"/>
                    <a:pt x="214" y="215376"/>
                    <a:pt x="214" y="222760"/>
                  </a:cubicBezTo>
                  <a:cubicBezTo>
                    <a:pt x="214" y="235067"/>
                    <a:pt x="15450" y="242803"/>
                    <a:pt x="40253" y="242803"/>
                  </a:cubicBezTo>
                  <a:cubicBezTo>
                    <a:pt x="67536" y="242803"/>
                    <a:pt x="95528" y="233660"/>
                    <a:pt x="112181" y="219244"/>
                  </a:cubicBezTo>
                  <a:cubicBezTo>
                    <a:pt x="128834" y="204827"/>
                    <a:pt x="138047" y="184432"/>
                    <a:pt x="138047" y="160873"/>
                  </a:cubicBezTo>
                  <a:cubicBezTo>
                    <a:pt x="138047" y="142940"/>
                    <a:pt x="132378" y="126413"/>
                    <a:pt x="122102" y="115512"/>
                  </a:cubicBezTo>
                  <a:cubicBezTo>
                    <a:pt x="115016" y="107777"/>
                    <a:pt x="108283" y="103557"/>
                    <a:pt x="92693" y="96876"/>
                  </a:cubicBezTo>
                  <a:cubicBezTo>
                    <a:pt x="117142" y="80349"/>
                    <a:pt x="126000" y="67339"/>
                    <a:pt x="126000" y="48351"/>
                  </a:cubicBezTo>
                  <a:cubicBezTo>
                    <a:pt x="126000" y="19869"/>
                    <a:pt x="103323" y="177"/>
                    <a:pt x="70725" y="177"/>
                  </a:cubicBezTo>
                  <a:cubicBezTo>
                    <a:pt x="53008" y="177"/>
                    <a:pt x="37418" y="6155"/>
                    <a:pt x="24662" y="17407"/>
                  </a:cubicBezTo>
                  <a:cubicBezTo>
                    <a:pt x="14033" y="26901"/>
                    <a:pt x="8718" y="36044"/>
                    <a:pt x="922" y="57142"/>
                  </a:cubicBezTo>
                  <a:lnTo>
                    <a:pt x="6237" y="58548"/>
                  </a:lnTo>
                  <a:cubicBezTo>
                    <a:pt x="20765" y="32879"/>
                    <a:pt x="36709" y="21275"/>
                    <a:pt x="59032" y="21275"/>
                  </a:cubicBezTo>
                  <a:cubicBezTo>
                    <a:pt x="82063" y="21275"/>
                    <a:pt x="98008" y="36747"/>
                    <a:pt x="98008" y="58900"/>
                  </a:cubicBezTo>
                  <a:cubicBezTo>
                    <a:pt x="98008" y="71558"/>
                    <a:pt x="92693" y="84217"/>
                    <a:pt x="83835" y="93008"/>
                  </a:cubicBezTo>
                  <a:cubicBezTo>
                    <a:pt x="73205" y="103557"/>
                    <a:pt x="63284" y="108831"/>
                    <a:pt x="39190" y="117271"/>
                  </a:cubicBezTo>
                  <a:lnTo>
                    <a:pt x="39190" y="12184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2" name="Freeform: Shape 4551">
              <a:extLst>
                <a:ext uri="{FF2B5EF4-FFF2-40B4-BE49-F238E27FC236}">
                  <a16:creationId xmlns:a16="http://schemas.microsoft.com/office/drawing/2014/main" id="{1CD9AA98-24BF-92F2-9226-C0D527C37445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0421361" y="7086271"/>
              <a:ext cx="82203" cy="351631"/>
            </a:xfrm>
            <a:custGeom>
              <a:avLst/>
              <a:gdLst>
                <a:gd name="connsiteX0" fmla="*/ 82423 w 82203"/>
                <a:gd name="connsiteY0" fmla="*/ 175993 h 351631"/>
                <a:gd name="connsiteX1" fmla="*/ 59037 w 82203"/>
                <a:gd name="connsiteY1" fmla="*/ 66284 h 351631"/>
                <a:gd name="connsiteX2" fmla="*/ 3762 w 82203"/>
                <a:gd name="connsiteY2" fmla="*/ 177 h 351631"/>
                <a:gd name="connsiteX3" fmla="*/ 219 w 82203"/>
                <a:gd name="connsiteY3" fmla="*/ 3694 h 351631"/>
                <a:gd name="connsiteX4" fmla="*/ 6951 w 82203"/>
                <a:gd name="connsiteY4" fmla="*/ 11781 h 351631"/>
                <a:gd name="connsiteX5" fmla="*/ 61872 w 82203"/>
                <a:gd name="connsiteY5" fmla="*/ 175993 h 351631"/>
                <a:gd name="connsiteX6" fmla="*/ 4825 w 82203"/>
                <a:gd name="connsiteY6" fmla="*/ 342314 h 351631"/>
                <a:gd name="connsiteX7" fmla="*/ 219 w 82203"/>
                <a:gd name="connsiteY7" fmla="*/ 348292 h 351631"/>
                <a:gd name="connsiteX8" fmla="*/ 3762 w 82203"/>
                <a:gd name="connsiteY8" fmla="*/ 351808 h 351631"/>
                <a:gd name="connsiteX9" fmla="*/ 60100 w 82203"/>
                <a:gd name="connsiteY9" fmla="*/ 283240 h 351631"/>
                <a:gd name="connsiteX10" fmla="*/ 82423 w 82203"/>
                <a:gd name="connsiteY10" fmla="*/ 175993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3" y="175993"/>
                  </a:moveTo>
                  <a:cubicBezTo>
                    <a:pt x="82423" y="148566"/>
                    <a:pt x="78525" y="106018"/>
                    <a:pt x="59037" y="66284"/>
                  </a:cubicBezTo>
                  <a:cubicBezTo>
                    <a:pt x="37777" y="23033"/>
                    <a:pt x="7305" y="177"/>
                    <a:pt x="3762" y="177"/>
                  </a:cubicBezTo>
                  <a:cubicBezTo>
                    <a:pt x="1636" y="177"/>
                    <a:pt x="219" y="1584"/>
                    <a:pt x="219" y="3694"/>
                  </a:cubicBezTo>
                  <a:cubicBezTo>
                    <a:pt x="219" y="4749"/>
                    <a:pt x="219" y="5452"/>
                    <a:pt x="6951" y="11781"/>
                  </a:cubicBezTo>
                  <a:cubicBezTo>
                    <a:pt x="41675" y="46593"/>
                    <a:pt x="61872" y="102502"/>
                    <a:pt x="61872" y="175993"/>
                  </a:cubicBezTo>
                  <a:cubicBezTo>
                    <a:pt x="61872" y="236122"/>
                    <a:pt x="48762" y="298009"/>
                    <a:pt x="4825" y="342314"/>
                  </a:cubicBezTo>
                  <a:cubicBezTo>
                    <a:pt x="219" y="346534"/>
                    <a:pt x="219" y="347237"/>
                    <a:pt x="219" y="348292"/>
                  </a:cubicBezTo>
                  <a:cubicBezTo>
                    <a:pt x="219" y="350402"/>
                    <a:pt x="1636" y="351808"/>
                    <a:pt x="3762" y="351808"/>
                  </a:cubicBezTo>
                  <a:cubicBezTo>
                    <a:pt x="7305" y="351808"/>
                    <a:pt x="39195" y="327898"/>
                    <a:pt x="60100" y="283240"/>
                  </a:cubicBezTo>
                  <a:cubicBezTo>
                    <a:pt x="78171" y="244561"/>
                    <a:pt x="82423" y="205530"/>
                    <a:pt x="82423" y="17599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3" name="Freeform: Shape 4552">
              <a:extLst>
                <a:ext uri="{FF2B5EF4-FFF2-40B4-BE49-F238E27FC236}">
                  <a16:creationId xmlns:a16="http://schemas.microsoft.com/office/drawing/2014/main" id="{6890E548-8187-A4E3-E798-5690BF4691BC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0574232" y="7086271"/>
              <a:ext cx="82203" cy="351631"/>
            </a:xfrm>
            <a:custGeom>
              <a:avLst/>
              <a:gdLst>
                <a:gd name="connsiteX0" fmla="*/ 82426 w 82203"/>
                <a:gd name="connsiteY0" fmla="*/ 348292 h 351631"/>
                <a:gd name="connsiteX1" fmla="*/ 76403 w 82203"/>
                <a:gd name="connsiteY1" fmla="*/ 340556 h 351631"/>
                <a:gd name="connsiteX2" fmla="*/ 20774 w 82203"/>
                <a:gd name="connsiteY2" fmla="*/ 175993 h 351631"/>
                <a:gd name="connsiteX3" fmla="*/ 77820 w 82203"/>
                <a:gd name="connsiteY3" fmla="*/ 9671 h 351631"/>
                <a:gd name="connsiteX4" fmla="*/ 82426 w 82203"/>
                <a:gd name="connsiteY4" fmla="*/ 3694 h 351631"/>
                <a:gd name="connsiteX5" fmla="*/ 78883 w 82203"/>
                <a:gd name="connsiteY5" fmla="*/ 177 h 351631"/>
                <a:gd name="connsiteX6" fmla="*/ 22545 w 82203"/>
                <a:gd name="connsiteY6" fmla="*/ 68745 h 351631"/>
                <a:gd name="connsiteX7" fmla="*/ 223 w 82203"/>
                <a:gd name="connsiteY7" fmla="*/ 175993 h 351631"/>
                <a:gd name="connsiteX8" fmla="*/ 23608 w 82203"/>
                <a:gd name="connsiteY8" fmla="*/ 285702 h 351631"/>
                <a:gd name="connsiteX9" fmla="*/ 78883 w 82203"/>
                <a:gd name="connsiteY9" fmla="*/ 351808 h 351631"/>
                <a:gd name="connsiteX10" fmla="*/ 82426 w 82203"/>
                <a:gd name="connsiteY10" fmla="*/ 34829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26" y="348292"/>
                  </a:moveTo>
                  <a:cubicBezTo>
                    <a:pt x="82426" y="347237"/>
                    <a:pt x="82426" y="346534"/>
                    <a:pt x="76403" y="340556"/>
                  </a:cubicBezTo>
                  <a:cubicBezTo>
                    <a:pt x="32112" y="296251"/>
                    <a:pt x="20774" y="229792"/>
                    <a:pt x="20774" y="175993"/>
                  </a:cubicBezTo>
                  <a:cubicBezTo>
                    <a:pt x="20774" y="114809"/>
                    <a:pt x="34238" y="53625"/>
                    <a:pt x="77820" y="9671"/>
                  </a:cubicBezTo>
                  <a:cubicBezTo>
                    <a:pt x="82426" y="5452"/>
                    <a:pt x="82426" y="4749"/>
                    <a:pt x="82426" y="3694"/>
                  </a:cubicBezTo>
                  <a:cubicBezTo>
                    <a:pt x="82426" y="1232"/>
                    <a:pt x="81009" y="177"/>
                    <a:pt x="78883" y="177"/>
                  </a:cubicBezTo>
                  <a:cubicBezTo>
                    <a:pt x="75340" y="177"/>
                    <a:pt x="43450" y="24088"/>
                    <a:pt x="22545" y="68745"/>
                  </a:cubicBezTo>
                  <a:cubicBezTo>
                    <a:pt x="4475" y="107425"/>
                    <a:pt x="223" y="146456"/>
                    <a:pt x="223" y="175993"/>
                  </a:cubicBezTo>
                  <a:cubicBezTo>
                    <a:pt x="223" y="203420"/>
                    <a:pt x="4120" y="245968"/>
                    <a:pt x="23608" y="285702"/>
                  </a:cubicBezTo>
                  <a:cubicBezTo>
                    <a:pt x="44868" y="328952"/>
                    <a:pt x="75340" y="351808"/>
                    <a:pt x="78883" y="351808"/>
                  </a:cubicBezTo>
                  <a:cubicBezTo>
                    <a:pt x="81009" y="351808"/>
                    <a:pt x="82426" y="350754"/>
                    <a:pt x="82426" y="3482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4" name="Freeform: Shape 4553">
              <a:extLst>
                <a:ext uri="{FF2B5EF4-FFF2-40B4-BE49-F238E27FC236}">
                  <a16:creationId xmlns:a16="http://schemas.microsoft.com/office/drawing/2014/main" id="{690E2A1D-EB6B-7234-9ED7-7F6B1B3B0BCD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0684231" y="7117214"/>
              <a:ext cx="152006" cy="235592"/>
            </a:xfrm>
            <a:custGeom>
              <a:avLst/>
              <a:gdLst>
                <a:gd name="connsiteX0" fmla="*/ 152233 w 152006"/>
                <a:gd name="connsiteY0" fmla="*/ 177 h 235592"/>
                <a:gd name="connsiteX1" fmla="*/ 21132 w 152006"/>
                <a:gd name="connsiteY1" fmla="*/ 177 h 235592"/>
                <a:gd name="connsiteX2" fmla="*/ 227 w 152006"/>
                <a:gd name="connsiteY2" fmla="*/ 51867 h 235592"/>
                <a:gd name="connsiteX3" fmla="*/ 6250 w 152006"/>
                <a:gd name="connsiteY3" fmla="*/ 54680 h 235592"/>
                <a:gd name="connsiteX4" fmla="*/ 47352 w 152006"/>
                <a:gd name="connsiteY4" fmla="*/ 26198 h 235592"/>
                <a:gd name="connsiteX5" fmla="*/ 124241 w 152006"/>
                <a:gd name="connsiteY5" fmla="*/ 26198 h 235592"/>
                <a:gd name="connsiteX6" fmla="*/ 54084 w 152006"/>
                <a:gd name="connsiteY6" fmla="*/ 235770 h 235592"/>
                <a:gd name="connsiteX7" fmla="*/ 77115 w 152006"/>
                <a:gd name="connsiteY7" fmla="*/ 235770 h 235592"/>
                <a:gd name="connsiteX8" fmla="*/ 152233 w 152006"/>
                <a:gd name="connsiteY8" fmla="*/ 5803 h 235592"/>
                <a:gd name="connsiteX9" fmla="*/ 152233 w 152006"/>
                <a:gd name="connsiteY9" fmla="*/ 177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33" y="177"/>
                  </a:moveTo>
                  <a:lnTo>
                    <a:pt x="21132" y="177"/>
                  </a:lnTo>
                  <a:lnTo>
                    <a:pt x="227" y="51867"/>
                  </a:lnTo>
                  <a:lnTo>
                    <a:pt x="6250" y="54680"/>
                  </a:lnTo>
                  <a:cubicBezTo>
                    <a:pt x="21486" y="30769"/>
                    <a:pt x="27864" y="26198"/>
                    <a:pt x="47352" y="26198"/>
                  </a:cubicBezTo>
                  <a:lnTo>
                    <a:pt x="124241" y="26198"/>
                  </a:lnTo>
                  <a:lnTo>
                    <a:pt x="54084" y="235770"/>
                  </a:lnTo>
                  <a:lnTo>
                    <a:pt x="77115" y="235770"/>
                  </a:lnTo>
                  <a:lnTo>
                    <a:pt x="152233" y="5803"/>
                  </a:lnTo>
                  <a:lnTo>
                    <a:pt x="152233" y="17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5" name="Freeform: Shape 4554">
              <a:extLst>
                <a:ext uri="{FF2B5EF4-FFF2-40B4-BE49-F238E27FC236}">
                  <a16:creationId xmlns:a16="http://schemas.microsoft.com/office/drawing/2014/main" id="{00561BC7-D8BF-28D1-4D73-88F9BAE900F4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0933776" y="7255054"/>
              <a:ext cx="216493" cy="14065"/>
            </a:xfrm>
            <a:custGeom>
              <a:avLst/>
              <a:gdLst>
                <a:gd name="connsiteX0" fmla="*/ 204325 w 216493"/>
                <a:gd name="connsiteY0" fmla="*/ 14243 h 14065"/>
                <a:gd name="connsiteX1" fmla="*/ 216726 w 216493"/>
                <a:gd name="connsiteY1" fmla="*/ 7210 h 14065"/>
                <a:gd name="connsiteX2" fmla="*/ 204325 w 216493"/>
                <a:gd name="connsiteY2" fmla="*/ 177 h 14065"/>
                <a:gd name="connsiteX3" fmla="*/ 12634 w 216493"/>
                <a:gd name="connsiteY3" fmla="*/ 177 h 14065"/>
                <a:gd name="connsiteX4" fmla="*/ 233 w 216493"/>
                <a:gd name="connsiteY4" fmla="*/ 7210 h 14065"/>
                <a:gd name="connsiteX5" fmla="*/ 12634 w 216493"/>
                <a:gd name="connsiteY5" fmla="*/ 14243 h 14065"/>
                <a:gd name="connsiteX6" fmla="*/ 204325 w 216493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25" y="14243"/>
                  </a:moveTo>
                  <a:cubicBezTo>
                    <a:pt x="210349" y="14243"/>
                    <a:pt x="216726" y="14243"/>
                    <a:pt x="216726" y="7210"/>
                  </a:cubicBezTo>
                  <a:cubicBezTo>
                    <a:pt x="216726" y="177"/>
                    <a:pt x="210349" y="177"/>
                    <a:pt x="204325" y="177"/>
                  </a:cubicBezTo>
                  <a:lnTo>
                    <a:pt x="12634" y="177"/>
                  </a:lnTo>
                  <a:cubicBezTo>
                    <a:pt x="6611" y="177"/>
                    <a:pt x="233" y="177"/>
                    <a:pt x="233" y="7210"/>
                  </a:cubicBezTo>
                  <a:cubicBezTo>
                    <a:pt x="233" y="14243"/>
                    <a:pt x="6611" y="14243"/>
                    <a:pt x="12634" y="14243"/>
                  </a:cubicBezTo>
                  <a:lnTo>
                    <a:pt x="204325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6" name="Freeform: Shape 4555">
              <a:extLst>
                <a:ext uri="{FF2B5EF4-FFF2-40B4-BE49-F238E27FC236}">
                  <a16:creationId xmlns:a16="http://schemas.microsoft.com/office/drawing/2014/main" id="{E2403C77-57B3-2E06-C10C-52000CA12B3B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1241442" y="7108072"/>
              <a:ext cx="143856" cy="246845"/>
            </a:xfrm>
            <a:custGeom>
              <a:avLst/>
              <a:gdLst>
                <a:gd name="connsiteX0" fmla="*/ 53037 w 143856"/>
                <a:gd name="connsiteY0" fmla="*/ 37099 h 246845"/>
                <a:gd name="connsiteX1" fmla="*/ 122485 w 143856"/>
                <a:gd name="connsiteY1" fmla="*/ 37099 h 246845"/>
                <a:gd name="connsiteX2" fmla="*/ 130634 w 143856"/>
                <a:gd name="connsiteY2" fmla="*/ 33934 h 246845"/>
                <a:gd name="connsiteX3" fmla="*/ 144099 w 143856"/>
                <a:gd name="connsiteY3" fmla="*/ 2639 h 246845"/>
                <a:gd name="connsiteX4" fmla="*/ 140910 w 143856"/>
                <a:gd name="connsiteY4" fmla="*/ 177 h 246845"/>
                <a:gd name="connsiteX5" fmla="*/ 124611 w 143856"/>
                <a:gd name="connsiteY5" fmla="*/ 9320 h 246845"/>
                <a:gd name="connsiteX6" fmla="*/ 50556 w 143856"/>
                <a:gd name="connsiteY6" fmla="*/ 9320 h 246845"/>
                <a:gd name="connsiteX7" fmla="*/ 11935 w 143856"/>
                <a:gd name="connsiteY7" fmla="*/ 92656 h 246845"/>
                <a:gd name="connsiteX8" fmla="*/ 11580 w 143856"/>
                <a:gd name="connsiteY8" fmla="*/ 94415 h 246845"/>
                <a:gd name="connsiteX9" fmla="*/ 15832 w 143856"/>
                <a:gd name="connsiteY9" fmla="*/ 97228 h 246845"/>
                <a:gd name="connsiteX10" fmla="*/ 55871 w 143856"/>
                <a:gd name="connsiteY10" fmla="*/ 104260 h 246845"/>
                <a:gd name="connsiteX11" fmla="*/ 115398 w 143856"/>
                <a:gd name="connsiteY11" fmla="*/ 173883 h 246845"/>
                <a:gd name="connsiteX12" fmla="*/ 66147 w 143856"/>
                <a:gd name="connsiteY12" fmla="*/ 234012 h 246845"/>
                <a:gd name="connsiteX13" fmla="*/ 42407 w 143856"/>
                <a:gd name="connsiteY13" fmla="*/ 223815 h 246845"/>
                <a:gd name="connsiteX14" fmla="*/ 15478 w 143856"/>
                <a:gd name="connsiteY14" fmla="*/ 212211 h 246845"/>
                <a:gd name="connsiteX15" fmla="*/ 242 w 143856"/>
                <a:gd name="connsiteY15" fmla="*/ 225221 h 246845"/>
                <a:gd name="connsiteX16" fmla="*/ 43470 w 143856"/>
                <a:gd name="connsiteY16" fmla="*/ 247022 h 246845"/>
                <a:gd name="connsiteX17" fmla="*/ 116461 w 143856"/>
                <a:gd name="connsiteY17" fmla="*/ 219595 h 246845"/>
                <a:gd name="connsiteX18" fmla="*/ 140201 w 143856"/>
                <a:gd name="connsiteY18" fmla="*/ 157005 h 246845"/>
                <a:gd name="connsiteX19" fmla="*/ 115752 w 143856"/>
                <a:gd name="connsiteY19" fmla="*/ 97931 h 246845"/>
                <a:gd name="connsiteX20" fmla="*/ 38155 w 143856"/>
                <a:gd name="connsiteY20" fmla="*/ 66987 h 246845"/>
                <a:gd name="connsiteX21" fmla="*/ 53037 w 143856"/>
                <a:gd name="connsiteY21" fmla="*/ 37099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37" y="37099"/>
                  </a:moveTo>
                  <a:lnTo>
                    <a:pt x="122485" y="37099"/>
                  </a:lnTo>
                  <a:cubicBezTo>
                    <a:pt x="128154" y="37099"/>
                    <a:pt x="129571" y="36395"/>
                    <a:pt x="130634" y="33934"/>
                  </a:cubicBezTo>
                  <a:lnTo>
                    <a:pt x="144099" y="2639"/>
                  </a:lnTo>
                  <a:lnTo>
                    <a:pt x="140910" y="177"/>
                  </a:lnTo>
                  <a:cubicBezTo>
                    <a:pt x="135595" y="7562"/>
                    <a:pt x="132052" y="9320"/>
                    <a:pt x="124611" y="9320"/>
                  </a:cubicBezTo>
                  <a:lnTo>
                    <a:pt x="50556" y="9320"/>
                  </a:lnTo>
                  <a:lnTo>
                    <a:pt x="11935" y="92656"/>
                  </a:lnTo>
                  <a:cubicBezTo>
                    <a:pt x="11580" y="93360"/>
                    <a:pt x="11580" y="93711"/>
                    <a:pt x="11580" y="94415"/>
                  </a:cubicBezTo>
                  <a:cubicBezTo>
                    <a:pt x="11580" y="96173"/>
                    <a:pt x="12998" y="97228"/>
                    <a:pt x="15832" y="97228"/>
                  </a:cubicBezTo>
                  <a:cubicBezTo>
                    <a:pt x="27171" y="97228"/>
                    <a:pt x="41344" y="99689"/>
                    <a:pt x="55871" y="104260"/>
                  </a:cubicBezTo>
                  <a:cubicBezTo>
                    <a:pt x="96619" y="117271"/>
                    <a:pt x="115398" y="139072"/>
                    <a:pt x="115398" y="173883"/>
                  </a:cubicBezTo>
                  <a:cubicBezTo>
                    <a:pt x="115398" y="207640"/>
                    <a:pt x="93784" y="234012"/>
                    <a:pt x="66147" y="234012"/>
                  </a:cubicBezTo>
                  <a:cubicBezTo>
                    <a:pt x="59060" y="234012"/>
                    <a:pt x="53037" y="231551"/>
                    <a:pt x="42407" y="223815"/>
                  </a:cubicBezTo>
                  <a:cubicBezTo>
                    <a:pt x="31068" y="215727"/>
                    <a:pt x="22919" y="212211"/>
                    <a:pt x="15478" y="212211"/>
                  </a:cubicBezTo>
                  <a:cubicBezTo>
                    <a:pt x="5203" y="212211"/>
                    <a:pt x="242" y="216430"/>
                    <a:pt x="242" y="225221"/>
                  </a:cubicBezTo>
                  <a:cubicBezTo>
                    <a:pt x="242" y="238583"/>
                    <a:pt x="16895" y="247022"/>
                    <a:pt x="43470" y="247022"/>
                  </a:cubicBezTo>
                  <a:cubicBezTo>
                    <a:pt x="73233" y="247022"/>
                    <a:pt x="98745" y="237528"/>
                    <a:pt x="116461" y="219595"/>
                  </a:cubicBezTo>
                  <a:cubicBezTo>
                    <a:pt x="132760" y="203772"/>
                    <a:pt x="140201" y="183729"/>
                    <a:pt x="140201" y="157005"/>
                  </a:cubicBezTo>
                  <a:cubicBezTo>
                    <a:pt x="140201" y="131687"/>
                    <a:pt x="133469" y="115512"/>
                    <a:pt x="115752" y="97931"/>
                  </a:cubicBezTo>
                  <a:cubicBezTo>
                    <a:pt x="100162" y="82459"/>
                    <a:pt x="79966" y="74372"/>
                    <a:pt x="38155" y="66987"/>
                  </a:cubicBezTo>
                  <a:lnTo>
                    <a:pt x="53037" y="3709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7" name="Freeform: Shape 4556">
              <a:extLst>
                <a:ext uri="{FF2B5EF4-FFF2-40B4-BE49-F238E27FC236}">
                  <a16:creationId xmlns:a16="http://schemas.microsoft.com/office/drawing/2014/main" id="{86F560CA-5E4D-1034-0493-7ED6D38BA783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1428127" y="7086271"/>
              <a:ext cx="82203" cy="351631"/>
            </a:xfrm>
            <a:custGeom>
              <a:avLst/>
              <a:gdLst>
                <a:gd name="connsiteX0" fmla="*/ 82451 w 82203"/>
                <a:gd name="connsiteY0" fmla="*/ 175993 h 351631"/>
                <a:gd name="connsiteX1" fmla="*/ 59065 w 82203"/>
                <a:gd name="connsiteY1" fmla="*/ 66284 h 351631"/>
                <a:gd name="connsiteX2" fmla="*/ 3790 w 82203"/>
                <a:gd name="connsiteY2" fmla="*/ 177 h 351631"/>
                <a:gd name="connsiteX3" fmla="*/ 247 w 82203"/>
                <a:gd name="connsiteY3" fmla="*/ 3694 h 351631"/>
                <a:gd name="connsiteX4" fmla="*/ 6979 w 82203"/>
                <a:gd name="connsiteY4" fmla="*/ 11781 h 351631"/>
                <a:gd name="connsiteX5" fmla="*/ 61900 w 82203"/>
                <a:gd name="connsiteY5" fmla="*/ 175993 h 351631"/>
                <a:gd name="connsiteX6" fmla="*/ 4853 w 82203"/>
                <a:gd name="connsiteY6" fmla="*/ 342314 h 351631"/>
                <a:gd name="connsiteX7" fmla="*/ 247 w 82203"/>
                <a:gd name="connsiteY7" fmla="*/ 348292 h 351631"/>
                <a:gd name="connsiteX8" fmla="*/ 3790 w 82203"/>
                <a:gd name="connsiteY8" fmla="*/ 351808 h 351631"/>
                <a:gd name="connsiteX9" fmla="*/ 60128 w 82203"/>
                <a:gd name="connsiteY9" fmla="*/ 283240 h 351631"/>
                <a:gd name="connsiteX10" fmla="*/ 82451 w 82203"/>
                <a:gd name="connsiteY10" fmla="*/ 175993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1" y="175993"/>
                  </a:moveTo>
                  <a:cubicBezTo>
                    <a:pt x="82451" y="148566"/>
                    <a:pt x="78553" y="106018"/>
                    <a:pt x="59065" y="66284"/>
                  </a:cubicBezTo>
                  <a:cubicBezTo>
                    <a:pt x="37806" y="23033"/>
                    <a:pt x="7334" y="177"/>
                    <a:pt x="3790" y="177"/>
                  </a:cubicBezTo>
                  <a:cubicBezTo>
                    <a:pt x="1664" y="177"/>
                    <a:pt x="247" y="1584"/>
                    <a:pt x="247" y="3694"/>
                  </a:cubicBezTo>
                  <a:cubicBezTo>
                    <a:pt x="247" y="4749"/>
                    <a:pt x="247" y="5452"/>
                    <a:pt x="6979" y="11781"/>
                  </a:cubicBezTo>
                  <a:cubicBezTo>
                    <a:pt x="41703" y="46593"/>
                    <a:pt x="61900" y="102502"/>
                    <a:pt x="61900" y="175993"/>
                  </a:cubicBezTo>
                  <a:cubicBezTo>
                    <a:pt x="61900" y="236122"/>
                    <a:pt x="48790" y="298009"/>
                    <a:pt x="4853" y="342314"/>
                  </a:cubicBezTo>
                  <a:cubicBezTo>
                    <a:pt x="247" y="346534"/>
                    <a:pt x="247" y="347237"/>
                    <a:pt x="247" y="348292"/>
                  </a:cubicBezTo>
                  <a:cubicBezTo>
                    <a:pt x="247" y="350402"/>
                    <a:pt x="1664" y="351808"/>
                    <a:pt x="3790" y="351808"/>
                  </a:cubicBezTo>
                  <a:cubicBezTo>
                    <a:pt x="7334" y="351808"/>
                    <a:pt x="39223" y="327898"/>
                    <a:pt x="60128" y="283240"/>
                  </a:cubicBezTo>
                  <a:cubicBezTo>
                    <a:pt x="78199" y="244561"/>
                    <a:pt x="82451" y="205530"/>
                    <a:pt x="82451" y="17599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8" name="Freeform: Shape 4557">
              <a:extLst>
                <a:ext uri="{FF2B5EF4-FFF2-40B4-BE49-F238E27FC236}">
                  <a16:creationId xmlns:a16="http://schemas.microsoft.com/office/drawing/2014/main" id="{14622510-E9C0-B796-F080-007C8B1DB8F3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1580999" y="7086271"/>
              <a:ext cx="82203" cy="351631"/>
            </a:xfrm>
            <a:custGeom>
              <a:avLst/>
              <a:gdLst>
                <a:gd name="connsiteX0" fmla="*/ 82455 w 82203"/>
                <a:gd name="connsiteY0" fmla="*/ 348292 h 351631"/>
                <a:gd name="connsiteX1" fmla="*/ 76431 w 82203"/>
                <a:gd name="connsiteY1" fmla="*/ 340556 h 351631"/>
                <a:gd name="connsiteX2" fmla="*/ 20802 w 82203"/>
                <a:gd name="connsiteY2" fmla="*/ 175993 h 351631"/>
                <a:gd name="connsiteX3" fmla="*/ 77848 w 82203"/>
                <a:gd name="connsiteY3" fmla="*/ 9671 h 351631"/>
                <a:gd name="connsiteX4" fmla="*/ 82455 w 82203"/>
                <a:gd name="connsiteY4" fmla="*/ 3694 h 351631"/>
                <a:gd name="connsiteX5" fmla="*/ 78911 w 82203"/>
                <a:gd name="connsiteY5" fmla="*/ 177 h 351631"/>
                <a:gd name="connsiteX6" fmla="*/ 22573 w 82203"/>
                <a:gd name="connsiteY6" fmla="*/ 68745 h 351631"/>
                <a:gd name="connsiteX7" fmla="*/ 251 w 82203"/>
                <a:gd name="connsiteY7" fmla="*/ 175993 h 351631"/>
                <a:gd name="connsiteX8" fmla="*/ 23636 w 82203"/>
                <a:gd name="connsiteY8" fmla="*/ 285702 h 351631"/>
                <a:gd name="connsiteX9" fmla="*/ 78911 w 82203"/>
                <a:gd name="connsiteY9" fmla="*/ 351808 h 351631"/>
                <a:gd name="connsiteX10" fmla="*/ 82455 w 82203"/>
                <a:gd name="connsiteY10" fmla="*/ 348292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55" y="348292"/>
                  </a:moveTo>
                  <a:cubicBezTo>
                    <a:pt x="82455" y="347237"/>
                    <a:pt x="82455" y="346534"/>
                    <a:pt x="76431" y="340556"/>
                  </a:cubicBezTo>
                  <a:cubicBezTo>
                    <a:pt x="32140" y="296251"/>
                    <a:pt x="20802" y="229792"/>
                    <a:pt x="20802" y="175993"/>
                  </a:cubicBezTo>
                  <a:cubicBezTo>
                    <a:pt x="20802" y="114809"/>
                    <a:pt x="34266" y="53625"/>
                    <a:pt x="77848" y="9671"/>
                  </a:cubicBezTo>
                  <a:cubicBezTo>
                    <a:pt x="82455" y="5452"/>
                    <a:pt x="82455" y="4749"/>
                    <a:pt x="82455" y="3694"/>
                  </a:cubicBezTo>
                  <a:cubicBezTo>
                    <a:pt x="82455" y="1232"/>
                    <a:pt x="81037" y="177"/>
                    <a:pt x="78911" y="177"/>
                  </a:cubicBezTo>
                  <a:cubicBezTo>
                    <a:pt x="75368" y="177"/>
                    <a:pt x="43479" y="24088"/>
                    <a:pt x="22573" y="68745"/>
                  </a:cubicBezTo>
                  <a:cubicBezTo>
                    <a:pt x="4503" y="107425"/>
                    <a:pt x="251" y="146456"/>
                    <a:pt x="251" y="175993"/>
                  </a:cubicBezTo>
                  <a:cubicBezTo>
                    <a:pt x="251" y="203420"/>
                    <a:pt x="4148" y="245968"/>
                    <a:pt x="23636" y="285702"/>
                  </a:cubicBezTo>
                  <a:cubicBezTo>
                    <a:pt x="44896" y="328952"/>
                    <a:pt x="75368" y="351808"/>
                    <a:pt x="78911" y="351808"/>
                  </a:cubicBezTo>
                  <a:cubicBezTo>
                    <a:pt x="81037" y="351808"/>
                    <a:pt x="82455" y="350754"/>
                    <a:pt x="82455" y="348292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59" name="Freeform: Shape 4558">
              <a:extLst>
                <a:ext uri="{FF2B5EF4-FFF2-40B4-BE49-F238E27FC236}">
                  <a16:creationId xmlns:a16="http://schemas.microsoft.com/office/drawing/2014/main" id="{D9C4CB84-AA96-7CFD-FC09-E9D907D1285B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11690997" y="7117214"/>
              <a:ext cx="152006" cy="235592"/>
            </a:xfrm>
            <a:custGeom>
              <a:avLst/>
              <a:gdLst>
                <a:gd name="connsiteX0" fmla="*/ 152261 w 152006"/>
                <a:gd name="connsiteY0" fmla="*/ 177 h 235592"/>
                <a:gd name="connsiteX1" fmla="*/ 21160 w 152006"/>
                <a:gd name="connsiteY1" fmla="*/ 177 h 235592"/>
                <a:gd name="connsiteX2" fmla="*/ 255 w 152006"/>
                <a:gd name="connsiteY2" fmla="*/ 51867 h 235592"/>
                <a:gd name="connsiteX3" fmla="*/ 6278 w 152006"/>
                <a:gd name="connsiteY3" fmla="*/ 54680 h 235592"/>
                <a:gd name="connsiteX4" fmla="*/ 47380 w 152006"/>
                <a:gd name="connsiteY4" fmla="*/ 26198 h 235592"/>
                <a:gd name="connsiteX5" fmla="*/ 124269 w 152006"/>
                <a:gd name="connsiteY5" fmla="*/ 26198 h 235592"/>
                <a:gd name="connsiteX6" fmla="*/ 54112 w 152006"/>
                <a:gd name="connsiteY6" fmla="*/ 235770 h 235592"/>
                <a:gd name="connsiteX7" fmla="*/ 77144 w 152006"/>
                <a:gd name="connsiteY7" fmla="*/ 235770 h 235592"/>
                <a:gd name="connsiteX8" fmla="*/ 152261 w 152006"/>
                <a:gd name="connsiteY8" fmla="*/ 5803 h 235592"/>
                <a:gd name="connsiteX9" fmla="*/ 152261 w 152006"/>
                <a:gd name="connsiteY9" fmla="*/ 177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61" y="177"/>
                  </a:moveTo>
                  <a:lnTo>
                    <a:pt x="21160" y="177"/>
                  </a:lnTo>
                  <a:lnTo>
                    <a:pt x="255" y="51867"/>
                  </a:lnTo>
                  <a:lnTo>
                    <a:pt x="6278" y="54680"/>
                  </a:lnTo>
                  <a:cubicBezTo>
                    <a:pt x="21514" y="30769"/>
                    <a:pt x="27892" y="26198"/>
                    <a:pt x="47380" y="26198"/>
                  </a:cubicBezTo>
                  <a:lnTo>
                    <a:pt x="124269" y="26198"/>
                  </a:lnTo>
                  <a:lnTo>
                    <a:pt x="54112" y="235770"/>
                  </a:lnTo>
                  <a:lnTo>
                    <a:pt x="77144" y="235770"/>
                  </a:lnTo>
                  <a:lnTo>
                    <a:pt x="152261" y="5803"/>
                  </a:lnTo>
                  <a:lnTo>
                    <a:pt x="152261" y="17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0" name="Freeform: Shape 4559">
              <a:extLst>
                <a:ext uri="{FF2B5EF4-FFF2-40B4-BE49-F238E27FC236}">
                  <a16:creationId xmlns:a16="http://schemas.microsoft.com/office/drawing/2014/main" id="{3285B26C-C0C3-A1B5-8F35-F1195E593C18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11940543" y="7255054"/>
              <a:ext cx="216493" cy="14065"/>
            </a:xfrm>
            <a:custGeom>
              <a:avLst/>
              <a:gdLst>
                <a:gd name="connsiteX0" fmla="*/ 204353 w 216493"/>
                <a:gd name="connsiteY0" fmla="*/ 14243 h 14065"/>
                <a:gd name="connsiteX1" fmla="*/ 216755 w 216493"/>
                <a:gd name="connsiteY1" fmla="*/ 7210 h 14065"/>
                <a:gd name="connsiteX2" fmla="*/ 204353 w 216493"/>
                <a:gd name="connsiteY2" fmla="*/ 177 h 14065"/>
                <a:gd name="connsiteX3" fmla="*/ 12663 w 216493"/>
                <a:gd name="connsiteY3" fmla="*/ 177 h 14065"/>
                <a:gd name="connsiteX4" fmla="*/ 261 w 216493"/>
                <a:gd name="connsiteY4" fmla="*/ 7210 h 14065"/>
                <a:gd name="connsiteX5" fmla="*/ 12663 w 216493"/>
                <a:gd name="connsiteY5" fmla="*/ 14243 h 14065"/>
                <a:gd name="connsiteX6" fmla="*/ 204353 w 216493"/>
                <a:gd name="connsiteY6" fmla="*/ 14243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53" y="14243"/>
                  </a:moveTo>
                  <a:cubicBezTo>
                    <a:pt x="210377" y="14243"/>
                    <a:pt x="216755" y="14243"/>
                    <a:pt x="216755" y="7210"/>
                  </a:cubicBezTo>
                  <a:cubicBezTo>
                    <a:pt x="216755" y="177"/>
                    <a:pt x="210377" y="177"/>
                    <a:pt x="204353" y="177"/>
                  </a:cubicBezTo>
                  <a:lnTo>
                    <a:pt x="12663" y="177"/>
                  </a:lnTo>
                  <a:cubicBezTo>
                    <a:pt x="6639" y="177"/>
                    <a:pt x="261" y="177"/>
                    <a:pt x="261" y="7210"/>
                  </a:cubicBezTo>
                  <a:cubicBezTo>
                    <a:pt x="261" y="14243"/>
                    <a:pt x="6639" y="14243"/>
                    <a:pt x="12663" y="14243"/>
                  </a:cubicBezTo>
                  <a:lnTo>
                    <a:pt x="204353" y="1424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1" name="Freeform: Shape 4560">
              <a:extLst>
                <a:ext uri="{FF2B5EF4-FFF2-40B4-BE49-F238E27FC236}">
                  <a16:creationId xmlns:a16="http://schemas.microsoft.com/office/drawing/2014/main" id="{FCCBAC05-743D-2957-8C02-6E2ECA6CD019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12276200" y="7112291"/>
              <a:ext cx="100274" cy="237702"/>
            </a:xfrm>
            <a:custGeom>
              <a:avLst/>
              <a:gdLst>
                <a:gd name="connsiteX0" fmla="*/ 64049 w 100274"/>
                <a:gd name="connsiteY0" fmla="*/ 177 h 237702"/>
                <a:gd name="connsiteX1" fmla="*/ 270 w 100274"/>
                <a:gd name="connsiteY1" fmla="*/ 32176 h 237702"/>
                <a:gd name="connsiteX2" fmla="*/ 270 w 100274"/>
                <a:gd name="connsiteY2" fmla="*/ 37099 h 237702"/>
                <a:gd name="connsiteX3" fmla="*/ 9837 w 100274"/>
                <a:gd name="connsiteY3" fmla="*/ 33231 h 237702"/>
                <a:gd name="connsiteX4" fmla="*/ 25782 w 100274"/>
                <a:gd name="connsiteY4" fmla="*/ 29363 h 237702"/>
                <a:gd name="connsiteX5" fmla="*/ 36411 w 100274"/>
                <a:gd name="connsiteY5" fmla="*/ 45889 h 237702"/>
                <a:gd name="connsiteX6" fmla="*/ 36411 w 100274"/>
                <a:gd name="connsiteY6" fmla="*/ 205178 h 237702"/>
                <a:gd name="connsiteX7" fmla="*/ 27908 w 100274"/>
                <a:gd name="connsiteY7" fmla="*/ 228034 h 237702"/>
                <a:gd name="connsiteX8" fmla="*/ 2750 w 100274"/>
                <a:gd name="connsiteY8" fmla="*/ 232606 h 237702"/>
                <a:gd name="connsiteX9" fmla="*/ 2750 w 100274"/>
                <a:gd name="connsiteY9" fmla="*/ 237880 h 237702"/>
                <a:gd name="connsiteX10" fmla="*/ 100545 w 100274"/>
                <a:gd name="connsiteY10" fmla="*/ 237880 h 237702"/>
                <a:gd name="connsiteX11" fmla="*/ 100545 w 100274"/>
                <a:gd name="connsiteY11" fmla="*/ 232606 h 237702"/>
                <a:gd name="connsiteX12" fmla="*/ 66884 w 100274"/>
                <a:gd name="connsiteY12" fmla="*/ 211859 h 237702"/>
                <a:gd name="connsiteX13" fmla="*/ 66884 w 100274"/>
                <a:gd name="connsiteY13" fmla="*/ 881 h 237702"/>
                <a:gd name="connsiteX14" fmla="*/ 64049 w 100274"/>
                <a:gd name="connsiteY14" fmla="*/ 177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9" y="177"/>
                  </a:moveTo>
                  <a:lnTo>
                    <a:pt x="270" y="32176"/>
                  </a:lnTo>
                  <a:lnTo>
                    <a:pt x="270" y="37099"/>
                  </a:lnTo>
                  <a:cubicBezTo>
                    <a:pt x="4522" y="35340"/>
                    <a:pt x="8420" y="33934"/>
                    <a:pt x="9837" y="33231"/>
                  </a:cubicBezTo>
                  <a:cubicBezTo>
                    <a:pt x="16215" y="30769"/>
                    <a:pt x="22238" y="29363"/>
                    <a:pt x="25782" y="29363"/>
                  </a:cubicBezTo>
                  <a:cubicBezTo>
                    <a:pt x="33223" y="29363"/>
                    <a:pt x="36411" y="34637"/>
                    <a:pt x="36411" y="45889"/>
                  </a:cubicBezTo>
                  <a:lnTo>
                    <a:pt x="36411" y="205178"/>
                  </a:lnTo>
                  <a:cubicBezTo>
                    <a:pt x="36411" y="216782"/>
                    <a:pt x="33577" y="224870"/>
                    <a:pt x="27908" y="228034"/>
                  </a:cubicBezTo>
                  <a:cubicBezTo>
                    <a:pt x="22593" y="231199"/>
                    <a:pt x="17632" y="232254"/>
                    <a:pt x="2750" y="232606"/>
                  </a:cubicBezTo>
                  <a:lnTo>
                    <a:pt x="2750" y="237880"/>
                  </a:lnTo>
                  <a:lnTo>
                    <a:pt x="100545" y="237880"/>
                  </a:lnTo>
                  <a:lnTo>
                    <a:pt x="100545" y="232606"/>
                  </a:lnTo>
                  <a:cubicBezTo>
                    <a:pt x="72553" y="232254"/>
                    <a:pt x="66884" y="228738"/>
                    <a:pt x="66884" y="211859"/>
                  </a:cubicBezTo>
                  <a:lnTo>
                    <a:pt x="66884" y="881"/>
                  </a:lnTo>
                  <a:lnTo>
                    <a:pt x="64049" y="17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2" name="Freeform: Shape 4561">
              <a:extLst>
                <a:ext uri="{FF2B5EF4-FFF2-40B4-BE49-F238E27FC236}">
                  <a16:creationId xmlns:a16="http://schemas.microsoft.com/office/drawing/2014/main" id="{D0AAF236-E4FA-C1A7-A24F-B119D628C0FD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12429934" y="7112291"/>
              <a:ext cx="137833" cy="242625"/>
            </a:xfrm>
            <a:custGeom>
              <a:avLst/>
              <a:gdLst>
                <a:gd name="connsiteX0" fmla="*/ 39251 w 137833"/>
                <a:gd name="connsiteY0" fmla="*/ 121842 h 242625"/>
                <a:gd name="connsiteX1" fmla="*/ 76810 w 137833"/>
                <a:gd name="connsiteY1" fmla="*/ 125710 h 242625"/>
                <a:gd name="connsiteX2" fmla="*/ 112597 w 137833"/>
                <a:gd name="connsiteY2" fmla="*/ 177751 h 242625"/>
                <a:gd name="connsiteX3" fmla="*/ 66180 w 137833"/>
                <a:gd name="connsiteY3" fmla="*/ 230144 h 242625"/>
                <a:gd name="connsiteX4" fmla="*/ 36417 w 137833"/>
                <a:gd name="connsiteY4" fmla="*/ 219244 h 242625"/>
                <a:gd name="connsiteX5" fmla="*/ 13740 w 137833"/>
                <a:gd name="connsiteY5" fmla="*/ 210453 h 242625"/>
                <a:gd name="connsiteX6" fmla="*/ 275 w 137833"/>
                <a:gd name="connsiteY6" fmla="*/ 222760 h 242625"/>
                <a:gd name="connsiteX7" fmla="*/ 40314 w 137833"/>
                <a:gd name="connsiteY7" fmla="*/ 242803 h 242625"/>
                <a:gd name="connsiteX8" fmla="*/ 112242 w 137833"/>
                <a:gd name="connsiteY8" fmla="*/ 219244 h 242625"/>
                <a:gd name="connsiteX9" fmla="*/ 138108 w 137833"/>
                <a:gd name="connsiteY9" fmla="*/ 160873 h 242625"/>
                <a:gd name="connsiteX10" fmla="*/ 122164 w 137833"/>
                <a:gd name="connsiteY10" fmla="*/ 115512 h 242625"/>
                <a:gd name="connsiteX11" fmla="*/ 92754 w 137833"/>
                <a:gd name="connsiteY11" fmla="*/ 96876 h 242625"/>
                <a:gd name="connsiteX12" fmla="*/ 126061 w 137833"/>
                <a:gd name="connsiteY12" fmla="*/ 48351 h 242625"/>
                <a:gd name="connsiteX13" fmla="*/ 70786 w 137833"/>
                <a:gd name="connsiteY13" fmla="*/ 177 h 242625"/>
                <a:gd name="connsiteX14" fmla="*/ 24724 w 137833"/>
                <a:gd name="connsiteY14" fmla="*/ 17407 h 242625"/>
                <a:gd name="connsiteX15" fmla="*/ 984 w 137833"/>
                <a:gd name="connsiteY15" fmla="*/ 57142 h 242625"/>
                <a:gd name="connsiteX16" fmla="*/ 6299 w 137833"/>
                <a:gd name="connsiteY16" fmla="*/ 58548 h 242625"/>
                <a:gd name="connsiteX17" fmla="*/ 59093 w 137833"/>
                <a:gd name="connsiteY17" fmla="*/ 21275 h 242625"/>
                <a:gd name="connsiteX18" fmla="*/ 98069 w 137833"/>
                <a:gd name="connsiteY18" fmla="*/ 58900 h 242625"/>
                <a:gd name="connsiteX19" fmla="*/ 83896 w 137833"/>
                <a:gd name="connsiteY19" fmla="*/ 93008 h 242625"/>
                <a:gd name="connsiteX20" fmla="*/ 39251 w 137833"/>
                <a:gd name="connsiteY20" fmla="*/ 117271 h 242625"/>
                <a:gd name="connsiteX21" fmla="*/ 39251 w 137833"/>
                <a:gd name="connsiteY21" fmla="*/ 121842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1" y="121842"/>
                  </a:moveTo>
                  <a:cubicBezTo>
                    <a:pt x="60156" y="121842"/>
                    <a:pt x="68306" y="122545"/>
                    <a:pt x="76810" y="125710"/>
                  </a:cubicBezTo>
                  <a:cubicBezTo>
                    <a:pt x="98778" y="133446"/>
                    <a:pt x="112597" y="153489"/>
                    <a:pt x="112597" y="177751"/>
                  </a:cubicBezTo>
                  <a:cubicBezTo>
                    <a:pt x="112597" y="207288"/>
                    <a:pt x="92400" y="230144"/>
                    <a:pt x="66180" y="230144"/>
                  </a:cubicBezTo>
                  <a:cubicBezTo>
                    <a:pt x="56613" y="230144"/>
                    <a:pt x="49527" y="227683"/>
                    <a:pt x="36417" y="219244"/>
                  </a:cubicBezTo>
                  <a:cubicBezTo>
                    <a:pt x="25787" y="212914"/>
                    <a:pt x="19763" y="210453"/>
                    <a:pt x="13740" y="210453"/>
                  </a:cubicBezTo>
                  <a:cubicBezTo>
                    <a:pt x="5590" y="210453"/>
                    <a:pt x="275" y="215376"/>
                    <a:pt x="275" y="222760"/>
                  </a:cubicBezTo>
                  <a:cubicBezTo>
                    <a:pt x="275" y="235067"/>
                    <a:pt x="15511" y="242803"/>
                    <a:pt x="40314" y="242803"/>
                  </a:cubicBezTo>
                  <a:cubicBezTo>
                    <a:pt x="67597" y="242803"/>
                    <a:pt x="95589" y="233660"/>
                    <a:pt x="112242" y="219244"/>
                  </a:cubicBezTo>
                  <a:cubicBezTo>
                    <a:pt x="128896" y="204827"/>
                    <a:pt x="138108" y="184432"/>
                    <a:pt x="138108" y="160873"/>
                  </a:cubicBezTo>
                  <a:cubicBezTo>
                    <a:pt x="138108" y="142940"/>
                    <a:pt x="132439" y="126413"/>
                    <a:pt x="122164" y="115512"/>
                  </a:cubicBezTo>
                  <a:cubicBezTo>
                    <a:pt x="115077" y="107777"/>
                    <a:pt x="108345" y="103557"/>
                    <a:pt x="92754" y="96876"/>
                  </a:cubicBezTo>
                  <a:cubicBezTo>
                    <a:pt x="117203" y="80349"/>
                    <a:pt x="126061" y="67339"/>
                    <a:pt x="126061" y="48351"/>
                  </a:cubicBezTo>
                  <a:cubicBezTo>
                    <a:pt x="126061" y="19869"/>
                    <a:pt x="103384" y="177"/>
                    <a:pt x="70786" y="177"/>
                  </a:cubicBezTo>
                  <a:cubicBezTo>
                    <a:pt x="53070" y="177"/>
                    <a:pt x="37479" y="6155"/>
                    <a:pt x="24724" y="17407"/>
                  </a:cubicBezTo>
                  <a:cubicBezTo>
                    <a:pt x="14094" y="26901"/>
                    <a:pt x="8779" y="36044"/>
                    <a:pt x="984" y="57142"/>
                  </a:cubicBezTo>
                  <a:lnTo>
                    <a:pt x="6299" y="58548"/>
                  </a:lnTo>
                  <a:cubicBezTo>
                    <a:pt x="20826" y="32879"/>
                    <a:pt x="36771" y="21275"/>
                    <a:pt x="59093" y="21275"/>
                  </a:cubicBezTo>
                  <a:cubicBezTo>
                    <a:pt x="82125" y="21275"/>
                    <a:pt x="98069" y="36747"/>
                    <a:pt x="98069" y="58900"/>
                  </a:cubicBezTo>
                  <a:cubicBezTo>
                    <a:pt x="98069" y="71558"/>
                    <a:pt x="92754" y="84217"/>
                    <a:pt x="83896" y="93008"/>
                  </a:cubicBezTo>
                  <a:cubicBezTo>
                    <a:pt x="73266" y="103557"/>
                    <a:pt x="63345" y="108831"/>
                    <a:pt x="39251" y="117271"/>
                  </a:cubicBezTo>
                  <a:lnTo>
                    <a:pt x="39251" y="121842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3" name="Freeform: Shape 4562">
              <a:extLst>
                <a:ext uri="{FF2B5EF4-FFF2-40B4-BE49-F238E27FC236}">
                  <a16:creationId xmlns:a16="http://schemas.microsoft.com/office/drawing/2014/main" id="{5271AED7-49D0-5E99-090B-49B6FEC69145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2612722" y="7086271"/>
              <a:ext cx="82203" cy="351631"/>
            </a:xfrm>
            <a:custGeom>
              <a:avLst/>
              <a:gdLst>
                <a:gd name="connsiteX0" fmla="*/ 82484 w 82203"/>
                <a:gd name="connsiteY0" fmla="*/ 175993 h 351631"/>
                <a:gd name="connsiteX1" fmla="*/ 59098 w 82203"/>
                <a:gd name="connsiteY1" fmla="*/ 66284 h 351631"/>
                <a:gd name="connsiteX2" fmla="*/ 3823 w 82203"/>
                <a:gd name="connsiteY2" fmla="*/ 177 h 351631"/>
                <a:gd name="connsiteX3" fmla="*/ 280 w 82203"/>
                <a:gd name="connsiteY3" fmla="*/ 3694 h 351631"/>
                <a:gd name="connsiteX4" fmla="*/ 7012 w 82203"/>
                <a:gd name="connsiteY4" fmla="*/ 11781 h 351631"/>
                <a:gd name="connsiteX5" fmla="*/ 61933 w 82203"/>
                <a:gd name="connsiteY5" fmla="*/ 175993 h 351631"/>
                <a:gd name="connsiteX6" fmla="*/ 4886 w 82203"/>
                <a:gd name="connsiteY6" fmla="*/ 342314 h 351631"/>
                <a:gd name="connsiteX7" fmla="*/ 280 w 82203"/>
                <a:gd name="connsiteY7" fmla="*/ 348292 h 351631"/>
                <a:gd name="connsiteX8" fmla="*/ 3823 w 82203"/>
                <a:gd name="connsiteY8" fmla="*/ 351808 h 351631"/>
                <a:gd name="connsiteX9" fmla="*/ 60161 w 82203"/>
                <a:gd name="connsiteY9" fmla="*/ 283240 h 351631"/>
                <a:gd name="connsiteX10" fmla="*/ 82484 w 82203"/>
                <a:gd name="connsiteY10" fmla="*/ 175993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4" y="175993"/>
                  </a:moveTo>
                  <a:cubicBezTo>
                    <a:pt x="82484" y="148566"/>
                    <a:pt x="78586" y="106018"/>
                    <a:pt x="59098" y="66284"/>
                  </a:cubicBezTo>
                  <a:cubicBezTo>
                    <a:pt x="37839" y="23033"/>
                    <a:pt x="7367" y="177"/>
                    <a:pt x="3823" y="177"/>
                  </a:cubicBezTo>
                  <a:cubicBezTo>
                    <a:pt x="1697" y="177"/>
                    <a:pt x="280" y="1584"/>
                    <a:pt x="280" y="3694"/>
                  </a:cubicBezTo>
                  <a:cubicBezTo>
                    <a:pt x="280" y="4749"/>
                    <a:pt x="280" y="5452"/>
                    <a:pt x="7012" y="11781"/>
                  </a:cubicBezTo>
                  <a:cubicBezTo>
                    <a:pt x="41736" y="46593"/>
                    <a:pt x="61933" y="102502"/>
                    <a:pt x="61933" y="175993"/>
                  </a:cubicBezTo>
                  <a:cubicBezTo>
                    <a:pt x="61933" y="236122"/>
                    <a:pt x="48823" y="298009"/>
                    <a:pt x="4886" y="342314"/>
                  </a:cubicBezTo>
                  <a:cubicBezTo>
                    <a:pt x="280" y="346534"/>
                    <a:pt x="280" y="347237"/>
                    <a:pt x="280" y="348292"/>
                  </a:cubicBezTo>
                  <a:cubicBezTo>
                    <a:pt x="280" y="350402"/>
                    <a:pt x="1697" y="351808"/>
                    <a:pt x="3823" y="351808"/>
                  </a:cubicBezTo>
                  <a:cubicBezTo>
                    <a:pt x="7367" y="351808"/>
                    <a:pt x="39256" y="327898"/>
                    <a:pt x="60161" y="283240"/>
                  </a:cubicBezTo>
                  <a:cubicBezTo>
                    <a:pt x="78232" y="244561"/>
                    <a:pt x="82484" y="205530"/>
                    <a:pt x="82484" y="17599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4" name="Freeform: Shape 4563">
              <a:extLst>
                <a:ext uri="{FF2B5EF4-FFF2-40B4-BE49-F238E27FC236}">
                  <a16:creationId xmlns:a16="http://schemas.microsoft.com/office/drawing/2014/main" id="{68588380-8A5B-AACE-9C4C-8E5EAA7811DE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12874671" y="6935220"/>
              <a:ext cx="171139" cy="169486"/>
            </a:xfrm>
            <a:custGeom>
              <a:avLst/>
              <a:gdLst>
                <a:gd name="connsiteX0" fmla="*/ 86034 w 171139"/>
                <a:gd name="connsiteY0" fmla="*/ 75068 h 169486"/>
                <a:gd name="connsiteX1" fmla="*/ 15168 w 171139"/>
                <a:gd name="connsiteY1" fmla="*/ 5093 h 169486"/>
                <a:gd name="connsiteX2" fmla="*/ 7373 w 171139"/>
                <a:gd name="connsiteY2" fmla="*/ 171 h 169486"/>
                <a:gd name="connsiteX3" fmla="*/ 287 w 171139"/>
                <a:gd name="connsiteY3" fmla="*/ 7203 h 169486"/>
                <a:gd name="connsiteX4" fmla="*/ 4893 w 171139"/>
                <a:gd name="connsiteY4" fmla="*/ 14236 h 169486"/>
                <a:gd name="connsiteX5" fmla="*/ 75758 w 171139"/>
                <a:gd name="connsiteY5" fmla="*/ 84914 h 169486"/>
                <a:gd name="connsiteX6" fmla="*/ 4893 w 171139"/>
                <a:gd name="connsiteY6" fmla="*/ 155591 h 169486"/>
                <a:gd name="connsiteX7" fmla="*/ 287 w 171139"/>
                <a:gd name="connsiteY7" fmla="*/ 162624 h 169486"/>
                <a:gd name="connsiteX8" fmla="*/ 7373 w 171139"/>
                <a:gd name="connsiteY8" fmla="*/ 169657 h 169486"/>
                <a:gd name="connsiteX9" fmla="*/ 15168 w 171139"/>
                <a:gd name="connsiteY9" fmla="*/ 164734 h 169486"/>
                <a:gd name="connsiteX10" fmla="*/ 85679 w 171139"/>
                <a:gd name="connsiteY10" fmla="*/ 94759 h 169486"/>
                <a:gd name="connsiteX11" fmla="*/ 159025 w 171139"/>
                <a:gd name="connsiteY11" fmla="*/ 167547 h 169486"/>
                <a:gd name="connsiteX12" fmla="*/ 164340 w 171139"/>
                <a:gd name="connsiteY12" fmla="*/ 169657 h 169486"/>
                <a:gd name="connsiteX13" fmla="*/ 171426 w 171139"/>
                <a:gd name="connsiteY13" fmla="*/ 162624 h 169486"/>
                <a:gd name="connsiteX14" fmla="*/ 170363 w 171139"/>
                <a:gd name="connsiteY14" fmla="*/ 158756 h 169486"/>
                <a:gd name="connsiteX15" fmla="*/ 95955 w 171139"/>
                <a:gd name="connsiteY15" fmla="*/ 84914 h 169486"/>
                <a:gd name="connsiteX16" fmla="*/ 160797 w 171139"/>
                <a:gd name="connsiteY16" fmla="*/ 20565 h 169486"/>
                <a:gd name="connsiteX17" fmla="*/ 169655 w 171139"/>
                <a:gd name="connsiteY17" fmla="*/ 11774 h 169486"/>
                <a:gd name="connsiteX18" fmla="*/ 171426 w 171139"/>
                <a:gd name="connsiteY18" fmla="*/ 7203 h 169486"/>
                <a:gd name="connsiteX19" fmla="*/ 164340 w 171139"/>
                <a:gd name="connsiteY19" fmla="*/ 171 h 169486"/>
                <a:gd name="connsiteX20" fmla="*/ 156190 w 171139"/>
                <a:gd name="connsiteY20" fmla="*/ 5445 h 169486"/>
                <a:gd name="connsiteX21" fmla="*/ 86034 w 171139"/>
                <a:gd name="connsiteY21" fmla="*/ 75068 h 16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139" h="169486">
                  <a:moveTo>
                    <a:pt x="86034" y="75068"/>
                  </a:moveTo>
                  <a:lnTo>
                    <a:pt x="15168" y="5093"/>
                  </a:lnTo>
                  <a:cubicBezTo>
                    <a:pt x="10916" y="874"/>
                    <a:pt x="10208" y="171"/>
                    <a:pt x="7373" y="171"/>
                  </a:cubicBezTo>
                  <a:cubicBezTo>
                    <a:pt x="3830" y="171"/>
                    <a:pt x="287" y="3335"/>
                    <a:pt x="287" y="7203"/>
                  </a:cubicBezTo>
                  <a:cubicBezTo>
                    <a:pt x="287" y="9665"/>
                    <a:pt x="995" y="10368"/>
                    <a:pt x="4893" y="14236"/>
                  </a:cubicBezTo>
                  <a:lnTo>
                    <a:pt x="75758" y="84914"/>
                  </a:lnTo>
                  <a:lnTo>
                    <a:pt x="4893" y="155591"/>
                  </a:lnTo>
                  <a:cubicBezTo>
                    <a:pt x="995" y="159459"/>
                    <a:pt x="287" y="160163"/>
                    <a:pt x="287" y="162624"/>
                  </a:cubicBezTo>
                  <a:cubicBezTo>
                    <a:pt x="287" y="166492"/>
                    <a:pt x="3830" y="169657"/>
                    <a:pt x="7373" y="169657"/>
                  </a:cubicBezTo>
                  <a:cubicBezTo>
                    <a:pt x="10208" y="169657"/>
                    <a:pt x="10916" y="168953"/>
                    <a:pt x="15168" y="164734"/>
                  </a:cubicBezTo>
                  <a:lnTo>
                    <a:pt x="85679" y="94759"/>
                  </a:lnTo>
                  <a:lnTo>
                    <a:pt x="159025" y="167547"/>
                  </a:lnTo>
                  <a:cubicBezTo>
                    <a:pt x="159734" y="167899"/>
                    <a:pt x="162214" y="169657"/>
                    <a:pt x="164340" y="169657"/>
                  </a:cubicBezTo>
                  <a:cubicBezTo>
                    <a:pt x="168592" y="169657"/>
                    <a:pt x="171426" y="166492"/>
                    <a:pt x="171426" y="162624"/>
                  </a:cubicBezTo>
                  <a:cubicBezTo>
                    <a:pt x="171426" y="161921"/>
                    <a:pt x="171426" y="160514"/>
                    <a:pt x="170363" y="158756"/>
                  </a:cubicBezTo>
                  <a:cubicBezTo>
                    <a:pt x="170009" y="158053"/>
                    <a:pt x="113671" y="102847"/>
                    <a:pt x="95955" y="84914"/>
                  </a:cubicBezTo>
                  <a:lnTo>
                    <a:pt x="160797" y="20565"/>
                  </a:lnTo>
                  <a:cubicBezTo>
                    <a:pt x="162568" y="18455"/>
                    <a:pt x="167883" y="13884"/>
                    <a:pt x="169655" y="11774"/>
                  </a:cubicBezTo>
                  <a:cubicBezTo>
                    <a:pt x="170009" y="11071"/>
                    <a:pt x="171426" y="9665"/>
                    <a:pt x="171426" y="7203"/>
                  </a:cubicBezTo>
                  <a:cubicBezTo>
                    <a:pt x="171426" y="3335"/>
                    <a:pt x="168592" y="171"/>
                    <a:pt x="164340" y="171"/>
                  </a:cubicBezTo>
                  <a:cubicBezTo>
                    <a:pt x="161505" y="171"/>
                    <a:pt x="160088" y="1577"/>
                    <a:pt x="156190" y="5445"/>
                  </a:cubicBezTo>
                  <a:lnTo>
                    <a:pt x="86034" y="7506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5" name="Freeform: Shape 4564">
              <a:extLst>
                <a:ext uri="{FF2B5EF4-FFF2-40B4-BE49-F238E27FC236}">
                  <a16:creationId xmlns:a16="http://schemas.microsoft.com/office/drawing/2014/main" id="{2D217851-6188-9B7F-C427-EE70D5613F2D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3163557" y="6870168"/>
              <a:ext cx="137833" cy="242625"/>
            </a:xfrm>
            <a:custGeom>
              <a:avLst/>
              <a:gdLst>
                <a:gd name="connsiteX0" fmla="*/ 39272 w 137833"/>
                <a:gd name="connsiteY0" fmla="*/ 121835 h 242625"/>
                <a:gd name="connsiteX1" fmla="*/ 76830 w 137833"/>
                <a:gd name="connsiteY1" fmla="*/ 125703 h 242625"/>
                <a:gd name="connsiteX2" fmla="*/ 112617 w 137833"/>
                <a:gd name="connsiteY2" fmla="*/ 177744 h 242625"/>
                <a:gd name="connsiteX3" fmla="*/ 66200 w 137833"/>
                <a:gd name="connsiteY3" fmla="*/ 230137 h 242625"/>
                <a:gd name="connsiteX4" fmla="*/ 36437 w 137833"/>
                <a:gd name="connsiteY4" fmla="*/ 219237 h 242625"/>
                <a:gd name="connsiteX5" fmla="*/ 13760 w 137833"/>
                <a:gd name="connsiteY5" fmla="*/ 210446 h 242625"/>
                <a:gd name="connsiteX6" fmla="*/ 296 w 137833"/>
                <a:gd name="connsiteY6" fmla="*/ 222753 h 242625"/>
                <a:gd name="connsiteX7" fmla="*/ 40335 w 137833"/>
                <a:gd name="connsiteY7" fmla="*/ 242796 h 242625"/>
                <a:gd name="connsiteX8" fmla="*/ 112263 w 137833"/>
                <a:gd name="connsiteY8" fmla="*/ 219237 h 242625"/>
                <a:gd name="connsiteX9" fmla="*/ 138129 w 137833"/>
                <a:gd name="connsiteY9" fmla="*/ 160866 h 242625"/>
                <a:gd name="connsiteX10" fmla="*/ 122184 w 137833"/>
                <a:gd name="connsiteY10" fmla="*/ 115506 h 242625"/>
                <a:gd name="connsiteX11" fmla="*/ 92775 w 137833"/>
                <a:gd name="connsiteY11" fmla="*/ 96869 h 242625"/>
                <a:gd name="connsiteX12" fmla="*/ 126082 w 137833"/>
                <a:gd name="connsiteY12" fmla="*/ 48344 h 242625"/>
                <a:gd name="connsiteX13" fmla="*/ 70807 w 137833"/>
                <a:gd name="connsiteY13" fmla="*/ 171 h 242625"/>
                <a:gd name="connsiteX14" fmla="*/ 24744 w 137833"/>
                <a:gd name="connsiteY14" fmla="*/ 17400 h 242625"/>
                <a:gd name="connsiteX15" fmla="*/ 1004 w 137833"/>
                <a:gd name="connsiteY15" fmla="*/ 57135 h 242625"/>
                <a:gd name="connsiteX16" fmla="*/ 6319 w 137833"/>
                <a:gd name="connsiteY16" fmla="*/ 58541 h 242625"/>
                <a:gd name="connsiteX17" fmla="*/ 59114 w 137833"/>
                <a:gd name="connsiteY17" fmla="*/ 21268 h 242625"/>
                <a:gd name="connsiteX18" fmla="*/ 98090 w 137833"/>
                <a:gd name="connsiteY18" fmla="*/ 58893 h 242625"/>
                <a:gd name="connsiteX19" fmla="*/ 83917 w 137833"/>
                <a:gd name="connsiteY19" fmla="*/ 93001 h 242625"/>
                <a:gd name="connsiteX20" fmla="*/ 39272 w 137833"/>
                <a:gd name="connsiteY20" fmla="*/ 117264 h 242625"/>
                <a:gd name="connsiteX21" fmla="*/ 39272 w 137833"/>
                <a:gd name="connsiteY21" fmla="*/ 121835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72" y="121835"/>
                  </a:moveTo>
                  <a:cubicBezTo>
                    <a:pt x="60177" y="121835"/>
                    <a:pt x="68326" y="122538"/>
                    <a:pt x="76830" y="125703"/>
                  </a:cubicBezTo>
                  <a:cubicBezTo>
                    <a:pt x="98799" y="133439"/>
                    <a:pt x="112617" y="153482"/>
                    <a:pt x="112617" y="177744"/>
                  </a:cubicBezTo>
                  <a:cubicBezTo>
                    <a:pt x="112617" y="207281"/>
                    <a:pt x="92421" y="230137"/>
                    <a:pt x="66200" y="230137"/>
                  </a:cubicBezTo>
                  <a:cubicBezTo>
                    <a:pt x="56634" y="230137"/>
                    <a:pt x="49547" y="227676"/>
                    <a:pt x="36437" y="219237"/>
                  </a:cubicBezTo>
                  <a:cubicBezTo>
                    <a:pt x="25807" y="212907"/>
                    <a:pt x="19784" y="210446"/>
                    <a:pt x="13760" y="210446"/>
                  </a:cubicBezTo>
                  <a:cubicBezTo>
                    <a:pt x="5611" y="210446"/>
                    <a:pt x="296" y="215369"/>
                    <a:pt x="296" y="222753"/>
                  </a:cubicBezTo>
                  <a:cubicBezTo>
                    <a:pt x="296" y="235060"/>
                    <a:pt x="15532" y="242796"/>
                    <a:pt x="40335" y="242796"/>
                  </a:cubicBezTo>
                  <a:cubicBezTo>
                    <a:pt x="67618" y="242796"/>
                    <a:pt x="95610" y="233654"/>
                    <a:pt x="112263" y="219237"/>
                  </a:cubicBezTo>
                  <a:cubicBezTo>
                    <a:pt x="128916" y="204820"/>
                    <a:pt x="138129" y="184425"/>
                    <a:pt x="138129" y="160866"/>
                  </a:cubicBezTo>
                  <a:cubicBezTo>
                    <a:pt x="138129" y="142933"/>
                    <a:pt x="132460" y="126406"/>
                    <a:pt x="122184" y="115506"/>
                  </a:cubicBezTo>
                  <a:cubicBezTo>
                    <a:pt x="115098" y="107770"/>
                    <a:pt x="108365" y="103550"/>
                    <a:pt x="92775" y="96869"/>
                  </a:cubicBezTo>
                  <a:cubicBezTo>
                    <a:pt x="117224" y="80342"/>
                    <a:pt x="126082" y="67332"/>
                    <a:pt x="126082" y="48344"/>
                  </a:cubicBezTo>
                  <a:cubicBezTo>
                    <a:pt x="126082" y="19862"/>
                    <a:pt x="103405" y="171"/>
                    <a:pt x="70807" y="171"/>
                  </a:cubicBezTo>
                  <a:cubicBezTo>
                    <a:pt x="53090" y="171"/>
                    <a:pt x="37500" y="6148"/>
                    <a:pt x="24744" y="17400"/>
                  </a:cubicBezTo>
                  <a:cubicBezTo>
                    <a:pt x="14114" y="26894"/>
                    <a:pt x="8800" y="36037"/>
                    <a:pt x="1004" y="57135"/>
                  </a:cubicBezTo>
                  <a:lnTo>
                    <a:pt x="6319" y="58541"/>
                  </a:lnTo>
                  <a:cubicBezTo>
                    <a:pt x="20847" y="32872"/>
                    <a:pt x="36791" y="21268"/>
                    <a:pt x="59114" y="21268"/>
                  </a:cubicBezTo>
                  <a:cubicBezTo>
                    <a:pt x="82145" y="21268"/>
                    <a:pt x="98090" y="36740"/>
                    <a:pt x="98090" y="58893"/>
                  </a:cubicBezTo>
                  <a:cubicBezTo>
                    <a:pt x="98090" y="71552"/>
                    <a:pt x="92775" y="84210"/>
                    <a:pt x="83917" y="93001"/>
                  </a:cubicBezTo>
                  <a:cubicBezTo>
                    <a:pt x="73287" y="103550"/>
                    <a:pt x="63366" y="108825"/>
                    <a:pt x="39272" y="117264"/>
                  </a:cubicBezTo>
                  <a:lnTo>
                    <a:pt x="39272" y="12183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6" name="Freeform: Shape 4565">
              <a:extLst>
                <a:ext uri="{FF2B5EF4-FFF2-40B4-BE49-F238E27FC236}">
                  <a16:creationId xmlns:a16="http://schemas.microsoft.com/office/drawing/2014/main" id="{70AB5642-47D0-47A5-82FA-04B88EA04102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3336779" y="6870168"/>
              <a:ext cx="152006" cy="245438"/>
            </a:xfrm>
            <a:custGeom>
              <a:avLst/>
              <a:gdLst>
                <a:gd name="connsiteX0" fmla="*/ 10576 w 152006"/>
                <a:gd name="connsiteY0" fmla="*/ 245609 h 245438"/>
                <a:gd name="connsiteX1" fmla="*/ 93843 w 152006"/>
                <a:gd name="connsiteY1" fmla="*/ 217127 h 245438"/>
                <a:gd name="connsiteX2" fmla="*/ 152307 w 152006"/>
                <a:gd name="connsiteY2" fmla="*/ 99331 h 245438"/>
                <a:gd name="connsiteX3" fmla="*/ 74001 w 152006"/>
                <a:gd name="connsiteY3" fmla="*/ 171 h 245438"/>
                <a:gd name="connsiteX4" fmla="*/ 301 w 152006"/>
                <a:gd name="connsiteY4" fmla="*/ 83155 h 245438"/>
                <a:gd name="connsiteX5" fmla="*/ 64079 w 152006"/>
                <a:gd name="connsiteY5" fmla="*/ 154537 h 245438"/>
                <a:gd name="connsiteX6" fmla="*/ 117228 w 152006"/>
                <a:gd name="connsiteY6" fmla="*/ 134494 h 245438"/>
                <a:gd name="connsiteX7" fmla="*/ 9513 w 152006"/>
                <a:gd name="connsiteY7" fmla="*/ 238576 h 245438"/>
                <a:gd name="connsiteX8" fmla="*/ 10576 w 152006"/>
                <a:gd name="connsiteY8" fmla="*/ 245609 h 245438"/>
                <a:gd name="connsiteX9" fmla="*/ 117937 w 152006"/>
                <a:gd name="connsiteY9" fmla="*/ 113044 h 245438"/>
                <a:gd name="connsiteX10" fmla="*/ 112622 w 152006"/>
                <a:gd name="connsiteY10" fmla="*/ 126406 h 245438"/>
                <a:gd name="connsiteX11" fmla="*/ 76835 w 152006"/>
                <a:gd name="connsiteY11" fmla="*/ 139416 h 245438"/>
                <a:gd name="connsiteX12" fmla="*/ 32899 w 152006"/>
                <a:gd name="connsiteY12" fmla="*/ 71200 h 245438"/>
                <a:gd name="connsiteX13" fmla="*/ 46009 w 152006"/>
                <a:gd name="connsiteY13" fmla="*/ 20917 h 245438"/>
                <a:gd name="connsiteX14" fmla="*/ 71166 w 152006"/>
                <a:gd name="connsiteY14" fmla="*/ 10016 h 245438"/>
                <a:gd name="connsiteX15" fmla="*/ 117937 w 152006"/>
                <a:gd name="connsiteY15" fmla="*/ 99331 h 245438"/>
                <a:gd name="connsiteX16" fmla="*/ 117937 w 152006"/>
                <a:gd name="connsiteY16" fmla="*/ 113044 h 24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006" h="245438">
                  <a:moveTo>
                    <a:pt x="10576" y="245609"/>
                  </a:moveTo>
                  <a:cubicBezTo>
                    <a:pt x="50261" y="241038"/>
                    <a:pt x="69749" y="234357"/>
                    <a:pt x="93843" y="217127"/>
                  </a:cubicBezTo>
                  <a:cubicBezTo>
                    <a:pt x="130693" y="190403"/>
                    <a:pt x="152307" y="146801"/>
                    <a:pt x="152307" y="99331"/>
                  </a:cubicBezTo>
                  <a:cubicBezTo>
                    <a:pt x="152307" y="41311"/>
                    <a:pt x="119709" y="171"/>
                    <a:pt x="74001" y="171"/>
                  </a:cubicBezTo>
                  <a:cubicBezTo>
                    <a:pt x="31836" y="171"/>
                    <a:pt x="301" y="35685"/>
                    <a:pt x="301" y="83155"/>
                  </a:cubicBezTo>
                  <a:cubicBezTo>
                    <a:pt x="301" y="126054"/>
                    <a:pt x="25812" y="154537"/>
                    <a:pt x="64079" y="154537"/>
                  </a:cubicBezTo>
                  <a:cubicBezTo>
                    <a:pt x="83567" y="154537"/>
                    <a:pt x="98449" y="148911"/>
                    <a:pt x="117228" y="134494"/>
                  </a:cubicBezTo>
                  <a:cubicBezTo>
                    <a:pt x="102701" y="191809"/>
                    <a:pt x="63371" y="229434"/>
                    <a:pt x="9513" y="238576"/>
                  </a:cubicBezTo>
                  <a:lnTo>
                    <a:pt x="10576" y="245609"/>
                  </a:lnTo>
                  <a:close/>
                  <a:moveTo>
                    <a:pt x="117937" y="113044"/>
                  </a:moveTo>
                  <a:cubicBezTo>
                    <a:pt x="117937" y="120077"/>
                    <a:pt x="116520" y="123241"/>
                    <a:pt x="112622" y="126406"/>
                  </a:cubicBezTo>
                  <a:cubicBezTo>
                    <a:pt x="102701" y="134845"/>
                    <a:pt x="89591" y="139416"/>
                    <a:pt x="76835" y="139416"/>
                  </a:cubicBezTo>
                  <a:cubicBezTo>
                    <a:pt x="49906" y="139416"/>
                    <a:pt x="32899" y="113044"/>
                    <a:pt x="32899" y="71200"/>
                  </a:cubicBezTo>
                  <a:cubicBezTo>
                    <a:pt x="32899" y="51157"/>
                    <a:pt x="38568" y="30059"/>
                    <a:pt x="46009" y="20917"/>
                  </a:cubicBezTo>
                  <a:cubicBezTo>
                    <a:pt x="52032" y="13884"/>
                    <a:pt x="60891" y="10016"/>
                    <a:pt x="71166" y="10016"/>
                  </a:cubicBezTo>
                  <a:cubicBezTo>
                    <a:pt x="101992" y="10016"/>
                    <a:pt x="117937" y="40256"/>
                    <a:pt x="117937" y="99331"/>
                  </a:cubicBezTo>
                  <a:lnTo>
                    <a:pt x="117937" y="11304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7" name="Freeform: Shape 4566">
              <a:extLst>
                <a:ext uri="{FF2B5EF4-FFF2-40B4-BE49-F238E27FC236}">
                  <a16:creationId xmlns:a16="http://schemas.microsoft.com/office/drawing/2014/main" id="{6B6F0B8D-615D-2AA9-1627-04B22C06754F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3508228" y="6870168"/>
              <a:ext cx="162990" cy="237702"/>
            </a:xfrm>
            <a:custGeom>
              <a:avLst/>
              <a:gdLst>
                <a:gd name="connsiteX0" fmla="*/ 163296 w 162990"/>
                <a:gd name="connsiteY0" fmla="*/ 156646 h 237702"/>
                <a:gd name="connsiteX1" fmla="*/ 127155 w 162990"/>
                <a:gd name="connsiteY1" fmla="*/ 156646 h 237702"/>
                <a:gd name="connsiteX2" fmla="*/ 127155 w 162990"/>
                <a:gd name="connsiteY2" fmla="*/ 171 h 237702"/>
                <a:gd name="connsiteX3" fmla="*/ 111564 w 162990"/>
                <a:gd name="connsiteY3" fmla="*/ 171 h 237702"/>
                <a:gd name="connsiteX4" fmla="*/ 306 w 162990"/>
                <a:gd name="connsiteY4" fmla="*/ 156646 h 237702"/>
                <a:gd name="connsiteX5" fmla="*/ 306 w 162990"/>
                <a:gd name="connsiteY5" fmla="*/ 179151 h 237702"/>
                <a:gd name="connsiteX6" fmla="*/ 99871 w 162990"/>
                <a:gd name="connsiteY6" fmla="*/ 179151 h 237702"/>
                <a:gd name="connsiteX7" fmla="*/ 99871 w 162990"/>
                <a:gd name="connsiteY7" fmla="*/ 237873 h 237702"/>
                <a:gd name="connsiteX8" fmla="*/ 127155 w 162990"/>
                <a:gd name="connsiteY8" fmla="*/ 237873 h 237702"/>
                <a:gd name="connsiteX9" fmla="*/ 127155 w 162990"/>
                <a:gd name="connsiteY9" fmla="*/ 179151 h 237702"/>
                <a:gd name="connsiteX10" fmla="*/ 163296 w 162990"/>
                <a:gd name="connsiteY10" fmla="*/ 179151 h 237702"/>
                <a:gd name="connsiteX11" fmla="*/ 163296 w 162990"/>
                <a:gd name="connsiteY11" fmla="*/ 156646 h 237702"/>
                <a:gd name="connsiteX12" fmla="*/ 99517 w 162990"/>
                <a:gd name="connsiteY12" fmla="*/ 156646 h 237702"/>
                <a:gd name="connsiteX13" fmla="*/ 14479 w 162990"/>
                <a:gd name="connsiteY13" fmla="*/ 156646 h 237702"/>
                <a:gd name="connsiteX14" fmla="*/ 99517 w 162990"/>
                <a:gd name="connsiteY14" fmla="*/ 36037 h 237702"/>
                <a:gd name="connsiteX15" fmla="*/ 99517 w 162990"/>
                <a:gd name="connsiteY15" fmla="*/ 156646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990" h="237702">
                  <a:moveTo>
                    <a:pt x="163296" y="156646"/>
                  </a:moveTo>
                  <a:lnTo>
                    <a:pt x="127155" y="156646"/>
                  </a:lnTo>
                  <a:lnTo>
                    <a:pt x="127155" y="171"/>
                  </a:lnTo>
                  <a:lnTo>
                    <a:pt x="111564" y="171"/>
                  </a:lnTo>
                  <a:lnTo>
                    <a:pt x="306" y="156646"/>
                  </a:lnTo>
                  <a:lnTo>
                    <a:pt x="306" y="179151"/>
                  </a:lnTo>
                  <a:lnTo>
                    <a:pt x="99871" y="179151"/>
                  </a:lnTo>
                  <a:lnTo>
                    <a:pt x="99871" y="237873"/>
                  </a:lnTo>
                  <a:lnTo>
                    <a:pt x="127155" y="237873"/>
                  </a:lnTo>
                  <a:lnTo>
                    <a:pt x="127155" y="179151"/>
                  </a:lnTo>
                  <a:lnTo>
                    <a:pt x="163296" y="179151"/>
                  </a:lnTo>
                  <a:lnTo>
                    <a:pt x="163296" y="156646"/>
                  </a:lnTo>
                  <a:close/>
                  <a:moveTo>
                    <a:pt x="99517" y="156646"/>
                  </a:moveTo>
                  <a:lnTo>
                    <a:pt x="14479" y="156646"/>
                  </a:lnTo>
                  <a:lnTo>
                    <a:pt x="99517" y="36037"/>
                  </a:lnTo>
                  <a:lnTo>
                    <a:pt x="99517" y="15664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8" name="Freeform: Shape 4567">
              <a:extLst>
                <a:ext uri="{FF2B5EF4-FFF2-40B4-BE49-F238E27FC236}">
                  <a16:creationId xmlns:a16="http://schemas.microsoft.com/office/drawing/2014/main" id="{A9B38915-93BA-AFF3-8DB0-E16AA2991267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3690308" y="6870168"/>
              <a:ext cx="160155" cy="242625"/>
            </a:xfrm>
            <a:custGeom>
              <a:avLst/>
              <a:gdLst>
                <a:gd name="connsiteX0" fmla="*/ 81806 w 160155"/>
                <a:gd name="connsiteY0" fmla="*/ 171 h 242625"/>
                <a:gd name="connsiteX1" fmla="*/ 34326 w 160155"/>
                <a:gd name="connsiteY1" fmla="*/ 18455 h 242625"/>
                <a:gd name="connsiteX2" fmla="*/ 311 w 160155"/>
                <a:gd name="connsiteY2" fmla="*/ 119725 h 242625"/>
                <a:gd name="connsiteX3" fmla="*/ 28657 w 160155"/>
                <a:gd name="connsiteY3" fmla="*/ 218885 h 242625"/>
                <a:gd name="connsiteX4" fmla="*/ 80389 w 160155"/>
                <a:gd name="connsiteY4" fmla="*/ 242796 h 242625"/>
                <a:gd name="connsiteX5" fmla="*/ 126451 w 160155"/>
                <a:gd name="connsiteY5" fmla="*/ 224511 h 242625"/>
                <a:gd name="connsiteX6" fmla="*/ 160466 w 160155"/>
                <a:gd name="connsiteY6" fmla="*/ 121835 h 242625"/>
                <a:gd name="connsiteX7" fmla="*/ 81806 w 160155"/>
                <a:gd name="connsiteY7" fmla="*/ 171 h 242625"/>
                <a:gd name="connsiteX8" fmla="*/ 80743 w 160155"/>
                <a:gd name="connsiteY8" fmla="*/ 9313 h 242625"/>
                <a:gd name="connsiteX9" fmla="*/ 126451 w 160155"/>
                <a:gd name="connsiteY9" fmla="*/ 122538 h 242625"/>
                <a:gd name="connsiteX10" fmla="*/ 80389 w 160155"/>
                <a:gd name="connsiteY10" fmla="*/ 233654 h 242625"/>
                <a:gd name="connsiteX11" fmla="*/ 34326 w 160155"/>
                <a:gd name="connsiteY11" fmla="*/ 122890 h 242625"/>
                <a:gd name="connsiteX12" fmla="*/ 80743 w 160155"/>
                <a:gd name="connsiteY12" fmla="*/ 9313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155" h="242625">
                  <a:moveTo>
                    <a:pt x="81806" y="171"/>
                  </a:moveTo>
                  <a:cubicBezTo>
                    <a:pt x="62318" y="171"/>
                    <a:pt x="47436" y="6148"/>
                    <a:pt x="34326" y="18455"/>
                  </a:cubicBezTo>
                  <a:cubicBezTo>
                    <a:pt x="13775" y="38147"/>
                    <a:pt x="311" y="78584"/>
                    <a:pt x="311" y="119725"/>
                  </a:cubicBezTo>
                  <a:cubicBezTo>
                    <a:pt x="311" y="158053"/>
                    <a:pt x="12003" y="199194"/>
                    <a:pt x="28657" y="218885"/>
                  </a:cubicBezTo>
                  <a:cubicBezTo>
                    <a:pt x="41767" y="234357"/>
                    <a:pt x="59838" y="242796"/>
                    <a:pt x="80389" y="242796"/>
                  </a:cubicBezTo>
                  <a:cubicBezTo>
                    <a:pt x="98459" y="242796"/>
                    <a:pt x="113695" y="236818"/>
                    <a:pt x="126451" y="224511"/>
                  </a:cubicBezTo>
                  <a:cubicBezTo>
                    <a:pt x="147002" y="205171"/>
                    <a:pt x="160466" y="164382"/>
                    <a:pt x="160466" y="121835"/>
                  </a:cubicBezTo>
                  <a:cubicBezTo>
                    <a:pt x="160466" y="49751"/>
                    <a:pt x="128223" y="171"/>
                    <a:pt x="81806" y="171"/>
                  </a:cubicBezTo>
                  <a:close/>
                  <a:moveTo>
                    <a:pt x="80743" y="9313"/>
                  </a:moveTo>
                  <a:cubicBezTo>
                    <a:pt x="110506" y="9313"/>
                    <a:pt x="126451" y="49047"/>
                    <a:pt x="126451" y="122538"/>
                  </a:cubicBezTo>
                  <a:cubicBezTo>
                    <a:pt x="126451" y="196029"/>
                    <a:pt x="110861" y="233654"/>
                    <a:pt x="80389" y="233654"/>
                  </a:cubicBezTo>
                  <a:cubicBezTo>
                    <a:pt x="49916" y="233654"/>
                    <a:pt x="34326" y="196029"/>
                    <a:pt x="34326" y="122890"/>
                  </a:cubicBezTo>
                  <a:cubicBezTo>
                    <a:pt x="34326" y="48344"/>
                    <a:pt x="50271" y="9313"/>
                    <a:pt x="80743" y="9313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69" name="Freeform: Shape 4568">
              <a:extLst>
                <a:ext uri="{FF2B5EF4-FFF2-40B4-BE49-F238E27FC236}">
                  <a16:creationId xmlns:a16="http://schemas.microsoft.com/office/drawing/2014/main" id="{A8B104BC-970E-FC2B-3FA4-C4DA8602D908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8177048" y="7878066"/>
              <a:ext cx="235627" cy="234186"/>
            </a:xfrm>
            <a:custGeom>
              <a:avLst/>
              <a:gdLst>
                <a:gd name="connsiteX0" fmla="*/ 125233 w 235627"/>
                <a:gd name="connsiteY0" fmla="*/ 124324 h 234186"/>
                <a:gd name="connsiteX1" fmla="*/ 224090 w 235627"/>
                <a:gd name="connsiteY1" fmla="*/ 124324 h 234186"/>
                <a:gd name="connsiteX2" fmla="*/ 235783 w 235627"/>
                <a:gd name="connsiteY2" fmla="*/ 117291 h 234186"/>
                <a:gd name="connsiteX3" fmla="*/ 224090 w 235627"/>
                <a:gd name="connsiteY3" fmla="*/ 110259 h 234186"/>
                <a:gd name="connsiteX4" fmla="*/ 125233 w 235627"/>
                <a:gd name="connsiteY4" fmla="*/ 110259 h 234186"/>
                <a:gd name="connsiteX5" fmla="*/ 125233 w 235627"/>
                <a:gd name="connsiteY5" fmla="*/ 11802 h 234186"/>
                <a:gd name="connsiteX6" fmla="*/ 118147 w 235627"/>
                <a:gd name="connsiteY6" fmla="*/ 198 h 234186"/>
                <a:gd name="connsiteX7" fmla="*/ 111060 w 235627"/>
                <a:gd name="connsiteY7" fmla="*/ 11802 h 234186"/>
                <a:gd name="connsiteX8" fmla="*/ 111060 w 235627"/>
                <a:gd name="connsiteY8" fmla="*/ 110259 h 234186"/>
                <a:gd name="connsiteX9" fmla="*/ 11849 w 235627"/>
                <a:gd name="connsiteY9" fmla="*/ 110259 h 234186"/>
                <a:gd name="connsiteX10" fmla="*/ 156 w 235627"/>
                <a:gd name="connsiteY10" fmla="*/ 117291 h 234186"/>
                <a:gd name="connsiteX11" fmla="*/ 11849 w 235627"/>
                <a:gd name="connsiteY11" fmla="*/ 124324 h 234186"/>
                <a:gd name="connsiteX12" fmla="*/ 111060 w 235627"/>
                <a:gd name="connsiteY12" fmla="*/ 124324 h 234186"/>
                <a:gd name="connsiteX13" fmla="*/ 111060 w 235627"/>
                <a:gd name="connsiteY13" fmla="*/ 222781 h 234186"/>
                <a:gd name="connsiteX14" fmla="*/ 118147 w 235627"/>
                <a:gd name="connsiteY14" fmla="*/ 234384 h 234186"/>
                <a:gd name="connsiteX15" fmla="*/ 125233 w 235627"/>
                <a:gd name="connsiteY15" fmla="*/ 222781 h 234186"/>
                <a:gd name="connsiteX16" fmla="*/ 125233 w 235627"/>
                <a:gd name="connsiteY16" fmla="*/ 124324 h 23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627" h="234186">
                  <a:moveTo>
                    <a:pt x="125233" y="124324"/>
                  </a:moveTo>
                  <a:lnTo>
                    <a:pt x="224090" y="124324"/>
                  </a:lnTo>
                  <a:cubicBezTo>
                    <a:pt x="229051" y="124324"/>
                    <a:pt x="235783" y="124324"/>
                    <a:pt x="235783" y="117291"/>
                  </a:cubicBezTo>
                  <a:cubicBezTo>
                    <a:pt x="235783" y="110259"/>
                    <a:pt x="229051" y="110259"/>
                    <a:pt x="224090" y="110259"/>
                  </a:cubicBezTo>
                  <a:lnTo>
                    <a:pt x="125233" y="110259"/>
                  </a:lnTo>
                  <a:lnTo>
                    <a:pt x="125233" y="11802"/>
                  </a:lnTo>
                  <a:cubicBezTo>
                    <a:pt x="125233" y="6879"/>
                    <a:pt x="125233" y="198"/>
                    <a:pt x="118147" y="198"/>
                  </a:cubicBezTo>
                  <a:cubicBezTo>
                    <a:pt x="111060" y="198"/>
                    <a:pt x="111060" y="6879"/>
                    <a:pt x="111060" y="11802"/>
                  </a:cubicBezTo>
                  <a:lnTo>
                    <a:pt x="111060" y="110259"/>
                  </a:lnTo>
                  <a:lnTo>
                    <a:pt x="11849" y="110259"/>
                  </a:lnTo>
                  <a:cubicBezTo>
                    <a:pt x="6888" y="110259"/>
                    <a:pt x="156" y="110259"/>
                    <a:pt x="156" y="117291"/>
                  </a:cubicBezTo>
                  <a:cubicBezTo>
                    <a:pt x="156" y="124324"/>
                    <a:pt x="6888" y="124324"/>
                    <a:pt x="11849" y="124324"/>
                  </a:cubicBezTo>
                  <a:lnTo>
                    <a:pt x="111060" y="124324"/>
                  </a:lnTo>
                  <a:lnTo>
                    <a:pt x="111060" y="222781"/>
                  </a:lnTo>
                  <a:cubicBezTo>
                    <a:pt x="111060" y="227703"/>
                    <a:pt x="111060" y="234384"/>
                    <a:pt x="118147" y="234384"/>
                  </a:cubicBezTo>
                  <a:cubicBezTo>
                    <a:pt x="125233" y="234384"/>
                    <a:pt x="125233" y="227703"/>
                    <a:pt x="125233" y="222781"/>
                  </a:cubicBezTo>
                  <a:lnTo>
                    <a:pt x="125233" y="12432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0" name="Freeform: Shape 4569">
              <a:extLst>
                <a:ext uri="{FF2B5EF4-FFF2-40B4-BE49-F238E27FC236}">
                  <a16:creationId xmlns:a16="http://schemas.microsoft.com/office/drawing/2014/main" id="{2C994A02-CEDB-E199-92F2-6ABD1A564AFE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8954065" y="7580400"/>
              <a:ext cx="82203" cy="351631"/>
            </a:xfrm>
            <a:custGeom>
              <a:avLst/>
              <a:gdLst>
                <a:gd name="connsiteX0" fmla="*/ 82381 w 82203"/>
                <a:gd name="connsiteY0" fmla="*/ 348306 h 351631"/>
                <a:gd name="connsiteX1" fmla="*/ 76357 w 82203"/>
                <a:gd name="connsiteY1" fmla="*/ 340570 h 351631"/>
                <a:gd name="connsiteX2" fmla="*/ 20728 w 82203"/>
                <a:gd name="connsiteY2" fmla="*/ 176007 h 351631"/>
                <a:gd name="connsiteX3" fmla="*/ 77775 w 82203"/>
                <a:gd name="connsiteY3" fmla="*/ 9685 h 351631"/>
                <a:gd name="connsiteX4" fmla="*/ 82381 w 82203"/>
                <a:gd name="connsiteY4" fmla="*/ 3708 h 351631"/>
                <a:gd name="connsiteX5" fmla="*/ 78838 w 82203"/>
                <a:gd name="connsiteY5" fmla="*/ 191 h 351631"/>
                <a:gd name="connsiteX6" fmla="*/ 22500 w 82203"/>
                <a:gd name="connsiteY6" fmla="*/ 68759 h 351631"/>
                <a:gd name="connsiteX7" fmla="*/ 177 w 82203"/>
                <a:gd name="connsiteY7" fmla="*/ 176007 h 351631"/>
                <a:gd name="connsiteX8" fmla="*/ 23563 w 82203"/>
                <a:gd name="connsiteY8" fmla="*/ 285716 h 351631"/>
                <a:gd name="connsiteX9" fmla="*/ 78838 w 82203"/>
                <a:gd name="connsiteY9" fmla="*/ 351822 h 351631"/>
                <a:gd name="connsiteX10" fmla="*/ 82381 w 82203"/>
                <a:gd name="connsiteY10" fmla="*/ 34830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81" y="348306"/>
                  </a:moveTo>
                  <a:cubicBezTo>
                    <a:pt x="82381" y="347251"/>
                    <a:pt x="82381" y="346548"/>
                    <a:pt x="76357" y="340570"/>
                  </a:cubicBezTo>
                  <a:cubicBezTo>
                    <a:pt x="32067" y="296265"/>
                    <a:pt x="20728" y="229806"/>
                    <a:pt x="20728" y="176007"/>
                  </a:cubicBezTo>
                  <a:cubicBezTo>
                    <a:pt x="20728" y="114823"/>
                    <a:pt x="34193" y="53639"/>
                    <a:pt x="77775" y="9685"/>
                  </a:cubicBezTo>
                  <a:cubicBezTo>
                    <a:pt x="82381" y="5466"/>
                    <a:pt x="82381" y="4763"/>
                    <a:pt x="82381" y="3708"/>
                  </a:cubicBezTo>
                  <a:cubicBezTo>
                    <a:pt x="82381" y="1246"/>
                    <a:pt x="80964" y="191"/>
                    <a:pt x="78838" y="191"/>
                  </a:cubicBezTo>
                  <a:cubicBezTo>
                    <a:pt x="75295" y="191"/>
                    <a:pt x="43405" y="24102"/>
                    <a:pt x="22500" y="68759"/>
                  </a:cubicBezTo>
                  <a:cubicBezTo>
                    <a:pt x="4429" y="107439"/>
                    <a:pt x="177" y="146470"/>
                    <a:pt x="177" y="176007"/>
                  </a:cubicBezTo>
                  <a:cubicBezTo>
                    <a:pt x="177" y="203434"/>
                    <a:pt x="4075" y="245981"/>
                    <a:pt x="23563" y="285716"/>
                  </a:cubicBezTo>
                  <a:cubicBezTo>
                    <a:pt x="44822" y="328966"/>
                    <a:pt x="75295" y="351822"/>
                    <a:pt x="78838" y="351822"/>
                  </a:cubicBezTo>
                  <a:cubicBezTo>
                    <a:pt x="80964" y="351822"/>
                    <a:pt x="82381" y="350768"/>
                    <a:pt x="82381" y="3483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1" name="Freeform: Shape 4570">
              <a:extLst>
                <a:ext uri="{FF2B5EF4-FFF2-40B4-BE49-F238E27FC236}">
                  <a16:creationId xmlns:a16="http://schemas.microsoft.com/office/drawing/2014/main" id="{6D20992F-A0D7-2CBC-2550-F2826AD118E0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9047410" y="7689054"/>
              <a:ext cx="167950" cy="158937"/>
            </a:xfrm>
            <a:custGeom>
              <a:avLst/>
              <a:gdLst>
                <a:gd name="connsiteX0" fmla="*/ 152187 w 167950"/>
                <a:gd name="connsiteY0" fmla="*/ 116230 h 158937"/>
                <a:gd name="connsiteX1" fmla="*/ 144392 w 167950"/>
                <a:gd name="connsiteY1" fmla="*/ 125724 h 158937"/>
                <a:gd name="connsiteX2" fmla="*/ 128093 w 167950"/>
                <a:gd name="connsiteY2" fmla="*/ 139789 h 158937"/>
                <a:gd name="connsiteX3" fmla="*/ 117109 w 167950"/>
                <a:gd name="connsiteY3" fmla="*/ 125372 h 158937"/>
                <a:gd name="connsiteX4" fmla="*/ 115692 w 167950"/>
                <a:gd name="connsiteY4" fmla="*/ 119394 h 158937"/>
                <a:gd name="connsiteX5" fmla="*/ 102936 w 167950"/>
                <a:gd name="connsiteY5" fmla="*/ 62430 h 158937"/>
                <a:gd name="connsiteX6" fmla="*/ 137660 w 167950"/>
                <a:gd name="connsiteY6" fmla="*/ 19883 h 158937"/>
                <a:gd name="connsiteX7" fmla="*/ 146164 w 167950"/>
                <a:gd name="connsiteY7" fmla="*/ 22696 h 158937"/>
                <a:gd name="connsiteX8" fmla="*/ 155731 w 167950"/>
                <a:gd name="connsiteY8" fmla="*/ 25860 h 158937"/>
                <a:gd name="connsiteX9" fmla="*/ 168132 w 167950"/>
                <a:gd name="connsiteY9" fmla="*/ 13202 h 158937"/>
                <a:gd name="connsiteX10" fmla="*/ 153605 w 167950"/>
                <a:gd name="connsiteY10" fmla="*/ 191 h 158937"/>
                <a:gd name="connsiteX11" fmla="*/ 100101 w 167950"/>
                <a:gd name="connsiteY11" fmla="*/ 50475 h 158937"/>
                <a:gd name="connsiteX12" fmla="*/ 96204 w 167950"/>
                <a:gd name="connsiteY12" fmla="*/ 31135 h 158937"/>
                <a:gd name="connsiteX13" fmla="*/ 77779 w 167950"/>
                <a:gd name="connsiteY13" fmla="*/ 191 h 158937"/>
                <a:gd name="connsiteX14" fmla="*/ 36322 w 167950"/>
                <a:gd name="connsiteY14" fmla="*/ 10389 h 158937"/>
                <a:gd name="connsiteX15" fmla="*/ 32425 w 167950"/>
                <a:gd name="connsiteY15" fmla="*/ 11795 h 158937"/>
                <a:gd name="connsiteX16" fmla="*/ 33842 w 167950"/>
                <a:gd name="connsiteY16" fmla="*/ 17070 h 158937"/>
                <a:gd name="connsiteX17" fmla="*/ 53684 w 167950"/>
                <a:gd name="connsiteY17" fmla="*/ 13202 h 158937"/>
                <a:gd name="connsiteX18" fmla="*/ 69629 w 167950"/>
                <a:gd name="connsiteY18" fmla="*/ 37464 h 158937"/>
                <a:gd name="connsiteX19" fmla="*/ 79905 w 167950"/>
                <a:gd name="connsiteY19" fmla="*/ 80715 h 158937"/>
                <a:gd name="connsiteX20" fmla="*/ 50850 w 167950"/>
                <a:gd name="connsiteY20" fmla="*/ 121856 h 158937"/>
                <a:gd name="connsiteX21" fmla="*/ 32779 w 167950"/>
                <a:gd name="connsiteY21" fmla="*/ 138734 h 158937"/>
                <a:gd name="connsiteX22" fmla="*/ 23567 w 167950"/>
                <a:gd name="connsiteY22" fmla="*/ 135569 h 158937"/>
                <a:gd name="connsiteX23" fmla="*/ 12228 w 167950"/>
                <a:gd name="connsiteY23" fmla="*/ 132053 h 158937"/>
                <a:gd name="connsiteX24" fmla="*/ 181 w 167950"/>
                <a:gd name="connsiteY24" fmla="*/ 144360 h 158937"/>
                <a:gd name="connsiteX25" fmla="*/ 17897 w 167950"/>
                <a:gd name="connsiteY25" fmla="*/ 159129 h 158937"/>
                <a:gd name="connsiteX26" fmla="*/ 50850 w 167950"/>
                <a:gd name="connsiteY26" fmla="*/ 134514 h 158937"/>
                <a:gd name="connsiteX27" fmla="*/ 82739 w 167950"/>
                <a:gd name="connsiteY27" fmla="*/ 93374 h 158937"/>
                <a:gd name="connsiteX28" fmla="*/ 93369 w 167950"/>
                <a:gd name="connsiteY28" fmla="*/ 135569 h 158937"/>
                <a:gd name="connsiteX29" fmla="*/ 113920 w 167950"/>
                <a:gd name="connsiteY29" fmla="*/ 159129 h 158937"/>
                <a:gd name="connsiteX30" fmla="*/ 157148 w 167950"/>
                <a:gd name="connsiteY30" fmla="*/ 119043 h 158937"/>
                <a:gd name="connsiteX31" fmla="*/ 152187 w 167950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187" y="116230"/>
                  </a:moveTo>
                  <a:cubicBezTo>
                    <a:pt x="149353" y="119394"/>
                    <a:pt x="147581" y="121504"/>
                    <a:pt x="144392" y="125724"/>
                  </a:cubicBezTo>
                  <a:cubicBezTo>
                    <a:pt x="136243" y="136273"/>
                    <a:pt x="131991" y="139789"/>
                    <a:pt x="128093" y="139789"/>
                  </a:cubicBezTo>
                  <a:cubicBezTo>
                    <a:pt x="122778" y="139789"/>
                    <a:pt x="119589" y="135218"/>
                    <a:pt x="117109" y="125372"/>
                  </a:cubicBezTo>
                  <a:cubicBezTo>
                    <a:pt x="116400" y="122559"/>
                    <a:pt x="116046" y="120449"/>
                    <a:pt x="115692" y="119394"/>
                  </a:cubicBezTo>
                  <a:cubicBezTo>
                    <a:pt x="106833" y="83880"/>
                    <a:pt x="102936" y="67704"/>
                    <a:pt x="102936" y="62430"/>
                  </a:cubicBezTo>
                  <a:cubicBezTo>
                    <a:pt x="118526" y="35354"/>
                    <a:pt x="131282" y="19883"/>
                    <a:pt x="137660" y="19883"/>
                  </a:cubicBezTo>
                  <a:cubicBezTo>
                    <a:pt x="139786" y="19883"/>
                    <a:pt x="142620" y="20938"/>
                    <a:pt x="146164" y="22696"/>
                  </a:cubicBezTo>
                  <a:cubicBezTo>
                    <a:pt x="150416" y="25157"/>
                    <a:pt x="152896" y="25860"/>
                    <a:pt x="155731" y="25860"/>
                  </a:cubicBezTo>
                  <a:cubicBezTo>
                    <a:pt x="163171" y="25860"/>
                    <a:pt x="168132" y="20586"/>
                    <a:pt x="168132" y="13202"/>
                  </a:cubicBezTo>
                  <a:cubicBezTo>
                    <a:pt x="168132" y="5817"/>
                    <a:pt x="162108" y="191"/>
                    <a:pt x="153605" y="191"/>
                  </a:cubicBezTo>
                  <a:cubicBezTo>
                    <a:pt x="138014" y="191"/>
                    <a:pt x="124550" y="12850"/>
                    <a:pt x="100101" y="50475"/>
                  </a:cubicBezTo>
                  <a:lnTo>
                    <a:pt x="96204" y="31135"/>
                  </a:lnTo>
                  <a:cubicBezTo>
                    <a:pt x="91243" y="7224"/>
                    <a:pt x="87345" y="191"/>
                    <a:pt x="77779" y="191"/>
                  </a:cubicBezTo>
                  <a:cubicBezTo>
                    <a:pt x="69983" y="191"/>
                    <a:pt x="57936" y="3356"/>
                    <a:pt x="36322" y="10389"/>
                  </a:cubicBezTo>
                  <a:lnTo>
                    <a:pt x="32425" y="11795"/>
                  </a:lnTo>
                  <a:lnTo>
                    <a:pt x="33842" y="17070"/>
                  </a:lnTo>
                  <a:cubicBezTo>
                    <a:pt x="47307" y="13905"/>
                    <a:pt x="50495" y="13202"/>
                    <a:pt x="53684" y="13202"/>
                  </a:cubicBezTo>
                  <a:cubicBezTo>
                    <a:pt x="62543" y="13202"/>
                    <a:pt x="64669" y="16366"/>
                    <a:pt x="69629" y="37464"/>
                  </a:cubicBezTo>
                  <a:lnTo>
                    <a:pt x="79905" y="80715"/>
                  </a:lnTo>
                  <a:lnTo>
                    <a:pt x="50850" y="121856"/>
                  </a:lnTo>
                  <a:cubicBezTo>
                    <a:pt x="43763" y="132405"/>
                    <a:pt x="36677" y="138734"/>
                    <a:pt x="32779" y="138734"/>
                  </a:cubicBezTo>
                  <a:cubicBezTo>
                    <a:pt x="30653" y="138734"/>
                    <a:pt x="27110" y="137679"/>
                    <a:pt x="23567" y="135569"/>
                  </a:cubicBezTo>
                  <a:cubicBezTo>
                    <a:pt x="18960" y="133108"/>
                    <a:pt x="15063" y="132053"/>
                    <a:pt x="12228" y="132053"/>
                  </a:cubicBezTo>
                  <a:cubicBezTo>
                    <a:pt x="5496" y="132053"/>
                    <a:pt x="181" y="137327"/>
                    <a:pt x="181" y="144360"/>
                  </a:cubicBezTo>
                  <a:cubicBezTo>
                    <a:pt x="181" y="153502"/>
                    <a:pt x="7268" y="159129"/>
                    <a:pt x="17897" y="159129"/>
                  </a:cubicBezTo>
                  <a:cubicBezTo>
                    <a:pt x="28882" y="159129"/>
                    <a:pt x="33134" y="155964"/>
                    <a:pt x="50850" y="134514"/>
                  </a:cubicBezTo>
                  <a:cubicBezTo>
                    <a:pt x="60417" y="123262"/>
                    <a:pt x="67858" y="113768"/>
                    <a:pt x="82739" y="93374"/>
                  </a:cubicBezTo>
                  <a:lnTo>
                    <a:pt x="93369" y="135569"/>
                  </a:lnTo>
                  <a:cubicBezTo>
                    <a:pt x="97975" y="153502"/>
                    <a:pt x="102582" y="159129"/>
                    <a:pt x="113920" y="159129"/>
                  </a:cubicBezTo>
                  <a:cubicBezTo>
                    <a:pt x="127384" y="159129"/>
                    <a:pt x="136597" y="150689"/>
                    <a:pt x="157148" y="119043"/>
                  </a:cubicBezTo>
                  <a:lnTo>
                    <a:pt x="152187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2" name="Freeform: Shape 4571">
              <a:extLst>
                <a:ext uri="{FF2B5EF4-FFF2-40B4-BE49-F238E27FC236}">
                  <a16:creationId xmlns:a16="http://schemas.microsoft.com/office/drawing/2014/main" id="{1862FD0D-F474-618A-56FD-4D4761A9A7FC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9294754" y="7749183"/>
              <a:ext cx="216493" cy="14065"/>
            </a:xfrm>
            <a:custGeom>
              <a:avLst/>
              <a:gdLst>
                <a:gd name="connsiteX0" fmla="*/ 204279 w 216493"/>
                <a:gd name="connsiteY0" fmla="*/ 14257 h 14065"/>
                <a:gd name="connsiteX1" fmla="*/ 216681 w 216493"/>
                <a:gd name="connsiteY1" fmla="*/ 7224 h 14065"/>
                <a:gd name="connsiteX2" fmla="*/ 204279 w 216493"/>
                <a:gd name="connsiteY2" fmla="*/ 191 h 14065"/>
                <a:gd name="connsiteX3" fmla="*/ 12588 w 216493"/>
                <a:gd name="connsiteY3" fmla="*/ 191 h 14065"/>
                <a:gd name="connsiteX4" fmla="*/ 187 w 216493"/>
                <a:gd name="connsiteY4" fmla="*/ 7224 h 14065"/>
                <a:gd name="connsiteX5" fmla="*/ 12588 w 216493"/>
                <a:gd name="connsiteY5" fmla="*/ 14257 h 14065"/>
                <a:gd name="connsiteX6" fmla="*/ 204279 w 216493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79" y="14257"/>
                  </a:moveTo>
                  <a:cubicBezTo>
                    <a:pt x="210303" y="14257"/>
                    <a:pt x="216681" y="14257"/>
                    <a:pt x="216681" y="7224"/>
                  </a:cubicBezTo>
                  <a:cubicBezTo>
                    <a:pt x="216681" y="191"/>
                    <a:pt x="210303" y="191"/>
                    <a:pt x="204279" y="191"/>
                  </a:cubicBezTo>
                  <a:lnTo>
                    <a:pt x="12588" y="191"/>
                  </a:lnTo>
                  <a:cubicBezTo>
                    <a:pt x="6565" y="191"/>
                    <a:pt x="187" y="191"/>
                    <a:pt x="187" y="7224"/>
                  </a:cubicBezTo>
                  <a:cubicBezTo>
                    <a:pt x="187" y="14257"/>
                    <a:pt x="6565" y="14257"/>
                    <a:pt x="12588" y="14257"/>
                  </a:cubicBezTo>
                  <a:lnTo>
                    <a:pt x="204279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3" name="Freeform: Shape 4572">
              <a:extLst>
                <a:ext uri="{FF2B5EF4-FFF2-40B4-BE49-F238E27FC236}">
                  <a16:creationId xmlns:a16="http://schemas.microsoft.com/office/drawing/2014/main" id="{06E33E81-FA26-16D6-05DF-04DEDBA5C32A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9630411" y="7606421"/>
              <a:ext cx="100274" cy="237702"/>
            </a:xfrm>
            <a:custGeom>
              <a:avLst/>
              <a:gdLst>
                <a:gd name="connsiteX0" fmla="*/ 63975 w 100274"/>
                <a:gd name="connsiteY0" fmla="*/ 191 h 237702"/>
                <a:gd name="connsiteX1" fmla="*/ 196 w 100274"/>
                <a:gd name="connsiteY1" fmla="*/ 32190 h 237702"/>
                <a:gd name="connsiteX2" fmla="*/ 196 w 100274"/>
                <a:gd name="connsiteY2" fmla="*/ 37113 h 237702"/>
                <a:gd name="connsiteX3" fmla="*/ 9763 w 100274"/>
                <a:gd name="connsiteY3" fmla="*/ 33245 h 237702"/>
                <a:gd name="connsiteX4" fmla="*/ 25708 w 100274"/>
                <a:gd name="connsiteY4" fmla="*/ 29377 h 237702"/>
                <a:gd name="connsiteX5" fmla="*/ 36337 w 100274"/>
                <a:gd name="connsiteY5" fmla="*/ 45903 h 237702"/>
                <a:gd name="connsiteX6" fmla="*/ 36337 w 100274"/>
                <a:gd name="connsiteY6" fmla="*/ 205192 h 237702"/>
                <a:gd name="connsiteX7" fmla="*/ 27834 w 100274"/>
                <a:gd name="connsiteY7" fmla="*/ 228048 h 237702"/>
                <a:gd name="connsiteX8" fmla="*/ 2676 w 100274"/>
                <a:gd name="connsiteY8" fmla="*/ 232619 h 237702"/>
                <a:gd name="connsiteX9" fmla="*/ 2676 w 100274"/>
                <a:gd name="connsiteY9" fmla="*/ 237894 h 237702"/>
                <a:gd name="connsiteX10" fmla="*/ 100471 w 100274"/>
                <a:gd name="connsiteY10" fmla="*/ 237894 h 237702"/>
                <a:gd name="connsiteX11" fmla="*/ 100471 w 100274"/>
                <a:gd name="connsiteY11" fmla="*/ 232619 h 237702"/>
                <a:gd name="connsiteX12" fmla="*/ 66810 w 100274"/>
                <a:gd name="connsiteY12" fmla="*/ 211873 h 237702"/>
                <a:gd name="connsiteX13" fmla="*/ 66810 w 100274"/>
                <a:gd name="connsiteY13" fmla="*/ 895 h 237702"/>
                <a:gd name="connsiteX14" fmla="*/ 63975 w 100274"/>
                <a:gd name="connsiteY14" fmla="*/ 191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75" y="191"/>
                  </a:moveTo>
                  <a:lnTo>
                    <a:pt x="196" y="32190"/>
                  </a:lnTo>
                  <a:lnTo>
                    <a:pt x="196" y="37113"/>
                  </a:lnTo>
                  <a:cubicBezTo>
                    <a:pt x="4448" y="35354"/>
                    <a:pt x="8346" y="33948"/>
                    <a:pt x="9763" y="33245"/>
                  </a:cubicBezTo>
                  <a:cubicBezTo>
                    <a:pt x="16141" y="30783"/>
                    <a:pt x="22164" y="29377"/>
                    <a:pt x="25708" y="29377"/>
                  </a:cubicBezTo>
                  <a:cubicBezTo>
                    <a:pt x="33148" y="29377"/>
                    <a:pt x="36337" y="34651"/>
                    <a:pt x="36337" y="45903"/>
                  </a:cubicBezTo>
                  <a:lnTo>
                    <a:pt x="36337" y="205192"/>
                  </a:lnTo>
                  <a:cubicBezTo>
                    <a:pt x="36337" y="216796"/>
                    <a:pt x="33503" y="224884"/>
                    <a:pt x="27834" y="228048"/>
                  </a:cubicBezTo>
                  <a:cubicBezTo>
                    <a:pt x="22519" y="231213"/>
                    <a:pt x="17558" y="232268"/>
                    <a:pt x="2676" y="232619"/>
                  </a:cubicBezTo>
                  <a:lnTo>
                    <a:pt x="2676" y="237894"/>
                  </a:lnTo>
                  <a:lnTo>
                    <a:pt x="100471" y="237894"/>
                  </a:lnTo>
                  <a:lnTo>
                    <a:pt x="100471" y="232619"/>
                  </a:lnTo>
                  <a:cubicBezTo>
                    <a:pt x="72479" y="232268"/>
                    <a:pt x="66810" y="228752"/>
                    <a:pt x="66810" y="211873"/>
                  </a:cubicBezTo>
                  <a:lnTo>
                    <a:pt x="66810" y="895"/>
                  </a:lnTo>
                  <a:lnTo>
                    <a:pt x="63975" y="19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4" name="Freeform: Shape 4573">
              <a:extLst>
                <a:ext uri="{FF2B5EF4-FFF2-40B4-BE49-F238E27FC236}">
                  <a16:creationId xmlns:a16="http://schemas.microsoft.com/office/drawing/2014/main" id="{70D5D712-6743-8465-58B9-34812B5A8494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9789105" y="7580400"/>
              <a:ext cx="82203" cy="351631"/>
            </a:xfrm>
            <a:custGeom>
              <a:avLst/>
              <a:gdLst>
                <a:gd name="connsiteX0" fmla="*/ 82405 w 82203"/>
                <a:gd name="connsiteY0" fmla="*/ 176007 h 351631"/>
                <a:gd name="connsiteX1" fmla="*/ 59019 w 82203"/>
                <a:gd name="connsiteY1" fmla="*/ 66298 h 351631"/>
                <a:gd name="connsiteX2" fmla="*/ 3744 w 82203"/>
                <a:gd name="connsiteY2" fmla="*/ 191 h 351631"/>
                <a:gd name="connsiteX3" fmla="*/ 201 w 82203"/>
                <a:gd name="connsiteY3" fmla="*/ 3708 h 351631"/>
                <a:gd name="connsiteX4" fmla="*/ 6933 w 82203"/>
                <a:gd name="connsiteY4" fmla="*/ 11795 h 351631"/>
                <a:gd name="connsiteX5" fmla="*/ 61854 w 82203"/>
                <a:gd name="connsiteY5" fmla="*/ 176007 h 351631"/>
                <a:gd name="connsiteX6" fmla="*/ 4807 w 82203"/>
                <a:gd name="connsiteY6" fmla="*/ 342328 h 351631"/>
                <a:gd name="connsiteX7" fmla="*/ 201 w 82203"/>
                <a:gd name="connsiteY7" fmla="*/ 348306 h 351631"/>
                <a:gd name="connsiteX8" fmla="*/ 3744 w 82203"/>
                <a:gd name="connsiteY8" fmla="*/ 351822 h 351631"/>
                <a:gd name="connsiteX9" fmla="*/ 60082 w 82203"/>
                <a:gd name="connsiteY9" fmla="*/ 283254 h 351631"/>
                <a:gd name="connsiteX10" fmla="*/ 82405 w 82203"/>
                <a:gd name="connsiteY10" fmla="*/ 17600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05" y="176007"/>
                  </a:moveTo>
                  <a:cubicBezTo>
                    <a:pt x="82405" y="148580"/>
                    <a:pt x="78507" y="106032"/>
                    <a:pt x="59019" y="66298"/>
                  </a:cubicBezTo>
                  <a:cubicBezTo>
                    <a:pt x="37760" y="23047"/>
                    <a:pt x="7288" y="191"/>
                    <a:pt x="3744" y="191"/>
                  </a:cubicBezTo>
                  <a:cubicBezTo>
                    <a:pt x="1618" y="191"/>
                    <a:pt x="201" y="1598"/>
                    <a:pt x="201" y="3708"/>
                  </a:cubicBezTo>
                  <a:cubicBezTo>
                    <a:pt x="201" y="4763"/>
                    <a:pt x="201" y="5466"/>
                    <a:pt x="6933" y="11795"/>
                  </a:cubicBezTo>
                  <a:cubicBezTo>
                    <a:pt x="41657" y="46607"/>
                    <a:pt x="61854" y="102516"/>
                    <a:pt x="61854" y="176007"/>
                  </a:cubicBezTo>
                  <a:cubicBezTo>
                    <a:pt x="61854" y="236136"/>
                    <a:pt x="48744" y="298023"/>
                    <a:pt x="4807" y="342328"/>
                  </a:cubicBezTo>
                  <a:cubicBezTo>
                    <a:pt x="201" y="346548"/>
                    <a:pt x="201" y="347251"/>
                    <a:pt x="201" y="348306"/>
                  </a:cubicBezTo>
                  <a:cubicBezTo>
                    <a:pt x="201" y="350416"/>
                    <a:pt x="1618" y="351822"/>
                    <a:pt x="3744" y="351822"/>
                  </a:cubicBezTo>
                  <a:cubicBezTo>
                    <a:pt x="7288" y="351822"/>
                    <a:pt x="39177" y="327912"/>
                    <a:pt x="60082" y="283254"/>
                  </a:cubicBezTo>
                  <a:cubicBezTo>
                    <a:pt x="78153" y="244575"/>
                    <a:pt x="82405" y="205544"/>
                    <a:pt x="82405" y="17600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5" name="Freeform: Shape 4574">
              <a:extLst>
                <a:ext uri="{FF2B5EF4-FFF2-40B4-BE49-F238E27FC236}">
                  <a16:creationId xmlns:a16="http://schemas.microsoft.com/office/drawing/2014/main" id="{B4B4A169-1203-3F4B-DC3E-7C50D489DC3C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9941977" y="7580400"/>
              <a:ext cx="82203" cy="351631"/>
            </a:xfrm>
            <a:custGeom>
              <a:avLst/>
              <a:gdLst>
                <a:gd name="connsiteX0" fmla="*/ 82409 w 82203"/>
                <a:gd name="connsiteY0" fmla="*/ 348306 h 351631"/>
                <a:gd name="connsiteX1" fmla="*/ 76385 w 82203"/>
                <a:gd name="connsiteY1" fmla="*/ 340570 h 351631"/>
                <a:gd name="connsiteX2" fmla="*/ 20756 w 82203"/>
                <a:gd name="connsiteY2" fmla="*/ 176007 h 351631"/>
                <a:gd name="connsiteX3" fmla="*/ 77802 w 82203"/>
                <a:gd name="connsiteY3" fmla="*/ 9685 h 351631"/>
                <a:gd name="connsiteX4" fmla="*/ 82409 w 82203"/>
                <a:gd name="connsiteY4" fmla="*/ 3708 h 351631"/>
                <a:gd name="connsiteX5" fmla="*/ 78865 w 82203"/>
                <a:gd name="connsiteY5" fmla="*/ 191 h 351631"/>
                <a:gd name="connsiteX6" fmla="*/ 22528 w 82203"/>
                <a:gd name="connsiteY6" fmla="*/ 68759 h 351631"/>
                <a:gd name="connsiteX7" fmla="*/ 205 w 82203"/>
                <a:gd name="connsiteY7" fmla="*/ 176007 h 351631"/>
                <a:gd name="connsiteX8" fmla="*/ 23590 w 82203"/>
                <a:gd name="connsiteY8" fmla="*/ 285716 h 351631"/>
                <a:gd name="connsiteX9" fmla="*/ 78865 w 82203"/>
                <a:gd name="connsiteY9" fmla="*/ 351822 h 351631"/>
                <a:gd name="connsiteX10" fmla="*/ 82409 w 82203"/>
                <a:gd name="connsiteY10" fmla="*/ 34830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09" y="348306"/>
                  </a:moveTo>
                  <a:cubicBezTo>
                    <a:pt x="82409" y="347251"/>
                    <a:pt x="82409" y="346548"/>
                    <a:pt x="76385" y="340570"/>
                  </a:cubicBezTo>
                  <a:cubicBezTo>
                    <a:pt x="32094" y="296265"/>
                    <a:pt x="20756" y="229806"/>
                    <a:pt x="20756" y="176007"/>
                  </a:cubicBezTo>
                  <a:cubicBezTo>
                    <a:pt x="20756" y="114823"/>
                    <a:pt x="34220" y="53639"/>
                    <a:pt x="77802" y="9685"/>
                  </a:cubicBezTo>
                  <a:cubicBezTo>
                    <a:pt x="82409" y="5466"/>
                    <a:pt x="82409" y="4763"/>
                    <a:pt x="82409" y="3708"/>
                  </a:cubicBezTo>
                  <a:cubicBezTo>
                    <a:pt x="82409" y="1246"/>
                    <a:pt x="80991" y="191"/>
                    <a:pt x="78865" y="191"/>
                  </a:cubicBezTo>
                  <a:cubicBezTo>
                    <a:pt x="75322" y="191"/>
                    <a:pt x="43433" y="24102"/>
                    <a:pt x="22528" y="68759"/>
                  </a:cubicBezTo>
                  <a:cubicBezTo>
                    <a:pt x="4457" y="107439"/>
                    <a:pt x="205" y="146470"/>
                    <a:pt x="205" y="176007"/>
                  </a:cubicBezTo>
                  <a:cubicBezTo>
                    <a:pt x="205" y="203434"/>
                    <a:pt x="4103" y="245981"/>
                    <a:pt x="23590" y="285716"/>
                  </a:cubicBezTo>
                  <a:cubicBezTo>
                    <a:pt x="44850" y="328966"/>
                    <a:pt x="75322" y="351822"/>
                    <a:pt x="78865" y="351822"/>
                  </a:cubicBezTo>
                  <a:cubicBezTo>
                    <a:pt x="80991" y="351822"/>
                    <a:pt x="82409" y="350768"/>
                    <a:pt x="82409" y="3483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6" name="Freeform: Shape 4575">
              <a:extLst>
                <a:ext uri="{FF2B5EF4-FFF2-40B4-BE49-F238E27FC236}">
                  <a16:creationId xmlns:a16="http://schemas.microsoft.com/office/drawing/2014/main" id="{9452F432-7D6C-96CA-8B50-D26D0FD552D9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0035322" y="7689054"/>
              <a:ext cx="167950" cy="158937"/>
            </a:xfrm>
            <a:custGeom>
              <a:avLst/>
              <a:gdLst>
                <a:gd name="connsiteX0" fmla="*/ 152215 w 167950"/>
                <a:gd name="connsiteY0" fmla="*/ 116230 h 158937"/>
                <a:gd name="connsiteX1" fmla="*/ 144420 w 167950"/>
                <a:gd name="connsiteY1" fmla="*/ 125724 h 158937"/>
                <a:gd name="connsiteX2" fmla="*/ 128121 w 167950"/>
                <a:gd name="connsiteY2" fmla="*/ 139789 h 158937"/>
                <a:gd name="connsiteX3" fmla="*/ 117137 w 167950"/>
                <a:gd name="connsiteY3" fmla="*/ 125372 h 158937"/>
                <a:gd name="connsiteX4" fmla="*/ 115719 w 167950"/>
                <a:gd name="connsiteY4" fmla="*/ 119394 h 158937"/>
                <a:gd name="connsiteX5" fmla="*/ 102964 w 167950"/>
                <a:gd name="connsiteY5" fmla="*/ 62430 h 158937"/>
                <a:gd name="connsiteX6" fmla="*/ 137688 w 167950"/>
                <a:gd name="connsiteY6" fmla="*/ 19883 h 158937"/>
                <a:gd name="connsiteX7" fmla="*/ 146191 w 167950"/>
                <a:gd name="connsiteY7" fmla="*/ 22696 h 158937"/>
                <a:gd name="connsiteX8" fmla="*/ 155758 w 167950"/>
                <a:gd name="connsiteY8" fmla="*/ 25860 h 158937"/>
                <a:gd name="connsiteX9" fmla="*/ 168160 w 167950"/>
                <a:gd name="connsiteY9" fmla="*/ 13202 h 158937"/>
                <a:gd name="connsiteX10" fmla="*/ 153632 w 167950"/>
                <a:gd name="connsiteY10" fmla="*/ 191 h 158937"/>
                <a:gd name="connsiteX11" fmla="*/ 100129 w 167950"/>
                <a:gd name="connsiteY11" fmla="*/ 50475 h 158937"/>
                <a:gd name="connsiteX12" fmla="*/ 96231 w 167950"/>
                <a:gd name="connsiteY12" fmla="*/ 31135 h 158937"/>
                <a:gd name="connsiteX13" fmla="*/ 77806 w 167950"/>
                <a:gd name="connsiteY13" fmla="*/ 191 h 158937"/>
                <a:gd name="connsiteX14" fmla="*/ 36350 w 167950"/>
                <a:gd name="connsiteY14" fmla="*/ 10389 h 158937"/>
                <a:gd name="connsiteX15" fmla="*/ 32453 w 167950"/>
                <a:gd name="connsiteY15" fmla="*/ 11795 h 158937"/>
                <a:gd name="connsiteX16" fmla="*/ 33870 w 167950"/>
                <a:gd name="connsiteY16" fmla="*/ 17070 h 158937"/>
                <a:gd name="connsiteX17" fmla="*/ 53712 w 167950"/>
                <a:gd name="connsiteY17" fmla="*/ 13202 h 158937"/>
                <a:gd name="connsiteX18" fmla="*/ 69657 w 167950"/>
                <a:gd name="connsiteY18" fmla="*/ 37464 h 158937"/>
                <a:gd name="connsiteX19" fmla="*/ 79932 w 167950"/>
                <a:gd name="connsiteY19" fmla="*/ 80715 h 158937"/>
                <a:gd name="connsiteX20" fmla="*/ 50878 w 167950"/>
                <a:gd name="connsiteY20" fmla="*/ 121856 h 158937"/>
                <a:gd name="connsiteX21" fmla="*/ 32807 w 167950"/>
                <a:gd name="connsiteY21" fmla="*/ 138734 h 158937"/>
                <a:gd name="connsiteX22" fmla="*/ 23594 w 167950"/>
                <a:gd name="connsiteY22" fmla="*/ 135569 h 158937"/>
                <a:gd name="connsiteX23" fmla="*/ 12256 w 167950"/>
                <a:gd name="connsiteY23" fmla="*/ 132053 h 158937"/>
                <a:gd name="connsiteX24" fmla="*/ 209 w 167950"/>
                <a:gd name="connsiteY24" fmla="*/ 144360 h 158937"/>
                <a:gd name="connsiteX25" fmla="*/ 17925 w 167950"/>
                <a:gd name="connsiteY25" fmla="*/ 159129 h 158937"/>
                <a:gd name="connsiteX26" fmla="*/ 50878 w 167950"/>
                <a:gd name="connsiteY26" fmla="*/ 134514 h 158937"/>
                <a:gd name="connsiteX27" fmla="*/ 82767 w 167950"/>
                <a:gd name="connsiteY27" fmla="*/ 93374 h 158937"/>
                <a:gd name="connsiteX28" fmla="*/ 93397 w 167950"/>
                <a:gd name="connsiteY28" fmla="*/ 135569 h 158937"/>
                <a:gd name="connsiteX29" fmla="*/ 113948 w 167950"/>
                <a:gd name="connsiteY29" fmla="*/ 159129 h 158937"/>
                <a:gd name="connsiteX30" fmla="*/ 157176 w 167950"/>
                <a:gd name="connsiteY30" fmla="*/ 119043 h 158937"/>
                <a:gd name="connsiteX31" fmla="*/ 152215 w 167950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15" y="116230"/>
                  </a:moveTo>
                  <a:cubicBezTo>
                    <a:pt x="149380" y="119394"/>
                    <a:pt x="147609" y="121504"/>
                    <a:pt x="144420" y="125724"/>
                  </a:cubicBezTo>
                  <a:cubicBezTo>
                    <a:pt x="136270" y="136273"/>
                    <a:pt x="132018" y="139789"/>
                    <a:pt x="128121" y="139789"/>
                  </a:cubicBezTo>
                  <a:cubicBezTo>
                    <a:pt x="122806" y="139789"/>
                    <a:pt x="119617" y="135218"/>
                    <a:pt x="117137" y="125372"/>
                  </a:cubicBezTo>
                  <a:cubicBezTo>
                    <a:pt x="116428" y="122559"/>
                    <a:pt x="116074" y="120449"/>
                    <a:pt x="115719" y="119394"/>
                  </a:cubicBezTo>
                  <a:cubicBezTo>
                    <a:pt x="106861" y="83880"/>
                    <a:pt x="102964" y="67704"/>
                    <a:pt x="102964" y="62430"/>
                  </a:cubicBezTo>
                  <a:cubicBezTo>
                    <a:pt x="118554" y="35354"/>
                    <a:pt x="131310" y="19883"/>
                    <a:pt x="137688" y="19883"/>
                  </a:cubicBezTo>
                  <a:cubicBezTo>
                    <a:pt x="139813" y="19883"/>
                    <a:pt x="142648" y="20938"/>
                    <a:pt x="146191" y="22696"/>
                  </a:cubicBezTo>
                  <a:cubicBezTo>
                    <a:pt x="150443" y="25157"/>
                    <a:pt x="152924" y="25860"/>
                    <a:pt x="155758" y="25860"/>
                  </a:cubicBezTo>
                  <a:cubicBezTo>
                    <a:pt x="163199" y="25860"/>
                    <a:pt x="168160" y="20586"/>
                    <a:pt x="168160" y="13202"/>
                  </a:cubicBezTo>
                  <a:cubicBezTo>
                    <a:pt x="168160" y="5817"/>
                    <a:pt x="162136" y="191"/>
                    <a:pt x="153632" y="191"/>
                  </a:cubicBezTo>
                  <a:cubicBezTo>
                    <a:pt x="138042" y="191"/>
                    <a:pt x="124577" y="12850"/>
                    <a:pt x="100129" y="50475"/>
                  </a:cubicBezTo>
                  <a:lnTo>
                    <a:pt x="96231" y="31135"/>
                  </a:lnTo>
                  <a:cubicBezTo>
                    <a:pt x="91271" y="7224"/>
                    <a:pt x="87373" y="191"/>
                    <a:pt x="77806" y="191"/>
                  </a:cubicBezTo>
                  <a:cubicBezTo>
                    <a:pt x="70011" y="191"/>
                    <a:pt x="57964" y="3356"/>
                    <a:pt x="36350" y="10389"/>
                  </a:cubicBezTo>
                  <a:lnTo>
                    <a:pt x="32453" y="11795"/>
                  </a:lnTo>
                  <a:lnTo>
                    <a:pt x="33870" y="17070"/>
                  </a:lnTo>
                  <a:cubicBezTo>
                    <a:pt x="47334" y="13905"/>
                    <a:pt x="50523" y="13202"/>
                    <a:pt x="53712" y="13202"/>
                  </a:cubicBezTo>
                  <a:cubicBezTo>
                    <a:pt x="62570" y="13202"/>
                    <a:pt x="64696" y="16366"/>
                    <a:pt x="69657" y="37464"/>
                  </a:cubicBezTo>
                  <a:lnTo>
                    <a:pt x="79932" y="80715"/>
                  </a:lnTo>
                  <a:lnTo>
                    <a:pt x="50878" y="121856"/>
                  </a:lnTo>
                  <a:cubicBezTo>
                    <a:pt x="43791" y="132405"/>
                    <a:pt x="36704" y="138734"/>
                    <a:pt x="32807" y="138734"/>
                  </a:cubicBezTo>
                  <a:cubicBezTo>
                    <a:pt x="30681" y="138734"/>
                    <a:pt x="27138" y="137679"/>
                    <a:pt x="23594" y="135569"/>
                  </a:cubicBezTo>
                  <a:cubicBezTo>
                    <a:pt x="18988" y="133108"/>
                    <a:pt x="15091" y="132053"/>
                    <a:pt x="12256" y="132053"/>
                  </a:cubicBezTo>
                  <a:cubicBezTo>
                    <a:pt x="5524" y="132053"/>
                    <a:pt x="209" y="137327"/>
                    <a:pt x="209" y="144360"/>
                  </a:cubicBezTo>
                  <a:cubicBezTo>
                    <a:pt x="209" y="153502"/>
                    <a:pt x="7295" y="159129"/>
                    <a:pt x="17925" y="159129"/>
                  </a:cubicBezTo>
                  <a:cubicBezTo>
                    <a:pt x="28909" y="159129"/>
                    <a:pt x="33161" y="155964"/>
                    <a:pt x="50878" y="134514"/>
                  </a:cubicBezTo>
                  <a:cubicBezTo>
                    <a:pt x="60444" y="123262"/>
                    <a:pt x="67885" y="113768"/>
                    <a:pt x="82767" y="93374"/>
                  </a:cubicBezTo>
                  <a:lnTo>
                    <a:pt x="93397" y="135569"/>
                  </a:lnTo>
                  <a:cubicBezTo>
                    <a:pt x="98003" y="153502"/>
                    <a:pt x="102609" y="159129"/>
                    <a:pt x="113948" y="159129"/>
                  </a:cubicBezTo>
                  <a:cubicBezTo>
                    <a:pt x="127412" y="159129"/>
                    <a:pt x="136625" y="150689"/>
                    <a:pt x="157176" y="119043"/>
                  </a:cubicBezTo>
                  <a:lnTo>
                    <a:pt x="152215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7" name="Freeform: Shape 4576">
              <a:extLst>
                <a:ext uri="{FF2B5EF4-FFF2-40B4-BE49-F238E27FC236}">
                  <a16:creationId xmlns:a16="http://schemas.microsoft.com/office/drawing/2014/main" id="{4990BE44-3244-C9A0-853B-AA14AD3625B4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0282665" y="7749183"/>
              <a:ext cx="216493" cy="14065"/>
            </a:xfrm>
            <a:custGeom>
              <a:avLst/>
              <a:gdLst>
                <a:gd name="connsiteX0" fmla="*/ 204307 w 216493"/>
                <a:gd name="connsiteY0" fmla="*/ 14257 h 14065"/>
                <a:gd name="connsiteX1" fmla="*/ 216708 w 216493"/>
                <a:gd name="connsiteY1" fmla="*/ 7224 h 14065"/>
                <a:gd name="connsiteX2" fmla="*/ 204307 w 216493"/>
                <a:gd name="connsiteY2" fmla="*/ 191 h 14065"/>
                <a:gd name="connsiteX3" fmla="*/ 12616 w 216493"/>
                <a:gd name="connsiteY3" fmla="*/ 191 h 14065"/>
                <a:gd name="connsiteX4" fmla="*/ 215 w 216493"/>
                <a:gd name="connsiteY4" fmla="*/ 7224 h 14065"/>
                <a:gd name="connsiteX5" fmla="*/ 12616 w 216493"/>
                <a:gd name="connsiteY5" fmla="*/ 14257 h 14065"/>
                <a:gd name="connsiteX6" fmla="*/ 204307 w 216493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07" y="14257"/>
                  </a:moveTo>
                  <a:cubicBezTo>
                    <a:pt x="210330" y="14257"/>
                    <a:pt x="216708" y="14257"/>
                    <a:pt x="216708" y="7224"/>
                  </a:cubicBezTo>
                  <a:cubicBezTo>
                    <a:pt x="216708" y="191"/>
                    <a:pt x="210330" y="191"/>
                    <a:pt x="204307" y="191"/>
                  </a:cubicBezTo>
                  <a:lnTo>
                    <a:pt x="12616" y="191"/>
                  </a:lnTo>
                  <a:cubicBezTo>
                    <a:pt x="6593" y="191"/>
                    <a:pt x="215" y="191"/>
                    <a:pt x="215" y="7224"/>
                  </a:cubicBezTo>
                  <a:cubicBezTo>
                    <a:pt x="215" y="14257"/>
                    <a:pt x="6593" y="14257"/>
                    <a:pt x="12616" y="14257"/>
                  </a:cubicBezTo>
                  <a:lnTo>
                    <a:pt x="204307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8" name="Freeform: Shape 4577">
              <a:extLst>
                <a:ext uri="{FF2B5EF4-FFF2-40B4-BE49-F238E27FC236}">
                  <a16:creationId xmlns:a16="http://schemas.microsoft.com/office/drawing/2014/main" id="{AC97DCD3-50E7-8C4A-9C6C-F1A00A30F278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0594228" y="7606421"/>
              <a:ext cx="137833" cy="242625"/>
            </a:xfrm>
            <a:custGeom>
              <a:avLst/>
              <a:gdLst>
                <a:gd name="connsiteX0" fmla="*/ 39200 w 137833"/>
                <a:gd name="connsiteY0" fmla="*/ 121856 h 242625"/>
                <a:gd name="connsiteX1" fmla="*/ 76758 w 137833"/>
                <a:gd name="connsiteY1" fmla="*/ 125724 h 242625"/>
                <a:gd name="connsiteX2" fmla="*/ 112545 w 137833"/>
                <a:gd name="connsiteY2" fmla="*/ 177765 h 242625"/>
                <a:gd name="connsiteX3" fmla="*/ 66129 w 137833"/>
                <a:gd name="connsiteY3" fmla="*/ 230158 h 242625"/>
                <a:gd name="connsiteX4" fmla="*/ 36365 w 137833"/>
                <a:gd name="connsiteY4" fmla="*/ 219258 h 242625"/>
                <a:gd name="connsiteX5" fmla="*/ 13688 w 137833"/>
                <a:gd name="connsiteY5" fmla="*/ 210467 h 242625"/>
                <a:gd name="connsiteX6" fmla="*/ 224 w 137833"/>
                <a:gd name="connsiteY6" fmla="*/ 222774 h 242625"/>
                <a:gd name="connsiteX7" fmla="*/ 40263 w 137833"/>
                <a:gd name="connsiteY7" fmla="*/ 242817 h 242625"/>
                <a:gd name="connsiteX8" fmla="*/ 112191 w 137833"/>
                <a:gd name="connsiteY8" fmla="*/ 219258 h 242625"/>
                <a:gd name="connsiteX9" fmla="*/ 138057 w 137833"/>
                <a:gd name="connsiteY9" fmla="*/ 160887 h 242625"/>
                <a:gd name="connsiteX10" fmla="*/ 122112 w 137833"/>
                <a:gd name="connsiteY10" fmla="*/ 115526 h 242625"/>
                <a:gd name="connsiteX11" fmla="*/ 92703 w 137833"/>
                <a:gd name="connsiteY11" fmla="*/ 96890 h 242625"/>
                <a:gd name="connsiteX12" fmla="*/ 126010 w 137833"/>
                <a:gd name="connsiteY12" fmla="*/ 48365 h 242625"/>
                <a:gd name="connsiteX13" fmla="*/ 70735 w 137833"/>
                <a:gd name="connsiteY13" fmla="*/ 191 h 242625"/>
                <a:gd name="connsiteX14" fmla="*/ 24672 w 137833"/>
                <a:gd name="connsiteY14" fmla="*/ 17421 h 242625"/>
                <a:gd name="connsiteX15" fmla="*/ 932 w 137833"/>
                <a:gd name="connsiteY15" fmla="*/ 57156 h 242625"/>
                <a:gd name="connsiteX16" fmla="*/ 6247 w 137833"/>
                <a:gd name="connsiteY16" fmla="*/ 58562 h 242625"/>
                <a:gd name="connsiteX17" fmla="*/ 59042 w 137833"/>
                <a:gd name="connsiteY17" fmla="*/ 21289 h 242625"/>
                <a:gd name="connsiteX18" fmla="*/ 98018 w 137833"/>
                <a:gd name="connsiteY18" fmla="*/ 58914 h 242625"/>
                <a:gd name="connsiteX19" fmla="*/ 83845 w 137833"/>
                <a:gd name="connsiteY19" fmla="*/ 93022 h 242625"/>
                <a:gd name="connsiteX20" fmla="*/ 39200 w 137833"/>
                <a:gd name="connsiteY20" fmla="*/ 117284 h 242625"/>
                <a:gd name="connsiteX21" fmla="*/ 39200 w 137833"/>
                <a:gd name="connsiteY21" fmla="*/ 121856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00" y="121856"/>
                  </a:moveTo>
                  <a:cubicBezTo>
                    <a:pt x="60105" y="121856"/>
                    <a:pt x="68254" y="122559"/>
                    <a:pt x="76758" y="125724"/>
                  </a:cubicBezTo>
                  <a:cubicBezTo>
                    <a:pt x="98727" y="133460"/>
                    <a:pt x="112545" y="153502"/>
                    <a:pt x="112545" y="177765"/>
                  </a:cubicBezTo>
                  <a:cubicBezTo>
                    <a:pt x="112545" y="207302"/>
                    <a:pt x="92349" y="230158"/>
                    <a:pt x="66129" y="230158"/>
                  </a:cubicBezTo>
                  <a:cubicBezTo>
                    <a:pt x="56562" y="230158"/>
                    <a:pt x="49475" y="227697"/>
                    <a:pt x="36365" y="219258"/>
                  </a:cubicBezTo>
                  <a:cubicBezTo>
                    <a:pt x="25735" y="212928"/>
                    <a:pt x="19712" y="210467"/>
                    <a:pt x="13688" y="210467"/>
                  </a:cubicBezTo>
                  <a:cubicBezTo>
                    <a:pt x="5539" y="210467"/>
                    <a:pt x="224" y="215390"/>
                    <a:pt x="224" y="222774"/>
                  </a:cubicBezTo>
                  <a:cubicBezTo>
                    <a:pt x="224" y="235081"/>
                    <a:pt x="15460" y="242817"/>
                    <a:pt x="40263" y="242817"/>
                  </a:cubicBezTo>
                  <a:cubicBezTo>
                    <a:pt x="67546" y="242817"/>
                    <a:pt x="95538" y="233674"/>
                    <a:pt x="112191" y="219258"/>
                  </a:cubicBezTo>
                  <a:cubicBezTo>
                    <a:pt x="128844" y="204841"/>
                    <a:pt x="138057" y="184446"/>
                    <a:pt x="138057" y="160887"/>
                  </a:cubicBezTo>
                  <a:cubicBezTo>
                    <a:pt x="138057" y="142954"/>
                    <a:pt x="132388" y="126427"/>
                    <a:pt x="122112" y="115526"/>
                  </a:cubicBezTo>
                  <a:cubicBezTo>
                    <a:pt x="115026" y="107790"/>
                    <a:pt x="108293" y="103571"/>
                    <a:pt x="92703" y="96890"/>
                  </a:cubicBezTo>
                  <a:cubicBezTo>
                    <a:pt x="117152" y="80363"/>
                    <a:pt x="126010" y="67353"/>
                    <a:pt x="126010" y="48365"/>
                  </a:cubicBezTo>
                  <a:cubicBezTo>
                    <a:pt x="126010" y="19883"/>
                    <a:pt x="103333" y="191"/>
                    <a:pt x="70735" y="191"/>
                  </a:cubicBezTo>
                  <a:cubicBezTo>
                    <a:pt x="53018" y="191"/>
                    <a:pt x="37428" y="6169"/>
                    <a:pt x="24672" y="17421"/>
                  </a:cubicBezTo>
                  <a:cubicBezTo>
                    <a:pt x="14042" y="26915"/>
                    <a:pt x="8728" y="36058"/>
                    <a:pt x="932" y="57156"/>
                  </a:cubicBezTo>
                  <a:lnTo>
                    <a:pt x="6247" y="58562"/>
                  </a:lnTo>
                  <a:cubicBezTo>
                    <a:pt x="20775" y="32893"/>
                    <a:pt x="36719" y="21289"/>
                    <a:pt x="59042" y="21289"/>
                  </a:cubicBezTo>
                  <a:cubicBezTo>
                    <a:pt x="82073" y="21289"/>
                    <a:pt x="98018" y="36761"/>
                    <a:pt x="98018" y="58914"/>
                  </a:cubicBezTo>
                  <a:cubicBezTo>
                    <a:pt x="98018" y="71572"/>
                    <a:pt x="92703" y="84231"/>
                    <a:pt x="83845" y="93022"/>
                  </a:cubicBezTo>
                  <a:cubicBezTo>
                    <a:pt x="73215" y="103571"/>
                    <a:pt x="63294" y="108845"/>
                    <a:pt x="39200" y="117284"/>
                  </a:cubicBezTo>
                  <a:lnTo>
                    <a:pt x="39200" y="12185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79" name="Freeform: Shape 4578">
              <a:extLst>
                <a:ext uri="{FF2B5EF4-FFF2-40B4-BE49-F238E27FC236}">
                  <a16:creationId xmlns:a16="http://schemas.microsoft.com/office/drawing/2014/main" id="{FDD1CD29-05B0-15EC-AB2B-FF3D97191B4B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0777016" y="7580400"/>
              <a:ext cx="82203" cy="351631"/>
            </a:xfrm>
            <a:custGeom>
              <a:avLst/>
              <a:gdLst>
                <a:gd name="connsiteX0" fmla="*/ 82433 w 82203"/>
                <a:gd name="connsiteY0" fmla="*/ 176007 h 351631"/>
                <a:gd name="connsiteX1" fmla="*/ 59047 w 82203"/>
                <a:gd name="connsiteY1" fmla="*/ 66298 h 351631"/>
                <a:gd name="connsiteX2" fmla="*/ 3772 w 82203"/>
                <a:gd name="connsiteY2" fmla="*/ 191 h 351631"/>
                <a:gd name="connsiteX3" fmla="*/ 229 w 82203"/>
                <a:gd name="connsiteY3" fmla="*/ 3708 h 351631"/>
                <a:gd name="connsiteX4" fmla="*/ 6961 w 82203"/>
                <a:gd name="connsiteY4" fmla="*/ 11795 h 351631"/>
                <a:gd name="connsiteX5" fmla="*/ 61882 w 82203"/>
                <a:gd name="connsiteY5" fmla="*/ 176007 h 351631"/>
                <a:gd name="connsiteX6" fmla="*/ 4835 w 82203"/>
                <a:gd name="connsiteY6" fmla="*/ 342328 h 351631"/>
                <a:gd name="connsiteX7" fmla="*/ 229 w 82203"/>
                <a:gd name="connsiteY7" fmla="*/ 348306 h 351631"/>
                <a:gd name="connsiteX8" fmla="*/ 3772 w 82203"/>
                <a:gd name="connsiteY8" fmla="*/ 351822 h 351631"/>
                <a:gd name="connsiteX9" fmla="*/ 60110 w 82203"/>
                <a:gd name="connsiteY9" fmla="*/ 283254 h 351631"/>
                <a:gd name="connsiteX10" fmla="*/ 82433 w 82203"/>
                <a:gd name="connsiteY10" fmla="*/ 17600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33" y="176007"/>
                  </a:moveTo>
                  <a:cubicBezTo>
                    <a:pt x="82433" y="148580"/>
                    <a:pt x="78535" y="106032"/>
                    <a:pt x="59047" y="66298"/>
                  </a:cubicBezTo>
                  <a:cubicBezTo>
                    <a:pt x="37787" y="23047"/>
                    <a:pt x="7315" y="191"/>
                    <a:pt x="3772" y="191"/>
                  </a:cubicBezTo>
                  <a:cubicBezTo>
                    <a:pt x="1646" y="191"/>
                    <a:pt x="229" y="1598"/>
                    <a:pt x="229" y="3708"/>
                  </a:cubicBezTo>
                  <a:cubicBezTo>
                    <a:pt x="229" y="4763"/>
                    <a:pt x="229" y="5466"/>
                    <a:pt x="6961" y="11795"/>
                  </a:cubicBezTo>
                  <a:cubicBezTo>
                    <a:pt x="41685" y="46607"/>
                    <a:pt x="61882" y="102516"/>
                    <a:pt x="61882" y="176007"/>
                  </a:cubicBezTo>
                  <a:cubicBezTo>
                    <a:pt x="61882" y="236136"/>
                    <a:pt x="48771" y="298023"/>
                    <a:pt x="4835" y="342328"/>
                  </a:cubicBezTo>
                  <a:cubicBezTo>
                    <a:pt x="229" y="346548"/>
                    <a:pt x="229" y="347251"/>
                    <a:pt x="229" y="348306"/>
                  </a:cubicBezTo>
                  <a:cubicBezTo>
                    <a:pt x="229" y="350416"/>
                    <a:pt x="1646" y="351822"/>
                    <a:pt x="3772" y="351822"/>
                  </a:cubicBezTo>
                  <a:cubicBezTo>
                    <a:pt x="7315" y="351822"/>
                    <a:pt x="39205" y="327912"/>
                    <a:pt x="60110" y="283254"/>
                  </a:cubicBezTo>
                  <a:cubicBezTo>
                    <a:pt x="78181" y="244575"/>
                    <a:pt x="82433" y="205544"/>
                    <a:pt x="82433" y="17600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0" name="Freeform: Shape 4579">
              <a:extLst>
                <a:ext uri="{FF2B5EF4-FFF2-40B4-BE49-F238E27FC236}">
                  <a16:creationId xmlns:a16="http://schemas.microsoft.com/office/drawing/2014/main" id="{E7369349-DE46-3176-C382-668410714EA0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0929888" y="7580400"/>
              <a:ext cx="82203" cy="351631"/>
            </a:xfrm>
            <a:custGeom>
              <a:avLst/>
              <a:gdLst>
                <a:gd name="connsiteX0" fmla="*/ 82436 w 82203"/>
                <a:gd name="connsiteY0" fmla="*/ 348306 h 351631"/>
                <a:gd name="connsiteX1" fmla="*/ 76413 w 82203"/>
                <a:gd name="connsiteY1" fmla="*/ 340570 h 351631"/>
                <a:gd name="connsiteX2" fmla="*/ 20784 w 82203"/>
                <a:gd name="connsiteY2" fmla="*/ 176007 h 351631"/>
                <a:gd name="connsiteX3" fmla="*/ 77830 w 82203"/>
                <a:gd name="connsiteY3" fmla="*/ 9685 h 351631"/>
                <a:gd name="connsiteX4" fmla="*/ 82436 w 82203"/>
                <a:gd name="connsiteY4" fmla="*/ 3708 h 351631"/>
                <a:gd name="connsiteX5" fmla="*/ 78893 w 82203"/>
                <a:gd name="connsiteY5" fmla="*/ 191 h 351631"/>
                <a:gd name="connsiteX6" fmla="*/ 22555 w 82203"/>
                <a:gd name="connsiteY6" fmla="*/ 68759 h 351631"/>
                <a:gd name="connsiteX7" fmla="*/ 233 w 82203"/>
                <a:gd name="connsiteY7" fmla="*/ 176007 h 351631"/>
                <a:gd name="connsiteX8" fmla="*/ 23618 w 82203"/>
                <a:gd name="connsiteY8" fmla="*/ 285716 h 351631"/>
                <a:gd name="connsiteX9" fmla="*/ 78893 w 82203"/>
                <a:gd name="connsiteY9" fmla="*/ 351822 h 351631"/>
                <a:gd name="connsiteX10" fmla="*/ 82436 w 82203"/>
                <a:gd name="connsiteY10" fmla="*/ 34830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36" y="348306"/>
                  </a:moveTo>
                  <a:cubicBezTo>
                    <a:pt x="82436" y="347251"/>
                    <a:pt x="82436" y="346548"/>
                    <a:pt x="76413" y="340570"/>
                  </a:cubicBezTo>
                  <a:cubicBezTo>
                    <a:pt x="32122" y="296265"/>
                    <a:pt x="20784" y="229806"/>
                    <a:pt x="20784" y="176007"/>
                  </a:cubicBezTo>
                  <a:cubicBezTo>
                    <a:pt x="20784" y="114823"/>
                    <a:pt x="34248" y="53639"/>
                    <a:pt x="77830" y="9685"/>
                  </a:cubicBezTo>
                  <a:cubicBezTo>
                    <a:pt x="82436" y="5466"/>
                    <a:pt x="82436" y="4763"/>
                    <a:pt x="82436" y="3708"/>
                  </a:cubicBezTo>
                  <a:cubicBezTo>
                    <a:pt x="82436" y="1246"/>
                    <a:pt x="81019" y="191"/>
                    <a:pt x="78893" y="191"/>
                  </a:cubicBezTo>
                  <a:cubicBezTo>
                    <a:pt x="75350" y="191"/>
                    <a:pt x="43460" y="24102"/>
                    <a:pt x="22555" y="68759"/>
                  </a:cubicBezTo>
                  <a:cubicBezTo>
                    <a:pt x="4485" y="107439"/>
                    <a:pt x="233" y="146470"/>
                    <a:pt x="233" y="176007"/>
                  </a:cubicBezTo>
                  <a:cubicBezTo>
                    <a:pt x="233" y="203434"/>
                    <a:pt x="4130" y="245981"/>
                    <a:pt x="23618" y="285716"/>
                  </a:cubicBezTo>
                  <a:cubicBezTo>
                    <a:pt x="44878" y="328966"/>
                    <a:pt x="75350" y="351822"/>
                    <a:pt x="78893" y="351822"/>
                  </a:cubicBezTo>
                  <a:cubicBezTo>
                    <a:pt x="81019" y="351822"/>
                    <a:pt x="82436" y="350768"/>
                    <a:pt x="82436" y="3483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1" name="Freeform: Shape 4580">
              <a:extLst>
                <a:ext uri="{FF2B5EF4-FFF2-40B4-BE49-F238E27FC236}">
                  <a16:creationId xmlns:a16="http://schemas.microsoft.com/office/drawing/2014/main" id="{CFDC0A1A-080E-D951-3EC3-9AC190314EE4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1023233" y="7689054"/>
              <a:ext cx="167950" cy="158937"/>
            </a:xfrm>
            <a:custGeom>
              <a:avLst/>
              <a:gdLst>
                <a:gd name="connsiteX0" fmla="*/ 152243 w 167950"/>
                <a:gd name="connsiteY0" fmla="*/ 116230 h 158937"/>
                <a:gd name="connsiteX1" fmla="*/ 144447 w 167950"/>
                <a:gd name="connsiteY1" fmla="*/ 125724 h 158937"/>
                <a:gd name="connsiteX2" fmla="*/ 128148 w 167950"/>
                <a:gd name="connsiteY2" fmla="*/ 139789 h 158937"/>
                <a:gd name="connsiteX3" fmla="*/ 117164 w 167950"/>
                <a:gd name="connsiteY3" fmla="*/ 125372 h 158937"/>
                <a:gd name="connsiteX4" fmla="*/ 115747 w 167950"/>
                <a:gd name="connsiteY4" fmla="*/ 119394 h 158937"/>
                <a:gd name="connsiteX5" fmla="*/ 102991 w 167950"/>
                <a:gd name="connsiteY5" fmla="*/ 62430 h 158937"/>
                <a:gd name="connsiteX6" fmla="*/ 137715 w 167950"/>
                <a:gd name="connsiteY6" fmla="*/ 19883 h 158937"/>
                <a:gd name="connsiteX7" fmla="*/ 146219 w 167950"/>
                <a:gd name="connsiteY7" fmla="*/ 22696 h 158937"/>
                <a:gd name="connsiteX8" fmla="*/ 155786 w 167950"/>
                <a:gd name="connsiteY8" fmla="*/ 25860 h 158937"/>
                <a:gd name="connsiteX9" fmla="*/ 168187 w 167950"/>
                <a:gd name="connsiteY9" fmla="*/ 13202 h 158937"/>
                <a:gd name="connsiteX10" fmla="*/ 153660 w 167950"/>
                <a:gd name="connsiteY10" fmla="*/ 191 h 158937"/>
                <a:gd name="connsiteX11" fmla="*/ 100157 w 167950"/>
                <a:gd name="connsiteY11" fmla="*/ 50475 h 158937"/>
                <a:gd name="connsiteX12" fmla="*/ 96259 w 167950"/>
                <a:gd name="connsiteY12" fmla="*/ 31135 h 158937"/>
                <a:gd name="connsiteX13" fmla="*/ 77834 w 167950"/>
                <a:gd name="connsiteY13" fmla="*/ 191 h 158937"/>
                <a:gd name="connsiteX14" fmla="*/ 36378 w 167950"/>
                <a:gd name="connsiteY14" fmla="*/ 10389 h 158937"/>
                <a:gd name="connsiteX15" fmla="*/ 32480 w 167950"/>
                <a:gd name="connsiteY15" fmla="*/ 11795 h 158937"/>
                <a:gd name="connsiteX16" fmla="*/ 33898 w 167950"/>
                <a:gd name="connsiteY16" fmla="*/ 17070 h 158937"/>
                <a:gd name="connsiteX17" fmla="*/ 53740 w 167950"/>
                <a:gd name="connsiteY17" fmla="*/ 13202 h 158937"/>
                <a:gd name="connsiteX18" fmla="*/ 69684 w 167950"/>
                <a:gd name="connsiteY18" fmla="*/ 37464 h 158937"/>
                <a:gd name="connsiteX19" fmla="*/ 79960 w 167950"/>
                <a:gd name="connsiteY19" fmla="*/ 80715 h 158937"/>
                <a:gd name="connsiteX20" fmla="*/ 50905 w 167950"/>
                <a:gd name="connsiteY20" fmla="*/ 121856 h 158937"/>
                <a:gd name="connsiteX21" fmla="*/ 32835 w 167950"/>
                <a:gd name="connsiteY21" fmla="*/ 138734 h 158937"/>
                <a:gd name="connsiteX22" fmla="*/ 23622 w 167950"/>
                <a:gd name="connsiteY22" fmla="*/ 135569 h 158937"/>
                <a:gd name="connsiteX23" fmla="*/ 12284 w 167950"/>
                <a:gd name="connsiteY23" fmla="*/ 132053 h 158937"/>
                <a:gd name="connsiteX24" fmla="*/ 236 w 167950"/>
                <a:gd name="connsiteY24" fmla="*/ 144360 h 158937"/>
                <a:gd name="connsiteX25" fmla="*/ 17953 w 167950"/>
                <a:gd name="connsiteY25" fmla="*/ 159129 h 158937"/>
                <a:gd name="connsiteX26" fmla="*/ 50905 w 167950"/>
                <a:gd name="connsiteY26" fmla="*/ 134514 h 158937"/>
                <a:gd name="connsiteX27" fmla="*/ 82795 w 167950"/>
                <a:gd name="connsiteY27" fmla="*/ 93374 h 158937"/>
                <a:gd name="connsiteX28" fmla="*/ 93424 w 167950"/>
                <a:gd name="connsiteY28" fmla="*/ 135569 h 158937"/>
                <a:gd name="connsiteX29" fmla="*/ 113975 w 167950"/>
                <a:gd name="connsiteY29" fmla="*/ 159129 h 158937"/>
                <a:gd name="connsiteX30" fmla="*/ 157203 w 167950"/>
                <a:gd name="connsiteY30" fmla="*/ 119043 h 158937"/>
                <a:gd name="connsiteX31" fmla="*/ 152243 w 167950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43" y="116230"/>
                  </a:moveTo>
                  <a:cubicBezTo>
                    <a:pt x="149408" y="119394"/>
                    <a:pt x="147636" y="121504"/>
                    <a:pt x="144447" y="125724"/>
                  </a:cubicBezTo>
                  <a:cubicBezTo>
                    <a:pt x="136298" y="136273"/>
                    <a:pt x="132046" y="139789"/>
                    <a:pt x="128148" y="139789"/>
                  </a:cubicBezTo>
                  <a:cubicBezTo>
                    <a:pt x="122833" y="139789"/>
                    <a:pt x="119645" y="135218"/>
                    <a:pt x="117164" y="125372"/>
                  </a:cubicBezTo>
                  <a:cubicBezTo>
                    <a:pt x="116456" y="122559"/>
                    <a:pt x="116101" y="120449"/>
                    <a:pt x="115747" y="119394"/>
                  </a:cubicBezTo>
                  <a:cubicBezTo>
                    <a:pt x="106889" y="83880"/>
                    <a:pt x="102991" y="67704"/>
                    <a:pt x="102991" y="62430"/>
                  </a:cubicBezTo>
                  <a:cubicBezTo>
                    <a:pt x="118582" y="35354"/>
                    <a:pt x="131337" y="19883"/>
                    <a:pt x="137715" y="19883"/>
                  </a:cubicBezTo>
                  <a:cubicBezTo>
                    <a:pt x="139841" y="19883"/>
                    <a:pt x="142676" y="20938"/>
                    <a:pt x="146219" y="22696"/>
                  </a:cubicBezTo>
                  <a:cubicBezTo>
                    <a:pt x="150471" y="25157"/>
                    <a:pt x="152951" y="25860"/>
                    <a:pt x="155786" y="25860"/>
                  </a:cubicBezTo>
                  <a:cubicBezTo>
                    <a:pt x="163227" y="25860"/>
                    <a:pt x="168187" y="20586"/>
                    <a:pt x="168187" y="13202"/>
                  </a:cubicBezTo>
                  <a:cubicBezTo>
                    <a:pt x="168187" y="5817"/>
                    <a:pt x="162164" y="191"/>
                    <a:pt x="153660" y="191"/>
                  </a:cubicBezTo>
                  <a:cubicBezTo>
                    <a:pt x="138070" y="191"/>
                    <a:pt x="124605" y="12850"/>
                    <a:pt x="100157" y="50475"/>
                  </a:cubicBezTo>
                  <a:lnTo>
                    <a:pt x="96259" y="31135"/>
                  </a:lnTo>
                  <a:cubicBezTo>
                    <a:pt x="91298" y="7224"/>
                    <a:pt x="87401" y="191"/>
                    <a:pt x="77834" y="191"/>
                  </a:cubicBezTo>
                  <a:cubicBezTo>
                    <a:pt x="70039" y="191"/>
                    <a:pt x="57992" y="3356"/>
                    <a:pt x="36378" y="10389"/>
                  </a:cubicBezTo>
                  <a:lnTo>
                    <a:pt x="32480" y="11795"/>
                  </a:lnTo>
                  <a:lnTo>
                    <a:pt x="33898" y="17070"/>
                  </a:lnTo>
                  <a:cubicBezTo>
                    <a:pt x="47362" y="13905"/>
                    <a:pt x="50551" y="13202"/>
                    <a:pt x="53740" y="13202"/>
                  </a:cubicBezTo>
                  <a:cubicBezTo>
                    <a:pt x="62598" y="13202"/>
                    <a:pt x="64724" y="16366"/>
                    <a:pt x="69684" y="37464"/>
                  </a:cubicBezTo>
                  <a:lnTo>
                    <a:pt x="79960" y="80715"/>
                  </a:lnTo>
                  <a:lnTo>
                    <a:pt x="50905" y="121856"/>
                  </a:lnTo>
                  <a:cubicBezTo>
                    <a:pt x="43819" y="132405"/>
                    <a:pt x="36732" y="138734"/>
                    <a:pt x="32835" y="138734"/>
                  </a:cubicBezTo>
                  <a:cubicBezTo>
                    <a:pt x="30709" y="138734"/>
                    <a:pt x="27165" y="137679"/>
                    <a:pt x="23622" y="135569"/>
                  </a:cubicBezTo>
                  <a:cubicBezTo>
                    <a:pt x="19016" y="133108"/>
                    <a:pt x="15118" y="132053"/>
                    <a:pt x="12284" y="132053"/>
                  </a:cubicBezTo>
                  <a:cubicBezTo>
                    <a:pt x="5551" y="132053"/>
                    <a:pt x="236" y="137327"/>
                    <a:pt x="236" y="144360"/>
                  </a:cubicBezTo>
                  <a:cubicBezTo>
                    <a:pt x="236" y="153502"/>
                    <a:pt x="7323" y="159129"/>
                    <a:pt x="17953" y="159129"/>
                  </a:cubicBezTo>
                  <a:cubicBezTo>
                    <a:pt x="28937" y="159129"/>
                    <a:pt x="33189" y="155964"/>
                    <a:pt x="50905" y="134514"/>
                  </a:cubicBezTo>
                  <a:cubicBezTo>
                    <a:pt x="60472" y="123262"/>
                    <a:pt x="67913" y="113768"/>
                    <a:pt x="82795" y="93374"/>
                  </a:cubicBezTo>
                  <a:lnTo>
                    <a:pt x="93424" y="135569"/>
                  </a:lnTo>
                  <a:cubicBezTo>
                    <a:pt x="98031" y="153502"/>
                    <a:pt x="102637" y="159129"/>
                    <a:pt x="113975" y="159129"/>
                  </a:cubicBezTo>
                  <a:cubicBezTo>
                    <a:pt x="127440" y="159129"/>
                    <a:pt x="136652" y="150689"/>
                    <a:pt x="157203" y="119043"/>
                  </a:cubicBezTo>
                  <a:lnTo>
                    <a:pt x="152243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2" name="Freeform: Shape 4581">
              <a:extLst>
                <a:ext uri="{FF2B5EF4-FFF2-40B4-BE49-F238E27FC236}">
                  <a16:creationId xmlns:a16="http://schemas.microsoft.com/office/drawing/2014/main" id="{2FF6D363-FBCE-9D14-F466-851DD8FE7997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1270576" y="7749183"/>
              <a:ext cx="216493" cy="14065"/>
            </a:xfrm>
            <a:custGeom>
              <a:avLst/>
              <a:gdLst>
                <a:gd name="connsiteX0" fmla="*/ 204334 w 216493"/>
                <a:gd name="connsiteY0" fmla="*/ 14257 h 14065"/>
                <a:gd name="connsiteX1" fmla="*/ 216736 w 216493"/>
                <a:gd name="connsiteY1" fmla="*/ 7224 h 14065"/>
                <a:gd name="connsiteX2" fmla="*/ 204334 w 216493"/>
                <a:gd name="connsiteY2" fmla="*/ 191 h 14065"/>
                <a:gd name="connsiteX3" fmla="*/ 12644 w 216493"/>
                <a:gd name="connsiteY3" fmla="*/ 191 h 14065"/>
                <a:gd name="connsiteX4" fmla="*/ 242 w 216493"/>
                <a:gd name="connsiteY4" fmla="*/ 7224 h 14065"/>
                <a:gd name="connsiteX5" fmla="*/ 12644 w 216493"/>
                <a:gd name="connsiteY5" fmla="*/ 14257 h 14065"/>
                <a:gd name="connsiteX6" fmla="*/ 204334 w 216493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34" y="14257"/>
                  </a:moveTo>
                  <a:cubicBezTo>
                    <a:pt x="210358" y="14257"/>
                    <a:pt x="216736" y="14257"/>
                    <a:pt x="216736" y="7224"/>
                  </a:cubicBezTo>
                  <a:cubicBezTo>
                    <a:pt x="216736" y="191"/>
                    <a:pt x="210358" y="191"/>
                    <a:pt x="204334" y="191"/>
                  </a:cubicBezTo>
                  <a:lnTo>
                    <a:pt x="12644" y="191"/>
                  </a:lnTo>
                  <a:cubicBezTo>
                    <a:pt x="6620" y="191"/>
                    <a:pt x="242" y="191"/>
                    <a:pt x="242" y="7224"/>
                  </a:cubicBezTo>
                  <a:cubicBezTo>
                    <a:pt x="242" y="14257"/>
                    <a:pt x="6620" y="14257"/>
                    <a:pt x="12644" y="14257"/>
                  </a:cubicBezTo>
                  <a:lnTo>
                    <a:pt x="204334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3" name="Freeform: Shape 4582">
              <a:extLst>
                <a:ext uri="{FF2B5EF4-FFF2-40B4-BE49-F238E27FC236}">
                  <a16:creationId xmlns:a16="http://schemas.microsoft.com/office/drawing/2014/main" id="{DEC12D8D-073A-54D8-0194-7B289EDDE8BB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11578242" y="7602201"/>
              <a:ext cx="143856" cy="246845"/>
            </a:xfrm>
            <a:custGeom>
              <a:avLst/>
              <a:gdLst>
                <a:gd name="connsiteX0" fmla="*/ 53046 w 143856"/>
                <a:gd name="connsiteY0" fmla="*/ 37113 h 246845"/>
                <a:gd name="connsiteX1" fmla="*/ 122494 w 143856"/>
                <a:gd name="connsiteY1" fmla="*/ 37113 h 246845"/>
                <a:gd name="connsiteX2" fmla="*/ 130644 w 143856"/>
                <a:gd name="connsiteY2" fmla="*/ 33948 h 246845"/>
                <a:gd name="connsiteX3" fmla="*/ 144108 w 143856"/>
                <a:gd name="connsiteY3" fmla="*/ 2653 h 246845"/>
                <a:gd name="connsiteX4" fmla="*/ 140919 w 143856"/>
                <a:gd name="connsiteY4" fmla="*/ 191 h 246845"/>
                <a:gd name="connsiteX5" fmla="*/ 124620 w 143856"/>
                <a:gd name="connsiteY5" fmla="*/ 9334 h 246845"/>
                <a:gd name="connsiteX6" fmla="*/ 50566 w 143856"/>
                <a:gd name="connsiteY6" fmla="*/ 9334 h 246845"/>
                <a:gd name="connsiteX7" fmla="*/ 11944 w 143856"/>
                <a:gd name="connsiteY7" fmla="*/ 92670 h 246845"/>
                <a:gd name="connsiteX8" fmla="*/ 11590 w 143856"/>
                <a:gd name="connsiteY8" fmla="*/ 94428 h 246845"/>
                <a:gd name="connsiteX9" fmla="*/ 15842 w 143856"/>
                <a:gd name="connsiteY9" fmla="*/ 97242 h 246845"/>
                <a:gd name="connsiteX10" fmla="*/ 55881 w 143856"/>
                <a:gd name="connsiteY10" fmla="*/ 104274 h 246845"/>
                <a:gd name="connsiteX11" fmla="*/ 115408 w 143856"/>
                <a:gd name="connsiteY11" fmla="*/ 173897 h 246845"/>
                <a:gd name="connsiteX12" fmla="*/ 66156 w 143856"/>
                <a:gd name="connsiteY12" fmla="*/ 234026 h 246845"/>
                <a:gd name="connsiteX13" fmla="*/ 42416 w 143856"/>
                <a:gd name="connsiteY13" fmla="*/ 223829 h 246845"/>
                <a:gd name="connsiteX14" fmla="*/ 15487 w 143856"/>
                <a:gd name="connsiteY14" fmla="*/ 212225 h 246845"/>
                <a:gd name="connsiteX15" fmla="*/ 251 w 143856"/>
                <a:gd name="connsiteY15" fmla="*/ 225235 h 246845"/>
                <a:gd name="connsiteX16" fmla="*/ 43479 w 143856"/>
                <a:gd name="connsiteY16" fmla="*/ 247036 h 246845"/>
                <a:gd name="connsiteX17" fmla="*/ 116471 w 143856"/>
                <a:gd name="connsiteY17" fmla="*/ 219609 h 246845"/>
                <a:gd name="connsiteX18" fmla="*/ 140210 w 143856"/>
                <a:gd name="connsiteY18" fmla="*/ 157019 h 246845"/>
                <a:gd name="connsiteX19" fmla="*/ 115762 w 143856"/>
                <a:gd name="connsiteY19" fmla="*/ 97945 h 246845"/>
                <a:gd name="connsiteX20" fmla="*/ 38164 w 143856"/>
                <a:gd name="connsiteY20" fmla="*/ 67001 h 246845"/>
                <a:gd name="connsiteX21" fmla="*/ 53046 w 143856"/>
                <a:gd name="connsiteY21" fmla="*/ 37113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46" y="37113"/>
                  </a:moveTo>
                  <a:lnTo>
                    <a:pt x="122494" y="37113"/>
                  </a:lnTo>
                  <a:cubicBezTo>
                    <a:pt x="128163" y="37113"/>
                    <a:pt x="129581" y="36409"/>
                    <a:pt x="130644" y="33948"/>
                  </a:cubicBezTo>
                  <a:lnTo>
                    <a:pt x="144108" y="2653"/>
                  </a:lnTo>
                  <a:lnTo>
                    <a:pt x="140919" y="191"/>
                  </a:lnTo>
                  <a:cubicBezTo>
                    <a:pt x="135604" y="7576"/>
                    <a:pt x="132061" y="9334"/>
                    <a:pt x="124620" y="9334"/>
                  </a:cubicBezTo>
                  <a:lnTo>
                    <a:pt x="50566" y="9334"/>
                  </a:lnTo>
                  <a:lnTo>
                    <a:pt x="11944" y="92670"/>
                  </a:lnTo>
                  <a:cubicBezTo>
                    <a:pt x="11590" y="93374"/>
                    <a:pt x="11590" y="93725"/>
                    <a:pt x="11590" y="94428"/>
                  </a:cubicBezTo>
                  <a:cubicBezTo>
                    <a:pt x="11590" y="96187"/>
                    <a:pt x="13007" y="97242"/>
                    <a:pt x="15842" y="97242"/>
                  </a:cubicBezTo>
                  <a:cubicBezTo>
                    <a:pt x="27180" y="97242"/>
                    <a:pt x="41353" y="99703"/>
                    <a:pt x="55881" y="104274"/>
                  </a:cubicBezTo>
                  <a:cubicBezTo>
                    <a:pt x="96628" y="117284"/>
                    <a:pt x="115408" y="139086"/>
                    <a:pt x="115408" y="173897"/>
                  </a:cubicBezTo>
                  <a:cubicBezTo>
                    <a:pt x="115408" y="207654"/>
                    <a:pt x="93794" y="234026"/>
                    <a:pt x="66156" y="234026"/>
                  </a:cubicBezTo>
                  <a:cubicBezTo>
                    <a:pt x="59070" y="234026"/>
                    <a:pt x="53046" y="231565"/>
                    <a:pt x="42416" y="223829"/>
                  </a:cubicBezTo>
                  <a:cubicBezTo>
                    <a:pt x="31078" y="215741"/>
                    <a:pt x="22928" y="212225"/>
                    <a:pt x="15487" y="212225"/>
                  </a:cubicBezTo>
                  <a:cubicBezTo>
                    <a:pt x="5212" y="212225"/>
                    <a:pt x="251" y="216444"/>
                    <a:pt x="251" y="225235"/>
                  </a:cubicBezTo>
                  <a:cubicBezTo>
                    <a:pt x="251" y="238597"/>
                    <a:pt x="16905" y="247036"/>
                    <a:pt x="43479" y="247036"/>
                  </a:cubicBezTo>
                  <a:cubicBezTo>
                    <a:pt x="73243" y="247036"/>
                    <a:pt x="98754" y="237542"/>
                    <a:pt x="116471" y="219609"/>
                  </a:cubicBezTo>
                  <a:cubicBezTo>
                    <a:pt x="132770" y="203786"/>
                    <a:pt x="140210" y="183743"/>
                    <a:pt x="140210" y="157019"/>
                  </a:cubicBezTo>
                  <a:cubicBezTo>
                    <a:pt x="140210" y="131701"/>
                    <a:pt x="133478" y="115526"/>
                    <a:pt x="115762" y="97945"/>
                  </a:cubicBezTo>
                  <a:cubicBezTo>
                    <a:pt x="100172" y="82473"/>
                    <a:pt x="79975" y="74385"/>
                    <a:pt x="38164" y="67001"/>
                  </a:cubicBezTo>
                  <a:lnTo>
                    <a:pt x="53046" y="37113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4" name="Freeform: Shape 4583">
              <a:extLst>
                <a:ext uri="{FF2B5EF4-FFF2-40B4-BE49-F238E27FC236}">
                  <a16:creationId xmlns:a16="http://schemas.microsoft.com/office/drawing/2014/main" id="{3534123D-3A3B-BEC9-D973-363FDF0F073B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11764928" y="7580400"/>
              <a:ext cx="82203" cy="351631"/>
            </a:xfrm>
            <a:custGeom>
              <a:avLst/>
              <a:gdLst>
                <a:gd name="connsiteX0" fmla="*/ 82460 w 82203"/>
                <a:gd name="connsiteY0" fmla="*/ 176007 h 351631"/>
                <a:gd name="connsiteX1" fmla="*/ 59075 w 82203"/>
                <a:gd name="connsiteY1" fmla="*/ 66298 h 351631"/>
                <a:gd name="connsiteX2" fmla="*/ 3800 w 82203"/>
                <a:gd name="connsiteY2" fmla="*/ 191 h 351631"/>
                <a:gd name="connsiteX3" fmla="*/ 256 w 82203"/>
                <a:gd name="connsiteY3" fmla="*/ 3708 h 351631"/>
                <a:gd name="connsiteX4" fmla="*/ 6989 w 82203"/>
                <a:gd name="connsiteY4" fmla="*/ 11795 h 351631"/>
                <a:gd name="connsiteX5" fmla="*/ 61909 w 82203"/>
                <a:gd name="connsiteY5" fmla="*/ 176007 h 351631"/>
                <a:gd name="connsiteX6" fmla="*/ 4863 w 82203"/>
                <a:gd name="connsiteY6" fmla="*/ 342328 h 351631"/>
                <a:gd name="connsiteX7" fmla="*/ 256 w 82203"/>
                <a:gd name="connsiteY7" fmla="*/ 348306 h 351631"/>
                <a:gd name="connsiteX8" fmla="*/ 3800 w 82203"/>
                <a:gd name="connsiteY8" fmla="*/ 351822 h 351631"/>
                <a:gd name="connsiteX9" fmla="*/ 60138 w 82203"/>
                <a:gd name="connsiteY9" fmla="*/ 283254 h 351631"/>
                <a:gd name="connsiteX10" fmla="*/ 82460 w 82203"/>
                <a:gd name="connsiteY10" fmla="*/ 17600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60" y="176007"/>
                  </a:moveTo>
                  <a:cubicBezTo>
                    <a:pt x="82460" y="148580"/>
                    <a:pt x="78563" y="106032"/>
                    <a:pt x="59075" y="66298"/>
                  </a:cubicBezTo>
                  <a:cubicBezTo>
                    <a:pt x="37815" y="23047"/>
                    <a:pt x="7343" y="191"/>
                    <a:pt x="3800" y="191"/>
                  </a:cubicBezTo>
                  <a:cubicBezTo>
                    <a:pt x="1674" y="191"/>
                    <a:pt x="256" y="1598"/>
                    <a:pt x="256" y="3708"/>
                  </a:cubicBezTo>
                  <a:cubicBezTo>
                    <a:pt x="256" y="4763"/>
                    <a:pt x="256" y="5466"/>
                    <a:pt x="6989" y="11795"/>
                  </a:cubicBezTo>
                  <a:cubicBezTo>
                    <a:pt x="41713" y="46607"/>
                    <a:pt x="61909" y="102516"/>
                    <a:pt x="61909" y="176007"/>
                  </a:cubicBezTo>
                  <a:cubicBezTo>
                    <a:pt x="61909" y="236136"/>
                    <a:pt x="48799" y="298023"/>
                    <a:pt x="4863" y="342328"/>
                  </a:cubicBezTo>
                  <a:cubicBezTo>
                    <a:pt x="256" y="346548"/>
                    <a:pt x="256" y="347251"/>
                    <a:pt x="256" y="348306"/>
                  </a:cubicBezTo>
                  <a:cubicBezTo>
                    <a:pt x="256" y="350416"/>
                    <a:pt x="1674" y="351822"/>
                    <a:pt x="3800" y="351822"/>
                  </a:cubicBezTo>
                  <a:cubicBezTo>
                    <a:pt x="7343" y="351822"/>
                    <a:pt x="39232" y="327912"/>
                    <a:pt x="60138" y="283254"/>
                  </a:cubicBezTo>
                  <a:cubicBezTo>
                    <a:pt x="78208" y="244575"/>
                    <a:pt x="82460" y="205544"/>
                    <a:pt x="82460" y="17600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5" name="Freeform: Shape 4584">
              <a:extLst>
                <a:ext uri="{FF2B5EF4-FFF2-40B4-BE49-F238E27FC236}">
                  <a16:creationId xmlns:a16="http://schemas.microsoft.com/office/drawing/2014/main" id="{FBBE43A6-413F-5C79-EEB8-15A40DCE2F5A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11917799" y="7580400"/>
              <a:ext cx="82203" cy="351631"/>
            </a:xfrm>
            <a:custGeom>
              <a:avLst/>
              <a:gdLst>
                <a:gd name="connsiteX0" fmla="*/ 82464 w 82203"/>
                <a:gd name="connsiteY0" fmla="*/ 348306 h 351631"/>
                <a:gd name="connsiteX1" fmla="*/ 76441 w 82203"/>
                <a:gd name="connsiteY1" fmla="*/ 340570 h 351631"/>
                <a:gd name="connsiteX2" fmla="*/ 20811 w 82203"/>
                <a:gd name="connsiteY2" fmla="*/ 176007 h 351631"/>
                <a:gd name="connsiteX3" fmla="*/ 77858 w 82203"/>
                <a:gd name="connsiteY3" fmla="*/ 9685 h 351631"/>
                <a:gd name="connsiteX4" fmla="*/ 82464 w 82203"/>
                <a:gd name="connsiteY4" fmla="*/ 3708 h 351631"/>
                <a:gd name="connsiteX5" fmla="*/ 78921 w 82203"/>
                <a:gd name="connsiteY5" fmla="*/ 191 h 351631"/>
                <a:gd name="connsiteX6" fmla="*/ 22583 w 82203"/>
                <a:gd name="connsiteY6" fmla="*/ 68759 h 351631"/>
                <a:gd name="connsiteX7" fmla="*/ 260 w 82203"/>
                <a:gd name="connsiteY7" fmla="*/ 176007 h 351631"/>
                <a:gd name="connsiteX8" fmla="*/ 23646 w 82203"/>
                <a:gd name="connsiteY8" fmla="*/ 285716 h 351631"/>
                <a:gd name="connsiteX9" fmla="*/ 78921 w 82203"/>
                <a:gd name="connsiteY9" fmla="*/ 351822 h 351631"/>
                <a:gd name="connsiteX10" fmla="*/ 82464 w 82203"/>
                <a:gd name="connsiteY10" fmla="*/ 348306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64" y="348306"/>
                  </a:moveTo>
                  <a:cubicBezTo>
                    <a:pt x="82464" y="347251"/>
                    <a:pt x="82464" y="346548"/>
                    <a:pt x="76441" y="340570"/>
                  </a:cubicBezTo>
                  <a:cubicBezTo>
                    <a:pt x="32150" y="296265"/>
                    <a:pt x="20811" y="229806"/>
                    <a:pt x="20811" y="176007"/>
                  </a:cubicBezTo>
                  <a:cubicBezTo>
                    <a:pt x="20811" y="114823"/>
                    <a:pt x="34276" y="53639"/>
                    <a:pt x="77858" y="9685"/>
                  </a:cubicBezTo>
                  <a:cubicBezTo>
                    <a:pt x="82464" y="5466"/>
                    <a:pt x="82464" y="4763"/>
                    <a:pt x="82464" y="3708"/>
                  </a:cubicBezTo>
                  <a:cubicBezTo>
                    <a:pt x="82464" y="1246"/>
                    <a:pt x="81047" y="191"/>
                    <a:pt x="78921" y="191"/>
                  </a:cubicBezTo>
                  <a:cubicBezTo>
                    <a:pt x="75378" y="191"/>
                    <a:pt x="43488" y="24102"/>
                    <a:pt x="22583" y="68759"/>
                  </a:cubicBezTo>
                  <a:cubicBezTo>
                    <a:pt x="4512" y="107439"/>
                    <a:pt x="260" y="146470"/>
                    <a:pt x="260" y="176007"/>
                  </a:cubicBezTo>
                  <a:cubicBezTo>
                    <a:pt x="260" y="203434"/>
                    <a:pt x="4158" y="245981"/>
                    <a:pt x="23646" y="285716"/>
                  </a:cubicBezTo>
                  <a:cubicBezTo>
                    <a:pt x="44905" y="328966"/>
                    <a:pt x="75378" y="351822"/>
                    <a:pt x="78921" y="351822"/>
                  </a:cubicBezTo>
                  <a:cubicBezTo>
                    <a:pt x="81047" y="351822"/>
                    <a:pt x="82464" y="350768"/>
                    <a:pt x="82464" y="348306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6" name="Freeform: Shape 4585">
              <a:extLst>
                <a:ext uri="{FF2B5EF4-FFF2-40B4-BE49-F238E27FC236}">
                  <a16:creationId xmlns:a16="http://schemas.microsoft.com/office/drawing/2014/main" id="{4D526197-EEA7-F7D8-DDEF-5A910CD4DE91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12011144" y="7689054"/>
              <a:ext cx="167950" cy="158937"/>
            </a:xfrm>
            <a:custGeom>
              <a:avLst/>
              <a:gdLst>
                <a:gd name="connsiteX0" fmla="*/ 152270 w 167950"/>
                <a:gd name="connsiteY0" fmla="*/ 116230 h 158937"/>
                <a:gd name="connsiteX1" fmla="*/ 144475 w 167950"/>
                <a:gd name="connsiteY1" fmla="*/ 125724 h 158937"/>
                <a:gd name="connsiteX2" fmla="*/ 128176 w 167950"/>
                <a:gd name="connsiteY2" fmla="*/ 139789 h 158937"/>
                <a:gd name="connsiteX3" fmla="*/ 117192 w 167950"/>
                <a:gd name="connsiteY3" fmla="*/ 125372 h 158937"/>
                <a:gd name="connsiteX4" fmla="*/ 115775 w 167950"/>
                <a:gd name="connsiteY4" fmla="*/ 119394 h 158937"/>
                <a:gd name="connsiteX5" fmla="*/ 103019 w 167950"/>
                <a:gd name="connsiteY5" fmla="*/ 62430 h 158937"/>
                <a:gd name="connsiteX6" fmla="*/ 137743 w 167950"/>
                <a:gd name="connsiteY6" fmla="*/ 19883 h 158937"/>
                <a:gd name="connsiteX7" fmla="*/ 146247 w 167950"/>
                <a:gd name="connsiteY7" fmla="*/ 22696 h 158937"/>
                <a:gd name="connsiteX8" fmla="*/ 155814 w 167950"/>
                <a:gd name="connsiteY8" fmla="*/ 25860 h 158937"/>
                <a:gd name="connsiteX9" fmla="*/ 168215 w 167950"/>
                <a:gd name="connsiteY9" fmla="*/ 13202 h 158937"/>
                <a:gd name="connsiteX10" fmla="*/ 153688 w 167950"/>
                <a:gd name="connsiteY10" fmla="*/ 191 h 158937"/>
                <a:gd name="connsiteX11" fmla="*/ 100184 w 167950"/>
                <a:gd name="connsiteY11" fmla="*/ 50475 h 158937"/>
                <a:gd name="connsiteX12" fmla="*/ 96287 w 167950"/>
                <a:gd name="connsiteY12" fmla="*/ 31135 h 158937"/>
                <a:gd name="connsiteX13" fmla="*/ 77862 w 167950"/>
                <a:gd name="connsiteY13" fmla="*/ 191 h 158937"/>
                <a:gd name="connsiteX14" fmla="*/ 36405 w 167950"/>
                <a:gd name="connsiteY14" fmla="*/ 10389 h 158937"/>
                <a:gd name="connsiteX15" fmla="*/ 32508 w 167950"/>
                <a:gd name="connsiteY15" fmla="*/ 11795 h 158937"/>
                <a:gd name="connsiteX16" fmla="*/ 33925 w 167950"/>
                <a:gd name="connsiteY16" fmla="*/ 17070 h 158937"/>
                <a:gd name="connsiteX17" fmla="*/ 53767 w 167950"/>
                <a:gd name="connsiteY17" fmla="*/ 13202 h 158937"/>
                <a:gd name="connsiteX18" fmla="*/ 69712 w 167950"/>
                <a:gd name="connsiteY18" fmla="*/ 37464 h 158937"/>
                <a:gd name="connsiteX19" fmla="*/ 79988 w 167950"/>
                <a:gd name="connsiteY19" fmla="*/ 80715 h 158937"/>
                <a:gd name="connsiteX20" fmla="*/ 50933 w 167950"/>
                <a:gd name="connsiteY20" fmla="*/ 121856 h 158937"/>
                <a:gd name="connsiteX21" fmla="*/ 32862 w 167950"/>
                <a:gd name="connsiteY21" fmla="*/ 138734 h 158937"/>
                <a:gd name="connsiteX22" fmla="*/ 23650 w 167950"/>
                <a:gd name="connsiteY22" fmla="*/ 135569 h 158937"/>
                <a:gd name="connsiteX23" fmla="*/ 12311 w 167950"/>
                <a:gd name="connsiteY23" fmla="*/ 132053 h 158937"/>
                <a:gd name="connsiteX24" fmla="*/ 264 w 167950"/>
                <a:gd name="connsiteY24" fmla="*/ 144360 h 158937"/>
                <a:gd name="connsiteX25" fmla="*/ 17980 w 167950"/>
                <a:gd name="connsiteY25" fmla="*/ 159129 h 158937"/>
                <a:gd name="connsiteX26" fmla="*/ 50933 w 167950"/>
                <a:gd name="connsiteY26" fmla="*/ 134514 h 158937"/>
                <a:gd name="connsiteX27" fmla="*/ 82822 w 167950"/>
                <a:gd name="connsiteY27" fmla="*/ 93374 h 158937"/>
                <a:gd name="connsiteX28" fmla="*/ 93452 w 167950"/>
                <a:gd name="connsiteY28" fmla="*/ 135569 h 158937"/>
                <a:gd name="connsiteX29" fmla="*/ 114003 w 167950"/>
                <a:gd name="connsiteY29" fmla="*/ 159129 h 158937"/>
                <a:gd name="connsiteX30" fmla="*/ 157231 w 167950"/>
                <a:gd name="connsiteY30" fmla="*/ 119043 h 158937"/>
                <a:gd name="connsiteX31" fmla="*/ 152270 w 167950"/>
                <a:gd name="connsiteY31" fmla="*/ 116230 h 1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0" h="158937">
                  <a:moveTo>
                    <a:pt x="152270" y="116230"/>
                  </a:moveTo>
                  <a:cubicBezTo>
                    <a:pt x="149436" y="119394"/>
                    <a:pt x="147664" y="121504"/>
                    <a:pt x="144475" y="125724"/>
                  </a:cubicBezTo>
                  <a:cubicBezTo>
                    <a:pt x="136326" y="136273"/>
                    <a:pt x="132074" y="139789"/>
                    <a:pt x="128176" y="139789"/>
                  </a:cubicBezTo>
                  <a:cubicBezTo>
                    <a:pt x="122861" y="139789"/>
                    <a:pt x="119672" y="135218"/>
                    <a:pt x="117192" y="125372"/>
                  </a:cubicBezTo>
                  <a:cubicBezTo>
                    <a:pt x="116483" y="122559"/>
                    <a:pt x="116129" y="120449"/>
                    <a:pt x="115775" y="119394"/>
                  </a:cubicBezTo>
                  <a:cubicBezTo>
                    <a:pt x="106916" y="83880"/>
                    <a:pt x="103019" y="67704"/>
                    <a:pt x="103019" y="62430"/>
                  </a:cubicBezTo>
                  <a:cubicBezTo>
                    <a:pt x="118609" y="35354"/>
                    <a:pt x="131365" y="19883"/>
                    <a:pt x="137743" y="19883"/>
                  </a:cubicBezTo>
                  <a:cubicBezTo>
                    <a:pt x="139869" y="19883"/>
                    <a:pt x="142703" y="20938"/>
                    <a:pt x="146247" y="22696"/>
                  </a:cubicBezTo>
                  <a:cubicBezTo>
                    <a:pt x="150499" y="25157"/>
                    <a:pt x="152979" y="25860"/>
                    <a:pt x="155814" y="25860"/>
                  </a:cubicBezTo>
                  <a:cubicBezTo>
                    <a:pt x="163254" y="25860"/>
                    <a:pt x="168215" y="20586"/>
                    <a:pt x="168215" y="13202"/>
                  </a:cubicBezTo>
                  <a:cubicBezTo>
                    <a:pt x="168215" y="5817"/>
                    <a:pt x="162191" y="191"/>
                    <a:pt x="153688" y="191"/>
                  </a:cubicBezTo>
                  <a:cubicBezTo>
                    <a:pt x="138097" y="191"/>
                    <a:pt x="124633" y="12850"/>
                    <a:pt x="100184" y="50475"/>
                  </a:cubicBezTo>
                  <a:lnTo>
                    <a:pt x="96287" y="31135"/>
                  </a:lnTo>
                  <a:cubicBezTo>
                    <a:pt x="91326" y="7224"/>
                    <a:pt x="87428" y="191"/>
                    <a:pt x="77862" y="191"/>
                  </a:cubicBezTo>
                  <a:cubicBezTo>
                    <a:pt x="70066" y="191"/>
                    <a:pt x="58019" y="3356"/>
                    <a:pt x="36405" y="10389"/>
                  </a:cubicBezTo>
                  <a:lnTo>
                    <a:pt x="32508" y="11795"/>
                  </a:lnTo>
                  <a:lnTo>
                    <a:pt x="33925" y="17070"/>
                  </a:lnTo>
                  <a:cubicBezTo>
                    <a:pt x="47390" y="13905"/>
                    <a:pt x="50579" y="13202"/>
                    <a:pt x="53767" y="13202"/>
                  </a:cubicBezTo>
                  <a:cubicBezTo>
                    <a:pt x="62626" y="13202"/>
                    <a:pt x="64752" y="16366"/>
                    <a:pt x="69712" y="37464"/>
                  </a:cubicBezTo>
                  <a:lnTo>
                    <a:pt x="79988" y="80715"/>
                  </a:lnTo>
                  <a:lnTo>
                    <a:pt x="50933" y="121856"/>
                  </a:lnTo>
                  <a:cubicBezTo>
                    <a:pt x="43846" y="132405"/>
                    <a:pt x="36760" y="138734"/>
                    <a:pt x="32862" y="138734"/>
                  </a:cubicBezTo>
                  <a:cubicBezTo>
                    <a:pt x="30736" y="138734"/>
                    <a:pt x="27193" y="137679"/>
                    <a:pt x="23650" y="135569"/>
                  </a:cubicBezTo>
                  <a:cubicBezTo>
                    <a:pt x="19043" y="133108"/>
                    <a:pt x="15146" y="132053"/>
                    <a:pt x="12311" y="132053"/>
                  </a:cubicBezTo>
                  <a:cubicBezTo>
                    <a:pt x="5579" y="132053"/>
                    <a:pt x="264" y="137327"/>
                    <a:pt x="264" y="144360"/>
                  </a:cubicBezTo>
                  <a:cubicBezTo>
                    <a:pt x="264" y="153502"/>
                    <a:pt x="7351" y="159129"/>
                    <a:pt x="17980" y="159129"/>
                  </a:cubicBezTo>
                  <a:cubicBezTo>
                    <a:pt x="28965" y="159129"/>
                    <a:pt x="33217" y="155964"/>
                    <a:pt x="50933" y="134514"/>
                  </a:cubicBezTo>
                  <a:cubicBezTo>
                    <a:pt x="60500" y="123262"/>
                    <a:pt x="67941" y="113768"/>
                    <a:pt x="82822" y="93374"/>
                  </a:cubicBezTo>
                  <a:lnTo>
                    <a:pt x="93452" y="135569"/>
                  </a:lnTo>
                  <a:cubicBezTo>
                    <a:pt x="98058" y="153502"/>
                    <a:pt x="102665" y="159129"/>
                    <a:pt x="114003" y="159129"/>
                  </a:cubicBezTo>
                  <a:cubicBezTo>
                    <a:pt x="127467" y="159129"/>
                    <a:pt x="136680" y="150689"/>
                    <a:pt x="157231" y="119043"/>
                  </a:cubicBezTo>
                  <a:lnTo>
                    <a:pt x="152270" y="11623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7" name="Freeform: Shape 4586">
              <a:extLst>
                <a:ext uri="{FF2B5EF4-FFF2-40B4-BE49-F238E27FC236}">
                  <a16:creationId xmlns:a16="http://schemas.microsoft.com/office/drawing/2014/main" id="{FFA2AF99-9464-D560-89E0-29ED0C1F2B8A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12258488" y="7749183"/>
              <a:ext cx="216493" cy="14065"/>
            </a:xfrm>
            <a:custGeom>
              <a:avLst/>
              <a:gdLst>
                <a:gd name="connsiteX0" fmla="*/ 204362 w 216493"/>
                <a:gd name="connsiteY0" fmla="*/ 14257 h 14065"/>
                <a:gd name="connsiteX1" fmla="*/ 216764 w 216493"/>
                <a:gd name="connsiteY1" fmla="*/ 7224 h 14065"/>
                <a:gd name="connsiteX2" fmla="*/ 204362 w 216493"/>
                <a:gd name="connsiteY2" fmla="*/ 191 h 14065"/>
                <a:gd name="connsiteX3" fmla="*/ 12671 w 216493"/>
                <a:gd name="connsiteY3" fmla="*/ 191 h 14065"/>
                <a:gd name="connsiteX4" fmla="*/ 270 w 216493"/>
                <a:gd name="connsiteY4" fmla="*/ 7224 h 14065"/>
                <a:gd name="connsiteX5" fmla="*/ 12671 w 216493"/>
                <a:gd name="connsiteY5" fmla="*/ 14257 h 14065"/>
                <a:gd name="connsiteX6" fmla="*/ 204362 w 216493"/>
                <a:gd name="connsiteY6" fmla="*/ 14257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62" y="14257"/>
                  </a:moveTo>
                  <a:cubicBezTo>
                    <a:pt x="210386" y="14257"/>
                    <a:pt x="216764" y="14257"/>
                    <a:pt x="216764" y="7224"/>
                  </a:cubicBezTo>
                  <a:cubicBezTo>
                    <a:pt x="216764" y="191"/>
                    <a:pt x="210386" y="191"/>
                    <a:pt x="204362" y="191"/>
                  </a:cubicBezTo>
                  <a:lnTo>
                    <a:pt x="12671" y="191"/>
                  </a:lnTo>
                  <a:cubicBezTo>
                    <a:pt x="6648" y="191"/>
                    <a:pt x="270" y="191"/>
                    <a:pt x="270" y="7224"/>
                  </a:cubicBezTo>
                  <a:cubicBezTo>
                    <a:pt x="270" y="14257"/>
                    <a:pt x="6648" y="14257"/>
                    <a:pt x="12671" y="14257"/>
                  </a:cubicBezTo>
                  <a:lnTo>
                    <a:pt x="204362" y="14257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8" name="Freeform: Shape 4587">
              <a:extLst>
                <a:ext uri="{FF2B5EF4-FFF2-40B4-BE49-F238E27FC236}">
                  <a16:creationId xmlns:a16="http://schemas.microsoft.com/office/drawing/2014/main" id="{2A46EE8F-BA41-3B1D-5F27-4AA7D492E58C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12561901" y="7611344"/>
              <a:ext cx="152006" cy="235592"/>
            </a:xfrm>
            <a:custGeom>
              <a:avLst/>
              <a:gdLst>
                <a:gd name="connsiteX0" fmla="*/ 152285 w 152006"/>
                <a:gd name="connsiteY0" fmla="*/ 191 h 235592"/>
                <a:gd name="connsiteX1" fmla="*/ 21184 w 152006"/>
                <a:gd name="connsiteY1" fmla="*/ 191 h 235592"/>
                <a:gd name="connsiteX2" fmla="*/ 279 w 152006"/>
                <a:gd name="connsiteY2" fmla="*/ 51881 h 235592"/>
                <a:gd name="connsiteX3" fmla="*/ 6303 w 152006"/>
                <a:gd name="connsiteY3" fmla="*/ 54694 h 235592"/>
                <a:gd name="connsiteX4" fmla="*/ 47405 w 152006"/>
                <a:gd name="connsiteY4" fmla="*/ 26212 h 235592"/>
                <a:gd name="connsiteX5" fmla="*/ 124293 w 152006"/>
                <a:gd name="connsiteY5" fmla="*/ 26212 h 235592"/>
                <a:gd name="connsiteX6" fmla="*/ 54137 w 152006"/>
                <a:gd name="connsiteY6" fmla="*/ 235784 h 235592"/>
                <a:gd name="connsiteX7" fmla="*/ 77168 w 152006"/>
                <a:gd name="connsiteY7" fmla="*/ 235784 h 235592"/>
                <a:gd name="connsiteX8" fmla="*/ 152285 w 152006"/>
                <a:gd name="connsiteY8" fmla="*/ 5817 h 235592"/>
                <a:gd name="connsiteX9" fmla="*/ 152285 w 152006"/>
                <a:gd name="connsiteY9" fmla="*/ 191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85" y="191"/>
                  </a:moveTo>
                  <a:lnTo>
                    <a:pt x="21184" y="191"/>
                  </a:lnTo>
                  <a:lnTo>
                    <a:pt x="279" y="51881"/>
                  </a:lnTo>
                  <a:lnTo>
                    <a:pt x="6303" y="54694"/>
                  </a:lnTo>
                  <a:cubicBezTo>
                    <a:pt x="21539" y="30783"/>
                    <a:pt x="27917" y="26212"/>
                    <a:pt x="47405" y="26212"/>
                  </a:cubicBezTo>
                  <a:lnTo>
                    <a:pt x="124293" y="26212"/>
                  </a:lnTo>
                  <a:lnTo>
                    <a:pt x="54137" y="235784"/>
                  </a:lnTo>
                  <a:lnTo>
                    <a:pt x="77168" y="235784"/>
                  </a:lnTo>
                  <a:lnTo>
                    <a:pt x="152285" y="5817"/>
                  </a:lnTo>
                  <a:lnTo>
                    <a:pt x="152285" y="191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89" name="Freeform: Shape 4588">
              <a:extLst>
                <a:ext uri="{FF2B5EF4-FFF2-40B4-BE49-F238E27FC236}">
                  <a16:creationId xmlns:a16="http://schemas.microsoft.com/office/drawing/2014/main" id="{F6698C51-884E-4543-CF6C-39CE68DD9337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12752839" y="7580400"/>
              <a:ext cx="82203" cy="351631"/>
            </a:xfrm>
            <a:custGeom>
              <a:avLst/>
              <a:gdLst>
                <a:gd name="connsiteX0" fmla="*/ 82488 w 82203"/>
                <a:gd name="connsiteY0" fmla="*/ 176007 h 351631"/>
                <a:gd name="connsiteX1" fmla="*/ 59102 w 82203"/>
                <a:gd name="connsiteY1" fmla="*/ 66298 h 351631"/>
                <a:gd name="connsiteX2" fmla="*/ 3827 w 82203"/>
                <a:gd name="connsiteY2" fmla="*/ 191 h 351631"/>
                <a:gd name="connsiteX3" fmla="*/ 284 w 82203"/>
                <a:gd name="connsiteY3" fmla="*/ 3708 h 351631"/>
                <a:gd name="connsiteX4" fmla="*/ 7016 w 82203"/>
                <a:gd name="connsiteY4" fmla="*/ 11795 h 351631"/>
                <a:gd name="connsiteX5" fmla="*/ 61937 w 82203"/>
                <a:gd name="connsiteY5" fmla="*/ 176007 h 351631"/>
                <a:gd name="connsiteX6" fmla="*/ 4890 w 82203"/>
                <a:gd name="connsiteY6" fmla="*/ 342328 h 351631"/>
                <a:gd name="connsiteX7" fmla="*/ 284 w 82203"/>
                <a:gd name="connsiteY7" fmla="*/ 348306 h 351631"/>
                <a:gd name="connsiteX8" fmla="*/ 3827 w 82203"/>
                <a:gd name="connsiteY8" fmla="*/ 351822 h 351631"/>
                <a:gd name="connsiteX9" fmla="*/ 60165 w 82203"/>
                <a:gd name="connsiteY9" fmla="*/ 283254 h 351631"/>
                <a:gd name="connsiteX10" fmla="*/ 82488 w 82203"/>
                <a:gd name="connsiteY10" fmla="*/ 176007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88" y="176007"/>
                  </a:moveTo>
                  <a:cubicBezTo>
                    <a:pt x="82488" y="148580"/>
                    <a:pt x="78590" y="106032"/>
                    <a:pt x="59102" y="66298"/>
                  </a:cubicBezTo>
                  <a:cubicBezTo>
                    <a:pt x="37843" y="23047"/>
                    <a:pt x="7371" y="191"/>
                    <a:pt x="3827" y="191"/>
                  </a:cubicBezTo>
                  <a:cubicBezTo>
                    <a:pt x="1701" y="191"/>
                    <a:pt x="284" y="1598"/>
                    <a:pt x="284" y="3708"/>
                  </a:cubicBezTo>
                  <a:cubicBezTo>
                    <a:pt x="284" y="4763"/>
                    <a:pt x="284" y="5466"/>
                    <a:pt x="7016" y="11795"/>
                  </a:cubicBezTo>
                  <a:cubicBezTo>
                    <a:pt x="41740" y="46607"/>
                    <a:pt x="61937" y="102516"/>
                    <a:pt x="61937" y="176007"/>
                  </a:cubicBezTo>
                  <a:cubicBezTo>
                    <a:pt x="61937" y="236136"/>
                    <a:pt x="48827" y="298023"/>
                    <a:pt x="4890" y="342328"/>
                  </a:cubicBezTo>
                  <a:cubicBezTo>
                    <a:pt x="284" y="346548"/>
                    <a:pt x="284" y="347251"/>
                    <a:pt x="284" y="348306"/>
                  </a:cubicBezTo>
                  <a:cubicBezTo>
                    <a:pt x="284" y="350416"/>
                    <a:pt x="1701" y="351822"/>
                    <a:pt x="3827" y="351822"/>
                  </a:cubicBezTo>
                  <a:cubicBezTo>
                    <a:pt x="7371" y="351822"/>
                    <a:pt x="39260" y="327912"/>
                    <a:pt x="60165" y="283254"/>
                  </a:cubicBezTo>
                  <a:cubicBezTo>
                    <a:pt x="78236" y="244575"/>
                    <a:pt x="82488" y="205544"/>
                    <a:pt x="82488" y="176007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0" name="Freeform: Shape 4589">
              <a:extLst>
                <a:ext uri="{FF2B5EF4-FFF2-40B4-BE49-F238E27FC236}">
                  <a16:creationId xmlns:a16="http://schemas.microsoft.com/office/drawing/2014/main" id="{24DD343E-421F-2591-3F8B-387C1C60762B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8525620" y="7987772"/>
              <a:ext cx="4738373" cy="14114"/>
            </a:xfrm>
            <a:custGeom>
              <a:avLst/>
              <a:gdLst>
                <a:gd name="connsiteX0" fmla="*/ 0 w 4738373"/>
                <a:gd name="connsiteY0" fmla="*/ 0 h 14114"/>
                <a:gd name="connsiteX1" fmla="*/ 4738373 w 4738373"/>
                <a:gd name="connsiteY1" fmla="*/ 0 h 14114"/>
                <a:gd name="connsiteX2" fmla="*/ 4738373 w 4738373"/>
                <a:gd name="connsiteY2" fmla="*/ 14114 h 14114"/>
                <a:gd name="connsiteX3" fmla="*/ -1 w 4738373"/>
                <a:gd name="connsiteY3" fmla="*/ 14114 h 1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8373" h="14114">
                  <a:moveTo>
                    <a:pt x="0" y="0"/>
                  </a:moveTo>
                  <a:lnTo>
                    <a:pt x="4738373" y="0"/>
                  </a:lnTo>
                  <a:lnTo>
                    <a:pt x="4738373" y="14114"/>
                  </a:lnTo>
                  <a:lnTo>
                    <a:pt x="-1" y="1411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2" name="Freeform: Shape 4591">
              <a:extLst>
                <a:ext uri="{FF2B5EF4-FFF2-40B4-BE49-F238E27FC236}">
                  <a16:creationId xmlns:a16="http://schemas.microsoft.com/office/drawing/2014/main" id="{1E759473-EC0F-4DF3-C072-C075C4AEF390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8560699" y="8061467"/>
              <a:ext cx="82203" cy="351631"/>
            </a:xfrm>
            <a:custGeom>
              <a:avLst/>
              <a:gdLst>
                <a:gd name="connsiteX0" fmla="*/ 82370 w 82203"/>
                <a:gd name="connsiteY0" fmla="*/ 348320 h 351631"/>
                <a:gd name="connsiteX1" fmla="*/ 76346 w 82203"/>
                <a:gd name="connsiteY1" fmla="*/ 340584 h 351631"/>
                <a:gd name="connsiteX2" fmla="*/ 20717 w 82203"/>
                <a:gd name="connsiteY2" fmla="*/ 176020 h 351631"/>
                <a:gd name="connsiteX3" fmla="*/ 77764 w 82203"/>
                <a:gd name="connsiteY3" fmla="*/ 9699 h 351631"/>
                <a:gd name="connsiteX4" fmla="*/ 82370 w 82203"/>
                <a:gd name="connsiteY4" fmla="*/ 3721 h 351631"/>
                <a:gd name="connsiteX5" fmla="*/ 78827 w 82203"/>
                <a:gd name="connsiteY5" fmla="*/ 205 h 351631"/>
                <a:gd name="connsiteX6" fmla="*/ 22489 w 82203"/>
                <a:gd name="connsiteY6" fmla="*/ 68773 h 351631"/>
                <a:gd name="connsiteX7" fmla="*/ 166 w 82203"/>
                <a:gd name="connsiteY7" fmla="*/ 176020 h 351631"/>
                <a:gd name="connsiteX8" fmla="*/ 23552 w 82203"/>
                <a:gd name="connsiteY8" fmla="*/ 285729 h 351631"/>
                <a:gd name="connsiteX9" fmla="*/ 78827 w 82203"/>
                <a:gd name="connsiteY9" fmla="*/ 351836 h 351631"/>
                <a:gd name="connsiteX10" fmla="*/ 82370 w 82203"/>
                <a:gd name="connsiteY10" fmla="*/ 3483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70" y="348320"/>
                  </a:moveTo>
                  <a:cubicBezTo>
                    <a:pt x="82370" y="347265"/>
                    <a:pt x="82370" y="346562"/>
                    <a:pt x="76346" y="340584"/>
                  </a:cubicBezTo>
                  <a:cubicBezTo>
                    <a:pt x="32056" y="296278"/>
                    <a:pt x="20717" y="229820"/>
                    <a:pt x="20717" y="176020"/>
                  </a:cubicBezTo>
                  <a:cubicBezTo>
                    <a:pt x="20717" y="114837"/>
                    <a:pt x="34182" y="53653"/>
                    <a:pt x="77764" y="9699"/>
                  </a:cubicBezTo>
                  <a:cubicBezTo>
                    <a:pt x="82370" y="5479"/>
                    <a:pt x="82370" y="4776"/>
                    <a:pt x="82370" y="3721"/>
                  </a:cubicBezTo>
                  <a:cubicBezTo>
                    <a:pt x="82370" y="1260"/>
                    <a:pt x="80953" y="205"/>
                    <a:pt x="78827" y="205"/>
                  </a:cubicBezTo>
                  <a:cubicBezTo>
                    <a:pt x="75283" y="205"/>
                    <a:pt x="43394" y="24116"/>
                    <a:pt x="22489" y="68773"/>
                  </a:cubicBezTo>
                  <a:cubicBezTo>
                    <a:pt x="4418" y="107452"/>
                    <a:pt x="166" y="146483"/>
                    <a:pt x="166" y="176020"/>
                  </a:cubicBezTo>
                  <a:cubicBezTo>
                    <a:pt x="166" y="203448"/>
                    <a:pt x="4064" y="245995"/>
                    <a:pt x="23552" y="285729"/>
                  </a:cubicBezTo>
                  <a:cubicBezTo>
                    <a:pt x="44811" y="328980"/>
                    <a:pt x="75283" y="351836"/>
                    <a:pt x="78827" y="351836"/>
                  </a:cubicBezTo>
                  <a:cubicBezTo>
                    <a:pt x="80953" y="351836"/>
                    <a:pt x="82370" y="350781"/>
                    <a:pt x="82370" y="3483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3" name="Freeform: Shape 4592">
              <a:extLst>
                <a:ext uri="{FF2B5EF4-FFF2-40B4-BE49-F238E27FC236}">
                  <a16:creationId xmlns:a16="http://schemas.microsoft.com/office/drawing/2014/main" id="{D393E287-7F8F-D727-1E99-A6D101D136C9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8702941" y="8087487"/>
              <a:ext cx="100274" cy="237702"/>
            </a:xfrm>
            <a:custGeom>
              <a:avLst/>
              <a:gdLst>
                <a:gd name="connsiteX0" fmla="*/ 63949 w 100274"/>
                <a:gd name="connsiteY0" fmla="*/ 205 h 237702"/>
                <a:gd name="connsiteX1" fmla="*/ 170 w 100274"/>
                <a:gd name="connsiteY1" fmla="*/ 32203 h 237702"/>
                <a:gd name="connsiteX2" fmla="*/ 170 w 100274"/>
                <a:gd name="connsiteY2" fmla="*/ 37126 h 237702"/>
                <a:gd name="connsiteX3" fmla="*/ 9737 w 100274"/>
                <a:gd name="connsiteY3" fmla="*/ 33258 h 237702"/>
                <a:gd name="connsiteX4" fmla="*/ 25682 w 100274"/>
                <a:gd name="connsiteY4" fmla="*/ 29390 h 237702"/>
                <a:gd name="connsiteX5" fmla="*/ 36311 w 100274"/>
                <a:gd name="connsiteY5" fmla="*/ 45917 h 237702"/>
                <a:gd name="connsiteX6" fmla="*/ 36311 w 100274"/>
                <a:gd name="connsiteY6" fmla="*/ 205206 h 237702"/>
                <a:gd name="connsiteX7" fmla="*/ 27808 w 100274"/>
                <a:gd name="connsiteY7" fmla="*/ 228062 h 237702"/>
                <a:gd name="connsiteX8" fmla="*/ 2650 w 100274"/>
                <a:gd name="connsiteY8" fmla="*/ 232633 h 237702"/>
                <a:gd name="connsiteX9" fmla="*/ 2650 w 100274"/>
                <a:gd name="connsiteY9" fmla="*/ 237908 h 237702"/>
                <a:gd name="connsiteX10" fmla="*/ 100445 w 100274"/>
                <a:gd name="connsiteY10" fmla="*/ 237908 h 237702"/>
                <a:gd name="connsiteX11" fmla="*/ 100445 w 100274"/>
                <a:gd name="connsiteY11" fmla="*/ 232633 h 237702"/>
                <a:gd name="connsiteX12" fmla="*/ 66784 w 100274"/>
                <a:gd name="connsiteY12" fmla="*/ 211887 h 237702"/>
                <a:gd name="connsiteX13" fmla="*/ 66784 w 100274"/>
                <a:gd name="connsiteY13" fmla="*/ 908 h 237702"/>
                <a:gd name="connsiteX14" fmla="*/ 63949 w 100274"/>
                <a:gd name="connsiteY14" fmla="*/ 20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49" y="205"/>
                  </a:moveTo>
                  <a:lnTo>
                    <a:pt x="170" y="32203"/>
                  </a:lnTo>
                  <a:lnTo>
                    <a:pt x="170" y="37126"/>
                  </a:lnTo>
                  <a:cubicBezTo>
                    <a:pt x="4422" y="35368"/>
                    <a:pt x="8320" y="33962"/>
                    <a:pt x="9737" y="33258"/>
                  </a:cubicBezTo>
                  <a:cubicBezTo>
                    <a:pt x="16115" y="30797"/>
                    <a:pt x="22138" y="29390"/>
                    <a:pt x="25682" y="29390"/>
                  </a:cubicBezTo>
                  <a:cubicBezTo>
                    <a:pt x="33122" y="29390"/>
                    <a:pt x="36311" y="34665"/>
                    <a:pt x="36311" y="45917"/>
                  </a:cubicBezTo>
                  <a:lnTo>
                    <a:pt x="36311" y="205206"/>
                  </a:lnTo>
                  <a:cubicBezTo>
                    <a:pt x="36311" y="216810"/>
                    <a:pt x="33477" y="224897"/>
                    <a:pt x="27808" y="228062"/>
                  </a:cubicBezTo>
                  <a:cubicBezTo>
                    <a:pt x="22493" y="231227"/>
                    <a:pt x="17532" y="232281"/>
                    <a:pt x="2650" y="232633"/>
                  </a:cubicBezTo>
                  <a:lnTo>
                    <a:pt x="2650" y="237908"/>
                  </a:lnTo>
                  <a:lnTo>
                    <a:pt x="100445" y="237908"/>
                  </a:lnTo>
                  <a:lnTo>
                    <a:pt x="100445" y="232633"/>
                  </a:lnTo>
                  <a:cubicBezTo>
                    <a:pt x="72453" y="232281"/>
                    <a:pt x="66784" y="228765"/>
                    <a:pt x="66784" y="211887"/>
                  </a:cubicBezTo>
                  <a:lnTo>
                    <a:pt x="66784" y="908"/>
                  </a:lnTo>
                  <a:lnTo>
                    <a:pt x="63949" y="20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4" name="Freeform: Shape 4593">
              <a:extLst>
                <a:ext uri="{FF2B5EF4-FFF2-40B4-BE49-F238E27FC236}">
                  <a16:creationId xmlns:a16="http://schemas.microsoft.com/office/drawing/2014/main" id="{13B2AD21-16A6-B0C9-CD1D-750BCF279F6E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8856674" y="8087487"/>
              <a:ext cx="137833" cy="242625"/>
            </a:xfrm>
            <a:custGeom>
              <a:avLst/>
              <a:gdLst>
                <a:gd name="connsiteX0" fmla="*/ 39151 w 137833"/>
                <a:gd name="connsiteY0" fmla="*/ 121869 h 242625"/>
                <a:gd name="connsiteX1" fmla="*/ 76710 w 137833"/>
                <a:gd name="connsiteY1" fmla="*/ 125737 h 242625"/>
                <a:gd name="connsiteX2" fmla="*/ 112497 w 137833"/>
                <a:gd name="connsiteY2" fmla="*/ 177779 h 242625"/>
                <a:gd name="connsiteX3" fmla="*/ 66080 w 137833"/>
                <a:gd name="connsiteY3" fmla="*/ 230172 h 242625"/>
                <a:gd name="connsiteX4" fmla="*/ 36316 w 137833"/>
                <a:gd name="connsiteY4" fmla="*/ 219271 h 242625"/>
                <a:gd name="connsiteX5" fmla="*/ 13640 w 137833"/>
                <a:gd name="connsiteY5" fmla="*/ 210480 h 242625"/>
                <a:gd name="connsiteX6" fmla="*/ 175 w 137833"/>
                <a:gd name="connsiteY6" fmla="*/ 222787 h 242625"/>
                <a:gd name="connsiteX7" fmla="*/ 40214 w 137833"/>
                <a:gd name="connsiteY7" fmla="*/ 242830 h 242625"/>
                <a:gd name="connsiteX8" fmla="*/ 112142 w 137833"/>
                <a:gd name="connsiteY8" fmla="*/ 219271 h 242625"/>
                <a:gd name="connsiteX9" fmla="*/ 138008 w 137833"/>
                <a:gd name="connsiteY9" fmla="*/ 160900 h 242625"/>
                <a:gd name="connsiteX10" fmla="*/ 122063 w 137833"/>
                <a:gd name="connsiteY10" fmla="*/ 115540 h 242625"/>
                <a:gd name="connsiteX11" fmla="*/ 92654 w 137833"/>
                <a:gd name="connsiteY11" fmla="*/ 96903 h 242625"/>
                <a:gd name="connsiteX12" fmla="*/ 125961 w 137833"/>
                <a:gd name="connsiteY12" fmla="*/ 48378 h 242625"/>
                <a:gd name="connsiteX13" fmla="*/ 70686 w 137833"/>
                <a:gd name="connsiteY13" fmla="*/ 205 h 242625"/>
                <a:gd name="connsiteX14" fmla="*/ 24624 w 137833"/>
                <a:gd name="connsiteY14" fmla="*/ 17435 h 242625"/>
                <a:gd name="connsiteX15" fmla="*/ 884 w 137833"/>
                <a:gd name="connsiteY15" fmla="*/ 57169 h 242625"/>
                <a:gd name="connsiteX16" fmla="*/ 6199 w 137833"/>
                <a:gd name="connsiteY16" fmla="*/ 58576 h 242625"/>
                <a:gd name="connsiteX17" fmla="*/ 58993 w 137833"/>
                <a:gd name="connsiteY17" fmla="*/ 21303 h 242625"/>
                <a:gd name="connsiteX18" fmla="*/ 97969 w 137833"/>
                <a:gd name="connsiteY18" fmla="*/ 58927 h 242625"/>
                <a:gd name="connsiteX19" fmla="*/ 83796 w 137833"/>
                <a:gd name="connsiteY19" fmla="*/ 93036 h 242625"/>
                <a:gd name="connsiteX20" fmla="*/ 39151 w 137833"/>
                <a:gd name="connsiteY20" fmla="*/ 117298 h 242625"/>
                <a:gd name="connsiteX21" fmla="*/ 39151 w 137833"/>
                <a:gd name="connsiteY21" fmla="*/ 12186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51" y="121869"/>
                  </a:moveTo>
                  <a:cubicBezTo>
                    <a:pt x="60056" y="121869"/>
                    <a:pt x="68206" y="122573"/>
                    <a:pt x="76710" y="125737"/>
                  </a:cubicBezTo>
                  <a:cubicBezTo>
                    <a:pt x="98678" y="133473"/>
                    <a:pt x="112497" y="153516"/>
                    <a:pt x="112497" y="177779"/>
                  </a:cubicBezTo>
                  <a:cubicBezTo>
                    <a:pt x="112497" y="207316"/>
                    <a:pt x="92300" y="230172"/>
                    <a:pt x="66080" y="230172"/>
                  </a:cubicBezTo>
                  <a:cubicBezTo>
                    <a:pt x="56513" y="230172"/>
                    <a:pt x="49426" y="227710"/>
                    <a:pt x="36316" y="219271"/>
                  </a:cubicBezTo>
                  <a:cubicBezTo>
                    <a:pt x="25687" y="212942"/>
                    <a:pt x="19663" y="210480"/>
                    <a:pt x="13640" y="210480"/>
                  </a:cubicBezTo>
                  <a:cubicBezTo>
                    <a:pt x="5490" y="210480"/>
                    <a:pt x="175" y="215403"/>
                    <a:pt x="175" y="222787"/>
                  </a:cubicBezTo>
                  <a:cubicBezTo>
                    <a:pt x="175" y="235094"/>
                    <a:pt x="15411" y="242830"/>
                    <a:pt x="40214" y="242830"/>
                  </a:cubicBezTo>
                  <a:cubicBezTo>
                    <a:pt x="67497" y="242830"/>
                    <a:pt x="95489" y="233688"/>
                    <a:pt x="112142" y="219271"/>
                  </a:cubicBezTo>
                  <a:cubicBezTo>
                    <a:pt x="128796" y="204854"/>
                    <a:pt x="138008" y="184460"/>
                    <a:pt x="138008" y="160900"/>
                  </a:cubicBezTo>
                  <a:cubicBezTo>
                    <a:pt x="138008" y="142967"/>
                    <a:pt x="132339" y="126440"/>
                    <a:pt x="122063" y="115540"/>
                  </a:cubicBezTo>
                  <a:cubicBezTo>
                    <a:pt x="114977" y="107804"/>
                    <a:pt x="108245" y="103584"/>
                    <a:pt x="92654" y="96903"/>
                  </a:cubicBezTo>
                  <a:cubicBezTo>
                    <a:pt x="117103" y="80377"/>
                    <a:pt x="125961" y="67366"/>
                    <a:pt x="125961" y="48378"/>
                  </a:cubicBezTo>
                  <a:cubicBezTo>
                    <a:pt x="125961" y="19896"/>
                    <a:pt x="103284" y="205"/>
                    <a:pt x="70686" y="205"/>
                  </a:cubicBezTo>
                  <a:cubicBezTo>
                    <a:pt x="52970" y="205"/>
                    <a:pt x="37379" y="6183"/>
                    <a:pt x="24624" y="17435"/>
                  </a:cubicBezTo>
                  <a:cubicBezTo>
                    <a:pt x="13994" y="26929"/>
                    <a:pt x="8679" y="36071"/>
                    <a:pt x="884" y="57169"/>
                  </a:cubicBezTo>
                  <a:lnTo>
                    <a:pt x="6199" y="58576"/>
                  </a:lnTo>
                  <a:cubicBezTo>
                    <a:pt x="20726" y="32907"/>
                    <a:pt x="36671" y="21303"/>
                    <a:pt x="58993" y="21303"/>
                  </a:cubicBezTo>
                  <a:cubicBezTo>
                    <a:pt x="82025" y="21303"/>
                    <a:pt x="97969" y="36775"/>
                    <a:pt x="97969" y="58927"/>
                  </a:cubicBezTo>
                  <a:cubicBezTo>
                    <a:pt x="97969" y="71586"/>
                    <a:pt x="92654" y="84245"/>
                    <a:pt x="83796" y="93036"/>
                  </a:cubicBezTo>
                  <a:cubicBezTo>
                    <a:pt x="73166" y="103584"/>
                    <a:pt x="63245" y="108859"/>
                    <a:pt x="39151" y="117298"/>
                  </a:cubicBezTo>
                  <a:lnTo>
                    <a:pt x="39151" y="1218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5" name="Freeform: Shape 4594">
              <a:extLst>
                <a:ext uri="{FF2B5EF4-FFF2-40B4-BE49-F238E27FC236}">
                  <a16:creationId xmlns:a16="http://schemas.microsoft.com/office/drawing/2014/main" id="{BD6828FB-31AF-0CAD-7F89-EC3E1D11C12F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9098070" y="8230249"/>
              <a:ext cx="216493" cy="14065"/>
            </a:xfrm>
            <a:custGeom>
              <a:avLst/>
              <a:gdLst>
                <a:gd name="connsiteX0" fmla="*/ 204274 w 216493"/>
                <a:gd name="connsiteY0" fmla="*/ 14270 h 14065"/>
                <a:gd name="connsiteX1" fmla="*/ 216675 w 216493"/>
                <a:gd name="connsiteY1" fmla="*/ 7237 h 14065"/>
                <a:gd name="connsiteX2" fmla="*/ 204274 w 216493"/>
                <a:gd name="connsiteY2" fmla="*/ 205 h 14065"/>
                <a:gd name="connsiteX3" fmla="*/ 12583 w 216493"/>
                <a:gd name="connsiteY3" fmla="*/ 205 h 14065"/>
                <a:gd name="connsiteX4" fmla="*/ 181 w 216493"/>
                <a:gd name="connsiteY4" fmla="*/ 7237 h 14065"/>
                <a:gd name="connsiteX5" fmla="*/ 12583 w 216493"/>
                <a:gd name="connsiteY5" fmla="*/ 14270 h 14065"/>
                <a:gd name="connsiteX6" fmla="*/ 204274 w 216493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274" y="14270"/>
                  </a:moveTo>
                  <a:cubicBezTo>
                    <a:pt x="210297" y="14270"/>
                    <a:pt x="216675" y="14270"/>
                    <a:pt x="216675" y="7237"/>
                  </a:cubicBezTo>
                  <a:cubicBezTo>
                    <a:pt x="216675" y="205"/>
                    <a:pt x="210297" y="205"/>
                    <a:pt x="204274" y="205"/>
                  </a:cubicBezTo>
                  <a:lnTo>
                    <a:pt x="12583" y="205"/>
                  </a:lnTo>
                  <a:cubicBezTo>
                    <a:pt x="6559" y="205"/>
                    <a:pt x="181" y="205"/>
                    <a:pt x="181" y="7237"/>
                  </a:cubicBezTo>
                  <a:cubicBezTo>
                    <a:pt x="181" y="14270"/>
                    <a:pt x="6559" y="14270"/>
                    <a:pt x="12583" y="14270"/>
                  </a:cubicBezTo>
                  <a:lnTo>
                    <a:pt x="204274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6" name="Freeform: Shape 4595">
              <a:extLst>
                <a:ext uri="{FF2B5EF4-FFF2-40B4-BE49-F238E27FC236}">
                  <a16:creationId xmlns:a16="http://schemas.microsoft.com/office/drawing/2014/main" id="{E32FEE36-7CC6-9A6E-8273-7BB86CEB03D1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9433727" y="8087487"/>
              <a:ext cx="100274" cy="237702"/>
            </a:xfrm>
            <a:custGeom>
              <a:avLst/>
              <a:gdLst>
                <a:gd name="connsiteX0" fmla="*/ 63969 w 100274"/>
                <a:gd name="connsiteY0" fmla="*/ 205 h 237702"/>
                <a:gd name="connsiteX1" fmla="*/ 191 w 100274"/>
                <a:gd name="connsiteY1" fmla="*/ 32203 h 237702"/>
                <a:gd name="connsiteX2" fmla="*/ 191 w 100274"/>
                <a:gd name="connsiteY2" fmla="*/ 37126 h 237702"/>
                <a:gd name="connsiteX3" fmla="*/ 9757 w 100274"/>
                <a:gd name="connsiteY3" fmla="*/ 33258 h 237702"/>
                <a:gd name="connsiteX4" fmla="*/ 25702 w 100274"/>
                <a:gd name="connsiteY4" fmla="*/ 29390 h 237702"/>
                <a:gd name="connsiteX5" fmla="*/ 36332 w 100274"/>
                <a:gd name="connsiteY5" fmla="*/ 45917 h 237702"/>
                <a:gd name="connsiteX6" fmla="*/ 36332 w 100274"/>
                <a:gd name="connsiteY6" fmla="*/ 205206 h 237702"/>
                <a:gd name="connsiteX7" fmla="*/ 27828 w 100274"/>
                <a:gd name="connsiteY7" fmla="*/ 228062 h 237702"/>
                <a:gd name="connsiteX8" fmla="*/ 2671 w 100274"/>
                <a:gd name="connsiteY8" fmla="*/ 232633 h 237702"/>
                <a:gd name="connsiteX9" fmla="*/ 2671 w 100274"/>
                <a:gd name="connsiteY9" fmla="*/ 237908 h 237702"/>
                <a:gd name="connsiteX10" fmla="*/ 100465 w 100274"/>
                <a:gd name="connsiteY10" fmla="*/ 237908 h 237702"/>
                <a:gd name="connsiteX11" fmla="*/ 100465 w 100274"/>
                <a:gd name="connsiteY11" fmla="*/ 232633 h 237702"/>
                <a:gd name="connsiteX12" fmla="*/ 66804 w 100274"/>
                <a:gd name="connsiteY12" fmla="*/ 211887 h 237702"/>
                <a:gd name="connsiteX13" fmla="*/ 66804 w 100274"/>
                <a:gd name="connsiteY13" fmla="*/ 908 h 237702"/>
                <a:gd name="connsiteX14" fmla="*/ 63969 w 100274"/>
                <a:gd name="connsiteY14" fmla="*/ 20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69" y="205"/>
                  </a:moveTo>
                  <a:lnTo>
                    <a:pt x="191" y="32203"/>
                  </a:lnTo>
                  <a:lnTo>
                    <a:pt x="191" y="37126"/>
                  </a:lnTo>
                  <a:cubicBezTo>
                    <a:pt x="4443" y="35368"/>
                    <a:pt x="8340" y="33962"/>
                    <a:pt x="9757" y="33258"/>
                  </a:cubicBezTo>
                  <a:cubicBezTo>
                    <a:pt x="16135" y="30797"/>
                    <a:pt x="22159" y="29390"/>
                    <a:pt x="25702" y="29390"/>
                  </a:cubicBezTo>
                  <a:cubicBezTo>
                    <a:pt x="33143" y="29390"/>
                    <a:pt x="36332" y="34665"/>
                    <a:pt x="36332" y="45917"/>
                  </a:cubicBezTo>
                  <a:lnTo>
                    <a:pt x="36332" y="205206"/>
                  </a:lnTo>
                  <a:cubicBezTo>
                    <a:pt x="36332" y="216810"/>
                    <a:pt x="33497" y="224897"/>
                    <a:pt x="27828" y="228062"/>
                  </a:cubicBezTo>
                  <a:cubicBezTo>
                    <a:pt x="22513" y="231227"/>
                    <a:pt x="17553" y="232281"/>
                    <a:pt x="2671" y="232633"/>
                  </a:cubicBezTo>
                  <a:lnTo>
                    <a:pt x="2671" y="237908"/>
                  </a:lnTo>
                  <a:lnTo>
                    <a:pt x="100465" y="237908"/>
                  </a:lnTo>
                  <a:lnTo>
                    <a:pt x="100465" y="232633"/>
                  </a:lnTo>
                  <a:cubicBezTo>
                    <a:pt x="72473" y="232281"/>
                    <a:pt x="66804" y="228765"/>
                    <a:pt x="66804" y="211887"/>
                  </a:cubicBezTo>
                  <a:lnTo>
                    <a:pt x="66804" y="908"/>
                  </a:lnTo>
                  <a:lnTo>
                    <a:pt x="63969" y="20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7" name="Freeform: Shape 4596">
              <a:extLst>
                <a:ext uri="{FF2B5EF4-FFF2-40B4-BE49-F238E27FC236}">
                  <a16:creationId xmlns:a16="http://schemas.microsoft.com/office/drawing/2014/main" id="{FE5A6347-09B9-C3BD-EA18-20BCA099B6FA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9592421" y="8061467"/>
              <a:ext cx="82203" cy="351631"/>
            </a:xfrm>
            <a:custGeom>
              <a:avLst/>
              <a:gdLst>
                <a:gd name="connsiteX0" fmla="*/ 82399 w 82203"/>
                <a:gd name="connsiteY0" fmla="*/ 176020 h 351631"/>
                <a:gd name="connsiteX1" fmla="*/ 59014 w 82203"/>
                <a:gd name="connsiteY1" fmla="*/ 66312 h 351631"/>
                <a:gd name="connsiteX2" fmla="*/ 3739 w 82203"/>
                <a:gd name="connsiteY2" fmla="*/ 205 h 351631"/>
                <a:gd name="connsiteX3" fmla="*/ 196 w 82203"/>
                <a:gd name="connsiteY3" fmla="*/ 3721 h 351631"/>
                <a:gd name="connsiteX4" fmla="*/ 6928 w 82203"/>
                <a:gd name="connsiteY4" fmla="*/ 11809 h 351631"/>
                <a:gd name="connsiteX5" fmla="*/ 61848 w 82203"/>
                <a:gd name="connsiteY5" fmla="*/ 176020 h 351631"/>
                <a:gd name="connsiteX6" fmla="*/ 4802 w 82203"/>
                <a:gd name="connsiteY6" fmla="*/ 342342 h 351631"/>
                <a:gd name="connsiteX7" fmla="*/ 196 w 82203"/>
                <a:gd name="connsiteY7" fmla="*/ 348320 h 351631"/>
                <a:gd name="connsiteX8" fmla="*/ 3739 w 82203"/>
                <a:gd name="connsiteY8" fmla="*/ 351836 h 351631"/>
                <a:gd name="connsiteX9" fmla="*/ 60077 w 82203"/>
                <a:gd name="connsiteY9" fmla="*/ 283268 h 351631"/>
                <a:gd name="connsiteX10" fmla="*/ 82399 w 82203"/>
                <a:gd name="connsiteY10" fmla="*/ 1760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399" y="176020"/>
                  </a:moveTo>
                  <a:cubicBezTo>
                    <a:pt x="82399" y="148593"/>
                    <a:pt x="78502" y="106046"/>
                    <a:pt x="59014" y="66312"/>
                  </a:cubicBezTo>
                  <a:cubicBezTo>
                    <a:pt x="37754" y="23061"/>
                    <a:pt x="7282" y="205"/>
                    <a:pt x="3739" y="205"/>
                  </a:cubicBezTo>
                  <a:cubicBezTo>
                    <a:pt x="1613" y="205"/>
                    <a:pt x="196" y="1611"/>
                    <a:pt x="196" y="3721"/>
                  </a:cubicBezTo>
                  <a:cubicBezTo>
                    <a:pt x="196" y="4776"/>
                    <a:pt x="196" y="5479"/>
                    <a:pt x="6928" y="11809"/>
                  </a:cubicBezTo>
                  <a:cubicBezTo>
                    <a:pt x="41652" y="46620"/>
                    <a:pt x="61848" y="102530"/>
                    <a:pt x="61848" y="176020"/>
                  </a:cubicBezTo>
                  <a:cubicBezTo>
                    <a:pt x="61848" y="236149"/>
                    <a:pt x="48738" y="298036"/>
                    <a:pt x="4802" y="342342"/>
                  </a:cubicBezTo>
                  <a:cubicBezTo>
                    <a:pt x="196" y="346562"/>
                    <a:pt x="196" y="347265"/>
                    <a:pt x="196" y="348320"/>
                  </a:cubicBezTo>
                  <a:cubicBezTo>
                    <a:pt x="196" y="350429"/>
                    <a:pt x="1613" y="351836"/>
                    <a:pt x="3739" y="351836"/>
                  </a:cubicBezTo>
                  <a:cubicBezTo>
                    <a:pt x="7282" y="351836"/>
                    <a:pt x="39171" y="327925"/>
                    <a:pt x="60077" y="283268"/>
                  </a:cubicBezTo>
                  <a:cubicBezTo>
                    <a:pt x="78147" y="244589"/>
                    <a:pt x="82399" y="205557"/>
                    <a:pt x="82399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8" name="Freeform: Shape 4597">
              <a:extLst>
                <a:ext uri="{FF2B5EF4-FFF2-40B4-BE49-F238E27FC236}">
                  <a16:creationId xmlns:a16="http://schemas.microsoft.com/office/drawing/2014/main" id="{EB6318DE-AB1A-A684-4F51-2F8854368136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9745293" y="8061467"/>
              <a:ext cx="82203" cy="351631"/>
            </a:xfrm>
            <a:custGeom>
              <a:avLst/>
              <a:gdLst>
                <a:gd name="connsiteX0" fmla="*/ 82403 w 82203"/>
                <a:gd name="connsiteY0" fmla="*/ 348320 h 351631"/>
                <a:gd name="connsiteX1" fmla="*/ 76380 w 82203"/>
                <a:gd name="connsiteY1" fmla="*/ 340584 h 351631"/>
                <a:gd name="connsiteX2" fmla="*/ 20750 w 82203"/>
                <a:gd name="connsiteY2" fmla="*/ 176020 h 351631"/>
                <a:gd name="connsiteX3" fmla="*/ 77797 w 82203"/>
                <a:gd name="connsiteY3" fmla="*/ 9699 h 351631"/>
                <a:gd name="connsiteX4" fmla="*/ 82403 w 82203"/>
                <a:gd name="connsiteY4" fmla="*/ 3721 h 351631"/>
                <a:gd name="connsiteX5" fmla="*/ 78860 w 82203"/>
                <a:gd name="connsiteY5" fmla="*/ 205 h 351631"/>
                <a:gd name="connsiteX6" fmla="*/ 22522 w 82203"/>
                <a:gd name="connsiteY6" fmla="*/ 68773 h 351631"/>
                <a:gd name="connsiteX7" fmla="*/ 199 w 82203"/>
                <a:gd name="connsiteY7" fmla="*/ 176020 h 351631"/>
                <a:gd name="connsiteX8" fmla="*/ 23585 w 82203"/>
                <a:gd name="connsiteY8" fmla="*/ 285729 h 351631"/>
                <a:gd name="connsiteX9" fmla="*/ 78860 w 82203"/>
                <a:gd name="connsiteY9" fmla="*/ 351836 h 351631"/>
                <a:gd name="connsiteX10" fmla="*/ 82403 w 82203"/>
                <a:gd name="connsiteY10" fmla="*/ 3483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03" y="348320"/>
                  </a:moveTo>
                  <a:cubicBezTo>
                    <a:pt x="82403" y="347265"/>
                    <a:pt x="82403" y="346562"/>
                    <a:pt x="76380" y="340584"/>
                  </a:cubicBezTo>
                  <a:cubicBezTo>
                    <a:pt x="32089" y="296278"/>
                    <a:pt x="20750" y="229820"/>
                    <a:pt x="20750" y="176020"/>
                  </a:cubicBezTo>
                  <a:cubicBezTo>
                    <a:pt x="20750" y="114837"/>
                    <a:pt x="34215" y="53653"/>
                    <a:pt x="77797" y="9699"/>
                  </a:cubicBezTo>
                  <a:cubicBezTo>
                    <a:pt x="82403" y="5479"/>
                    <a:pt x="82403" y="4776"/>
                    <a:pt x="82403" y="3721"/>
                  </a:cubicBezTo>
                  <a:cubicBezTo>
                    <a:pt x="82403" y="1260"/>
                    <a:pt x="80986" y="205"/>
                    <a:pt x="78860" y="205"/>
                  </a:cubicBezTo>
                  <a:cubicBezTo>
                    <a:pt x="75317" y="205"/>
                    <a:pt x="43427" y="24116"/>
                    <a:pt x="22522" y="68773"/>
                  </a:cubicBezTo>
                  <a:cubicBezTo>
                    <a:pt x="4451" y="107452"/>
                    <a:pt x="199" y="146483"/>
                    <a:pt x="199" y="176020"/>
                  </a:cubicBezTo>
                  <a:cubicBezTo>
                    <a:pt x="199" y="203448"/>
                    <a:pt x="4097" y="245995"/>
                    <a:pt x="23585" y="285729"/>
                  </a:cubicBezTo>
                  <a:cubicBezTo>
                    <a:pt x="44845" y="328980"/>
                    <a:pt x="75317" y="351836"/>
                    <a:pt x="78860" y="351836"/>
                  </a:cubicBezTo>
                  <a:cubicBezTo>
                    <a:pt x="80986" y="351836"/>
                    <a:pt x="82403" y="350781"/>
                    <a:pt x="82403" y="3483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99" name="Freeform: Shape 4598">
              <a:extLst>
                <a:ext uri="{FF2B5EF4-FFF2-40B4-BE49-F238E27FC236}">
                  <a16:creationId xmlns:a16="http://schemas.microsoft.com/office/drawing/2014/main" id="{CAF5C0A3-EB40-CF5D-AE31-83033256FF12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9887535" y="8087487"/>
              <a:ext cx="100274" cy="237702"/>
            </a:xfrm>
            <a:custGeom>
              <a:avLst/>
              <a:gdLst>
                <a:gd name="connsiteX0" fmla="*/ 63982 w 100274"/>
                <a:gd name="connsiteY0" fmla="*/ 205 h 237702"/>
                <a:gd name="connsiteX1" fmla="*/ 203 w 100274"/>
                <a:gd name="connsiteY1" fmla="*/ 32203 h 237702"/>
                <a:gd name="connsiteX2" fmla="*/ 203 w 100274"/>
                <a:gd name="connsiteY2" fmla="*/ 37126 h 237702"/>
                <a:gd name="connsiteX3" fmla="*/ 9770 w 100274"/>
                <a:gd name="connsiteY3" fmla="*/ 33258 h 237702"/>
                <a:gd name="connsiteX4" fmla="*/ 25715 w 100274"/>
                <a:gd name="connsiteY4" fmla="*/ 29390 h 237702"/>
                <a:gd name="connsiteX5" fmla="*/ 36345 w 100274"/>
                <a:gd name="connsiteY5" fmla="*/ 45917 h 237702"/>
                <a:gd name="connsiteX6" fmla="*/ 36345 w 100274"/>
                <a:gd name="connsiteY6" fmla="*/ 205206 h 237702"/>
                <a:gd name="connsiteX7" fmla="*/ 27841 w 100274"/>
                <a:gd name="connsiteY7" fmla="*/ 228062 h 237702"/>
                <a:gd name="connsiteX8" fmla="*/ 2684 w 100274"/>
                <a:gd name="connsiteY8" fmla="*/ 232633 h 237702"/>
                <a:gd name="connsiteX9" fmla="*/ 2684 w 100274"/>
                <a:gd name="connsiteY9" fmla="*/ 237908 h 237702"/>
                <a:gd name="connsiteX10" fmla="*/ 100478 w 100274"/>
                <a:gd name="connsiteY10" fmla="*/ 237908 h 237702"/>
                <a:gd name="connsiteX11" fmla="*/ 100478 w 100274"/>
                <a:gd name="connsiteY11" fmla="*/ 232633 h 237702"/>
                <a:gd name="connsiteX12" fmla="*/ 66817 w 100274"/>
                <a:gd name="connsiteY12" fmla="*/ 211887 h 237702"/>
                <a:gd name="connsiteX13" fmla="*/ 66817 w 100274"/>
                <a:gd name="connsiteY13" fmla="*/ 908 h 237702"/>
                <a:gd name="connsiteX14" fmla="*/ 63982 w 100274"/>
                <a:gd name="connsiteY14" fmla="*/ 20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3982" y="205"/>
                  </a:moveTo>
                  <a:lnTo>
                    <a:pt x="203" y="32203"/>
                  </a:lnTo>
                  <a:lnTo>
                    <a:pt x="203" y="37126"/>
                  </a:lnTo>
                  <a:cubicBezTo>
                    <a:pt x="4455" y="35368"/>
                    <a:pt x="8353" y="33962"/>
                    <a:pt x="9770" y="33258"/>
                  </a:cubicBezTo>
                  <a:cubicBezTo>
                    <a:pt x="16148" y="30797"/>
                    <a:pt x="22172" y="29390"/>
                    <a:pt x="25715" y="29390"/>
                  </a:cubicBezTo>
                  <a:cubicBezTo>
                    <a:pt x="33156" y="29390"/>
                    <a:pt x="36345" y="34665"/>
                    <a:pt x="36345" y="45917"/>
                  </a:cubicBezTo>
                  <a:lnTo>
                    <a:pt x="36345" y="205206"/>
                  </a:lnTo>
                  <a:cubicBezTo>
                    <a:pt x="36345" y="216810"/>
                    <a:pt x="33510" y="224897"/>
                    <a:pt x="27841" y="228062"/>
                  </a:cubicBezTo>
                  <a:cubicBezTo>
                    <a:pt x="22526" y="231227"/>
                    <a:pt x="17565" y="232281"/>
                    <a:pt x="2684" y="232633"/>
                  </a:cubicBezTo>
                  <a:lnTo>
                    <a:pt x="2684" y="237908"/>
                  </a:lnTo>
                  <a:lnTo>
                    <a:pt x="100478" y="237908"/>
                  </a:lnTo>
                  <a:lnTo>
                    <a:pt x="100478" y="232633"/>
                  </a:lnTo>
                  <a:cubicBezTo>
                    <a:pt x="72486" y="232281"/>
                    <a:pt x="66817" y="228765"/>
                    <a:pt x="66817" y="211887"/>
                  </a:cubicBezTo>
                  <a:lnTo>
                    <a:pt x="66817" y="908"/>
                  </a:lnTo>
                  <a:lnTo>
                    <a:pt x="63982" y="20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0" name="Freeform: Shape 4599">
              <a:extLst>
                <a:ext uri="{FF2B5EF4-FFF2-40B4-BE49-F238E27FC236}">
                  <a16:creationId xmlns:a16="http://schemas.microsoft.com/office/drawing/2014/main" id="{E278270A-7B58-B457-5E03-E06362F0B325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10041269" y="8087487"/>
              <a:ext cx="137833" cy="242625"/>
            </a:xfrm>
            <a:custGeom>
              <a:avLst/>
              <a:gdLst>
                <a:gd name="connsiteX0" fmla="*/ 39184 w 137833"/>
                <a:gd name="connsiteY0" fmla="*/ 121869 h 242625"/>
                <a:gd name="connsiteX1" fmla="*/ 76743 w 137833"/>
                <a:gd name="connsiteY1" fmla="*/ 125737 h 242625"/>
                <a:gd name="connsiteX2" fmla="*/ 112530 w 137833"/>
                <a:gd name="connsiteY2" fmla="*/ 177779 h 242625"/>
                <a:gd name="connsiteX3" fmla="*/ 66113 w 137833"/>
                <a:gd name="connsiteY3" fmla="*/ 230172 h 242625"/>
                <a:gd name="connsiteX4" fmla="*/ 36350 w 137833"/>
                <a:gd name="connsiteY4" fmla="*/ 219271 h 242625"/>
                <a:gd name="connsiteX5" fmla="*/ 13673 w 137833"/>
                <a:gd name="connsiteY5" fmla="*/ 210480 h 242625"/>
                <a:gd name="connsiteX6" fmla="*/ 208 w 137833"/>
                <a:gd name="connsiteY6" fmla="*/ 222787 h 242625"/>
                <a:gd name="connsiteX7" fmla="*/ 40247 w 137833"/>
                <a:gd name="connsiteY7" fmla="*/ 242830 h 242625"/>
                <a:gd name="connsiteX8" fmla="*/ 112176 w 137833"/>
                <a:gd name="connsiteY8" fmla="*/ 219271 h 242625"/>
                <a:gd name="connsiteX9" fmla="*/ 138041 w 137833"/>
                <a:gd name="connsiteY9" fmla="*/ 160900 h 242625"/>
                <a:gd name="connsiteX10" fmla="*/ 122097 w 137833"/>
                <a:gd name="connsiteY10" fmla="*/ 115540 h 242625"/>
                <a:gd name="connsiteX11" fmla="*/ 92688 w 137833"/>
                <a:gd name="connsiteY11" fmla="*/ 96903 h 242625"/>
                <a:gd name="connsiteX12" fmla="*/ 125994 w 137833"/>
                <a:gd name="connsiteY12" fmla="*/ 48378 h 242625"/>
                <a:gd name="connsiteX13" fmla="*/ 70719 w 137833"/>
                <a:gd name="connsiteY13" fmla="*/ 205 h 242625"/>
                <a:gd name="connsiteX14" fmla="*/ 24657 w 137833"/>
                <a:gd name="connsiteY14" fmla="*/ 17435 h 242625"/>
                <a:gd name="connsiteX15" fmla="*/ 917 w 137833"/>
                <a:gd name="connsiteY15" fmla="*/ 57169 h 242625"/>
                <a:gd name="connsiteX16" fmla="*/ 6232 w 137833"/>
                <a:gd name="connsiteY16" fmla="*/ 58576 h 242625"/>
                <a:gd name="connsiteX17" fmla="*/ 59027 w 137833"/>
                <a:gd name="connsiteY17" fmla="*/ 21303 h 242625"/>
                <a:gd name="connsiteX18" fmla="*/ 98002 w 137833"/>
                <a:gd name="connsiteY18" fmla="*/ 58927 h 242625"/>
                <a:gd name="connsiteX19" fmla="*/ 83829 w 137833"/>
                <a:gd name="connsiteY19" fmla="*/ 93036 h 242625"/>
                <a:gd name="connsiteX20" fmla="*/ 39184 w 137833"/>
                <a:gd name="connsiteY20" fmla="*/ 117298 h 242625"/>
                <a:gd name="connsiteX21" fmla="*/ 39184 w 137833"/>
                <a:gd name="connsiteY21" fmla="*/ 12186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184" y="121869"/>
                  </a:moveTo>
                  <a:cubicBezTo>
                    <a:pt x="60089" y="121869"/>
                    <a:pt x="68239" y="122573"/>
                    <a:pt x="76743" y="125737"/>
                  </a:cubicBezTo>
                  <a:cubicBezTo>
                    <a:pt x="98711" y="133473"/>
                    <a:pt x="112530" y="153516"/>
                    <a:pt x="112530" y="177779"/>
                  </a:cubicBezTo>
                  <a:cubicBezTo>
                    <a:pt x="112530" y="207316"/>
                    <a:pt x="92333" y="230172"/>
                    <a:pt x="66113" y="230172"/>
                  </a:cubicBezTo>
                  <a:cubicBezTo>
                    <a:pt x="56546" y="230172"/>
                    <a:pt x="49460" y="227710"/>
                    <a:pt x="36350" y="219271"/>
                  </a:cubicBezTo>
                  <a:cubicBezTo>
                    <a:pt x="25720" y="212942"/>
                    <a:pt x="19696" y="210480"/>
                    <a:pt x="13673" y="210480"/>
                  </a:cubicBezTo>
                  <a:cubicBezTo>
                    <a:pt x="5523" y="210480"/>
                    <a:pt x="208" y="215403"/>
                    <a:pt x="208" y="222787"/>
                  </a:cubicBezTo>
                  <a:cubicBezTo>
                    <a:pt x="208" y="235094"/>
                    <a:pt x="15444" y="242830"/>
                    <a:pt x="40247" y="242830"/>
                  </a:cubicBezTo>
                  <a:cubicBezTo>
                    <a:pt x="67530" y="242830"/>
                    <a:pt x="95522" y="233688"/>
                    <a:pt x="112176" y="219271"/>
                  </a:cubicBezTo>
                  <a:cubicBezTo>
                    <a:pt x="128829" y="204854"/>
                    <a:pt x="138041" y="184460"/>
                    <a:pt x="138041" y="160900"/>
                  </a:cubicBezTo>
                  <a:cubicBezTo>
                    <a:pt x="138041" y="142967"/>
                    <a:pt x="132372" y="126440"/>
                    <a:pt x="122097" y="115540"/>
                  </a:cubicBezTo>
                  <a:cubicBezTo>
                    <a:pt x="115010" y="107804"/>
                    <a:pt x="108278" y="103584"/>
                    <a:pt x="92688" y="96903"/>
                  </a:cubicBezTo>
                  <a:cubicBezTo>
                    <a:pt x="117136" y="80377"/>
                    <a:pt x="125994" y="67366"/>
                    <a:pt x="125994" y="48378"/>
                  </a:cubicBezTo>
                  <a:cubicBezTo>
                    <a:pt x="125994" y="19896"/>
                    <a:pt x="103317" y="205"/>
                    <a:pt x="70719" y="205"/>
                  </a:cubicBezTo>
                  <a:cubicBezTo>
                    <a:pt x="53003" y="205"/>
                    <a:pt x="37413" y="6183"/>
                    <a:pt x="24657" y="17435"/>
                  </a:cubicBezTo>
                  <a:cubicBezTo>
                    <a:pt x="14027" y="26929"/>
                    <a:pt x="8712" y="36071"/>
                    <a:pt x="917" y="57169"/>
                  </a:cubicBezTo>
                  <a:lnTo>
                    <a:pt x="6232" y="58576"/>
                  </a:lnTo>
                  <a:cubicBezTo>
                    <a:pt x="20759" y="32907"/>
                    <a:pt x="36704" y="21303"/>
                    <a:pt x="59027" y="21303"/>
                  </a:cubicBezTo>
                  <a:cubicBezTo>
                    <a:pt x="82058" y="21303"/>
                    <a:pt x="98002" y="36775"/>
                    <a:pt x="98002" y="58927"/>
                  </a:cubicBezTo>
                  <a:cubicBezTo>
                    <a:pt x="98002" y="71586"/>
                    <a:pt x="92688" y="84245"/>
                    <a:pt x="83829" y="93036"/>
                  </a:cubicBezTo>
                  <a:cubicBezTo>
                    <a:pt x="73200" y="103584"/>
                    <a:pt x="63278" y="108859"/>
                    <a:pt x="39184" y="117298"/>
                  </a:cubicBezTo>
                  <a:lnTo>
                    <a:pt x="39184" y="1218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1" name="Freeform: Shape 4600">
              <a:extLst>
                <a:ext uri="{FF2B5EF4-FFF2-40B4-BE49-F238E27FC236}">
                  <a16:creationId xmlns:a16="http://schemas.microsoft.com/office/drawing/2014/main" id="{95EEAF82-5529-B01D-CFB5-5020021AC4A7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10282665" y="8230249"/>
              <a:ext cx="216493" cy="14065"/>
            </a:xfrm>
            <a:custGeom>
              <a:avLst/>
              <a:gdLst>
                <a:gd name="connsiteX0" fmla="*/ 204307 w 216493"/>
                <a:gd name="connsiteY0" fmla="*/ 14270 h 14065"/>
                <a:gd name="connsiteX1" fmla="*/ 216708 w 216493"/>
                <a:gd name="connsiteY1" fmla="*/ 7237 h 14065"/>
                <a:gd name="connsiteX2" fmla="*/ 204307 w 216493"/>
                <a:gd name="connsiteY2" fmla="*/ 205 h 14065"/>
                <a:gd name="connsiteX3" fmla="*/ 12616 w 216493"/>
                <a:gd name="connsiteY3" fmla="*/ 205 h 14065"/>
                <a:gd name="connsiteX4" fmla="*/ 215 w 216493"/>
                <a:gd name="connsiteY4" fmla="*/ 7237 h 14065"/>
                <a:gd name="connsiteX5" fmla="*/ 12616 w 216493"/>
                <a:gd name="connsiteY5" fmla="*/ 14270 h 14065"/>
                <a:gd name="connsiteX6" fmla="*/ 204307 w 216493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07" y="14270"/>
                  </a:moveTo>
                  <a:cubicBezTo>
                    <a:pt x="210330" y="14270"/>
                    <a:pt x="216708" y="14270"/>
                    <a:pt x="216708" y="7237"/>
                  </a:cubicBezTo>
                  <a:cubicBezTo>
                    <a:pt x="216708" y="205"/>
                    <a:pt x="210330" y="205"/>
                    <a:pt x="204307" y="205"/>
                  </a:cubicBezTo>
                  <a:lnTo>
                    <a:pt x="12616" y="205"/>
                  </a:lnTo>
                  <a:cubicBezTo>
                    <a:pt x="6593" y="205"/>
                    <a:pt x="215" y="205"/>
                    <a:pt x="215" y="7237"/>
                  </a:cubicBezTo>
                  <a:cubicBezTo>
                    <a:pt x="215" y="14270"/>
                    <a:pt x="6593" y="14270"/>
                    <a:pt x="12616" y="14270"/>
                  </a:cubicBezTo>
                  <a:lnTo>
                    <a:pt x="204307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2" name="Freeform: Shape 4601">
              <a:extLst>
                <a:ext uri="{FF2B5EF4-FFF2-40B4-BE49-F238E27FC236}">
                  <a16:creationId xmlns:a16="http://schemas.microsoft.com/office/drawing/2014/main" id="{F480FC3D-FABD-FAD3-489A-24E3CDAD23E8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10594228" y="8087487"/>
              <a:ext cx="137833" cy="242625"/>
            </a:xfrm>
            <a:custGeom>
              <a:avLst/>
              <a:gdLst>
                <a:gd name="connsiteX0" fmla="*/ 39200 w 137833"/>
                <a:gd name="connsiteY0" fmla="*/ 121869 h 242625"/>
                <a:gd name="connsiteX1" fmla="*/ 76758 w 137833"/>
                <a:gd name="connsiteY1" fmla="*/ 125737 h 242625"/>
                <a:gd name="connsiteX2" fmla="*/ 112545 w 137833"/>
                <a:gd name="connsiteY2" fmla="*/ 177779 h 242625"/>
                <a:gd name="connsiteX3" fmla="*/ 66129 w 137833"/>
                <a:gd name="connsiteY3" fmla="*/ 230172 h 242625"/>
                <a:gd name="connsiteX4" fmla="*/ 36365 w 137833"/>
                <a:gd name="connsiteY4" fmla="*/ 219271 h 242625"/>
                <a:gd name="connsiteX5" fmla="*/ 13688 w 137833"/>
                <a:gd name="connsiteY5" fmla="*/ 210480 h 242625"/>
                <a:gd name="connsiteX6" fmla="*/ 224 w 137833"/>
                <a:gd name="connsiteY6" fmla="*/ 222787 h 242625"/>
                <a:gd name="connsiteX7" fmla="*/ 40263 w 137833"/>
                <a:gd name="connsiteY7" fmla="*/ 242830 h 242625"/>
                <a:gd name="connsiteX8" fmla="*/ 112191 w 137833"/>
                <a:gd name="connsiteY8" fmla="*/ 219271 h 242625"/>
                <a:gd name="connsiteX9" fmla="*/ 138057 w 137833"/>
                <a:gd name="connsiteY9" fmla="*/ 160900 h 242625"/>
                <a:gd name="connsiteX10" fmla="*/ 122112 w 137833"/>
                <a:gd name="connsiteY10" fmla="*/ 115540 h 242625"/>
                <a:gd name="connsiteX11" fmla="*/ 92703 w 137833"/>
                <a:gd name="connsiteY11" fmla="*/ 96903 h 242625"/>
                <a:gd name="connsiteX12" fmla="*/ 126010 w 137833"/>
                <a:gd name="connsiteY12" fmla="*/ 48378 h 242625"/>
                <a:gd name="connsiteX13" fmla="*/ 70735 w 137833"/>
                <a:gd name="connsiteY13" fmla="*/ 205 h 242625"/>
                <a:gd name="connsiteX14" fmla="*/ 24672 w 137833"/>
                <a:gd name="connsiteY14" fmla="*/ 17435 h 242625"/>
                <a:gd name="connsiteX15" fmla="*/ 932 w 137833"/>
                <a:gd name="connsiteY15" fmla="*/ 57169 h 242625"/>
                <a:gd name="connsiteX16" fmla="*/ 6247 w 137833"/>
                <a:gd name="connsiteY16" fmla="*/ 58576 h 242625"/>
                <a:gd name="connsiteX17" fmla="*/ 59042 w 137833"/>
                <a:gd name="connsiteY17" fmla="*/ 21303 h 242625"/>
                <a:gd name="connsiteX18" fmla="*/ 98018 w 137833"/>
                <a:gd name="connsiteY18" fmla="*/ 58927 h 242625"/>
                <a:gd name="connsiteX19" fmla="*/ 83845 w 137833"/>
                <a:gd name="connsiteY19" fmla="*/ 93036 h 242625"/>
                <a:gd name="connsiteX20" fmla="*/ 39200 w 137833"/>
                <a:gd name="connsiteY20" fmla="*/ 117298 h 242625"/>
                <a:gd name="connsiteX21" fmla="*/ 39200 w 137833"/>
                <a:gd name="connsiteY21" fmla="*/ 12186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00" y="121869"/>
                  </a:moveTo>
                  <a:cubicBezTo>
                    <a:pt x="60105" y="121869"/>
                    <a:pt x="68254" y="122573"/>
                    <a:pt x="76758" y="125737"/>
                  </a:cubicBezTo>
                  <a:cubicBezTo>
                    <a:pt x="98727" y="133473"/>
                    <a:pt x="112545" y="153516"/>
                    <a:pt x="112545" y="177779"/>
                  </a:cubicBezTo>
                  <a:cubicBezTo>
                    <a:pt x="112545" y="207316"/>
                    <a:pt x="92349" y="230172"/>
                    <a:pt x="66129" y="230172"/>
                  </a:cubicBezTo>
                  <a:cubicBezTo>
                    <a:pt x="56562" y="230172"/>
                    <a:pt x="49475" y="227710"/>
                    <a:pt x="36365" y="219271"/>
                  </a:cubicBezTo>
                  <a:cubicBezTo>
                    <a:pt x="25735" y="212942"/>
                    <a:pt x="19712" y="210480"/>
                    <a:pt x="13688" y="210480"/>
                  </a:cubicBezTo>
                  <a:cubicBezTo>
                    <a:pt x="5539" y="210480"/>
                    <a:pt x="224" y="215403"/>
                    <a:pt x="224" y="222787"/>
                  </a:cubicBezTo>
                  <a:cubicBezTo>
                    <a:pt x="224" y="235094"/>
                    <a:pt x="15460" y="242830"/>
                    <a:pt x="40263" y="242830"/>
                  </a:cubicBezTo>
                  <a:cubicBezTo>
                    <a:pt x="67546" y="242830"/>
                    <a:pt x="95538" y="233688"/>
                    <a:pt x="112191" y="219271"/>
                  </a:cubicBezTo>
                  <a:cubicBezTo>
                    <a:pt x="128844" y="204854"/>
                    <a:pt x="138057" y="184460"/>
                    <a:pt x="138057" y="160900"/>
                  </a:cubicBezTo>
                  <a:cubicBezTo>
                    <a:pt x="138057" y="142967"/>
                    <a:pt x="132388" y="126440"/>
                    <a:pt x="122112" y="115540"/>
                  </a:cubicBezTo>
                  <a:cubicBezTo>
                    <a:pt x="115026" y="107804"/>
                    <a:pt x="108293" y="103584"/>
                    <a:pt x="92703" y="96903"/>
                  </a:cubicBezTo>
                  <a:cubicBezTo>
                    <a:pt x="117152" y="80377"/>
                    <a:pt x="126010" y="67366"/>
                    <a:pt x="126010" y="48378"/>
                  </a:cubicBezTo>
                  <a:cubicBezTo>
                    <a:pt x="126010" y="19896"/>
                    <a:pt x="103333" y="205"/>
                    <a:pt x="70735" y="205"/>
                  </a:cubicBezTo>
                  <a:cubicBezTo>
                    <a:pt x="53018" y="205"/>
                    <a:pt x="37428" y="6183"/>
                    <a:pt x="24672" y="17435"/>
                  </a:cubicBezTo>
                  <a:cubicBezTo>
                    <a:pt x="14042" y="26929"/>
                    <a:pt x="8728" y="36071"/>
                    <a:pt x="932" y="57169"/>
                  </a:cubicBezTo>
                  <a:lnTo>
                    <a:pt x="6247" y="58576"/>
                  </a:lnTo>
                  <a:cubicBezTo>
                    <a:pt x="20775" y="32907"/>
                    <a:pt x="36719" y="21303"/>
                    <a:pt x="59042" y="21303"/>
                  </a:cubicBezTo>
                  <a:cubicBezTo>
                    <a:pt x="82073" y="21303"/>
                    <a:pt x="98018" y="36775"/>
                    <a:pt x="98018" y="58927"/>
                  </a:cubicBezTo>
                  <a:cubicBezTo>
                    <a:pt x="98018" y="71586"/>
                    <a:pt x="92703" y="84245"/>
                    <a:pt x="83845" y="93036"/>
                  </a:cubicBezTo>
                  <a:cubicBezTo>
                    <a:pt x="73215" y="103584"/>
                    <a:pt x="63294" y="108859"/>
                    <a:pt x="39200" y="117298"/>
                  </a:cubicBezTo>
                  <a:lnTo>
                    <a:pt x="39200" y="1218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3" name="Freeform: Shape 4602">
              <a:extLst>
                <a:ext uri="{FF2B5EF4-FFF2-40B4-BE49-F238E27FC236}">
                  <a16:creationId xmlns:a16="http://schemas.microsoft.com/office/drawing/2014/main" id="{C4BD2297-885F-21A3-FCF8-C85196C16B49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10777016" y="8061467"/>
              <a:ext cx="82203" cy="351631"/>
            </a:xfrm>
            <a:custGeom>
              <a:avLst/>
              <a:gdLst>
                <a:gd name="connsiteX0" fmla="*/ 82433 w 82203"/>
                <a:gd name="connsiteY0" fmla="*/ 176020 h 351631"/>
                <a:gd name="connsiteX1" fmla="*/ 59047 w 82203"/>
                <a:gd name="connsiteY1" fmla="*/ 66312 h 351631"/>
                <a:gd name="connsiteX2" fmla="*/ 3772 w 82203"/>
                <a:gd name="connsiteY2" fmla="*/ 205 h 351631"/>
                <a:gd name="connsiteX3" fmla="*/ 229 w 82203"/>
                <a:gd name="connsiteY3" fmla="*/ 3721 h 351631"/>
                <a:gd name="connsiteX4" fmla="*/ 6961 w 82203"/>
                <a:gd name="connsiteY4" fmla="*/ 11809 h 351631"/>
                <a:gd name="connsiteX5" fmla="*/ 61882 w 82203"/>
                <a:gd name="connsiteY5" fmla="*/ 176020 h 351631"/>
                <a:gd name="connsiteX6" fmla="*/ 4835 w 82203"/>
                <a:gd name="connsiteY6" fmla="*/ 342342 h 351631"/>
                <a:gd name="connsiteX7" fmla="*/ 229 w 82203"/>
                <a:gd name="connsiteY7" fmla="*/ 348320 h 351631"/>
                <a:gd name="connsiteX8" fmla="*/ 3772 w 82203"/>
                <a:gd name="connsiteY8" fmla="*/ 351836 h 351631"/>
                <a:gd name="connsiteX9" fmla="*/ 60110 w 82203"/>
                <a:gd name="connsiteY9" fmla="*/ 283268 h 351631"/>
                <a:gd name="connsiteX10" fmla="*/ 82433 w 82203"/>
                <a:gd name="connsiteY10" fmla="*/ 1760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33" y="176020"/>
                  </a:moveTo>
                  <a:cubicBezTo>
                    <a:pt x="82433" y="148593"/>
                    <a:pt x="78535" y="106046"/>
                    <a:pt x="59047" y="66312"/>
                  </a:cubicBezTo>
                  <a:cubicBezTo>
                    <a:pt x="37787" y="23061"/>
                    <a:pt x="7315" y="205"/>
                    <a:pt x="3772" y="205"/>
                  </a:cubicBezTo>
                  <a:cubicBezTo>
                    <a:pt x="1646" y="205"/>
                    <a:pt x="229" y="1611"/>
                    <a:pt x="229" y="3721"/>
                  </a:cubicBezTo>
                  <a:cubicBezTo>
                    <a:pt x="229" y="4776"/>
                    <a:pt x="229" y="5479"/>
                    <a:pt x="6961" y="11809"/>
                  </a:cubicBezTo>
                  <a:cubicBezTo>
                    <a:pt x="41685" y="46620"/>
                    <a:pt x="61882" y="102530"/>
                    <a:pt x="61882" y="176020"/>
                  </a:cubicBezTo>
                  <a:cubicBezTo>
                    <a:pt x="61882" y="236149"/>
                    <a:pt x="48771" y="298036"/>
                    <a:pt x="4835" y="342342"/>
                  </a:cubicBezTo>
                  <a:cubicBezTo>
                    <a:pt x="229" y="346562"/>
                    <a:pt x="229" y="347265"/>
                    <a:pt x="229" y="348320"/>
                  </a:cubicBezTo>
                  <a:cubicBezTo>
                    <a:pt x="229" y="350429"/>
                    <a:pt x="1646" y="351836"/>
                    <a:pt x="3772" y="351836"/>
                  </a:cubicBezTo>
                  <a:cubicBezTo>
                    <a:pt x="7315" y="351836"/>
                    <a:pt x="39205" y="327925"/>
                    <a:pt x="60110" y="283268"/>
                  </a:cubicBezTo>
                  <a:cubicBezTo>
                    <a:pt x="78181" y="244589"/>
                    <a:pt x="82433" y="205557"/>
                    <a:pt x="82433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4" name="Freeform: Shape 4603">
              <a:extLst>
                <a:ext uri="{FF2B5EF4-FFF2-40B4-BE49-F238E27FC236}">
                  <a16:creationId xmlns:a16="http://schemas.microsoft.com/office/drawing/2014/main" id="{356C4A2C-D272-EB30-D8F8-987AEE76A4A4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10929888" y="8061467"/>
              <a:ext cx="82203" cy="351631"/>
            </a:xfrm>
            <a:custGeom>
              <a:avLst/>
              <a:gdLst>
                <a:gd name="connsiteX0" fmla="*/ 82436 w 82203"/>
                <a:gd name="connsiteY0" fmla="*/ 348320 h 351631"/>
                <a:gd name="connsiteX1" fmla="*/ 76413 w 82203"/>
                <a:gd name="connsiteY1" fmla="*/ 340584 h 351631"/>
                <a:gd name="connsiteX2" fmla="*/ 20784 w 82203"/>
                <a:gd name="connsiteY2" fmla="*/ 176020 h 351631"/>
                <a:gd name="connsiteX3" fmla="*/ 77830 w 82203"/>
                <a:gd name="connsiteY3" fmla="*/ 9699 h 351631"/>
                <a:gd name="connsiteX4" fmla="*/ 82436 w 82203"/>
                <a:gd name="connsiteY4" fmla="*/ 3721 h 351631"/>
                <a:gd name="connsiteX5" fmla="*/ 78893 w 82203"/>
                <a:gd name="connsiteY5" fmla="*/ 205 h 351631"/>
                <a:gd name="connsiteX6" fmla="*/ 22555 w 82203"/>
                <a:gd name="connsiteY6" fmla="*/ 68773 h 351631"/>
                <a:gd name="connsiteX7" fmla="*/ 233 w 82203"/>
                <a:gd name="connsiteY7" fmla="*/ 176020 h 351631"/>
                <a:gd name="connsiteX8" fmla="*/ 23618 w 82203"/>
                <a:gd name="connsiteY8" fmla="*/ 285729 h 351631"/>
                <a:gd name="connsiteX9" fmla="*/ 78893 w 82203"/>
                <a:gd name="connsiteY9" fmla="*/ 351836 h 351631"/>
                <a:gd name="connsiteX10" fmla="*/ 82436 w 82203"/>
                <a:gd name="connsiteY10" fmla="*/ 3483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36" y="348320"/>
                  </a:moveTo>
                  <a:cubicBezTo>
                    <a:pt x="82436" y="347265"/>
                    <a:pt x="82436" y="346562"/>
                    <a:pt x="76413" y="340584"/>
                  </a:cubicBezTo>
                  <a:cubicBezTo>
                    <a:pt x="32122" y="296278"/>
                    <a:pt x="20784" y="229820"/>
                    <a:pt x="20784" y="176020"/>
                  </a:cubicBezTo>
                  <a:cubicBezTo>
                    <a:pt x="20784" y="114837"/>
                    <a:pt x="34248" y="53653"/>
                    <a:pt x="77830" y="9699"/>
                  </a:cubicBezTo>
                  <a:cubicBezTo>
                    <a:pt x="82436" y="5479"/>
                    <a:pt x="82436" y="4776"/>
                    <a:pt x="82436" y="3721"/>
                  </a:cubicBezTo>
                  <a:cubicBezTo>
                    <a:pt x="82436" y="1260"/>
                    <a:pt x="81019" y="205"/>
                    <a:pt x="78893" y="205"/>
                  </a:cubicBezTo>
                  <a:cubicBezTo>
                    <a:pt x="75350" y="205"/>
                    <a:pt x="43460" y="24116"/>
                    <a:pt x="22555" y="68773"/>
                  </a:cubicBezTo>
                  <a:cubicBezTo>
                    <a:pt x="4485" y="107452"/>
                    <a:pt x="233" y="146483"/>
                    <a:pt x="233" y="176020"/>
                  </a:cubicBezTo>
                  <a:cubicBezTo>
                    <a:pt x="233" y="203448"/>
                    <a:pt x="4130" y="245995"/>
                    <a:pt x="23618" y="285729"/>
                  </a:cubicBezTo>
                  <a:cubicBezTo>
                    <a:pt x="44878" y="328980"/>
                    <a:pt x="75350" y="351836"/>
                    <a:pt x="78893" y="351836"/>
                  </a:cubicBezTo>
                  <a:cubicBezTo>
                    <a:pt x="81019" y="351836"/>
                    <a:pt x="82436" y="350781"/>
                    <a:pt x="82436" y="3483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5" name="Freeform: Shape 4604">
              <a:extLst>
                <a:ext uri="{FF2B5EF4-FFF2-40B4-BE49-F238E27FC236}">
                  <a16:creationId xmlns:a16="http://schemas.microsoft.com/office/drawing/2014/main" id="{CB93D857-961C-6990-90C9-9ED8205851ED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11072130" y="8087487"/>
              <a:ext cx="100274" cy="237702"/>
            </a:xfrm>
            <a:custGeom>
              <a:avLst/>
              <a:gdLst>
                <a:gd name="connsiteX0" fmla="*/ 64015 w 100274"/>
                <a:gd name="connsiteY0" fmla="*/ 205 h 237702"/>
                <a:gd name="connsiteX1" fmla="*/ 236 w 100274"/>
                <a:gd name="connsiteY1" fmla="*/ 32203 h 237702"/>
                <a:gd name="connsiteX2" fmla="*/ 236 w 100274"/>
                <a:gd name="connsiteY2" fmla="*/ 37126 h 237702"/>
                <a:gd name="connsiteX3" fmla="*/ 9803 w 100274"/>
                <a:gd name="connsiteY3" fmla="*/ 33258 h 237702"/>
                <a:gd name="connsiteX4" fmla="*/ 25748 w 100274"/>
                <a:gd name="connsiteY4" fmla="*/ 29390 h 237702"/>
                <a:gd name="connsiteX5" fmla="*/ 36378 w 100274"/>
                <a:gd name="connsiteY5" fmla="*/ 45917 h 237702"/>
                <a:gd name="connsiteX6" fmla="*/ 36378 w 100274"/>
                <a:gd name="connsiteY6" fmla="*/ 205206 h 237702"/>
                <a:gd name="connsiteX7" fmla="*/ 27874 w 100274"/>
                <a:gd name="connsiteY7" fmla="*/ 228062 h 237702"/>
                <a:gd name="connsiteX8" fmla="*/ 2717 w 100274"/>
                <a:gd name="connsiteY8" fmla="*/ 232633 h 237702"/>
                <a:gd name="connsiteX9" fmla="*/ 2717 w 100274"/>
                <a:gd name="connsiteY9" fmla="*/ 237908 h 237702"/>
                <a:gd name="connsiteX10" fmla="*/ 100511 w 100274"/>
                <a:gd name="connsiteY10" fmla="*/ 237908 h 237702"/>
                <a:gd name="connsiteX11" fmla="*/ 100511 w 100274"/>
                <a:gd name="connsiteY11" fmla="*/ 232633 h 237702"/>
                <a:gd name="connsiteX12" fmla="*/ 66850 w 100274"/>
                <a:gd name="connsiteY12" fmla="*/ 211887 h 237702"/>
                <a:gd name="connsiteX13" fmla="*/ 66850 w 100274"/>
                <a:gd name="connsiteY13" fmla="*/ 908 h 237702"/>
                <a:gd name="connsiteX14" fmla="*/ 64015 w 100274"/>
                <a:gd name="connsiteY14" fmla="*/ 20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15" y="205"/>
                  </a:moveTo>
                  <a:lnTo>
                    <a:pt x="236" y="32203"/>
                  </a:lnTo>
                  <a:lnTo>
                    <a:pt x="236" y="37126"/>
                  </a:lnTo>
                  <a:cubicBezTo>
                    <a:pt x="4488" y="35368"/>
                    <a:pt x="8386" y="33962"/>
                    <a:pt x="9803" y="33258"/>
                  </a:cubicBezTo>
                  <a:cubicBezTo>
                    <a:pt x="16181" y="30797"/>
                    <a:pt x="22205" y="29390"/>
                    <a:pt x="25748" y="29390"/>
                  </a:cubicBezTo>
                  <a:cubicBezTo>
                    <a:pt x="33189" y="29390"/>
                    <a:pt x="36378" y="34665"/>
                    <a:pt x="36378" y="45917"/>
                  </a:cubicBezTo>
                  <a:lnTo>
                    <a:pt x="36378" y="205206"/>
                  </a:lnTo>
                  <a:cubicBezTo>
                    <a:pt x="36378" y="216810"/>
                    <a:pt x="33543" y="224897"/>
                    <a:pt x="27874" y="228062"/>
                  </a:cubicBezTo>
                  <a:cubicBezTo>
                    <a:pt x="22559" y="231227"/>
                    <a:pt x="17598" y="232281"/>
                    <a:pt x="2717" y="232633"/>
                  </a:cubicBezTo>
                  <a:lnTo>
                    <a:pt x="2717" y="237908"/>
                  </a:lnTo>
                  <a:lnTo>
                    <a:pt x="100511" y="237908"/>
                  </a:lnTo>
                  <a:lnTo>
                    <a:pt x="100511" y="232633"/>
                  </a:lnTo>
                  <a:cubicBezTo>
                    <a:pt x="72519" y="232281"/>
                    <a:pt x="66850" y="228765"/>
                    <a:pt x="66850" y="211887"/>
                  </a:cubicBezTo>
                  <a:lnTo>
                    <a:pt x="66850" y="908"/>
                  </a:lnTo>
                  <a:lnTo>
                    <a:pt x="64015" y="20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6" name="Freeform: Shape 4605">
              <a:extLst>
                <a:ext uri="{FF2B5EF4-FFF2-40B4-BE49-F238E27FC236}">
                  <a16:creationId xmlns:a16="http://schemas.microsoft.com/office/drawing/2014/main" id="{A9D93981-71E6-52DE-A6E9-392204F1738B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1225863" y="8087487"/>
              <a:ext cx="137833" cy="242625"/>
            </a:xfrm>
            <a:custGeom>
              <a:avLst/>
              <a:gdLst>
                <a:gd name="connsiteX0" fmla="*/ 39217 w 137833"/>
                <a:gd name="connsiteY0" fmla="*/ 121869 h 242625"/>
                <a:gd name="connsiteX1" fmla="*/ 76776 w 137833"/>
                <a:gd name="connsiteY1" fmla="*/ 125737 h 242625"/>
                <a:gd name="connsiteX2" fmla="*/ 112563 w 137833"/>
                <a:gd name="connsiteY2" fmla="*/ 177779 h 242625"/>
                <a:gd name="connsiteX3" fmla="*/ 66146 w 137833"/>
                <a:gd name="connsiteY3" fmla="*/ 230172 h 242625"/>
                <a:gd name="connsiteX4" fmla="*/ 36383 w 137833"/>
                <a:gd name="connsiteY4" fmla="*/ 219271 h 242625"/>
                <a:gd name="connsiteX5" fmla="*/ 13706 w 137833"/>
                <a:gd name="connsiteY5" fmla="*/ 210480 h 242625"/>
                <a:gd name="connsiteX6" fmla="*/ 241 w 137833"/>
                <a:gd name="connsiteY6" fmla="*/ 222787 h 242625"/>
                <a:gd name="connsiteX7" fmla="*/ 40280 w 137833"/>
                <a:gd name="connsiteY7" fmla="*/ 242830 h 242625"/>
                <a:gd name="connsiteX8" fmla="*/ 112209 w 137833"/>
                <a:gd name="connsiteY8" fmla="*/ 219271 h 242625"/>
                <a:gd name="connsiteX9" fmla="*/ 138075 w 137833"/>
                <a:gd name="connsiteY9" fmla="*/ 160900 h 242625"/>
                <a:gd name="connsiteX10" fmla="*/ 122130 w 137833"/>
                <a:gd name="connsiteY10" fmla="*/ 115540 h 242625"/>
                <a:gd name="connsiteX11" fmla="*/ 92721 w 137833"/>
                <a:gd name="connsiteY11" fmla="*/ 96903 h 242625"/>
                <a:gd name="connsiteX12" fmla="*/ 126027 w 137833"/>
                <a:gd name="connsiteY12" fmla="*/ 48378 h 242625"/>
                <a:gd name="connsiteX13" fmla="*/ 70752 w 137833"/>
                <a:gd name="connsiteY13" fmla="*/ 205 h 242625"/>
                <a:gd name="connsiteX14" fmla="*/ 24690 w 137833"/>
                <a:gd name="connsiteY14" fmla="*/ 17435 h 242625"/>
                <a:gd name="connsiteX15" fmla="*/ 950 w 137833"/>
                <a:gd name="connsiteY15" fmla="*/ 57169 h 242625"/>
                <a:gd name="connsiteX16" fmla="*/ 6265 w 137833"/>
                <a:gd name="connsiteY16" fmla="*/ 58576 h 242625"/>
                <a:gd name="connsiteX17" fmla="*/ 59060 w 137833"/>
                <a:gd name="connsiteY17" fmla="*/ 21303 h 242625"/>
                <a:gd name="connsiteX18" fmla="*/ 98036 w 137833"/>
                <a:gd name="connsiteY18" fmla="*/ 58927 h 242625"/>
                <a:gd name="connsiteX19" fmla="*/ 83863 w 137833"/>
                <a:gd name="connsiteY19" fmla="*/ 93036 h 242625"/>
                <a:gd name="connsiteX20" fmla="*/ 39217 w 137833"/>
                <a:gd name="connsiteY20" fmla="*/ 117298 h 242625"/>
                <a:gd name="connsiteX21" fmla="*/ 39217 w 137833"/>
                <a:gd name="connsiteY21" fmla="*/ 12186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17" y="121869"/>
                  </a:moveTo>
                  <a:cubicBezTo>
                    <a:pt x="60123" y="121869"/>
                    <a:pt x="68272" y="122573"/>
                    <a:pt x="76776" y="125737"/>
                  </a:cubicBezTo>
                  <a:cubicBezTo>
                    <a:pt x="98744" y="133473"/>
                    <a:pt x="112563" y="153516"/>
                    <a:pt x="112563" y="177779"/>
                  </a:cubicBezTo>
                  <a:cubicBezTo>
                    <a:pt x="112563" y="207316"/>
                    <a:pt x="92366" y="230172"/>
                    <a:pt x="66146" y="230172"/>
                  </a:cubicBezTo>
                  <a:cubicBezTo>
                    <a:pt x="56579" y="230172"/>
                    <a:pt x="49493" y="227710"/>
                    <a:pt x="36383" y="219271"/>
                  </a:cubicBezTo>
                  <a:cubicBezTo>
                    <a:pt x="25753" y="212942"/>
                    <a:pt x="19729" y="210480"/>
                    <a:pt x="13706" y="210480"/>
                  </a:cubicBezTo>
                  <a:cubicBezTo>
                    <a:pt x="5556" y="210480"/>
                    <a:pt x="241" y="215403"/>
                    <a:pt x="241" y="222787"/>
                  </a:cubicBezTo>
                  <a:cubicBezTo>
                    <a:pt x="241" y="235094"/>
                    <a:pt x="15478" y="242830"/>
                    <a:pt x="40280" y="242830"/>
                  </a:cubicBezTo>
                  <a:cubicBezTo>
                    <a:pt x="67564" y="242830"/>
                    <a:pt x="95555" y="233688"/>
                    <a:pt x="112209" y="219271"/>
                  </a:cubicBezTo>
                  <a:cubicBezTo>
                    <a:pt x="128862" y="204854"/>
                    <a:pt x="138075" y="184460"/>
                    <a:pt x="138075" y="160900"/>
                  </a:cubicBezTo>
                  <a:cubicBezTo>
                    <a:pt x="138075" y="142967"/>
                    <a:pt x="132405" y="126440"/>
                    <a:pt x="122130" y="115540"/>
                  </a:cubicBezTo>
                  <a:cubicBezTo>
                    <a:pt x="115043" y="107804"/>
                    <a:pt x="108311" y="103584"/>
                    <a:pt x="92721" y="96903"/>
                  </a:cubicBezTo>
                  <a:cubicBezTo>
                    <a:pt x="117169" y="80377"/>
                    <a:pt x="126027" y="67366"/>
                    <a:pt x="126027" y="48378"/>
                  </a:cubicBezTo>
                  <a:cubicBezTo>
                    <a:pt x="126027" y="19896"/>
                    <a:pt x="103351" y="205"/>
                    <a:pt x="70752" y="205"/>
                  </a:cubicBezTo>
                  <a:cubicBezTo>
                    <a:pt x="53036" y="205"/>
                    <a:pt x="37446" y="6183"/>
                    <a:pt x="24690" y="17435"/>
                  </a:cubicBezTo>
                  <a:cubicBezTo>
                    <a:pt x="14060" y="26929"/>
                    <a:pt x="8745" y="36071"/>
                    <a:pt x="950" y="57169"/>
                  </a:cubicBezTo>
                  <a:lnTo>
                    <a:pt x="6265" y="58576"/>
                  </a:lnTo>
                  <a:cubicBezTo>
                    <a:pt x="20792" y="32907"/>
                    <a:pt x="36737" y="21303"/>
                    <a:pt x="59060" y="21303"/>
                  </a:cubicBezTo>
                  <a:cubicBezTo>
                    <a:pt x="82091" y="21303"/>
                    <a:pt x="98036" y="36775"/>
                    <a:pt x="98036" y="58927"/>
                  </a:cubicBezTo>
                  <a:cubicBezTo>
                    <a:pt x="98036" y="71586"/>
                    <a:pt x="92721" y="84245"/>
                    <a:pt x="83863" y="93036"/>
                  </a:cubicBezTo>
                  <a:cubicBezTo>
                    <a:pt x="73233" y="103584"/>
                    <a:pt x="63312" y="108859"/>
                    <a:pt x="39217" y="117298"/>
                  </a:cubicBezTo>
                  <a:lnTo>
                    <a:pt x="39217" y="1218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7" name="Freeform: Shape 4606">
              <a:extLst>
                <a:ext uri="{FF2B5EF4-FFF2-40B4-BE49-F238E27FC236}">
                  <a16:creationId xmlns:a16="http://schemas.microsoft.com/office/drawing/2014/main" id="{7CBBB1CA-E934-A409-FE88-5B50DDDA6D99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1467259" y="8230249"/>
              <a:ext cx="216493" cy="14065"/>
            </a:xfrm>
            <a:custGeom>
              <a:avLst/>
              <a:gdLst>
                <a:gd name="connsiteX0" fmla="*/ 204340 w 216493"/>
                <a:gd name="connsiteY0" fmla="*/ 14270 h 14065"/>
                <a:gd name="connsiteX1" fmla="*/ 216741 w 216493"/>
                <a:gd name="connsiteY1" fmla="*/ 7237 h 14065"/>
                <a:gd name="connsiteX2" fmla="*/ 204340 w 216493"/>
                <a:gd name="connsiteY2" fmla="*/ 205 h 14065"/>
                <a:gd name="connsiteX3" fmla="*/ 12649 w 216493"/>
                <a:gd name="connsiteY3" fmla="*/ 205 h 14065"/>
                <a:gd name="connsiteX4" fmla="*/ 248 w 216493"/>
                <a:gd name="connsiteY4" fmla="*/ 7237 h 14065"/>
                <a:gd name="connsiteX5" fmla="*/ 12649 w 216493"/>
                <a:gd name="connsiteY5" fmla="*/ 14270 h 14065"/>
                <a:gd name="connsiteX6" fmla="*/ 204340 w 216493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40" y="14270"/>
                  </a:moveTo>
                  <a:cubicBezTo>
                    <a:pt x="210364" y="14270"/>
                    <a:pt x="216741" y="14270"/>
                    <a:pt x="216741" y="7237"/>
                  </a:cubicBezTo>
                  <a:cubicBezTo>
                    <a:pt x="216741" y="205"/>
                    <a:pt x="210364" y="205"/>
                    <a:pt x="204340" y="205"/>
                  </a:cubicBezTo>
                  <a:lnTo>
                    <a:pt x="12649" y="205"/>
                  </a:lnTo>
                  <a:cubicBezTo>
                    <a:pt x="6626" y="205"/>
                    <a:pt x="248" y="205"/>
                    <a:pt x="248" y="7237"/>
                  </a:cubicBezTo>
                  <a:cubicBezTo>
                    <a:pt x="248" y="14270"/>
                    <a:pt x="6626" y="14270"/>
                    <a:pt x="12649" y="14270"/>
                  </a:cubicBezTo>
                  <a:lnTo>
                    <a:pt x="204340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8" name="Freeform: Shape 4607">
              <a:extLst>
                <a:ext uri="{FF2B5EF4-FFF2-40B4-BE49-F238E27FC236}">
                  <a16:creationId xmlns:a16="http://schemas.microsoft.com/office/drawing/2014/main" id="{B70E3F2A-4B75-DE8B-1E24-FFF8D9A586A0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11774925" y="8083268"/>
              <a:ext cx="143856" cy="246845"/>
            </a:xfrm>
            <a:custGeom>
              <a:avLst/>
              <a:gdLst>
                <a:gd name="connsiteX0" fmla="*/ 53052 w 143856"/>
                <a:gd name="connsiteY0" fmla="*/ 37126 h 246845"/>
                <a:gd name="connsiteX1" fmla="*/ 122500 w 143856"/>
                <a:gd name="connsiteY1" fmla="*/ 37126 h 246845"/>
                <a:gd name="connsiteX2" fmla="*/ 130649 w 143856"/>
                <a:gd name="connsiteY2" fmla="*/ 33961 h 246845"/>
                <a:gd name="connsiteX3" fmla="*/ 144114 w 143856"/>
                <a:gd name="connsiteY3" fmla="*/ 2666 h 246845"/>
                <a:gd name="connsiteX4" fmla="*/ 140925 w 143856"/>
                <a:gd name="connsiteY4" fmla="*/ 205 h 246845"/>
                <a:gd name="connsiteX5" fmla="*/ 124626 w 143856"/>
                <a:gd name="connsiteY5" fmla="*/ 9347 h 246845"/>
                <a:gd name="connsiteX6" fmla="*/ 50571 w 143856"/>
                <a:gd name="connsiteY6" fmla="*/ 9347 h 246845"/>
                <a:gd name="connsiteX7" fmla="*/ 11950 w 143856"/>
                <a:gd name="connsiteY7" fmla="*/ 92684 h 246845"/>
                <a:gd name="connsiteX8" fmla="*/ 11595 w 143856"/>
                <a:gd name="connsiteY8" fmla="*/ 94442 h 246845"/>
                <a:gd name="connsiteX9" fmla="*/ 15847 w 143856"/>
                <a:gd name="connsiteY9" fmla="*/ 97255 h 246845"/>
                <a:gd name="connsiteX10" fmla="*/ 55886 w 143856"/>
                <a:gd name="connsiteY10" fmla="*/ 104288 h 246845"/>
                <a:gd name="connsiteX11" fmla="*/ 115413 w 143856"/>
                <a:gd name="connsiteY11" fmla="*/ 173911 h 246845"/>
                <a:gd name="connsiteX12" fmla="*/ 66162 w 143856"/>
                <a:gd name="connsiteY12" fmla="*/ 234040 h 246845"/>
                <a:gd name="connsiteX13" fmla="*/ 42422 w 143856"/>
                <a:gd name="connsiteY13" fmla="*/ 223842 h 246845"/>
                <a:gd name="connsiteX14" fmla="*/ 15493 w 143856"/>
                <a:gd name="connsiteY14" fmla="*/ 212238 h 246845"/>
                <a:gd name="connsiteX15" fmla="*/ 257 w 143856"/>
                <a:gd name="connsiteY15" fmla="*/ 225249 h 246845"/>
                <a:gd name="connsiteX16" fmla="*/ 43485 w 143856"/>
                <a:gd name="connsiteY16" fmla="*/ 247050 h 246845"/>
                <a:gd name="connsiteX17" fmla="*/ 116476 w 143856"/>
                <a:gd name="connsiteY17" fmla="*/ 219623 h 246845"/>
                <a:gd name="connsiteX18" fmla="*/ 140216 w 143856"/>
                <a:gd name="connsiteY18" fmla="*/ 157032 h 246845"/>
                <a:gd name="connsiteX19" fmla="*/ 115767 w 143856"/>
                <a:gd name="connsiteY19" fmla="*/ 97958 h 246845"/>
                <a:gd name="connsiteX20" fmla="*/ 38170 w 143856"/>
                <a:gd name="connsiteY20" fmla="*/ 67015 h 246845"/>
                <a:gd name="connsiteX21" fmla="*/ 53052 w 143856"/>
                <a:gd name="connsiteY21" fmla="*/ 37126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052" y="37126"/>
                  </a:moveTo>
                  <a:lnTo>
                    <a:pt x="122500" y="37126"/>
                  </a:lnTo>
                  <a:cubicBezTo>
                    <a:pt x="128169" y="37126"/>
                    <a:pt x="129586" y="36423"/>
                    <a:pt x="130649" y="33961"/>
                  </a:cubicBezTo>
                  <a:lnTo>
                    <a:pt x="144114" y="2666"/>
                  </a:lnTo>
                  <a:lnTo>
                    <a:pt x="140925" y="205"/>
                  </a:lnTo>
                  <a:cubicBezTo>
                    <a:pt x="135610" y="7589"/>
                    <a:pt x="132066" y="9347"/>
                    <a:pt x="124626" y="9347"/>
                  </a:cubicBezTo>
                  <a:lnTo>
                    <a:pt x="50571" y="9347"/>
                  </a:lnTo>
                  <a:lnTo>
                    <a:pt x="11950" y="92684"/>
                  </a:lnTo>
                  <a:cubicBezTo>
                    <a:pt x="11595" y="93387"/>
                    <a:pt x="11595" y="93739"/>
                    <a:pt x="11595" y="94442"/>
                  </a:cubicBezTo>
                  <a:cubicBezTo>
                    <a:pt x="11595" y="96200"/>
                    <a:pt x="13013" y="97255"/>
                    <a:pt x="15847" y="97255"/>
                  </a:cubicBezTo>
                  <a:cubicBezTo>
                    <a:pt x="27186" y="97255"/>
                    <a:pt x="41359" y="99717"/>
                    <a:pt x="55886" y="104288"/>
                  </a:cubicBezTo>
                  <a:cubicBezTo>
                    <a:pt x="96634" y="117298"/>
                    <a:pt x="115413" y="139099"/>
                    <a:pt x="115413" y="173911"/>
                  </a:cubicBezTo>
                  <a:cubicBezTo>
                    <a:pt x="115413" y="207667"/>
                    <a:pt x="93799" y="234040"/>
                    <a:pt x="66162" y="234040"/>
                  </a:cubicBezTo>
                  <a:cubicBezTo>
                    <a:pt x="59075" y="234040"/>
                    <a:pt x="53052" y="231578"/>
                    <a:pt x="42422" y="223842"/>
                  </a:cubicBezTo>
                  <a:cubicBezTo>
                    <a:pt x="31083" y="215755"/>
                    <a:pt x="22934" y="212238"/>
                    <a:pt x="15493" y="212238"/>
                  </a:cubicBezTo>
                  <a:cubicBezTo>
                    <a:pt x="5218" y="212238"/>
                    <a:pt x="257" y="216458"/>
                    <a:pt x="257" y="225249"/>
                  </a:cubicBezTo>
                  <a:cubicBezTo>
                    <a:pt x="257" y="238611"/>
                    <a:pt x="16910" y="247050"/>
                    <a:pt x="43485" y="247050"/>
                  </a:cubicBezTo>
                  <a:cubicBezTo>
                    <a:pt x="73248" y="247050"/>
                    <a:pt x="98760" y="237556"/>
                    <a:pt x="116476" y="219623"/>
                  </a:cubicBezTo>
                  <a:cubicBezTo>
                    <a:pt x="132775" y="203799"/>
                    <a:pt x="140216" y="183756"/>
                    <a:pt x="140216" y="157032"/>
                  </a:cubicBezTo>
                  <a:cubicBezTo>
                    <a:pt x="140216" y="131715"/>
                    <a:pt x="133484" y="115540"/>
                    <a:pt x="115767" y="97958"/>
                  </a:cubicBezTo>
                  <a:cubicBezTo>
                    <a:pt x="100177" y="82487"/>
                    <a:pt x="79980" y="74399"/>
                    <a:pt x="38170" y="67015"/>
                  </a:cubicBezTo>
                  <a:lnTo>
                    <a:pt x="53052" y="37126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09" name="Freeform: Shape 4608">
              <a:extLst>
                <a:ext uri="{FF2B5EF4-FFF2-40B4-BE49-F238E27FC236}">
                  <a16:creationId xmlns:a16="http://schemas.microsoft.com/office/drawing/2014/main" id="{1F94C90C-357F-7F14-C346-83B1394000FF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1961610" y="8061467"/>
              <a:ext cx="82203" cy="351631"/>
            </a:xfrm>
            <a:custGeom>
              <a:avLst/>
              <a:gdLst>
                <a:gd name="connsiteX0" fmla="*/ 82466 w 82203"/>
                <a:gd name="connsiteY0" fmla="*/ 176020 h 351631"/>
                <a:gd name="connsiteX1" fmla="*/ 59080 w 82203"/>
                <a:gd name="connsiteY1" fmla="*/ 66312 h 351631"/>
                <a:gd name="connsiteX2" fmla="*/ 3805 w 82203"/>
                <a:gd name="connsiteY2" fmla="*/ 205 h 351631"/>
                <a:gd name="connsiteX3" fmla="*/ 262 w 82203"/>
                <a:gd name="connsiteY3" fmla="*/ 3721 h 351631"/>
                <a:gd name="connsiteX4" fmla="*/ 6994 w 82203"/>
                <a:gd name="connsiteY4" fmla="*/ 11809 h 351631"/>
                <a:gd name="connsiteX5" fmla="*/ 61915 w 82203"/>
                <a:gd name="connsiteY5" fmla="*/ 176020 h 351631"/>
                <a:gd name="connsiteX6" fmla="*/ 4868 w 82203"/>
                <a:gd name="connsiteY6" fmla="*/ 342342 h 351631"/>
                <a:gd name="connsiteX7" fmla="*/ 262 w 82203"/>
                <a:gd name="connsiteY7" fmla="*/ 348320 h 351631"/>
                <a:gd name="connsiteX8" fmla="*/ 3805 w 82203"/>
                <a:gd name="connsiteY8" fmla="*/ 351836 h 351631"/>
                <a:gd name="connsiteX9" fmla="*/ 60143 w 82203"/>
                <a:gd name="connsiteY9" fmla="*/ 283268 h 351631"/>
                <a:gd name="connsiteX10" fmla="*/ 82466 w 82203"/>
                <a:gd name="connsiteY10" fmla="*/ 1760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66" y="176020"/>
                  </a:moveTo>
                  <a:cubicBezTo>
                    <a:pt x="82466" y="148593"/>
                    <a:pt x="78568" y="106046"/>
                    <a:pt x="59080" y="66312"/>
                  </a:cubicBezTo>
                  <a:cubicBezTo>
                    <a:pt x="37821" y="23061"/>
                    <a:pt x="7348" y="205"/>
                    <a:pt x="3805" y="205"/>
                  </a:cubicBezTo>
                  <a:cubicBezTo>
                    <a:pt x="1679" y="205"/>
                    <a:pt x="262" y="1611"/>
                    <a:pt x="262" y="3721"/>
                  </a:cubicBezTo>
                  <a:cubicBezTo>
                    <a:pt x="262" y="4776"/>
                    <a:pt x="262" y="5479"/>
                    <a:pt x="6994" y="11809"/>
                  </a:cubicBezTo>
                  <a:cubicBezTo>
                    <a:pt x="41718" y="46620"/>
                    <a:pt x="61915" y="102530"/>
                    <a:pt x="61915" y="176020"/>
                  </a:cubicBezTo>
                  <a:cubicBezTo>
                    <a:pt x="61915" y="236149"/>
                    <a:pt x="48805" y="298036"/>
                    <a:pt x="4868" y="342342"/>
                  </a:cubicBezTo>
                  <a:cubicBezTo>
                    <a:pt x="262" y="346562"/>
                    <a:pt x="262" y="347265"/>
                    <a:pt x="262" y="348320"/>
                  </a:cubicBezTo>
                  <a:cubicBezTo>
                    <a:pt x="262" y="350429"/>
                    <a:pt x="1679" y="351836"/>
                    <a:pt x="3805" y="351836"/>
                  </a:cubicBezTo>
                  <a:cubicBezTo>
                    <a:pt x="7348" y="351836"/>
                    <a:pt x="39238" y="327925"/>
                    <a:pt x="60143" y="283268"/>
                  </a:cubicBezTo>
                  <a:cubicBezTo>
                    <a:pt x="78214" y="244589"/>
                    <a:pt x="82466" y="205557"/>
                    <a:pt x="82466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0" name="Freeform: Shape 4609">
              <a:extLst>
                <a:ext uri="{FF2B5EF4-FFF2-40B4-BE49-F238E27FC236}">
                  <a16:creationId xmlns:a16="http://schemas.microsoft.com/office/drawing/2014/main" id="{E8F5568D-C2F8-BF0B-9E27-C38D7A772EB4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2114482" y="8061467"/>
              <a:ext cx="82203" cy="351631"/>
            </a:xfrm>
            <a:custGeom>
              <a:avLst/>
              <a:gdLst>
                <a:gd name="connsiteX0" fmla="*/ 82470 w 82203"/>
                <a:gd name="connsiteY0" fmla="*/ 348320 h 351631"/>
                <a:gd name="connsiteX1" fmla="*/ 76446 w 82203"/>
                <a:gd name="connsiteY1" fmla="*/ 340584 h 351631"/>
                <a:gd name="connsiteX2" fmla="*/ 20817 w 82203"/>
                <a:gd name="connsiteY2" fmla="*/ 176020 h 351631"/>
                <a:gd name="connsiteX3" fmla="*/ 77863 w 82203"/>
                <a:gd name="connsiteY3" fmla="*/ 9699 h 351631"/>
                <a:gd name="connsiteX4" fmla="*/ 82470 w 82203"/>
                <a:gd name="connsiteY4" fmla="*/ 3721 h 351631"/>
                <a:gd name="connsiteX5" fmla="*/ 78926 w 82203"/>
                <a:gd name="connsiteY5" fmla="*/ 205 h 351631"/>
                <a:gd name="connsiteX6" fmla="*/ 22588 w 82203"/>
                <a:gd name="connsiteY6" fmla="*/ 68773 h 351631"/>
                <a:gd name="connsiteX7" fmla="*/ 266 w 82203"/>
                <a:gd name="connsiteY7" fmla="*/ 176020 h 351631"/>
                <a:gd name="connsiteX8" fmla="*/ 23651 w 82203"/>
                <a:gd name="connsiteY8" fmla="*/ 285729 h 351631"/>
                <a:gd name="connsiteX9" fmla="*/ 78926 w 82203"/>
                <a:gd name="connsiteY9" fmla="*/ 351836 h 351631"/>
                <a:gd name="connsiteX10" fmla="*/ 82470 w 82203"/>
                <a:gd name="connsiteY10" fmla="*/ 3483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70" y="348320"/>
                  </a:moveTo>
                  <a:cubicBezTo>
                    <a:pt x="82470" y="347265"/>
                    <a:pt x="82470" y="346562"/>
                    <a:pt x="76446" y="340584"/>
                  </a:cubicBezTo>
                  <a:cubicBezTo>
                    <a:pt x="32155" y="296278"/>
                    <a:pt x="20817" y="229820"/>
                    <a:pt x="20817" y="176020"/>
                  </a:cubicBezTo>
                  <a:cubicBezTo>
                    <a:pt x="20817" y="114837"/>
                    <a:pt x="34281" y="53653"/>
                    <a:pt x="77863" y="9699"/>
                  </a:cubicBezTo>
                  <a:cubicBezTo>
                    <a:pt x="82470" y="5479"/>
                    <a:pt x="82470" y="4776"/>
                    <a:pt x="82470" y="3721"/>
                  </a:cubicBezTo>
                  <a:cubicBezTo>
                    <a:pt x="82470" y="1260"/>
                    <a:pt x="81052" y="205"/>
                    <a:pt x="78926" y="205"/>
                  </a:cubicBezTo>
                  <a:cubicBezTo>
                    <a:pt x="75383" y="205"/>
                    <a:pt x="43494" y="24116"/>
                    <a:pt x="22588" y="68773"/>
                  </a:cubicBezTo>
                  <a:cubicBezTo>
                    <a:pt x="4518" y="107452"/>
                    <a:pt x="266" y="146483"/>
                    <a:pt x="266" y="176020"/>
                  </a:cubicBezTo>
                  <a:cubicBezTo>
                    <a:pt x="266" y="203448"/>
                    <a:pt x="4163" y="245995"/>
                    <a:pt x="23651" y="285729"/>
                  </a:cubicBezTo>
                  <a:cubicBezTo>
                    <a:pt x="44911" y="328980"/>
                    <a:pt x="75383" y="351836"/>
                    <a:pt x="78926" y="351836"/>
                  </a:cubicBezTo>
                  <a:cubicBezTo>
                    <a:pt x="81052" y="351836"/>
                    <a:pt x="82470" y="350781"/>
                    <a:pt x="82470" y="3483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1" name="Freeform: Shape 4610">
              <a:extLst>
                <a:ext uri="{FF2B5EF4-FFF2-40B4-BE49-F238E27FC236}">
                  <a16:creationId xmlns:a16="http://schemas.microsoft.com/office/drawing/2014/main" id="{ED0F7278-2754-5C81-2B55-3B63F4294A06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2256724" y="8087487"/>
              <a:ext cx="100274" cy="237702"/>
            </a:xfrm>
            <a:custGeom>
              <a:avLst/>
              <a:gdLst>
                <a:gd name="connsiteX0" fmla="*/ 64048 w 100274"/>
                <a:gd name="connsiteY0" fmla="*/ 205 h 237702"/>
                <a:gd name="connsiteX1" fmla="*/ 270 w 100274"/>
                <a:gd name="connsiteY1" fmla="*/ 32203 h 237702"/>
                <a:gd name="connsiteX2" fmla="*/ 270 w 100274"/>
                <a:gd name="connsiteY2" fmla="*/ 37126 h 237702"/>
                <a:gd name="connsiteX3" fmla="*/ 9836 w 100274"/>
                <a:gd name="connsiteY3" fmla="*/ 33258 h 237702"/>
                <a:gd name="connsiteX4" fmla="*/ 25781 w 100274"/>
                <a:gd name="connsiteY4" fmla="*/ 29390 h 237702"/>
                <a:gd name="connsiteX5" fmla="*/ 36411 w 100274"/>
                <a:gd name="connsiteY5" fmla="*/ 45917 h 237702"/>
                <a:gd name="connsiteX6" fmla="*/ 36411 w 100274"/>
                <a:gd name="connsiteY6" fmla="*/ 205206 h 237702"/>
                <a:gd name="connsiteX7" fmla="*/ 27907 w 100274"/>
                <a:gd name="connsiteY7" fmla="*/ 228062 h 237702"/>
                <a:gd name="connsiteX8" fmla="*/ 2750 w 100274"/>
                <a:gd name="connsiteY8" fmla="*/ 232633 h 237702"/>
                <a:gd name="connsiteX9" fmla="*/ 2750 w 100274"/>
                <a:gd name="connsiteY9" fmla="*/ 237908 h 237702"/>
                <a:gd name="connsiteX10" fmla="*/ 100544 w 100274"/>
                <a:gd name="connsiteY10" fmla="*/ 237908 h 237702"/>
                <a:gd name="connsiteX11" fmla="*/ 100544 w 100274"/>
                <a:gd name="connsiteY11" fmla="*/ 232633 h 237702"/>
                <a:gd name="connsiteX12" fmla="*/ 66883 w 100274"/>
                <a:gd name="connsiteY12" fmla="*/ 211887 h 237702"/>
                <a:gd name="connsiteX13" fmla="*/ 66883 w 100274"/>
                <a:gd name="connsiteY13" fmla="*/ 908 h 237702"/>
                <a:gd name="connsiteX14" fmla="*/ 64048 w 100274"/>
                <a:gd name="connsiteY14" fmla="*/ 205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74" h="237702">
                  <a:moveTo>
                    <a:pt x="64048" y="205"/>
                  </a:moveTo>
                  <a:lnTo>
                    <a:pt x="270" y="32203"/>
                  </a:lnTo>
                  <a:lnTo>
                    <a:pt x="270" y="37126"/>
                  </a:lnTo>
                  <a:cubicBezTo>
                    <a:pt x="4522" y="35368"/>
                    <a:pt x="8419" y="33962"/>
                    <a:pt x="9836" y="33258"/>
                  </a:cubicBezTo>
                  <a:cubicBezTo>
                    <a:pt x="16214" y="30797"/>
                    <a:pt x="22238" y="29390"/>
                    <a:pt x="25781" y="29390"/>
                  </a:cubicBezTo>
                  <a:cubicBezTo>
                    <a:pt x="33222" y="29390"/>
                    <a:pt x="36411" y="34665"/>
                    <a:pt x="36411" y="45917"/>
                  </a:cubicBezTo>
                  <a:lnTo>
                    <a:pt x="36411" y="205206"/>
                  </a:lnTo>
                  <a:cubicBezTo>
                    <a:pt x="36411" y="216810"/>
                    <a:pt x="33576" y="224897"/>
                    <a:pt x="27907" y="228062"/>
                  </a:cubicBezTo>
                  <a:cubicBezTo>
                    <a:pt x="22592" y="231227"/>
                    <a:pt x="17632" y="232281"/>
                    <a:pt x="2750" y="232633"/>
                  </a:cubicBezTo>
                  <a:lnTo>
                    <a:pt x="2750" y="237908"/>
                  </a:lnTo>
                  <a:lnTo>
                    <a:pt x="100544" y="237908"/>
                  </a:lnTo>
                  <a:lnTo>
                    <a:pt x="100544" y="232633"/>
                  </a:lnTo>
                  <a:cubicBezTo>
                    <a:pt x="72552" y="232281"/>
                    <a:pt x="66883" y="228765"/>
                    <a:pt x="66883" y="211887"/>
                  </a:cubicBezTo>
                  <a:lnTo>
                    <a:pt x="66883" y="908"/>
                  </a:lnTo>
                  <a:lnTo>
                    <a:pt x="64048" y="20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2" name="Freeform: Shape 4611">
              <a:extLst>
                <a:ext uri="{FF2B5EF4-FFF2-40B4-BE49-F238E27FC236}">
                  <a16:creationId xmlns:a16="http://schemas.microsoft.com/office/drawing/2014/main" id="{066C60C3-7471-9994-D8C2-511AD6C2520A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2410458" y="8087487"/>
              <a:ext cx="137833" cy="242625"/>
            </a:xfrm>
            <a:custGeom>
              <a:avLst/>
              <a:gdLst>
                <a:gd name="connsiteX0" fmla="*/ 39251 w 137833"/>
                <a:gd name="connsiteY0" fmla="*/ 121869 h 242625"/>
                <a:gd name="connsiteX1" fmla="*/ 76809 w 137833"/>
                <a:gd name="connsiteY1" fmla="*/ 125737 h 242625"/>
                <a:gd name="connsiteX2" fmla="*/ 112596 w 137833"/>
                <a:gd name="connsiteY2" fmla="*/ 177779 h 242625"/>
                <a:gd name="connsiteX3" fmla="*/ 66179 w 137833"/>
                <a:gd name="connsiteY3" fmla="*/ 230172 h 242625"/>
                <a:gd name="connsiteX4" fmla="*/ 36416 w 137833"/>
                <a:gd name="connsiteY4" fmla="*/ 219271 h 242625"/>
                <a:gd name="connsiteX5" fmla="*/ 13739 w 137833"/>
                <a:gd name="connsiteY5" fmla="*/ 210480 h 242625"/>
                <a:gd name="connsiteX6" fmla="*/ 275 w 137833"/>
                <a:gd name="connsiteY6" fmla="*/ 222787 h 242625"/>
                <a:gd name="connsiteX7" fmla="*/ 40314 w 137833"/>
                <a:gd name="connsiteY7" fmla="*/ 242830 h 242625"/>
                <a:gd name="connsiteX8" fmla="*/ 112242 w 137833"/>
                <a:gd name="connsiteY8" fmla="*/ 219271 h 242625"/>
                <a:gd name="connsiteX9" fmla="*/ 138108 w 137833"/>
                <a:gd name="connsiteY9" fmla="*/ 160900 h 242625"/>
                <a:gd name="connsiteX10" fmla="*/ 122163 w 137833"/>
                <a:gd name="connsiteY10" fmla="*/ 115540 h 242625"/>
                <a:gd name="connsiteX11" fmla="*/ 92754 w 137833"/>
                <a:gd name="connsiteY11" fmla="*/ 96903 h 242625"/>
                <a:gd name="connsiteX12" fmla="*/ 126061 w 137833"/>
                <a:gd name="connsiteY12" fmla="*/ 48378 h 242625"/>
                <a:gd name="connsiteX13" fmla="*/ 70786 w 137833"/>
                <a:gd name="connsiteY13" fmla="*/ 205 h 242625"/>
                <a:gd name="connsiteX14" fmla="*/ 24723 w 137833"/>
                <a:gd name="connsiteY14" fmla="*/ 17435 h 242625"/>
                <a:gd name="connsiteX15" fmla="*/ 983 w 137833"/>
                <a:gd name="connsiteY15" fmla="*/ 57169 h 242625"/>
                <a:gd name="connsiteX16" fmla="*/ 6298 w 137833"/>
                <a:gd name="connsiteY16" fmla="*/ 58576 h 242625"/>
                <a:gd name="connsiteX17" fmla="*/ 59093 w 137833"/>
                <a:gd name="connsiteY17" fmla="*/ 21303 h 242625"/>
                <a:gd name="connsiteX18" fmla="*/ 98069 w 137833"/>
                <a:gd name="connsiteY18" fmla="*/ 58927 h 242625"/>
                <a:gd name="connsiteX19" fmla="*/ 83896 w 137833"/>
                <a:gd name="connsiteY19" fmla="*/ 93036 h 242625"/>
                <a:gd name="connsiteX20" fmla="*/ 39251 w 137833"/>
                <a:gd name="connsiteY20" fmla="*/ 117298 h 242625"/>
                <a:gd name="connsiteX21" fmla="*/ 39251 w 137833"/>
                <a:gd name="connsiteY21" fmla="*/ 121869 h 24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833" h="242625">
                  <a:moveTo>
                    <a:pt x="39251" y="121869"/>
                  </a:moveTo>
                  <a:cubicBezTo>
                    <a:pt x="60156" y="121869"/>
                    <a:pt x="68305" y="122573"/>
                    <a:pt x="76809" y="125737"/>
                  </a:cubicBezTo>
                  <a:cubicBezTo>
                    <a:pt x="98777" y="133473"/>
                    <a:pt x="112596" y="153516"/>
                    <a:pt x="112596" y="177779"/>
                  </a:cubicBezTo>
                  <a:cubicBezTo>
                    <a:pt x="112596" y="207316"/>
                    <a:pt x="92400" y="230172"/>
                    <a:pt x="66179" y="230172"/>
                  </a:cubicBezTo>
                  <a:cubicBezTo>
                    <a:pt x="56613" y="230172"/>
                    <a:pt x="49526" y="227710"/>
                    <a:pt x="36416" y="219271"/>
                  </a:cubicBezTo>
                  <a:cubicBezTo>
                    <a:pt x="25786" y="212942"/>
                    <a:pt x="19763" y="210480"/>
                    <a:pt x="13739" y="210480"/>
                  </a:cubicBezTo>
                  <a:cubicBezTo>
                    <a:pt x="5590" y="210480"/>
                    <a:pt x="275" y="215403"/>
                    <a:pt x="275" y="222787"/>
                  </a:cubicBezTo>
                  <a:cubicBezTo>
                    <a:pt x="275" y="235094"/>
                    <a:pt x="15511" y="242830"/>
                    <a:pt x="40314" y="242830"/>
                  </a:cubicBezTo>
                  <a:cubicBezTo>
                    <a:pt x="67597" y="242830"/>
                    <a:pt x="95589" y="233688"/>
                    <a:pt x="112242" y="219271"/>
                  </a:cubicBezTo>
                  <a:cubicBezTo>
                    <a:pt x="128895" y="204854"/>
                    <a:pt x="138108" y="184460"/>
                    <a:pt x="138108" y="160900"/>
                  </a:cubicBezTo>
                  <a:cubicBezTo>
                    <a:pt x="138108" y="142967"/>
                    <a:pt x="132438" y="126440"/>
                    <a:pt x="122163" y="115540"/>
                  </a:cubicBezTo>
                  <a:cubicBezTo>
                    <a:pt x="115076" y="107804"/>
                    <a:pt x="108344" y="103584"/>
                    <a:pt x="92754" y="96903"/>
                  </a:cubicBezTo>
                  <a:cubicBezTo>
                    <a:pt x="117202" y="80377"/>
                    <a:pt x="126061" y="67366"/>
                    <a:pt x="126061" y="48378"/>
                  </a:cubicBezTo>
                  <a:cubicBezTo>
                    <a:pt x="126061" y="19896"/>
                    <a:pt x="103384" y="205"/>
                    <a:pt x="70786" y="205"/>
                  </a:cubicBezTo>
                  <a:cubicBezTo>
                    <a:pt x="53069" y="205"/>
                    <a:pt x="37479" y="6183"/>
                    <a:pt x="24723" y="17435"/>
                  </a:cubicBezTo>
                  <a:cubicBezTo>
                    <a:pt x="14093" y="26929"/>
                    <a:pt x="8778" y="36071"/>
                    <a:pt x="983" y="57169"/>
                  </a:cubicBezTo>
                  <a:lnTo>
                    <a:pt x="6298" y="58576"/>
                  </a:lnTo>
                  <a:cubicBezTo>
                    <a:pt x="20826" y="32907"/>
                    <a:pt x="36770" y="21303"/>
                    <a:pt x="59093" y="21303"/>
                  </a:cubicBezTo>
                  <a:cubicBezTo>
                    <a:pt x="82124" y="21303"/>
                    <a:pt x="98069" y="36775"/>
                    <a:pt x="98069" y="58927"/>
                  </a:cubicBezTo>
                  <a:cubicBezTo>
                    <a:pt x="98069" y="71586"/>
                    <a:pt x="92754" y="84245"/>
                    <a:pt x="83896" y="93036"/>
                  </a:cubicBezTo>
                  <a:cubicBezTo>
                    <a:pt x="73266" y="103584"/>
                    <a:pt x="63345" y="108859"/>
                    <a:pt x="39251" y="117298"/>
                  </a:cubicBezTo>
                  <a:lnTo>
                    <a:pt x="39251" y="12186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3" name="Freeform: Shape 4612">
              <a:extLst>
                <a:ext uri="{FF2B5EF4-FFF2-40B4-BE49-F238E27FC236}">
                  <a16:creationId xmlns:a16="http://schemas.microsoft.com/office/drawing/2014/main" id="{E8F1645D-8083-27DE-91B7-C7BF0B506DB2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2651854" y="8230249"/>
              <a:ext cx="216493" cy="14065"/>
            </a:xfrm>
            <a:custGeom>
              <a:avLst/>
              <a:gdLst>
                <a:gd name="connsiteX0" fmla="*/ 204373 w 216493"/>
                <a:gd name="connsiteY0" fmla="*/ 14270 h 14065"/>
                <a:gd name="connsiteX1" fmla="*/ 216775 w 216493"/>
                <a:gd name="connsiteY1" fmla="*/ 7237 h 14065"/>
                <a:gd name="connsiteX2" fmla="*/ 204373 w 216493"/>
                <a:gd name="connsiteY2" fmla="*/ 205 h 14065"/>
                <a:gd name="connsiteX3" fmla="*/ 12682 w 216493"/>
                <a:gd name="connsiteY3" fmla="*/ 205 h 14065"/>
                <a:gd name="connsiteX4" fmla="*/ 281 w 216493"/>
                <a:gd name="connsiteY4" fmla="*/ 7237 h 14065"/>
                <a:gd name="connsiteX5" fmla="*/ 12682 w 216493"/>
                <a:gd name="connsiteY5" fmla="*/ 14270 h 14065"/>
                <a:gd name="connsiteX6" fmla="*/ 204373 w 216493"/>
                <a:gd name="connsiteY6" fmla="*/ 14270 h 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93" h="14065">
                  <a:moveTo>
                    <a:pt x="204373" y="14270"/>
                  </a:moveTo>
                  <a:cubicBezTo>
                    <a:pt x="210397" y="14270"/>
                    <a:pt x="216775" y="14270"/>
                    <a:pt x="216775" y="7237"/>
                  </a:cubicBezTo>
                  <a:cubicBezTo>
                    <a:pt x="216775" y="205"/>
                    <a:pt x="210397" y="205"/>
                    <a:pt x="204373" y="205"/>
                  </a:cubicBezTo>
                  <a:lnTo>
                    <a:pt x="12682" y="205"/>
                  </a:lnTo>
                  <a:cubicBezTo>
                    <a:pt x="6659" y="205"/>
                    <a:pt x="281" y="205"/>
                    <a:pt x="281" y="7237"/>
                  </a:cubicBezTo>
                  <a:cubicBezTo>
                    <a:pt x="281" y="14270"/>
                    <a:pt x="6659" y="14270"/>
                    <a:pt x="12682" y="14270"/>
                  </a:cubicBezTo>
                  <a:lnTo>
                    <a:pt x="204373" y="14270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4" name="Freeform: Shape 4613">
              <a:extLst>
                <a:ext uri="{FF2B5EF4-FFF2-40B4-BE49-F238E27FC236}">
                  <a16:creationId xmlns:a16="http://schemas.microsoft.com/office/drawing/2014/main" id="{43B80A95-2CA5-FBEE-C838-C715FD1651E1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12955267" y="8092410"/>
              <a:ext cx="152006" cy="235592"/>
            </a:xfrm>
            <a:custGeom>
              <a:avLst/>
              <a:gdLst>
                <a:gd name="connsiteX0" fmla="*/ 152296 w 152006"/>
                <a:gd name="connsiteY0" fmla="*/ 205 h 235592"/>
                <a:gd name="connsiteX1" fmla="*/ 21195 w 152006"/>
                <a:gd name="connsiteY1" fmla="*/ 205 h 235592"/>
                <a:gd name="connsiteX2" fmla="*/ 290 w 152006"/>
                <a:gd name="connsiteY2" fmla="*/ 51895 h 235592"/>
                <a:gd name="connsiteX3" fmla="*/ 6314 w 152006"/>
                <a:gd name="connsiteY3" fmla="*/ 54708 h 235592"/>
                <a:gd name="connsiteX4" fmla="*/ 47416 w 152006"/>
                <a:gd name="connsiteY4" fmla="*/ 26226 h 235592"/>
                <a:gd name="connsiteX5" fmla="*/ 124304 w 152006"/>
                <a:gd name="connsiteY5" fmla="*/ 26226 h 235592"/>
                <a:gd name="connsiteX6" fmla="*/ 54148 w 152006"/>
                <a:gd name="connsiteY6" fmla="*/ 235798 h 235592"/>
                <a:gd name="connsiteX7" fmla="*/ 77179 w 152006"/>
                <a:gd name="connsiteY7" fmla="*/ 235798 h 235592"/>
                <a:gd name="connsiteX8" fmla="*/ 152296 w 152006"/>
                <a:gd name="connsiteY8" fmla="*/ 5831 h 235592"/>
                <a:gd name="connsiteX9" fmla="*/ 152296 w 152006"/>
                <a:gd name="connsiteY9" fmla="*/ 205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296" y="205"/>
                  </a:moveTo>
                  <a:lnTo>
                    <a:pt x="21195" y="205"/>
                  </a:lnTo>
                  <a:lnTo>
                    <a:pt x="290" y="51895"/>
                  </a:lnTo>
                  <a:lnTo>
                    <a:pt x="6314" y="54708"/>
                  </a:lnTo>
                  <a:cubicBezTo>
                    <a:pt x="21550" y="30797"/>
                    <a:pt x="27928" y="26226"/>
                    <a:pt x="47416" y="26226"/>
                  </a:cubicBezTo>
                  <a:lnTo>
                    <a:pt x="124304" y="26226"/>
                  </a:lnTo>
                  <a:lnTo>
                    <a:pt x="54148" y="235798"/>
                  </a:lnTo>
                  <a:lnTo>
                    <a:pt x="77179" y="235798"/>
                  </a:lnTo>
                  <a:lnTo>
                    <a:pt x="152296" y="5831"/>
                  </a:lnTo>
                  <a:lnTo>
                    <a:pt x="152296" y="20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5" name="Freeform: Shape 4614">
              <a:extLst>
                <a:ext uri="{FF2B5EF4-FFF2-40B4-BE49-F238E27FC236}">
                  <a16:creationId xmlns:a16="http://schemas.microsoft.com/office/drawing/2014/main" id="{5B7D36E5-9126-BEA0-262B-231D4241B7E3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13146205" y="8061467"/>
              <a:ext cx="82203" cy="351631"/>
            </a:xfrm>
            <a:custGeom>
              <a:avLst/>
              <a:gdLst>
                <a:gd name="connsiteX0" fmla="*/ 82499 w 82203"/>
                <a:gd name="connsiteY0" fmla="*/ 176020 h 351631"/>
                <a:gd name="connsiteX1" fmla="*/ 59113 w 82203"/>
                <a:gd name="connsiteY1" fmla="*/ 66312 h 351631"/>
                <a:gd name="connsiteX2" fmla="*/ 3838 w 82203"/>
                <a:gd name="connsiteY2" fmla="*/ 205 h 351631"/>
                <a:gd name="connsiteX3" fmla="*/ 295 w 82203"/>
                <a:gd name="connsiteY3" fmla="*/ 3721 h 351631"/>
                <a:gd name="connsiteX4" fmla="*/ 7027 w 82203"/>
                <a:gd name="connsiteY4" fmla="*/ 11809 h 351631"/>
                <a:gd name="connsiteX5" fmla="*/ 61948 w 82203"/>
                <a:gd name="connsiteY5" fmla="*/ 176020 h 351631"/>
                <a:gd name="connsiteX6" fmla="*/ 4901 w 82203"/>
                <a:gd name="connsiteY6" fmla="*/ 342342 h 351631"/>
                <a:gd name="connsiteX7" fmla="*/ 295 w 82203"/>
                <a:gd name="connsiteY7" fmla="*/ 348320 h 351631"/>
                <a:gd name="connsiteX8" fmla="*/ 3838 w 82203"/>
                <a:gd name="connsiteY8" fmla="*/ 351836 h 351631"/>
                <a:gd name="connsiteX9" fmla="*/ 60176 w 82203"/>
                <a:gd name="connsiteY9" fmla="*/ 283268 h 351631"/>
                <a:gd name="connsiteX10" fmla="*/ 82499 w 82203"/>
                <a:gd name="connsiteY10" fmla="*/ 176020 h 35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3" h="351631">
                  <a:moveTo>
                    <a:pt x="82499" y="176020"/>
                  </a:moveTo>
                  <a:cubicBezTo>
                    <a:pt x="82499" y="148593"/>
                    <a:pt x="78601" y="106046"/>
                    <a:pt x="59113" y="66312"/>
                  </a:cubicBezTo>
                  <a:cubicBezTo>
                    <a:pt x="37854" y="23061"/>
                    <a:pt x="7382" y="205"/>
                    <a:pt x="3838" y="205"/>
                  </a:cubicBezTo>
                  <a:cubicBezTo>
                    <a:pt x="1712" y="205"/>
                    <a:pt x="295" y="1611"/>
                    <a:pt x="295" y="3721"/>
                  </a:cubicBezTo>
                  <a:cubicBezTo>
                    <a:pt x="295" y="4776"/>
                    <a:pt x="295" y="5479"/>
                    <a:pt x="7027" y="11809"/>
                  </a:cubicBezTo>
                  <a:cubicBezTo>
                    <a:pt x="41751" y="46620"/>
                    <a:pt x="61948" y="102530"/>
                    <a:pt x="61948" y="176020"/>
                  </a:cubicBezTo>
                  <a:cubicBezTo>
                    <a:pt x="61948" y="236149"/>
                    <a:pt x="48838" y="298036"/>
                    <a:pt x="4901" y="342342"/>
                  </a:cubicBezTo>
                  <a:cubicBezTo>
                    <a:pt x="295" y="346562"/>
                    <a:pt x="295" y="347265"/>
                    <a:pt x="295" y="348320"/>
                  </a:cubicBezTo>
                  <a:cubicBezTo>
                    <a:pt x="295" y="350429"/>
                    <a:pt x="1712" y="351836"/>
                    <a:pt x="3838" y="351836"/>
                  </a:cubicBezTo>
                  <a:cubicBezTo>
                    <a:pt x="7382" y="351836"/>
                    <a:pt x="39271" y="327925"/>
                    <a:pt x="60176" y="283268"/>
                  </a:cubicBezTo>
                  <a:cubicBezTo>
                    <a:pt x="78247" y="244589"/>
                    <a:pt x="82499" y="205557"/>
                    <a:pt x="82499" y="176020"/>
                  </a:cubicBez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6" name="Freeform: Shape 4615">
              <a:extLst>
                <a:ext uri="{FF2B5EF4-FFF2-40B4-BE49-F238E27FC236}">
                  <a16:creationId xmlns:a16="http://schemas.microsoft.com/office/drawing/2014/main" id="{9BF2A278-88D7-5BAA-9E21-B7D90F9DE794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3408154" y="7910416"/>
              <a:ext cx="171139" cy="169486"/>
            </a:xfrm>
            <a:custGeom>
              <a:avLst/>
              <a:gdLst>
                <a:gd name="connsiteX0" fmla="*/ 86049 w 171139"/>
                <a:gd name="connsiteY0" fmla="*/ 75095 h 169486"/>
                <a:gd name="connsiteX1" fmla="*/ 15183 w 171139"/>
                <a:gd name="connsiteY1" fmla="*/ 5121 h 169486"/>
                <a:gd name="connsiteX2" fmla="*/ 7388 w 171139"/>
                <a:gd name="connsiteY2" fmla="*/ 198 h 169486"/>
                <a:gd name="connsiteX3" fmla="*/ 302 w 171139"/>
                <a:gd name="connsiteY3" fmla="*/ 7231 h 169486"/>
                <a:gd name="connsiteX4" fmla="*/ 4908 w 171139"/>
                <a:gd name="connsiteY4" fmla="*/ 14263 h 169486"/>
                <a:gd name="connsiteX5" fmla="*/ 75773 w 171139"/>
                <a:gd name="connsiteY5" fmla="*/ 84941 h 169486"/>
                <a:gd name="connsiteX6" fmla="*/ 4908 w 171139"/>
                <a:gd name="connsiteY6" fmla="*/ 155619 h 169486"/>
                <a:gd name="connsiteX7" fmla="*/ 302 w 171139"/>
                <a:gd name="connsiteY7" fmla="*/ 162652 h 169486"/>
                <a:gd name="connsiteX8" fmla="*/ 7388 w 171139"/>
                <a:gd name="connsiteY8" fmla="*/ 169684 h 169486"/>
                <a:gd name="connsiteX9" fmla="*/ 15183 w 171139"/>
                <a:gd name="connsiteY9" fmla="*/ 164761 h 169486"/>
                <a:gd name="connsiteX10" fmla="*/ 85694 w 171139"/>
                <a:gd name="connsiteY10" fmla="*/ 94787 h 169486"/>
                <a:gd name="connsiteX11" fmla="*/ 159040 w 171139"/>
                <a:gd name="connsiteY11" fmla="*/ 167574 h 169486"/>
                <a:gd name="connsiteX12" fmla="*/ 164355 w 171139"/>
                <a:gd name="connsiteY12" fmla="*/ 169684 h 169486"/>
                <a:gd name="connsiteX13" fmla="*/ 171441 w 171139"/>
                <a:gd name="connsiteY13" fmla="*/ 162652 h 169486"/>
                <a:gd name="connsiteX14" fmla="*/ 170378 w 171139"/>
                <a:gd name="connsiteY14" fmla="*/ 158784 h 169486"/>
                <a:gd name="connsiteX15" fmla="*/ 95970 w 171139"/>
                <a:gd name="connsiteY15" fmla="*/ 84941 h 169486"/>
                <a:gd name="connsiteX16" fmla="*/ 160812 w 171139"/>
                <a:gd name="connsiteY16" fmla="*/ 20593 h 169486"/>
                <a:gd name="connsiteX17" fmla="*/ 169670 w 171139"/>
                <a:gd name="connsiteY17" fmla="*/ 11802 h 169486"/>
                <a:gd name="connsiteX18" fmla="*/ 171441 w 171139"/>
                <a:gd name="connsiteY18" fmla="*/ 7231 h 169486"/>
                <a:gd name="connsiteX19" fmla="*/ 164355 w 171139"/>
                <a:gd name="connsiteY19" fmla="*/ 198 h 169486"/>
                <a:gd name="connsiteX20" fmla="*/ 156205 w 171139"/>
                <a:gd name="connsiteY20" fmla="*/ 5473 h 169486"/>
                <a:gd name="connsiteX21" fmla="*/ 86049 w 171139"/>
                <a:gd name="connsiteY21" fmla="*/ 75095 h 16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139" h="169486">
                  <a:moveTo>
                    <a:pt x="86049" y="75095"/>
                  </a:moveTo>
                  <a:lnTo>
                    <a:pt x="15183" y="5121"/>
                  </a:lnTo>
                  <a:cubicBezTo>
                    <a:pt x="10931" y="901"/>
                    <a:pt x="10223" y="198"/>
                    <a:pt x="7388" y="198"/>
                  </a:cubicBezTo>
                  <a:cubicBezTo>
                    <a:pt x="3845" y="198"/>
                    <a:pt x="302" y="3363"/>
                    <a:pt x="302" y="7231"/>
                  </a:cubicBezTo>
                  <a:cubicBezTo>
                    <a:pt x="302" y="9692"/>
                    <a:pt x="1010" y="10395"/>
                    <a:pt x="4908" y="14263"/>
                  </a:cubicBezTo>
                  <a:lnTo>
                    <a:pt x="75773" y="84941"/>
                  </a:lnTo>
                  <a:lnTo>
                    <a:pt x="4908" y="155619"/>
                  </a:lnTo>
                  <a:cubicBezTo>
                    <a:pt x="1010" y="159487"/>
                    <a:pt x="302" y="160190"/>
                    <a:pt x="302" y="162652"/>
                  </a:cubicBezTo>
                  <a:cubicBezTo>
                    <a:pt x="302" y="166520"/>
                    <a:pt x="3845" y="169684"/>
                    <a:pt x="7388" y="169684"/>
                  </a:cubicBezTo>
                  <a:cubicBezTo>
                    <a:pt x="10223" y="169684"/>
                    <a:pt x="10931" y="168981"/>
                    <a:pt x="15183" y="164761"/>
                  </a:cubicBezTo>
                  <a:lnTo>
                    <a:pt x="85694" y="94787"/>
                  </a:lnTo>
                  <a:lnTo>
                    <a:pt x="159040" y="167574"/>
                  </a:lnTo>
                  <a:cubicBezTo>
                    <a:pt x="159749" y="167926"/>
                    <a:pt x="162229" y="169684"/>
                    <a:pt x="164355" y="169684"/>
                  </a:cubicBezTo>
                  <a:cubicBezTo>
                    <a:pt x="168607" y="169684"/>
                    <a:pt x="171441" y="166520"/>
                    <a:pt x="171441" y="162652"/>
                  </a:cubicBezTo>
                  <a:cubicBezTo>
                    <a:pt x="171441" y="161948"/>
                    <a:pt x="171441" y="160542"/>
                    <a:pt x="170378" y="158784"/>
                  </a:cubicBezTo>
                  <a:cubicBezTo>
                    <a:pt x="170024" y="158080"/>
                    <a:pt x="113686" y="102874"/>
                    <a:pt x="95970" y="84941"/>
                  </a:cubicBezTo>
                  <a:lnTo>
                    <a:pt x="160812" y="20593"/>
                  </a:lnTo>
                  <a:cubicBezTo>
                    <a:pt x="162583" y="18483"/>
                    <a:pt x="167898" y="13912"/>
                    <a:pt x="169670" y="11802"/>
                  </a:cubicBezTo>
                  <a:cubicBezTo>
                    <a:pt x="170024" y="11099"/>
                    <a:pt x="171441" y="9692"/>
                    <a:pt x="171441" y="7231"/>
                  </a:cubicBezTo>
                  <a:cubicBezTo>
                    <a:pt x="171441" y="3363"/>
                    <a:pt x="168607" y="198"/>
                    <a:pt x="164355" y="198"/>
                  </a:cubicBezTo>
                  <a:cubicBezTo>
                    <a:pt x="161520" y="198"/>
                    <a:pt x="160103" y="1605"/>
                    <a:pt x="156205" y="5473"/>
                  </a:cubicBezTo>
                  <a:lnTo>
                    <a:pt x="86049" y="75095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7" name="Freeform: Shape 4616">
              <a:extLst>
                <a:ext uri="{FF2B5EF4-FFF2-40B4-BE49-F238E27FC236}">
                  <a16:creationId xmlns:a16="http://schemas.microsoft.com/office/drawing/2014/main" id="{C96D8DA4-F1A0-DB38-B234-1F2B77946A31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3686056" y="7845364"/>
              <a:ext cx="162990" cy="237702"/>
            </a:xfrm>
            <a:custGeom>
              <a:avLst/>
              <a:gdLst>
                <a:gd name="connsiteX0" fmla="*/ 163301 w 162990"/>
                <a:gd name="connsiteY0" fmla="*/ 156674 h 237702"/>
                <a:gd name="connsiteX1" fmla="*/ 127160 w 162990"/>
                <a:gd name="connsiteY1" fmla="*/ 156674 h 237702"/>
                <a:gd name="connsiteX2" fmla="*/ 127160 w 162990"/>
                <a:gd name="connsiteY2" fmla="*/ 198 h 237702"/>
                <a:gd name="connsiteX3" fmla="*/ 111569 w 162990"/>
                <a:gd name="connsiteY3" fmla="*/ 198 h 237702"/>
                <a:gd name="connsiteX4" fmla="*/ 311 w 162990"/>
                <a:gd name="connsiteY4" fmla="*/ 156674 h 237702"/>
                <a:gd name="connsiteX5" fmla="*/ 311 w 162990"/>
                <a:gd name="connsiteY5" fmla="*/ 179178 h 237702"/>
                <a:gd name="connsiteX6" fmla="*/ 99876 w 162990"/>
                <a:gd name="connsiteY6" fmla="*/ 179178 h 237702"/>
                <a:gd name="connsiteX7" fmla="*/ 99876 w 162990"/>
                <a:gd name="connsiteY7" fmla="*/ 237901 h 237702"/>
                <a:gd name="connsiteX8" fmla="*/ 127160 w 162990"/>
                <a:gd name="connsiteY8" fmla="*/ 237901 h 237702"/>
                <a:gd name="connsiteX9" fmla="*/ 127160 w 162990"/>
                <a:gd name="connsiteY9" fmla="*/ 179178 h 237702"/>
                <a:gd name="connsiteX10" fmla="*/ 163301 w 162990"/>
                <a:gd name="connsiteY10" fmla="*/ 179178 h 237702"/>
                <a:gd name="connsiteX11" fmla="*/ 163301 w 162990"/>
                <a:gd name="connsiteY11" fmla="*/ 156674 h 237702"/>
                <a:gd name="connsiteX12" fmla="*/ 99522 w 162990"/>
                <a:gd name="connsiteY12" fmla="*/ 156674 h 237702"/>
                <a:gd name="connsiteX13" fmla="*/ 14484 w 162990"/>
                <a:gd name="connsiteY13" fmla="*/ 156674 h 237702"/>
                <a:gd name="connsiteX14" fmla="*/ 99522 w 162990"/>
                <a:gd name="connsiteY14" fmla="*/ 36064 h 237702"/>
                <a:gd name="connsiteX15" fmla="*/ 99522 w 162990"/>
                <a:gd name="connsiteY15" fmla="*/ 156674 h 23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990" h="237702">
                  <a:moveTo>
                    <a:pt x="163301" y="156674"/>
                  </a:moveTo>
                  <a:lnTo>
                    <a:pt x="127160" y="156674"/>
                  </a:lnTo>
                  <a:lnTo>
                    <a:pt x="127160" y="198"/>
                  </a:lnTo>
                  <a:lnTo>
                    <a:pt x="111569" y="198"/>
                  </a:lnTo>
                  <a:lnTo>
                    <a:pt x="311" y="156674"/>
                  </a:lnTo>
                  <a:lnTo>
                    <a:pt x="311" y="179178"/>
                  </a:lnTo>
                  <a:lnTo>
                    <a:pt x="99876" y="179178"/>
                  </a:lnTo>
                  <a:lnTo>
                    <a:pt x="99876" y="237901"/>
                  </a:lnTo>
                  <a:lnTo>
                    <a:pt x="127160" y="237901"/>
                  </a:lnTo>
                  <a:lnTo>
                    <a:pt x="127160" y="179178"/>
                  </a:lnTo>
                  <a:lnTo>
                    <a:pt x="163301" y="179178"/>
                  </a:lnTo>
                  <a:lnTo>
                    <a:pt x="163301" y="156674"/>
                  </a:lnTo>
                  <a:close/>
                  <a:moveTo>
                    <a:pt x="99522" y="156674"/>
                  </a:moveTo>
                  <a:lnTo>
                    <a:pt x="14484" y="156674"/>
                  </a:lnTo>
                  <a:lnTo>
                    <a:pt x="99522" y="36064"/>
                  </a:lnTo>
                  <a:lnTo>
                    <a:pt x="99522" y="156674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8" name="Freeform: Shape 4617">
              <a:extLst>
                <a:ext uri="{FF2B5EF4-FFF2-40B4-BE49-F238E27FC236}">
                  <a16:creationId xmlns:a16="http://schemas.microsoft.com/office/drawing/2014/main" id="{2AE5C0BB-43F8-BDA9-5FC5-A933B741BDFF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3866718" y="7850287"/>
              <a:ext cx="152006" cy="235592"/>
            </a:xfrm>
            <a:custGeom>
              <a:avLst/>
              <a:gdLst>
                <a:gd name="connsiteX0" fmla="*/ 152322 w 152006"/>
                <a:gd name="connsiteY0" fmla="*/ 198 h 235592"/>
                <a:gd name="connsiteX1" fmla="*/ 21221 w 152006"/>
                <a:gd name="connsiteY1" fmla="*/ 198 h 235592"/>
                <a:gd name="connsiteX2" fmla="*/ 316 w 152006"/>
                <a:gd name="connsiteY2" fmla="*/ 51888 h 235592"/>
                <a:gd name="connsiteX3" fmla="*/ 6339 w 152006"/>
                <a:gd name="connsiteY3" fmla="*/ 54701 h 235592"/>
                <a:gd name="connsiteX4" fmla="*/ 47441 w 152006"/>
                <a:gd name="connsiteY4" fmla="*/ 26219 h 235592"/>
                <a:gd name="connsiteX5" fmla="*/ 124330 w 152006"/>
                <a:gd name="connsiteY5" fmla="*/ 26219 h 235592"/>
                <a:gd name="connsiteX6" fmla="*/ 54173 w 152006"/>
                <a:gd name="connsiteY6" fmla="*/ 235791 h 235592"/>
                <a:gd name="connsiteX7" fmla="*/ 77205 w 152006"/>
                <a:gd name="connsiteY7" fmla="*/ 235791 h 235592"/>
                <a:gd name="connsiteX8" fmla="*/ 152322 w 152006"/>
                <a:gd name="connsiteY8" fmla="*/ 5824 h 235592"/>
                <a:gd name="connsiteX9" fmla="*/ 152322 w 152006"/>
                <a:gd name="connsiteY9" fmla="*/ 198 h 23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006" h="235592">
                  <a:moveTo>
                    <a:pt x="152322" y="198"/>
                  </a:moveTo>
                  <a:lnTo>
                    <a:pt x="21221" y="198"/>
                  </a:lnTo>
                  <a:lnTo>
                    <a:pt x="316" y="51888"/>
                  </a:lnTo>
                  <a:lnTo>
                    <a:pt x="6339" y="54701"/>
                  </a:lnTo>
                  <a:cubicBezTo>
                    <a:pt x="21575" y="30790"/>
                    <a:pt x="27953" y="26219"/>
                    <a:pt x="47441" y="26219"/>
                  </a:cubicBezTo>
                  <a:lnTo>
                    <a:pt x="124330" y="26219"/>
                  </a:lnTo>
                  <a:lnTo>
                    <a:pt x="54173" y="235791"/>
                  </a:lnTo>
                  <a:lnTo>
                    <a:pt x="77205" y="235791"/>
                  </a:lnTo>
                  <a:lnTo>
                    <a:pt x="152322" y="5824"/>
                  </a:lnTo>
                  <a:lnTo>
                    <a:pt x="152322" y="198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19" name="Freeform: Shape 4618">
              <a:extLst>
                <a:ext uri="{FF2B5EF4-FFF2-40B4-BE49-F238E27FC236}">
                  <a16:creationId xmlns:a16="http://schemas.microsoft.com/office/drawing/2014/main" id="{64CD5DD7-9F52-D4F9-DF4C-EB57D50C3BF1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4048798" y="7841145"/>
              <a:ext cx="143856" cy="246845"/>
            </a:xfrm>
            <a:custGeom>
              <a:avLst/>
              <a:gdLst>
                <a:gd name="connsiteX0" fmla="*/ 53115 w 143856"/>
                <a:gd name="connsiteY0" fmla="*/ 37119 h 246845"/>
                <a:gd name="connsiteX1" fmla="*/ 122563 w 143856"/>
                <a:gd name="connsiteY1" fmla="*/ 37119 h 246845"/>
                <a:gd name="connsiteX2" fmla="*/ 130713 w 143856"/>
                <a:gd name="connsiteY2" fmla="*/ 33955 h 246845"/>
                <a:gd name="connsiteX3" fmla="*/ 144177 w 143856"/>
                <a:gd name="connsiteY3" fmla="*/ 2659 h 246845"/>
                <a:gd name="connsiteX4" fmla="*/ 140988 w 143856"/>
                <a:gd name="connsiteY4" fmla="*/ 198 h 246845"/>
                <a:gd name="connsiteX5" fmla="*/ 124689 w 143856"/>
                <a:gd name="connsiteY5" fmla="*/ 9340 h 246845"/>
                <a:gd name="connsiteX6" fmla="*/ 50635 w 143856"/>
                <a:gd name="connsiteY6" fmla="*/ 9340 h 246845"/>
                <a:gd name="connsiteX7" fmla="*/ 12013 w 143856"/>
                <a:gd name="connsiteY7" fmla="*/ 92677 h 246845"/>
                <a:gd name="connsiteX8" fmla="*/ 11659 w 143856"/>
                <a:gd name="connsiteY8" fmla="*/ 94435 h 246845"/>
                <a:gd name="connsiteX9" fmla="*/ 15911 w 143856"/>
                <a:gd name="connsiteY9" fmla="*/ 97248 h 246845"/>
                <a:gd name="connsiteX10" fmla="*/ 55950 w 143856"/>
                <a:gd name="connsiteY10" fmla="*/ 104281 h 246845"/>
                <a:gd name="connsiteX11" fmla="*/ 115477 w 143856"/>
                <a:gd name="connsiteY11" fmla="*/ 173904 h 246845"/>
                <a:gd name="connsiteX12" fmla="*/ 66225 w 143856"/>
                <a:gd name="connsiteY12" fmla="*/ 234033 h 246845"/>
                <a:gd name="connsiteX13" fmla="*/ 42486 w 143856"/>
                <a:gd name="connsiteY13" fmla="*/ 223835 h 246845"/>
                <a:gd name="connsiteX14" fmla="*/ 15557 w 143856"/>
                <a:gd name="connsiteY14" fmla="*/ 212232 h 246845"/>
                <a:gd name="connsiteX15" fmla="*/ 321 w 143856"/>
                <a:gd name="connsiteY15" fmla="*/ 225242 h 246845"/>
                <a:gd name="connsiteX16" fmla="*/ 43549 w 143856"/>
                <a:gd name="connsiteY16" fmla="*/ 247043 h 246845"/>
                <a:gd name="connsiteX17" fmla="*/ 116540 w 143856"/>
                <a:gd name="connsiteY17" fmla="*/ 219616 h 246845"/>
                <a:gd name="connsiteX18" fmla="*/ 140280 w 143856"/>
                <a:gd name="connsiteY18" fmla="*/ 157026 h 246845"/>
                <a:gd name="connsiteX19" fmla="*/ 115831 w 143856"/>
                <a:gd name="connsiteY19" fmla="*/ 97952 h 246845"/>
                <a:gd name="connsiteX20" fmla="*/ 38234 w 143856"/>
                <a:gd name="connsiteY20" fmla="*/ 67008 h 246845"/>
                <a:gd name="connsiteX21" fmla="*/ 53115 w 143856"/>
                <a:gd name="connsiteY21" fmla="*/ 37119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115" y="37119"/>
                  </a:moveTo>
                  <a:lnTo>
                    <a:pt x="122563" y="37119"/>
                  </a:lnTo>
                  <a:cubicBezTo>
                    <a:pt x="128233" y="37119"/>
                    <a:pt x="129650" y="36416"/>
                    <a:pt x="130713" y="33955"/>
                  </a:cubicBezTo>
                  <a:lnTo>
                    <a:pt x="144177" y="2659"/>
                  </a:lnTo>
                  <a:lnTo>
                    <a:pt x="140988" y="198"/>
                  </a:lnTo>
                  <a:cubicBezTo>
                    <a:pt x="135673" y="7582"/>
                    <a:pt x="132130" y="9340"/>
                    <a:pt x="124689" y="9340"/>
                  </a:cubicBezTo>
                  <a:lnTo>
                    <a:pt x="50635" y="9340"/>
                  </a:lnTo>
                  <a:lnTo>
                    <a:pt x="12013" y="92677"/>
                  </a:lnTo>
                  <a:cubicBezTo>
                    <a:pt x="11659" y="93380"/>
                    <a:pt x="11659" y="93732"/>
                    <a:pt x="11659" y="94435"/>
                  </a:cubicBezTo>
                  <a:cubicBezTo>
                    <a:pt x="11659" y="96193"/>
                    <a:pt x="13076" y="97248"/>
                    <a:pt x="15911" y="97248"/>
                  </a:cubicBezTo>
                  <a:cubicBezTo>
                    <a:pt x="27249" y="97248"/>
                    <a:pt x="41423" y="99710"/>
                    <a:pt x="55950" y="104281"/>
                  </a:cubicBezTo>
                  <a:cubicBezTo>
                    <a:pt x="96698" y="117291"/>
                    <a:pt x="115477" y="139092"/>
                    <a:pt x="115477" y="173904"/>
                  </a:cubicBezTo>
                  <a:cubicBezTo>
                    <a:pt x="115477" y="207660"/>
                    <a:pt x="93863" y="234033"/>
                    <a:pt x="66225" y="234033"/>
                  </a:cubicBezTo>
                  <a:cubicBezTo>
                    <a:pt x="59139" y="234033"/>
                    <a:pt x="53115" y="231571"/>
                    <a:pt x="42486" y="223835"/>
                  </a:cubicBezTo>
                  <a:cubicBezTo>
                    <a:pt x="31147" y="215748"/>
                    <a:pt x="22998" y="212232"/>
                    <a:pt x="15557" y="212232"/>
                  </a:cubicBezTo>
                  <a:cubicBezTo>
                    <a:pt x="5281" y="212232"/>
                    <a:pt x="321" y="216451"/>
                    <a:pt x="321" y="225242"/>
                  </a:cubicBezTo>
                  <a:cubicBezTo>
                    <a:pt x="321" y="238604"/>
                    <a:pt x="16974" y="247043"/>
                    <a:pt x="43549" y="247043"/>
                  </a:cubicBezTo>
                  <a:cubicBezTo>
                    <a:pt x="73312" y="247043"/>
                    <a:pt x="98823" y="237549"/>
                    <a:pt x="116540" y="219616"/>
                  </a:cubicBezTo>
                  <a:cubicBezTo>
                    <a:pt x="132839" y="203792"/>
                    <a:pt x="140280" y="183749"/>
                    <a:pt x="140280" y="157026"/>
                  </a:cubicBezTo>
                  <a:cubicBezTo>
                    <a:pt x="140280" y="131708"/>
                    <a:pt x="133547" y="115533"/>
                    <a:pt x="115831" y="97952"/>
                  </a:cubicBezTo>
                  <a:cubicBezTo>
                    <a:pt x="100241" y="82480"/>
                    <a:pt x="80044" y="74392"/>
                    <a:pt x="38234" y="67008"/>
                  </a:cubicBezTo>
                  <a:lnTo>
                    <a:pt x="53115" y="37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20" name="Freeform: Shape 4619">
              <a:extLst>
                <a:ext uri="{FF2B5EF4-FFF2-40B4-BE49-F238E27FC236}">
                  <a16:creationId xmlns:a16="http://schemas.microsoft.com/office/drawing/2014/main" id="{151157A1-AC40-A9D0-BA88-F9552911880D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4226626" y="7841145"/>
              <a:ext cx="143856" cy="246845"/>
            </a:xfrm>
            <a:custGeom>
              <a:avLst/>
              <a:gdLst>
                <a:gd name="connsiteX0" fmla="*/ 53120 w 143856"/>
                <a:gd name="connsiteY0" fmla="*/ 37119 h 246845"/>
                <a:gd name="connsiteX1" fmla="*/ 122568 w 143856"/>
                <a:gd name="connsiteY1" fmla="*/ 37119 h 246845"/>
                <a:gd name="connsiteX2" fmla="*/ 130718 w 143856"/>
                <a:gd name="connsiteY2" fmla="*/ 33955 h 246845"/>
                <a:gd name="connsiteX3" fmla="*/ 144182 w 143856"/>
                <a:gd name="connsiteY3" fmla="*/ 2659 h 246845"/>
                <a:gd name="connsiteX4" fmla="*/ 140993 w 143856"/>
                <a:gd name="connsiteY4" fmla="*/ 198 h 246845"/>
                <a:gd name="connsiteX5" fmla="*/ 124694 w 143856"/>
                <a:gd name="connsiteY5" fmla="*/ 9340 h 246845"/>
                <a:gd name="connsiteX6" fmla="*/ 50640 w 143856"/>
                <a:gd name="connsiteY6" fmla="*/ 9340 h 246845"/>
                <a:gd name="connsiteX7" fmla="*/ 12018 w 143856"/>
                <a:gd name="connsiteY7" fmla="*/ 92677 h 246845"/>
                <a:gd name="connsiteX8" fmla="*/ 11664 w 143856"/>
                <a:gd name="connsiteY8" fmla="*/ 94435 h 246845"/>
                <a:gd name="connsiteX9" fmla="*/ 15916 w 143856"/>
                <a:gd name="connsiteY9" fmla="*/ 97248 h 246845"/>
                <a:gd name="connsiteX10" fmla="*/ 55955 w 143856"/>
                <a:gd name="connsiteY10" fmla="*/ 104281 h 246845"/>
                <a:gd name="connsiteX11" fmla="*/ 115482 w 143856"/>
                <a:gd name="connsiteY11" fmla="*/ 173904 h 246845"/>
                <a:gd name="connsiteX12" fmla="*/ 66230 w 143856"/>
                <a:gd name="connsiteY12" fmla="*/ 234033 h 246845"/>
                <a:gd name="connsiteX13" fmla="*/ 42491 w 143856"/>
                <a:gd name="connsiteY13" fmla="*/ 223835 h 246845"/>
                <a:gd name="connsiteX14" fmla="*/ 15562 w 143856"/>
                <a:gd name="connsiteY14" fmla="*/ 212232 h 246845"/>
                <a:gd name="connsiteX15" fmla="*/ 326 w 143856"/>
                <a:gd name="connsiteY15" fmla="*/ 225242 h 246845"/>
                <a:gd name="connsiteX16" fmla="*/ 43554 w 143856"/>
                <a:gd name="connsiteY16" fmla="*/ 247043 h 246845"/>
                <a:gd name="connsiteX17" fmla="*/ 116545 w 143856"/>
                <a:gd name="connsiteY17" fmla="*/ 219616 h 246845"/>
                <a:gd name="connsiteX18" fmla="*/ 140285 w 143856"/>
                <a:gd name="connsiteY18" fmla="*/ 157026 h 246845"/>
                <a:gd name="connsiteX19" fmla="*/ 115836 w 143856"/>
                <a:gd name="connsiteY19" fmla="*/ 97952 h 246845"/>
                <a:gd name="connsiteX20" fmla="*/ 38239 w 143856"/>
                <a:gd name="connsiteY20" fmla="*/ 67008 h 246845"/>
                <a:gd name="connsiteX21" fmla="*/ 53120 w 143856"/>
                <a:gd name="connsiteY21" fmla="*/ 37119 h 24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856" h="246845">
                  <a:moveTo>
                    <a:pt x="53120" y="37119"/>
                  </a:moveTo>
                  <a:lnTo>
                    <a:pt x="122568" y="37119"/>
                  </a:lnTo>
                  <a:cubicBezTo>
                    <a:pt x="128238" y="37119"/>
                    <a:pt x="129655" y="36416"/>
                    <a:pt x="130718" y="33955"/>
                  </a:cubicBezTo>
                  <a:lnTo>
                    <a:pt x="144182" y="2659"/>
                  </a:lnTo>
                  <a:lnTo>
                    <a:pt x="140993" y="198"/>
                  </a:lnTo>
                  <a:cubicBezTo>
                    <a:pt x="135678" y="7582"/>
                    <a:pt x="132135" y="9340"/>
                    <a:pt x="124694" y="9340"/>
                  </a:cubicBezTo>
                  <a:lnTo>
                    <a:pt x="50640" y="9340"/>
                  </a:lnTo>
                  <a:lnTo>
                    <a:pt x="12018" y="92677"/>
                  </a:lnTo>
                  <a:cubicBezTo>
                    <a:pt x="11664" y="93380"/>
                    <a:pt x="11664" y="93732"/>
                    <a:pt x="11664" y="94435"/>
                  </a:cubicBezTo>
                  <a:cubicBezTo>
                    <a:pt x="11664" y="96193"/>
                    <a:pt x="13081" y="97248"/>
                    <a:pt x="15916" y="97248"/>
                  </a:cubicBezTo>
                  <a:cubicBezTo>
                    <a:pt x="27254" y="97248"/>
                    <a:pt x="41428" y="99710"/>
                    <a:pt x="55955" y="104281"/>
                  </a:cubicBezTo>
                  <a:cubicBezTo>
                    <a:pt x="96703" y="117291"/>
                    <a:pt x="115482" y="139092"/>
                    <a:pt x="115482" y="173904"/>
                  </a:cubicBezTo>
                  <a:cubicBezTo>
                    <a:pt x="115482" y="207660"/>
                    <a:pt x="93868" y="234033"/>
                    <a:pt x="66230" y="234033"/>
                  </a:cubicBezTo>
                  <a:cubicBezTo>
                    <a:pt x="59144" y="234033"/>
                    <a:pt x="53120" y="231571"/>
                    <a:pt x="42491" y="223835"/>
                  </a:cubicBezTo>
                  <a:cubicBezTo>
                    <a:pt x="31152" y="215748"/>
                    <a:pt x="23003" y="212232"/>
                    <a:pt x="15562" y="212232"/>
                  </a:cubicBezTo>
                  <a:cubicBezTo>
                    <a:pt x="5286" y="212232"/>
                    <a:pt x="326" y="216451"/>
                    <a:pt x="326" y="225242"/>
                  </a:cubicBezTo>
                  <a:cubicBezTo>
                    <a:pt x="326" y="238604"/>
                    <a:pt x="16979" y="247043"/>
                    <a:pt x="43554" y="247043"/>
                  </a:cubicBezTo>
                  <a:cubicBezTo>
                    <a:pt x="73317" y="247043"/>
                    <a:pt x="98828" y="237549"/>
                    <a:pt x="116545" y="219616"/>
                  </a:cubicBezTo>
                  <a:cubicBezTo>
                    <a:pt x="132844" y="203792"/>
                    <a:pt x="140285" y="183749"/>
                    <a:pt x="140285" y="157026"/>
                  </a:cubicBezTo>
                  <a:cubicBezTo>
                    <a:pt x="140285" y="131708"/>
                    <a:pt x="133552" y="115533"/>
                    <a:pt x="115836" y="97952"/>
                  </a:cubicBezTo>
                  <a:cubicBezTo>
                    <a:pt x="100246" y="82480"/>
                    <a:pt x="80049" y="74392"/>
                    <a:pt x="38239" y="67008"/>
                  </a:cubicBezTo>
                  <a:lnTo>
                    <a:pt x="53120" y="37119"/>
                  </a:lnTo>
                  <a:close/>
                </a:path>
              </a:pathLst>
            </a:custGeom>
            <a:solidFill>
              <a:srgbClr val="FFFFFF"/>
            </a:solidFill>
            <a:ln w="3333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900" name="Group 489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Using data values:}&#10;\end{align*}&#10;}&#10;\end{document}" title="IguanaTex Shape Display">
            <a:extLst>
              <a:ext uri="{FF2B5EF4-FFF2-40B4-BE49-F238E27FC236}">
                <a16:creationId xmlns:a16="http://schemas.microsoft.com/office/drawing/2014/main" id="{FD94D012-836D-75A3-51FB-0DF3C4B50138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111982" y="758684"/>
            <a:ext cx="2241125" cy="246533"/>
            <a:chOff x="8544644" y="4716619"/>
            <a:chExt cx="2241125" cy="24653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884" name="Freeform: Shape 4883">
              <a:extLst>
                <a:ext uri="{FF2B5EF4-FFF2-40B4-BE49-F238E27FC236}">
                  <a16:creationId xmlns:a16="http://schemas.microsoft.com/office/drawing/2014/main" id="{864B31C6-C804-2E5D-6516-EF26DDE2088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544644" y="4724938"/>
              <a:ext cx="200575" cy="186079"/>
            </a:xfrm>
            <a:custGeom>
              <a:avLst/>
              <a:gdLst>
                <a:gd name="connsiteX0" fmla="*/ 200771 w 200575"/>
                <a:gd name="connsiteY0" fmla="*/ 85 h 186079"/>
                <a:gd name="connsiteX1" fmla="*/ 140568 w 200575"/>
                <a:gd name="connsiteY1" fmla="*/ 85 h 186079"/>
                <a:gd name="connsiteX2" fmla="*/ 140568 w 200575"/>
                <a:gd name="connsiteY2" fmla="*/ 4522 h 186079"/>
                <a:gd name="connsiteX3" fmla="*/ 156905 w 200575"/>
                <a:gd name="connsiteY3" fmla="*/ 8127 h 186079"/>
                <a:gd name="connsiteX4" fmla="*/ 162048 w 200575"/>
                <a:gd name="connsiteY4" fmla="*/ 17278 h 186079"/>
                <a:gd name="connsiteX5" fmla="*/ 139661 w 200575"/>
                <a:gd name="connsiteY5" fmla="*/ 96868 h 186079"/>
                <a:gd name="connsiteX6" fmla="*/ 135728 w 200575"/>
                <a:gd name="connsiteY6" fmla="*/ 110457 h 186079"/>
                <a:gd name="connsiteX7" fmla="*/ 119089 w 200575"/>
                <a:gd name="connsiteY7" fmla="*/ 149003 h 186079"/>
                <a:gd name="connsiteX8" fmla="*/ 69777 w 200575"/>
                <a:gd name="connsiteY8" fmla="*/ 174794 h 186079"/>
                <a:gd name="connsiteX9" fmla="*/ 27423 w 200575"/>
                <a:gd name="connsiteY9" fmla="*/ 142071 h 186079"/>
                <a:gd name="connsiteX10" fmla="*/ 57071 w 200575"/>
                <a:gd name="connsiteY10" fmla="*/ 35027 h 186079"/>
                <a:gd name="connsiteX11" fmla="*/ 58584 w 200575"/>
                <a:gd name="connsiteY11" fmla="*/ 29758 h 186079"/>
                <a:gd name="connsiteX12" fmla="*/ 90349 w 200575"/>
                <a:gd name="connsiteY12" fmla="*/ 4522 h 186079"/>
                <a:gd name="connsiteX13" fmla="*/ 90349 w 200575"/>
                <a:gd name="connsiteY13" fmla="*/ 85 h 186079"/>
                <a:gd name="connsiteX14" fmla="*/ 7759 w 200575"/>
                <a:gd name="connsiteY14" fmla="*/ 85 h 186079"/>
                <a:gd name="connsiteX15" fmla="*/ 7759 w 200575"/>
                <a:gd name="connsiteY15" fmla="*/ 4522 h 186079"/>
                <a:gd name="connsiteX16" fmla="*/ 31356 w 200575"/>
                <a:gd name="connsiteY16" fmla="*/ 15892 h 186079"/>
                <a:gd name="connsiteX17" fmla="*/ 29239 w 200575"/>
                <a:gd name="connsiteY17" fmla="*/ 28371 h 186079"/>
                <a:gd name="connsiteX18" fmla="*/ 13205 w 200575"/>
                <a:gd name="connsiteY18" fmla="*/ 81616 h 186079"/>
                <a:gd name="connsiteX19" fmla="*/ 196 w 200575"/>
                <a:gd name="connsiteY19" fmla="*/ 140407 h 186079"/>
                <a:gd name="connsiteX20" fmla="*/ 66147 w 200575"/>
                <a:gd name="connsiteY20" fmla="*/ 186164 h 186079"/>
                <a:gd name="connsiteX21" fmla="*/ 144199 w 200575"/>
                <a:gd name="connsiteY21" fmla="*/ 124877 h 186079"/>
                <a:gd name="connsiteX22" fmla="*/ 169308 w 200575"/>
                <a:gd name="connsiteY22" fmla="*/ 45842 h 186079"/>
                <a:gd name="connsiteX23" fmla="*/ 200771 w 200575"/>
                <a:gd name="connsiteY23" fmla="*/ 4522 h 186079"/>
                <a:gd name="connsiteX24" fmla="*/ 200771 w 200575"/>
                <a:gd name="connsiteY24" fmla="*/ 85 h 18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575" h="186079">
                  <a:moveTo>
                    <a:pt x="200771" y="85"/>
                  </a:moveTo>
                  <a:lnTo>
                    <a:pt x="140568" y="85"/>
                  </a:lnTo>
                  <a:lnTo>
                    <a:pt x="140568" y="4522"/>
                  </a:lnTo>
                  <a:cubicBezTo>
                    <a:pt x="150249" y="5354"/>
                    <a:pt x="153275" y="5908"/>
                    <a:pt x="156905" y="8127"/>
                  </a:cubicBezTo>
                  <a:cubicBezTo>
                    <a:pt x="159930" y="9791"/>
                    <a:pt x="162048" y="13673"/>
                    <a:pt x="162048" y="17278"/>
                  </a:cubicBezTo>
                  <a:cubicBezTo>
                    <a:pt x="162048" y="21715"/>
                    <a:pt x="154182" y="50002"/>
                    <a:pt x="139661" y="96868"/>
                  </a:cubicBezTo>
                  <a:cubicBezTo>
                    <a:pt x="138451" y="100473"/>
                    <a:pt x="137241" y="105188"/>
                    <a:pt x="135728" y="110457"/>
                  </a:cubicBezTo>
                  <a:cubicBezTo>
                    <a:pt x="130283" y="128482"/>
                    <a:pt x="125745" y="139575"/>
                    <a:pt x="119089" y="149003"/>
                  </a:cubicBezTo>
                  <a:cubicBezTo>
                    <a:pt x="107290" y="166197"/>
                    <a:pt x="90954" y="174794"/>
                    <a:pt x="69777" y="174794"/>
                  </a:cubicBezTo>
                  <a:cubicBezTo>
                    <a:pt x="44667" y="174794"/>
                    <a:pt x="27423" y="161483"/>
                    <a:pt x="27423" y="142071"/>
                  </a:cubicBezTo>
                  <a:cubicBezTo>
                    <a:pt x="27423" y="132642"/>
                    <a:pt x="36802" y="99087"/>
                    <a:pt x="57071" y="35027"/>
                  </a:cubicBezTo>
                  <a:cubicBezTo>
                    <a:pt x="57676" y="33085"/>
                    <a:pt x="58281" y="31144"/>
                    <a:pt x="58584" y="29758"/>
                  </a:cubicBezTo>
                  <a:cubicBezTo>
                    <a:pt x="64937" y="10345"/>
                    <a:pt x="69777" y="6463"/>
                    <a:pt x="90349" y="4522"/>
                  </a:cubicBezTo>
                  <a:lnTo>
                    <a:pt x="90349" y="85"/>
                  </a:lnTo>
                  <a:lnTo>
                    <a:pt x="7759" y="85"/>
                  </a:lnTo>
                  <a:lnTo>
                    <a:pt x="7759" y="4522"/>
                  </a:lnTo>
                  <a:cubicBezTo>
                    <a:pt x="28028" y="6186"/>
                    <a:pt x="31356" y="7850"/>
                    <a:pt x="31356" y="15892"/>
                  </a:cubicBezTo>
                  <a:cubicBezTo>
                    <a:pt x="31356" y="19220"/>
                    <a:pt x="30449" y="23657"/>
                    <a:pt x="29239" y="28371"/>
                  </a:cubicBezTo>
                  <a:lnTo>
                    <a:pt x="13205" y="81616"/>
                  </a:lnTo>
                  <a:cubicBezTo>
                    <a:pt x="4129" y="111566"/>
                    <a:pt x="196" y="129314"/>
                    <a:pt x="196" y="140407"/>
                  </a:cubicBezTo>
                  <a:cubicBezTo>
                    <a:pt x="196" y="167029"/>
                    <a:pt x="28028" y="186164"/>
                    <a:pt x="66147" y="186164"/>
                  </a:cubicBezTo>
                  <a:cubicBezTo>
                    <a:pt x="105778" y="186164"/>
                    <a:pt x="130888" y="166474"/>
                    <a:pt x="144199" y="124877"/>
                  </a:cubicBezTo>
                  <a:lnTo>
                    <a:pt x="169308" y="45842"/>
                  </a:lnTo>
                  <a:cubicBezTo>
                    <a:pt x="180804" y="9791"/>
                    <a:pt x="182015" y="8404"/>
                    <a:pt x="200771" y="4522"/>
                  </a:cubicBezTo>
                  <a:lnTo>
                    <a:pt x="200771" y="85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5" name="Freeform: Shape 4884">
              <a:extLst>
                <a:ext uri="{FF2B5EF4-FFF2-40B4-BE49-F238E27FC236}">
                  <a16:creationId xmlns:a16="http://schemas.microsoft.com/office/drawing/2014/main" id="{AEF4A5AF-260B-2D84-A4F4-945443E4C55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737870" y="4783452"/>
              <a:ext cx="105884" cy="126178"/>
            </a:xfrm>
            <a:custGeom>
              <a:avLst/>
              <a:gdLst>
                <a:gd name="connsiteX0" fmla="*/ 6254 w 105884"/>
                <a:gd name="connsiteY0" fmla="*/ 82170 h 126178"/>
                <a:gd name="connsiteX1" fmla="*/ 203 w 105884"/>
                <a:gd name="connsiteY1" fmla="*/ 126264 h 126178"/>
                <a:gd name="connsiteX2" fmla="*/ 5044 w 105884"/>
                <a:gd name="connsiteY2" fmla="*/ 126264 h 126178"/>
                <a:gd name="connsiteX3" fmla="*/ 12304 w 105884"/>
                <a:gd name="connsiteY3" fmla="*/ 120440 h 126178"/>
                <a:gd name="connsiteX4" fmla="*/ 27128 w 105884"/>
                <a:gd name="connsiteY4" fmla="*/ 122936 h 126178"/>
                <a:gd name="connsiteX5" fmla="*/ 43767 w 105884"/>
                <a:gd name="connsiteY5" fmla="*/ 125709 h 126178"/>
                <a:gd name="connsiteX6" fmla="*/ 87331 w 105884"/>
                <a:gd name="connsiteY6" fmla="*/ 89658 h 126178"/>
                <a:gd name="connsiteX7" fmla="*/ 66759 w 105884"/>
                <a:gd name="connsiteY7" fmla="*/ 50834 h 126178"/>
                <a:gd name="connsiteX8" fmla="*/ 50423 w 105884"/>
                <a:gd name="connsiteY8" fmla="*/ 21715 h 126178"/>
                <a:gd name="connsiteX9" fmla="*/ 67364 w 105884"/>
                <a:gd name="connsiteY9" fmla="*/ 6740 h 126178"/>
                <a:gd name="connsiteX10" fmla="*/ 95197 w 105884"/>
                <a:gd name="connsiteY10" fmla="*/ 38632 h 126178"/>
                <a:gd name="connsiteX11" fmla="*/ 100037 w 105884"/>
                <a:gd name="connsiteY11" fmla="*/ 38632 h 126178"/>
                <a:gd name="connsiteX12" fmla="*/ 106088 w 105884"/>
                <a:gd name="connsiteY12" fmla="*/ 85 h 126178"/>
                <a:gd name="connsiteX13" fmla="*/ 101852 w 105884"/>
                <a:gd name="connsiteY13" fmla="*/ 85 h 126178"/>
                <a:gd name="connsiteX14" fmla="*/ 92776 w 105884"/>
                <a:gd name="connsiteY14" fmla="*/ 5076 h 126178"/>
                <a:gd name="connsiteX15" fmla="*/ 81885 w 105884"/>
                <a:gd name="connsiteY15" fmla="*/ 3135 h 126178"/>
                <a:gd name="connsiteX16" fmla="*/ 64944 w 105884"/>
                <a:gd name="connsiteY16" fmla="*/ 362 h 126178"/>
                <a:gd name="connsiteX17" fmla="*/ 28338 w 105884"/>
                <a:gd name="connsiteY17" fmla="*/ 30867 h 126178"/>
                <a:gd name="connsiteX18" fmla="*/ 47397 w 105884"/>
                <a:gd name="connsiteY18" fmla="*/ 66641 h 126178"/>
                <a:gd name="connsiteX19" fmla="*/ 64339 w 105884"/>
                <a:gd name="connsiteY19" fmla="*/ 98532 h 126178"/>
                <a:gd name="connsiteX20" fmla="*/ 41952 w 105884"/>
                <a:gd name="connsiteY20" fmla="*/ 119885 h 126178"/>
                <a:gd name="connsiteX21" fmla="*/ 11094 w 105884"/>
                <a:gd name="connsiteY21" fmla="*/ 82170 h 126178"/>
                <a:gd name="connsiteX22" fmla="*/ 6254 w 105884"/>
                <a:gd name="connsiteY22" fmla="*/ 82170 h 12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26178">
                  <a:moveTo>
                    <a:pt x="6254" y="82170"/>
                  </a:moveTo>
                  <a:lnTo>
                    <a:pt x="203" y="126264"/>
                  </a:lnTo>
                  <a:lnTo>
                    <a:pt x="5044" y="126264"/>
                  </a:lnTo>
                  <a:cubicBezTo>
                    <a:pt x="7464" y="121827"/>
                    <a:pt x="9279" y="120440"/>
                    <a:pt x="12304" y="120440"/>
                  </a:cubicBezTo>
                  <a:cubicBezTo>
                    <a:pt x="15632" y="120440"/>
                    <a:pt x="21078" y="121549"/>
                    <a:pt x="27128" y="122936"/>
                  </a:cubicBezTo>
                  <a:cubicBezTo>
                    <a:pt x="33784" y="124877"/>
                    <a:pt x="38927" y="125709"/>
                    <a:pt x="43767" y="125709"/>
                  </a:cubicBezTo>
                  <a:cubicBezTo>
                    <a:pt x="69179" y="125709"/>
                    <a:pt x="87331" y="110734"/>
                    <a:pt x="87331" y="89658"/>
                  </a:cubicBezTo>
                  <a:cubicBezTo>
                    <a:pt x="87331" y="79120"/>
                    <a:pt x="80978" y="66918"/>
                    <a:pt x="66759" y="50834"/>
                  </a:cubicBezTo>
                  <a:cubicBezTo>
                    <a:pt x="55263" y="37800"/>
                    <a:pt x="50423" y="29203"/>
                    <a:pt x="50423" y="21715"/>
                  </a:cubicBezTo>
                  <a:cubicBezTo>
                    <a:pt x="50423" y="12564"/>
                    <a:pt x="56776" y="6740"/>
                    <a:pt x="67364" y="6740"/>
                  </a:cubicBezTo>
                  <a:cubicBezTo>
                    <a:pt x="83096" y="6740"/>
                    <a:pt x="92171" y="17001"/>
                    <a:pt x="95197" y="38632"/>
                  </a:cubicBezTo>
                  <a:lnTo>
                    <a:pt x="100037" y="38632"/>
                  </a:lnTo>
                  <a:lnTo>
                    <a:pt x="106088" y="85"/>
                  </a:lnTo>
                  <a:lnTo>
                    <a:pt x="101852" y="85"/>
                  </a:lnTo>
                  <a:cubicBezTo>
                    <a:pt x="99432" y="3967"/>
                    <a:pt x="97012" y="5076"/>
                    <a:pt x="92776" y="5076"/>
                  </a:cubicBezTo>
                  <a:cubicBezTo>
                    <a:pt x="90659" y="5076"/>
                    <a:pt x="87633" y="4522"/>
                    <a:pt x="81885" y="3135"/>
                  </a:cubicBezTo>
                  <a:cubicBezTo>
                    <a:pt x="74322" y="917"/>
                    <a:pt x="69784" y="362"/>
                    <a:pt x="64944" y="362"/>
                  </a:cubicBezTo>
                  <a:cubicBezTo>
                    <a:pt x="42859" y="362"/>
                    <a:pt x="28338" y="12287"/>
                    <a:pt x="28338" y="30867"/>
                  </a:cubicBezTo>
                  <a:cubicBezTo>
                    <a:pt x="28338" y="39741"/>
                    <a:pt x="34691" y="51666"/>
                    <a:pt x="47397" y="66641"/>
                  </a:cubicBezTo>
                  <a:cubicBezTo>
                    <a:pt x="59196" y="80784"/>
                    <a:pt x="64339" y="90490"/>
                    <a:pt x="64339" y="98532"/>
                  </a:cubicBezTo>
                  <a:cubicBezTo>
                    <a:pt x="64339" y="111011"/>
                    <a:pt x="55263" y="119885"/>
                    <a:pt x="41952" y="119885"/>
                  </a:cubicBezTo>
                  <a:cubicBezTo>
                    <a:pt x="25313" y="119885"/>
                    <a:pt x="15935" y="108515"/>
                    <a:pt x="11094" y="82170"/>
                  </a:cubicBezTo>
                  <a:lnTo>
                    <a:pt x="6254" y="82170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6" name="Freeform: Shape 4885">
              <a:extLst>
                <a:ext uri="{FF2B5EF4-FFF2-40B4-BE49-F238E27FC236}">
                  <a16:creationId xmlns:a16="http://schemas.microsoft.com/office/drawing/2014/main" id="{55275838-FAB4-47D7-45C0-897C70E5DFD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865974" y="4724661"/>
              <a:ext cx="65043" cy="184415"/>
            </a:xfrm>
            <a:custGeom>
              <a:avLst/>
              <a:gdLst>
                <a:gd name="connsiteX0" fmla="*/ 52544 w 65043"/>
                <a:gd name="connsiteY0" fmla="*/ 149835 h 184415"/>
                <a:gd name="connsiteX1" fmla="*/ 40141 w 65043"/>
                <a:gd name="connsiteY1" fmla="*/ 163979 h 184415"/>
                <a:gd name="connsiteX2" fmla="*/ 27737 w 65043"/>
                <a:gd name="connsiteY2" fmla="*/ 171466 h 184415"/>
                <a:gd name="connsiteX3" fmla="*/ 22897 w 65043"/>
                <a:gd name="connsiteY3" fmla="*/ 167306 h 184415"/>
                <a:gd name="connsiteX4" fmla="*/ 25922 w 65043"/>
                <a:gd name="connsiteY4" fmla="*/ 155104 h 184415"/>
                <a:gd name="connsiteX5" fmla="*/ 27434 w 65043"/>
                <a:gd name="connsiteY5" fmla="*/ 150113 h 184415"/>
                <a:gd name="connsiteX6" fmla="*/ 27434 w 65043"/>
                <a:gd name="connsiteY6" fmla="*/ 149558 h 184415"/>
                <a:gd name="connsiteX7" fmla="*/ 27737 w 65043"/>
                <a:gd name="connsiteY7" fmla="*/ 149004 h 184415"/>
                <a:gd name="connsiteX8" fmla="*/ 54359 w 65043"/>
                <a:gd name="connsiteY8" fmla="*/ 59708 h 184415"/>
                <a:gd name="connsiteX9" fmla="*/ 53452 w 65043"/>
                <a:gd name="connsiteY9" fmla="*/ 59153 h 184415"/>
                <a:gd name="connsiteX10" fmla="*/ 5047 w 65043"/>
                <a:gd name="connsiteY10" fmla="*/ 66086 h 184415"/>
                <a:gd name="connsiteX11" fmla="*/ 5047 w 65043"/>
                <a:gd name="connsiteY11" fmla="*/ 70523 h 184415"/>
                <a:gd name="connsiteX12" fmla="*/ 24107 w 65043"/>
                <a:gd name="connsiteY12" fmla="*/ 77179 h 184415"/>
                <a:gd name="connsiteX13" fmla="*/ 21384 w 65043"/>
                <a:gd name="connsiteY13" fmla="*/ 89381 h 184415"/>
                <a:gd name="connsiteX14" fmla="*/ 6863 w 65043"/>
                <a:gd name="connsiteY14" fmla="*/ 138465 h 184415"/>
                <a:gd name="connsiteX15" fmla="*/ 207 w 65043"/>
                <a:gd name="connsiteY15" fmla="*/ 168693 h 184415"/>
                <a:gd name="connsiteX16" fmla="*/ 14123 w 65043"/>
                <a:gd name="connsiteY16" fmla="*/ 184500 h 184415"/>
                <a:gd name="connsiteX17" fmla="*/ 56477 w 65043"/>
                <a:gd name="connsiteY17" fmla="*/ 152886 h 184415"/>
                <a:gd name="connsiteX18" fmla="*/ 52544 w 65043"/>
                <a:gd name="connsiteY18" fmla="*/ 149835 h 184415"/>
                <a:gd name="connsiteX19" fmla="*/ 50124 w 65043"/>
                <a:gd name="connsiteY19" fmla="*/ 85 h 184415"/>
                <a:gd name="connsiteX20" fmla="*/ 35905 w 65043"/>
                <a:gd name="connsiteY20" fmla="*/ 14782 h 184415"/>
                <a:gd name="connsiteX21" fmla="*/ 50426 w 65043"/>
                <a:gd name="connsiteY21" fmla="*/ 29480 h 184415"/>
                <a:gd name="connsiteX22" fmla="*/ 65250 w 65043"/>
                <a:gd name="connsiteY22" fmla="*/ 15337 h 184415"/>
                <a:gd name="connsiteX23" fmla="*/ 50124 w 65043"/>
                <a:gd name="connsiteY23" fmla="*/ 85 h 184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5043" h="184415">
                  <a:moveTo>
                    <a:pt x="52544" y="149835"/>
                  </a:moveTo>
                  <a:cubicBezTo>
                    <a:pt x="45284" y="158710"/>
                    <a:pt x="43166" y="160928"/>
                    <a:pt x="40141" y="163979"/>
                  </a:cubicBezTo>
                  <a:cubicBezTo>
                    <a:pt x="34998" y="168693"/>
                    <a:pt x="30460" y="171466"/>
                    <a:pt x="27737" y="171466"/>
                  </a:cubicBezTo>
                  <a:cubicBezTo>
                    <a:pt x="25317" y="171466"/>
                    <a:pt x="22897" y="169248"/>
                    <a:pt x="22897" y="167306"/>
                  </a:cubicBezTo>
                  <a:cubicBezTo>
                    <a:pt x="22897" y="164533"/>
                    <a:pt x="23804" y="160373"/>
                    <a:pt x="25922" y="155104"/>
                  </a:cubicBezTo>
                  <a:cubicBezTo>
                    <a:pt x="25922" y="154273"/>
                    <a:pt x="26829" y="152331"/>
                    <a:pt x="27434" y="150113"/>
                  </a:cubicBezTo>
                  <a:lnTo>
                    <a:pt x="27434" y="149558"/>
                  </a:lnTo>
                  <a:lnTo>
                    <a:pt x="27737" y="149004"/>
                  </a:lnTo>
                  <a:lnTo>
                    <a:pt x="54359" y="59708"/>
                  </a:lnTo>
                  <a:lnTo>
                    <a:pt x="53452" y="59153"/>
                  </a:lnTo>
                  <a:cubicBezTo>
                    <a:pt x="22897" y="64422"/>
                    <a:pt x="16846" y="65254"/>
                    <a:pt x="5047" y="66086"/>
                  </a:cubicBezTo>
                  <a:lnTo>
                    <a:pt x="5047" y="70523"/>
                  </a:lnTo>
                  <a:cubicBezTo>
                    <a:pt x="21081" y="70800"/>
                    <a:pt x="24107" y="71632"/>
                    <a:pt x="24107" y="77179"/>
                  </a:cubicBezTo>
                  <a:cubicBezTo>
                    <a:pt x="24107" y="79397"/>
                    <a:pt x="23199" y="83834"/>
                    <a:pt x="21384" y="89381"/>
                  </a:cubicBezTo>
                  <a:lnTo>
                    <a:pt x="6863" y="138465"/>
                  </a:lnTo>
                  <a:cubicBezTo>
                    <a:pt x="2022" y="154550"/>
                    <a:pt x="207" y="163147"/>
                    <a:pt x="207" y="168693"/>
                  </a:cubicBezTo>
                  <a:cubicBezTo>
                    <a:pt x="207" y="178954"/>
                    <a:pt x="5047" y="184500"/>
                    <a:pt x="14123" y="184500"/>
                  </a:cubicBezTo>
                  <a:cubicBezTo>
                    <a:pt x="28040" y="184500"/>
                    <a:pt x="39233" y="176181"/>
                    <a:pt x="56477" y="152886"/>
                  </a:cubicBezTo>
                  <a:lnTo>
                    <a:pt x="52544" y="149835"/>
                  </a:lnTo>
                  <a:close/>
                  <a:moveTo>
                    <a:pt x="50124" y="85"/>
                  </a:moveTo>
                  <a:cubicBezTo>
                    <a:pt x="41956" y="85"/>
                    <a:pt x="35905" y="6463"/>
                    <a:pt x="35905" y="14782"/>
                  </a:cubicBezTo>
                  <a:cubicBezTo>
                    <a:pt x="35905" y="23657"/>
                    <a:pt x="41653" y="29480"/>
                    <a:pt x="50426" y="29480"/>
                  </a:cubicBezTo>
                  <a:cubicBezTo>
                    <a:pt x="58292" y="29480"/>
                    <a:pt x="65250" y="23102"/>
                    <a:pt x="65250" y="15337"/>
                  </a:cubicBezTo>
                  <a:cubicBezTo>
                    <a:pt x="65250" y="7295"/>
                    <a:pt x="58292" y="85"/>
                    <a:pt x="50124" y="85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7" name="Freeform: Shape 4886">
              <a:extLst>
                <a:ext uri="{FF2B5EF4-FFF2-40B4-BE49-F238E27FC236}">
                  <a16:creationId xmlns:a16="http://schemas.microsoft.com/office/drawing/2014/main" id="{2A5E45A6-4AA0-2FE6-A8A0-64D7C2F5F74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39801" y="4783729"/>
              <a:ext cx="139162" cy="124792"/>
            </a:xfrm>
            <a:custGeom>
              <a:avLst/>
              <a:gdLst>
                <a:gd name="connsiteX0" fmla="*/ 135137 w 139162"/>
                <a:gd name="connsiteY0" fmla="*/ 89935 h 124792"/>
                <a:gd name="connsiteX1" fmla="*/ 128784 w 139162"/>
                <a:gd name="connsiteY1" fmla="*/ 97145 h 124792"/>
                <a:gd name="connsiteX2" fmla="*/ 110330 w 139162"/>
                <a:gd name="connsiteY2" fmla="*/ 111843 h 124792"/>
                <a:gd name="connsiteX3" fmla="*/ 105489 w 139162"/>
                <a:gd name="connsiteY3" fmla="*/ 107406 h 124792"/>
                <a:gd name="connsiteX4" fmla="*/ 109725 w 139162"/>
                <a:gd name="connsiteY4" fmla="*/ 89935 h 124792"/>
                <a:gd name="connsiteX5" fmla="*/ 126969 w 139162"/>
                <a:gd name="connsiteY5" fmla="*/ 32808 h 124792"/>
                <a:gd name="connsiteX6" fmla="*/ 129691 w 139162"/>
                <a:gd name="connsiteY6" fmla="*/ 17001 h 124792"/>
                <a:gd name="connsiteX7" fmla="*/ 109725 w 139162"/>
                <a:gd name="connsiteY7" fmla="*/ 85 h 124792"/>
                <a:gd name="connsiteX8" fmla="*/ 40143 w 139162"/>
                <a:gd name="connsiteY8" fmla="*/ 61094 h 124792"/>
                <a:gd name="connsiteX9" fmla="*/ 60413 w 139162"/>
                <a:gd name="connsiteY9" fmla="*/ 639 h 124792"/>
                <a:gd name="connsiteX10" fmla="*/ 59505 w 139162"/>
                <a:gd name="connsiteY10" fmla="*/ 85 h 124792"/>
                <a:gd name="connsiteX11" fmla="*/ 10496 w 139162"/>
                <a:gd name="connsiteY11" fmla="*/ 8681 h 124792"/>
                <a:gd name="connsiteX12" fmla="*/ 10496 w 139162"/>
                <a:gd name="connsiteY12" fmla="*/ 13119 h 124792"/>
                <a:gd name="connsiteX13" fmla="*/ 29857 w 139162"/>
                <a:gd name="connsiteY13" fmla="*/ 20606 h 124792"/>
                <a:gd name="connsiteX14" fmla="*/ 29252 w 139162"/>
                <a:gd name="connsiteY14" fmla="*/ 25320 h 124792"/>
                <a:gd name="connsiteX15" fmla="*/ 210 w 139162"/>
                <a:gd name="connsiteY15" fmla="*/ 122381 h 124792"/>
                <a:gd name="connsiteX16" fmla="*/ 22899 w 139162"/>
                <a:gd name="connsiteY16" fmla="*/ 122381 h 124792"/>
                <a:gd name="connsiteX17" fmla="*/ 53152 w 139162"/>
                <a:gd name="connsiteY17" fmla="*/ 53607 h 124792"/>
                <a:gd name="connsiteX18" fmla="*/ 97926 w 139162"/>
                <a:gd name="connsiteY18" fmla="*/ 14228 h 124792"/>
                <a:gd name="connsiteX19" fmla="*/ 105187 w 139162"/>
                <a:gd name="connsiteY19" fmla="*/ 22270 h 124792"/>
                <a:gd name="connsiteX20" fmla="*/ 100951 w 139162"/>
                <a:gd name="connsiteY20" fmla="*/ 43346 h 124792"/>
                <a:gd name="connsiteX21" fmla="*/ 87640 w 139162"/>
                <a:gd name="connsiteY21" fmla="*/ 89103 h 124792"/>
                <a:gd name="connsiteX22" fmla="*/ 82800 w 139162"/>
                <a:gd name="connsiteY22" fmla="*/ 109902 h 124792"/>
                <a:gd name="connsiteX23" fmla="*/ 97018 w 139162"/>
                <a:gd name="connsiteY23" fmla="*/ 124877 h 124792"/>
                <a:gd name="connsiteX24" fmla="*/ 139372 w 139162"/>
                <a:gd name="connsiteY24" fmla="*/ 93540 h 124792"/>
                <a:gd name="connsiteX25" fmla="*/ 135137 w 139162"/>
                <a:gd name="connsiteY25" fmla="*/ 89935 h 12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162" h="124792">
                  <a:moveTo>
                    <a:pt x="135137" y="89935"/>
                  </a:moveTo>
                  <a:lnTo>
                    <a:pt x="128784" y="97145"/>
                  </a:lnTo>
                  <a:cubicBezTo>
                    <a:pt x="120010" y="107406"/>
                    <a:pt x="114565" y="111843"/>
                    <a:pt x="110330" y="111843"/>
                  </a:cubicBezTo>
                  <a:cubicBezTo>
                    <a:pt x="107909" y="111843"/>
                    <a:pt x="105489" y="109625"/>
                    <a:pt x="105489" y="107406"/>
                  </a:cubicBezTo>
                  <a:cubicBezTo>
                    <a:pt x="105489" y="105465"/>
                    <a:pt x="105489" y="105465"/>
                    <a:pt x="109725" y="89935"/>
                  </a:cubicBezTo>
                  <a:lnTo>
                    <a:pt x="126969" y="32808"/>
                  </a:lnTo>
                  <a:cubicBezTo>
                    <a:pt x="128481" y="26984"/>
                    <a:pt x="129691" y="20883"/>
                    <a:pt x="129691" y="17001"/>
                  </a:cubicBezTo>
                  <a:cubicBezTo>
                    <a:pt x="129691" y="7018"/>
                    <a:pt x="121523" y="85"/>
                    <a:pt x="109725" y="85"/>
                  </a:cubicBezTo>
                  <a:cubicBezTo>
                    <a:pt x="90363" y="85"/>
                    <a:pt x="71304" y="16724"/>
                    <a:pt x="40143" y="61094"/>
                  </a:cubicBezTo>
                  <a:lnTo>
                    <a:pt x="60413" y="639"/>
                  </a:lnTo>
                  <a:lnTo>
                    <a:pt x="59505" y="85"/>
                  </a:lnTo>
                  <a:cubicBezTo>
                    <a:pt x="43169" y="3135"/>
                    <a:pt x="36816" y="4244"/>
                    <a:pt x="10496" y="8681"/>
                  </a:cubicBezTo>
                  <a:lnTo>
                    <a:pt x="10496" y="13119"/>
                  </a:lnTo>
                  <a:cubicBezTo>
                    <a:pt x="25925" y="13396"/>
                    <a:pt x="29857" y="15060"/>
                    <a:pt x="29857" y="20606"/>
                  </a:cubicBezTo>
                  <a:cubicBezTo>
                    <a:pt x="29857" y="22270"/>
                    <a:pt x="29555" y="23934"/>
                    <a:pt x="29252" y="25320"/>
                  </a:cubicBezTo>
                  <a:lnTo>
                    <a:pt x="210" y="122381"/>
                  </a:lnTo>
                  <a:lnTo>
                    <a:pt x="22899" y="122381"/>
                  </a:lnTo>
                  <a:cubicBezTo>
                    <a:pt x="37118" y="78565"/>
                    <a:pt x="39841" y="72464"/>
                    <a:pt x="53152" y="53607"/>
                  </a:cubicBezTo>
                  <a:cubicBezTo>
                    <a:pt x="71304" y="28094"/>
                    <a:pt x="86732" y="14228"/>
                    <a:pt x="97926" y="14228"/>
                  </a:cubicBezTo>
                  <a:cubicBezTo>
                    <a:pt x="102464" y="14228"/>
                    <a:pt x="105187" y="17278"/>
                    <a:pt x="105187" y="22270"/>
                  </a:cubicBezTo>
                  <a:cubicBezTo>
                    <a:pt x="105187" y="25598"/>
                    <a:pt x="103371" y="34749"/>
                    <a:pt x="100951" y="43346"/>
                  </a:cubicBezTo>
                  <a:lnTo>
                    <a:pt x="87640" y="89103"/>
                  </a:lnTo>
                  <a:cubicBezTo>
                    <a:pt x="83707" y="103246"/>
                    <a:pt x="82800" y="107129"/>
                    <a:pt x="82800" y="109902"/>
                  </a:cubicBezTo>
                  <a:cubicBezTo>
                    <a:pt x="82800" y="120440"/>
                    <a:pt x="87035" y="124877"/>
                    <a:pt x="97018" y="124877"/>
                  </a:cubicBezTo>
                  <a:cubicBezTo>
                    <a:pt x="110632" y="124877"/>
                    <a:pt x="118498" y="119053"/>
                    <a:pt x="139372" y="93540"/>
                  </a:cubicBezTo>
                  <a:lnTo>
                    <a:pt x="135137" y="89935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8" name="Freeform: Shape 4887">
              <a:extLst>
                <a:ext uri="{FF2B5EF4-FFF2-40B4-BE49-F238E27FC236}">
                  <a16:creationId xmlns:a16="http://schemas.microsoft.com/office/drawing/2014/main" id="{AF4BC6BC-DB14-EF37-2838-5B7979F128E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089816" y="4783729"/>
              <a:ext cx="140372" cy="179423"/>
            </a:xfrm>
            <a:custGeom>
              <a:avLst/>
              <a:gdLst>
                <a:gd name="connsiteX0" fmla="*/ 140587 w 140372"/>
                <a:gd name="connsiteY0" fmla="*/ 10068 h 179423"/>
                <a:gd name="connsiteX1" fmla="*/ 122133 w 140372"/>
                <a:gd name="connsiteY1" fmla="*/ 10068 h 179423"/>
                <a:gd name="connsiteX2" fmla="*/ 117293 w 140372"/>
                <a:gd name="connsiteY2" fmla="*/ 7850 h 179423"/>
                <a:gd name="connsiteX3" fmla="*/ 87645 w 140372"/>
                <a:gd name="connsiteY3" fmla="*/ 85 h 179423"/>
                <a:gd name="connsiteX4" fmla="*/ 26837 w 140372"/>
                <a:gd name="connsiteY4" fmla="*/ 47506 h 179423"/>
                <a:gd name="connsiteX5" fmla="*/ 50737 w 140372"/>
                <a:gd name="connsiteY5" fmla="*/ 77456 h 179423"/>
                <a:gd name="connsiteX6" fmla="*/ 27442 w 140372"/>
                <a:gd name="connsiteY6" fmla="*/ 100750 h 179423"/>
                <a:gd name="connsiteX7" fmla="*/ 35610 w 140372"/>
                <a:gd name="connsiteY7" fmla="*/ 111566 h 179423"/>
                <a:gd name="connsiteX8" fmla="*/ 215 w 140372"/>
                <a:gd name="connsiteY8" fmla="*/ 147894 h 179423"/>
                <a:gd name="connsiteX9" fmla="*/ 50737 w 140372"/>
                <a:gd name="connsiteY9" fmla="*/ 179508 h 179423"/>
                <a:gd name="connsiteX10" fmla="*/ 114267 w 140372"/>
                <a:gd name="connsiteY10" fmla="*/ 139020 h 179423"/>
                <a:gd name="connsiteX11" fmla="*/ 71006 w 140372"/>
                <a:gd name="connsiteY11" fmla="*/ 102414 h 179423"/>
                <a:gd name="connsiteX12" fmla="*/ 49829 w 140372"/>
                <a:gd name="connsiteY12" fmla="*/ 90767 h 179423"/>
                <a:gd name="connsiteX13" fmla="*/ 60720 w 140372"/>
                <a:gd name="connsiteY13" fmla="*/ 79397 h 179423"/>
                <a:gd name="connsiteX14" fmla="*/ 62838 w 140372"/>
                <a:gd name="connsiteY14" fmla="*/ 79674 h 179423"/>
                <a:gd name="connsiteX15" fmla="*/ 72216 w 140372"/>
                <a:gd name="connsiteY15" fmla="*/ 80506 h 179423"/>
                <a:gd name="connsiteX16" fmla="*/ 128184 w 140372"/>
                <a:gd name="connsiteY16" fmla="*/ 36413 h 179423"/>
                <a:gd name="connsiteX17" fmla="*/ 125461 w 140372"/>
                <a:gd name="connsiteY17" fmla="*/ 20883 h 179423"/>
                <a:gd name="connsiteX18" fmla="*/ 140587 w 140372"/>
                <a:gd name="connsiteY18" fmla="*/ 20883 h 179423"/>
                <a:gd name="connsiteX19" fmla="*/ 140587 w 140372"/>
                <a:gd name="connsiteY19" fmla="*/ 10068 h 179423"/>
                <a:gd name="connsiteX20" fmla="*/ 42569 w 140372"/>
                <a:gd name="connsiteY20" fmla="*/ 114616 h 179423"/>
                <a:gd name="connsiteX21" fmla="*/ 44081 w 140372"/>
                <a:gd name="connsiteY21" fmla="*/ 115171 h 179423"/>
                <a:gd name="connsiteX22" fmla="*/ 52854 w 140372"/>
                <a:gd name="connsiteY22" fmla="*/ 117667 h 179423"/>
                <a:gd name="connsiteX23" fmla="*/ 96116 w 140372"/>
                <a:gd name="connsiteY23" fmla="*/ 147340 h 179423"/>
                <a:gd name="connsiteX24" fmla="*/ 55275 w 140372"/>
                <a:gd name="connsiteY24" fmla="*/ 173407 h 179423"/>
                <a:gd name="connsiteX25" fmla="*/ 16854 w 140372"/>
                <a:gd name="connsiteY25" fmla="*/ 145121 h 179423"/>
                <a:gd name="connsiteX26" fmla="*/ 23509 w 140372"/>
                <a:gd name="connsiteY26" fmla="*/ 128482 h 179423"/>
                <a:gd name="connsiteX27" fmla="*/ 42569 w 140372"/>
                <a:gd name="connsiteY27" fmla="*/ 114616 h 179423"/>
                <a:gd name="connsiteX28" fmla="*/ 87343 w 140372"/>
                <a:gd name="connsiteY28" fmla="*/ 6186 h 179423"/>
                <a:gd name="connsiteX29" fmla="*/ 104284 w 140372"/>
                <a:gd name="connsiteY29" fmla="*/ 25875 h 179423"/>
                <a:gd name="connsiteX30" fmla="*/ 94906 w 140372"/>
                <a:gd name="connsiteY30" fmla="*/ 57212 h 179423"/>
                <a:gd name="connsiteX31" fmla="*/ 68586 w 140372"/>
                <a:gd name="connsiteY31" fmla="*/ 74683 h 179423"/>
                <a:gd name="connsiteX32" fmla="*/ 50434 w 140372"/>
                <a:gd name="connsiteY32" fmla="*/ 53884 h 179423"/>
                <a:gd name="connsiteX33" fmla="*/ 87343 w 140372"/>
                <a:gd name="connsiteY33" fmla="*/ 6186 h 17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0372" h="179423">
                  <a:moveTo>
                    <a:pt x="140587" y="10068"/>
                  </a:moveTo>
                  <a:lnTo>
                    <a:pt x="122133" y="10068"/>
                  </a:lnTo>
                  <a:cubicBezTo>
                    <a:pt x="121226" y="10068"/>
                    <a:pt x="119713" y="9513"/>
                    <a:pt x="117293" y="7850"/>
                  </a:cubicBezTo>
                  <a:cubicBezTo>
                    <a:pt x="109124" y="2858"/>
                    <a:pt x="99141" y="85"/>
                    <a:pt x="87645" y="85"/>
                  </a:cubicBezTo>
                  <a:cubicBezTo>
                    <a:pt x="54065" y="85"/>
                    <a:pt x="26837" y="21438"/>
                    <a:pt x="26837" y="47506"/>
                  </a:cubicBezTo>
                  <a:cubicBezTo>
                    <a:pt x="26837" y="61926"/>
                    <a:pt x="33493" y="70246"/>
                    <a:pt x="50737" y="77456"/>
                  </a:cubicBezTo>
                  <a:cubicBezTo>
                    <a:pt x="32888" y="88549"/>
                    <a:pt x="27442" y="94095"/>
                    <a:pt x="27442" y="100750"/>
                  </a:cubicBezTo>
                  <a:cubicBezTo>
                    <a:pt x="27442" y="104356"/>
                    <a:pt x="29862" y="107683"/>
                    <a:pt x="35610" y="111566"/>
                  </a:cubicBezTo>
                  <a:cubicBezTo>
                    <a:pt x="5660" y="129591"/>
                    <a:pt x="215" y="135138"/>
                    <a:pt x="215" y="147894"/>
                  </a:cubicBezTo>
                  <a:cubicBezTo>
                    <a:pt x="215" y="167029"/>
                    <a:pt x="20182" y="179508"/>
                    <a:pt x="50737" y="179508"/>
                  </a:cubicBezTo>
                  <a:cubicBezTo>
                    <a:pt x="88855" y="179508"/>
                    <a:pt x="114267" y="163147"/>
                    <a:pt x="114267" y="139020"/>
                  </a:cubicBezTo>
                  <a:cubicBezTo>
                    <a:pt x="114267" y="121549"/>
                    <a:pt x="99746" y="109347"/>
                    <a:pt x="71006" y="102414"/>
                  </a:cubicBezTo>
                  <a:cubicBezTo>
                    <a:pt x="57695" y="99364"/>
                    <a:pt x="49829" y="94927"/>
                    <a:pt x="49829" y="90767"/>
                  </a:cubicBezTo>
                  <a:cubicBezTo>
                    <a:pt x="49829" y="86607"/>
                    <a:pt x="56787" y="79397"/>
                    <a:pt x="60720" y="79397"/>
                  </a:cubicBezTo>
                  <a:cubicBezTo>
                    <a:pt x="61325" y="79397"/>
                    <a:pt x="61930" y="79397"/>
                    <a:pt x="62838" y="79674"/>
                  </a:cubicBezTo>
                  <a:cubicBezTo>
                    <a:pt x="65258" y="80229"/>
                    <a:pt x="69493" y="80506"/>
                    <a:pt x="72216" y="80506"/>
                  </a:cubicBezTo>
                  <a:cubicBezTo>
                    <a:pt x="99746" y="80506"/>
                    <a:pt x="128184" y="58044"/>
                    <a:pt x="128184" y="36413"/>
                  </a:cubicBezTo>
                  <a:cubicBezTo>
                    <a:pt x="128184" y="31976"/>
                    <a:pt x="127276" y="26430"/>
                    <a:pt x="125461" y="20883"/>
                  </a:cubicBezTo>
                  <a:lnTo>
                    <a:pt x="140587" y="20883"/>
                  </a:lnTo>
                  <a:lnTo>
                    <a:pt x="140587" y="10068"/>
                  </a:lnTo>
                  <a:close/>
                  <a:moveTo>
                    <a:pt x="42569" y="114616"/>
                  </a:moveTo>
                  <a:cubicBezTo>
                    <a:pt x="42871" y="114616"/>
                    <a:pt x="43476" y="114894"/>
                    <a:pt x="44081" y="115171"/>
                  </a:cubicBezTo>
                  <a:cubicBezTo>
                    <a:pt x="44989" y="115448"/>
                    <a:pt x="48014" y="116280"/>
                    <a:pt x="52854" y="117667"/>
                  </a:cubicBezTo>
                  <a:cubicBezTo>
                    <a:pt x="84922" y="126818"/>
                    <a:pt x="96116" y="134583"/>
                    <a:pt x="96116" y="147340"/>
                  </a:cubicBezTo>
                  <a:cubicBezTo>
                    <a:pt x="96116" y="162315"/>
                    <a:pt x="78569" y="173407"/>
                    <a:pt x="55275" y="173407"/>
                  </a:cubicBezTo>
                  <a:cubicBezTo>
                    <a:pt x="31073" y="173407"/>
                    <a:pt x="16854" y="162869"/>
                    <a:pt x="16854" y="145121"/>
                  </a:cubicBezTo>
                  <a:cubicBezTo>
                    <a:pt x="16854" y="138465"/>
                    <a:pt x="18669" y="133751"/>
                    <a:pt x="23509" y="128482"/>
                  </a:cubicBezTo>
                  <a:cubicBezTo>
                    <a:pt x="27442" y="123768"/>
                    <a:pt x="40148" y="114616"/>
                    <a:pt x="42569" y="114616"/>
                  </a:cubicBezTo>
                  <a:close/>
                  <a:moveTo>
                    <a:pt x="87343" y="6186"/>
                  </a:moveTo>
                  <a:cubicBezTo>
                    <a:pt x="98536" y="6186"/>
                    <a:pt x="104284" y="12841"/>
                    <a:pt x="104284" y="25875"/>
                  </a:cubicBezTo>
                  <a:cubicBezTo>
                    <a:pt x="104284" y="35581"/>
                    <a:pt x="100654" y="47783"/>
                    <a:pt x="94906" y="57212"/>
                  </a:cubicBezTo>
                  <a:cubicBezTo>
                    <a:pt x="88250" y="68582"/>
                    <a:pt x="78872" y="74683"/>
                    <a:pt x="68586" y="74683"/>
                  </a:cubicBezTo>
                  <a:cubicBezTo>
                    <a:pt x="57090" y="74683"/>
                    <a:pt x="50434" y="66918"/>
                    <a:pt x="50434" y="53884"/>
                  </a:cubicBezTo>
                  <a:cubicBezTo>
                    <a:pt x="50434" y="28371"/>
                    <a:pt x="67678" y="6186"/>
                    <a:pt x="87343" y="6186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9" name="Freeform: Shape 4888">
              <a:extLst>
                <a:ext uri="{FF2B5EF4-FFF2-40B4-BE49-F238E27FC236}">
                  <a16:creationId xmlns:a16="http://schemas.microsoft.com/office/drawing/2014/main" id="{BA3CC6CD-D79E-AB92-D211-2151B07C6CE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319680" y="4716619"/>
              <a:ext cx="154893" cy="193012"/>
            </a:xfrm>
            <a:custGeom>
              <a:avLst/>
              <a:gdLst>
                <a:gd name="connsiteX0" fmla="*/ 135754 w 154893"/>
                <a:gd name="connsiteY0" fmla="*/ 158710 h 193012"/>
                <a:gd name="connsiteX1" fmla="*/ 110947 w 154893"/>
                <a:gd name="connsiteY1" fmla="*/ 178399 h 193012"/>
                <a:gd name="connsiteX2" fmla="*/ 105502 w 154893"/>
                <a:gd name="connsiteY2" fmla="*/ 172853 h 193012"/>
                <a:gd name="connsiteX3" fmla="*/ 125166 w 154893"/>
                <a:gd name="connsiteY3" fmla="*/ 104633 h 193012"/>
                <a:gd name="connsiteX4" fmla="*/ 155116 w 154893"/>
                <a:gd name="connsiteY4" fmla="*/ 1471 h 193012"/>
                <a:gd name="connsiteX5" fmla="*/ 153603 w 154893"/>
                <a:gd name="connsiteY5" fmla="*/ 85 h 193012"/>
                <a:gd name="connsiteX6" fmla="*/ 107317 w 154893"/>
                <a:gd name="connsiteY6" fmla="*/ 6463 h 193012"/>
                <a:gd name="connsiteX7" fmla="*/ 107317 w 154893"/>
                <a:gd name="connsiteY7" fmla="*/ 11177 h 193012"/>
                <a:gd name="connsiteX8" fmla="*/ 126073 w 154893"/>
                <a:gd name="connsiteY8" fmla="*/ 18388 h 193012"/>
                <a:gd name="connsiteX9" fmla="*/ 121536 w 154893"/>
                <a:gd name="connsiteY9" fmla="*/ 37800 h 193012"/>
                <a:gd name="connsiteX10" fmla="*/ 108224 w 154893"/>
                <a:gd name="connsiteY10" fmla="*/ 83280 h 193012"/>
                <a:gd name="connsiteX11" fmla="*/ 88560 w 154893"/>
                <a:gd name="connsiteY11" fmla="*/ 67195 h 193012"/>
                <a:gd name="connsiteX12" fmla="*/ 222 w 154893"/>
                <a:gd name="connsiteY12" fmla="*/ 160928 h 193012"/>
                <a:gd name="connsiteX13" fmla="*/ 31988 w 154893"/>
                <a:gd name="connsiteY13" fmla="*/ 192542 h 193012"/>
                <a:gd name="connsiteX14" fmla="*/ 86442 w 154893"/>
                <a:gd name="connsiteY14" fmla="*/ 155936 h 193012"/>
                <a:gd name="connsiteX15" fmla="*/ 82510 w 154893"/>
                <a:gd name="connsiteY15" fmla="*/ 180618 h 193012"/>
                <a:gd name="connsiteX16" fmla="*/ 95216 w 154893"/>
                <a:gd name="connsiteY16" fmla="*/ 193097 h 193012"/>
                <a:gd name="connsiteX17" fmla="*/ 139385 w 154893"/>
                <a:gd name="connsiteY17" fmla="*/ 161483 h 193012"/>
                <a:gd name="connsiteX18" fmla="*/ 135754 w 154893"/>
                <a:gd name="connsiteY18" fmla="*/ 158710 h 193012"/>
                <a:gd name="connsiteX19" fmla="*/ 89770 w 154893"/>
                <a:gd name="connsiteY19" fmla="*/ 73573 h 193012"/>
                <a:gd name="connsiteX20" fmla="*/ 103384 w 154893"/>
                <a:gd name="connsiteY20" fmla="*/ 89381 h 193012"/>
                <a:gd name="connsiteX21" fmla="*/ 44089 w 154893"/>
                <a:gd name="connsiteY21" fmla="*/ 179231 h 193012"/>
                <a:gd name="connsiteX22" fmla="*/ 26542 w 154893"/>
                <a:gd name="connsiteY22" fmla="*/ 160928 h 193012"/>
                <a:gd name="connsiteX23" fmla="*/ 61635 w 154893"/>
                <a:gd name="connsiteY23" fmla="*/ 86330 h 193012"/>
                <a:gd name="connsiteX24" fmla="*/ 89770 w 154893"/>
                <a:gd name="connsiteY24" fmla="*/ 73573 h 19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4893" h="193012">
                  <a:moveTo>
                    <a:pt x="135754" y="158710"/>
                  </a:moveTo>
                  <a:cubicBezTo>
                    <a:pt x="119418" y="175903"/>
                    <a:pt x="116090" y="178399"/>
                    <a:pt x="110947" y="178399"/>
                  </a:cubicBezTo>
                  <a:cubicBezTo>
                    <a:pt x="107922" y="178399"/>
                    <a:pt x="105502" y="175903"/>
                    <a:pt x="105502" y="172853"/>
                  </a:cubicBezTo>
                  <a:cubicBezTo>
                    <a:pt x="105502" y="168970"/>
                    <a:pt x="115182" y="135138"/>
                    <a:pt x="125166" y="104633"/>
                  </a:cubicBezTo>
                  <a:cubicBezTo>
                    <a:pt x="133334" y="79120"/>
                    <a:pt x="139687" y="56935"/>
                    <a:pt x="155116" y="1471"/>
                  </a:cubicBezTo>
                  <a:lnTo>
                    <a:pt x="153603" y="85"/>
                  </a:lnTo>
                  <a:cubicBezTo>
                    <a:pt x="137569" y="3135"/>
                    <a:pt x="126679" y="4799"/>
                    <a:pt x="107317" y="6463"/>
                  </a:cubicBezTo>
                  <a:lnTo>
                    <a:pt x="107317" y="11177"/>
                  </a:lnTo>
                  <a:cubicBezTo>
                    <a:pt x="123956" y="11732"/>
                    <a:pt x="126073" y="12564"/>
                    <a:pt x="126073" y="18388"/>
                  </a:cubicBezTo>
                  <a:cubicBezTo>
                    <a:pt x="126073" y="21993"/>
                    <a:pt x="125771" y="23657"/>
                    <a:pt x="121536" y="37800"/>
                  </a:cubicBezTo>
                  <a:lnTo>
                    <a:pt x="108224" y="83280"/>
                  </a:lnTo>
                  <a:cubicBezTo>
                    <a:pt x="105804" y="71632"/>
                    <a:pt x="100359" y="67195"/>
                    <a:pt x="88560" y="67195"/>
                  </a:cubicBezTo>
                  <a:cubicBezTo>
                    <a:pt x="49232" y="67195"/>
                    <a:pt x="222" y="119331"/>
                    <a:pt x="222" y="160928"/>
                  </a:cubicBezTo>
                  <a:cubicBezTo>
                    <a:pt x="222" y="180618"/>
                    <a:pt x="12323" y="192542"/>
                    <a:pt x="31988" y="192542"/>
                  </a:cubicBezTo>
                  <a:cubicBezTo>
                    <a:pt x="52559" y="192542"/>
                    <a:pt x="65871" y="183668"/>
                    <a:pt x="86442" y="155936"/>
                  </a:cubicBezTo>
                  <a:cubicBezTo>
                    <a:pt x="83115" y="170080"/>
                    <a:pt x="82510" y="174239"/>
                    <a:pt x="82510" y="180618"/>
                  </a:cubicBezTo>
                  <a:cubicBezTo>
                    <a:pt x="82510" y="188105"/>
                    <a:pt x="87653" y="193097"/>
                    <a:pt x="95216" y="193097"/>
                  </a:cubicBezTo>
                  <a:cubicBezTo>
                    <a:pt x="107922" y="193097"/>
                    <a:pt x="123653" y="181727"/>
                    <a:pt x="139385" y="161483"/>
                  </a:cubicBezTo>
                  <a:lnTo>
                    <a:pt x="135754" y="158710"/>
                  </a:lnTo>
                  <a:close/>
                  <a:moveTo>
                    <a:pt x="89770" y="73573"/>
                  </a:moveTo>
                  <a:cubicBezTo>
                    <a:pt x="98846" y="74128"/>
                    <a:pt x="103384" y="79397"/>
                    <a:pt x="103384" y="89381"/>
                  </a:cubicBezTo>
                  <a:cubicBezTo>
                    <a:pt x="103384" y="131533"/>
                    <a:pt x="71921" y="179231"/>
                    <a:pt x="44089" y="179231"/>
                  </a:cubicBezTo>
                  <a:cubicBezTo>
                    <a:pt x="33803" y="179231"/>
                    <a:pt x="26542" y="171743"/>
                    <a:pt x="26542" y="160928"/>
                  </a:cubicBezTo>
                  <a:cubicBezTo>
                    <a:pt x="26542" y="137911"/>
                    <a:pt x="41668" y="105742"/>
                    <a:pt x="61635" y="86330"/>
                  </a:cubicBezTo>
                  <a:cubicBezTo>
                    <a:pt x="70106" y="78288"/>
                    <a:pt x="81299" y="73019"/>
                    <a:pt x="89770" y="73573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0" name="Freeform: Shape 4889">
              <a:extLst>
                <a:ext uri="{FF2B5EF4-FFF2-40B4-BE49-F238E27FC236}">
                  <a16:creationId xmlns:a16="http://schemas.microsoft.com/office/drawing/2014/main" id="{B51A69BC-119D-DB1D-7051-6A23D874468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472116" y="4783729"/>
              <a:ext cx="138859" cy="125346"/>
            </a:xfrm>
            <a:custGeom>
              <a:avLst/>
              <a:gdLst>
                <a:gd name="connsiteX0" fmla="*/ 135457 w 138859"/>
                <a:gd name="connsiteY0" fmla="*/ 91876 h 125346"/>
                <a:gd name="connsiteX1" fmla="*/ 126986 w 138859"/>
                <a:gd name="connsiteY1" fmla="*/ 99641 h 125346"/>
                <a:gd name="connsiteX2" fmla="*/ 111255 w 138859"/>
                <a:gd name="connsiteY2" fmla="*/ 111011 h 125346"/>
                <a:gd name="connsiteX3" fmla="*/ 107019 w 138859"/>
                <a:gd name="connsiteY3" fmla="*/ 107406 h 125346"/>
                <a:gd name="connsiteX4" fmla="*/ 133944 w 138859"/>
                <a:gd name="connsiteY4" fmla="*/ 6740 h 125346"/>
                <a:gd name="connsiteX5" fmla="*/ 135759 w 138859"/>
                <a:gd name="connsiteY5" fmla="*/ 917 h 125346"/>
                <a:gd name="connsiteX6" fmla="*/ 133642 w 138859"/>
                <a:gd name="connsiteY6" fmla="*/ 85 h 125346"/>
                <a:gd name="connsiteX7" fmla="*/ 115187 w 138859"/>
                <a:gd name="connsiteY7" fmla="*/ 2026 h 125346"/>
                <a:gd name="connsiteX8" fmla="*/ 114280 w 138859"/>
                <a:gd name="connsiteY8" fmla="*/ 2858 h 125346"/>
                <a:gd name="connsiteX9" fmla="*/ 110952 w 138859"/>
                <a:gd name="connsiteY9" fmla="*/ 16169 h 125346"/>
                <a:gd name="connsiteX10" fmla="*/ 86750 w 138859"/>
                <a:gd name="connsiteY10" fmla="*/ 85 h 125346"/>
                <a:gd name="connsiteX11" fmla="*/ 227 w 138859"/>
                <a:gd name="connsiteY11" fmla="*/ 94650 h 125346"/>
                <a:gd name="connsiteX12" fmla="*/ 31085 w 138859"/>
                <a:gd name="connsiteY12" fmla="*/ 125432 h 125346"/>
                <a:gd name="connsiteX13" fmla="*/ 91893 w 138859"/>
                <a:gd name="connsiteY13" fmla="*/ 81893 h 125346"/>
                <a:gd name="connsiteX14" fmla="*/ 84935 w 138859"/>
                <a:gd name="connsiteY14" fmla="*/ 113784 h 125346"/>
                <a:gd name="connsiteX15" fmla="*/ 97036 w 138859"/>
                <a:gd name="connsiteY15" fmla="*/ 125154 h 125346"/>
                <a:gd name="connsiteX16" fmla="*/ 139087 w 138859"/>
                <a:gd name="connsiteY16" fmla="*/ 94650 h 125346"/>
                <a:gd name="connsiteX17" fmla="*/ 135457 w 138859"/>
                <a:gd name="connsiteY17" fmla="*/ 91876 h 125346"/>
                <a:gd name="connsiteX18" fmla="*/ 88565 w 138859"/>
                <a:gd name="connsiteY18" fmla="*/ 6186 h 125346"/>
                <a:gd name="connsiteX19" fmla="*/ 105507 w 138859"/>
                <a:gd name="connsiteY19" fmla="*/ 23102 h 125346"/>
                <a:gd name="connsiteX20" fmla="*/ 69506 w 138859"/>
                <a:gd name="connsiteY20" fmla="*/ 99641 h 125346"/>
                <a:gd name="connsiteX21" fmla="*/ 43186 w 138859"/>
                <a:gd name="connsiteY21" fmla="*/ 111843 h 125346"/>
                <a:gd name="connsiteX22" fmla="*/ 25640 w 138859"/>
                <a:gd name="connsiteY22" fmla="*/ 91044 h 125346"/>
                <a:gd name="connsiteX23" fmla="*/ 50144 w 138859"/>
                <a:gd name="connsiteY23" fmla="*/ 30312 h 125346"/>
                <a:gd name="connsiteX24" fmla="*/ 88565 w 138859"/>
                <a:gd name="connsiteY24" fmla="*/ 618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859" h="125346">
                  <a:moveTo>
                    <a:pt x="135457" y="91876"/>
                  </a:moveTo>
                  <a:cubicBezTo>
                    <a:pt x="130919" y="96036"/>
                    <a:pt x="129104" y="97423"/>
                    <a:pt x="126986" y="99641"/>
                  </a:cubicBezTo>
                  <a:cubicBezTo>
                    <a:pt x="117910" y="108238"/>
                    <a:pt x="113977" y="111011"/>
                    <a:pt x="111255" y="111011"/>
                  </a:cubicBezTo>
                  <a:cubicBezTo>
                    <a:pt x="108834" y="111011"/>
                    <a:pt x="107019" y="109347"/>
                    <a:pt x="107019" y="107406"/>
                  </a:cubicBezTo>
                  <a:cubicBezTo>
                    <a:pt x="107019" y="101860"/>
                    <a:pt x="119725" y="54439"/>
                    <a:pt x="133944" y="6740"/>
                  </a:cubicBezTo>
                  <a:cubicBezTo>
                    <a:pt x="134852" y="3967"/>
                    <a:pt x="135154" y="3412"/>
                    <a:pt x="135759" y="917"/>
                  </a:cubicBezTo>
                  <a:lnTo>
                    <a:pt x="133642" y="85"/>
                  </a:lnTo>
                  <a:lnTo>
                    <a:pt x="115187" y="2026"/>
                  </a:lnTo>
                  <a:lnTo>
                    <a:pt x="114280" y="2858"/>
                  </a:lnTo>
                  <a:lnTo>
                    <a:pt x="110952" y="16169"/>
                  </a:lnTo>
                  <a:cubicBezTo>
                    <a:pt x="108532" y="5908"/>
                    <a:pt x="99759" y="85"/>
                    <a:pt x="86750" y="85"/>
                  </a:cubicBezTo>
                  <a:cubicBezTo>
                    <a:pt x="46816" y="85"/>
                    <a:pt x="227" y="50834"/>
                    <a:pt x="227" y="94650"/>
                  </a:cubicBezTo>
                  <a:cubicBezTo>
                    <a:pt x="227" y="114062"/>
                    <a:pt x="11723" y="125432"/>
                    <a:pt x="31085" y="125432"/>
                  </a:cubicBezTo>
                  <a:cubicBezTo>
                    <a:pt x="52262" y="125432"/>
                    <a:pt x="65271" y="116280"/>
                    <a:pt x="91893" y="81893"/>
                  </a:cubicBezTo>
                  <a:cubicBezTo>
                    <a:pt x="85842" y="103524"/>
                    <a:pt x="84935" y="107129"/>
                    <a:pt x="84935" y="113784"/>
                  </a:cubicBezTo>
                  <a:cubicBezTo>
                    <a:pt x="84935" y="121827"/>
                    <a:pt x="88565" y="125154"/>
                    <a:pt x="97036" y="125154"/>
                  </a:cubicBezTo>
                  <a:cubicBezTo>
                    <a:pt x="109137" y="125154"/>
                    <a:pt x="116700" y="119885"/>
                    <a:pt x="139087" y="94650"/>
                  </a:cubicBezTo>
                  <a:lnTo>
                    <a:pt x="135457" y="91876"/>
                  </a:lnTo>
                  <a:close/>
                  <a:moveTo>
                    <a:pt x="88565" y="6186"/>
                  </a:moveTo>
                  <a:cubicBezTo>
                    <a:pt x="98851" y="6740"/>
                    <a:pt x="105507" y="13396"/>
                    <a:pt x="105507" y="23102"/>
                  </a:cubicBezTo>
                  <a:cubicBezTo>
                    <a:pt x="105507" y="46396"/>
                    <a:pt x="90380" y="79120"/>
                    <a:pt x="69506" y="99641"/>
                  </a:cubicBezTo>
                  <a:cubicBezTo>
                    <a:pt x="62245" y="107129"/>
                    <a:pt x="51959" y="111843"/>
                    <a:pt x="43186" y="111843"/>
                  </a:cubicBezTo>
                  <a:cubicBezTo>
                    <a:pt x="32598" y="111843"/>
                    <a:pt x="25640" y="103801"/>
                    <a:pt x="25640" y="91044"/>
                  </a:cubicBezTo>
                  <a:cubicBezTo>
                    <a:pt x="25640" y="76069"/>
                    <a:pt x="37136" y="47506"/>
                    <a:pt x="50144" y="30312"/>
                  </a:cubicBezTo>
                  <a:cubicBezTo>
                    <a:pt x="62245" y="14228"/>
                    <a:pt x="76464" y="5354"/>
                    <a:pt x="88565" y="6186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1" name="Freeform: Shape 4890">
              <a:extLst>
                <a:ext uri="{FF2B5EF4-FFF2-40B4-BE49-F238E27FC236}">
                  <a16:creationId xmlns:a16="http://schemas.microsoft.com/office/drawing/2014/main" id="{D529A4D8-8B15-DBAA-C4A6-FF254753257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629997" y="4754611"/>
              <a:ext cx="78354" cy="154465"/>
            </a:xfrm>
            <a:custGeom>
              <a:avLst/>
              <a:gdLst>
                <a:gd name="connsiteX0" fmla="*/ 78587 w 78354"/>
                <a:gd name="connsiteY0" fmla="*/ 32808 h 154465"/>
                <a:gd name="connsiteX1" fmla="*/ 54385 w 78354"/>
                <a:gd name="connsiteY1" fmla="*/ 32808 h 154465"/>
                <a:gd name="connsiteX2" fmla="*/ 62855 w 78354"/>
                <a:gd name="connsiteY2" fmla="*/ 4244 h 154465"/>
                <a:gd name="connsiteX3" fmla="*/ 63158 w 78354"/>
                <a:gd name="connsiteY3" fmla="*/ 2858 h 154465"/>
                <a:gd name="connsiteX4" fmla="*/ 60738 w 78354"/>
                <a:gd name="connsiteY4" fmla="*/ 85 h 154465"/>
                <a:gd name="connsiteX5" fmla="*/ 56200 w 78354"/>
                <a:gd name="connsiteY5" fmla="*/ 2581 h 154465"/>
                <a:gd name="connsiteX6" fmla="*/ 15964 w 78354"/>
                <a:gd name="connsiteY6" fmla="*/ 33085 h 154465"/>
                <a:gd name="connsiteX7" fmla="*/ 6283 w 78354"/>
                <a:gd name="connsiteY7" fmla="*/ 40018 h 154465"/>
                <a:gd name="connsiteX8" fmla="*/ 6585 w 78354"/>
                <a:gd name="connsiteY8" fmla="*/ 41682 h 154465"/>
                <a:gd name="connsiteX9" fmla="*/ 28972 w 78354"/>
                <a:gd name="connsiteY9" fmla="*/ 41682 h 154465"/>
                <a:gd name="connsiteX10" fmla="*/ 7190 w 78354"/>
                <a:gd name="connsiteY10" fmla="*/ 117944 h 154465"/>
                <a:gd name="connsiteX11" fmla="*/ 5375 w 78354"/>
                <a:gd name="connsiteY11" fmla="*/ 123768 h 154465"/>
                <a:gd name="connsiteX12" fmla="*/ 232 w 78354"/>
                <a:gd name="connsiteY12" fmla="*/ 144012 h 154465"/>
                <a:gd name="connsiteX13" fmla="*/ 14754 w 78354"/>
                <a:gd name="connsiteY13" fmla="*/ 154550 h 154465"/>
                <a:gd name="connsiteX14" fmla="*/ 57712 w 78354"/>
                <a:gd name="connsiteY14" fmla="*/ 120995 h 154465"/>
                <a:gd name="connsiteX15" fmla="*/ 53779 w 78354"/>
                <a:gd name="connsiteY15" fmla="*/ 119053 h 154465"/>
                <a:gd name="connsiteX16" fmla="*/ 29275 w 78354"/>
                <a:gd name="connsiteY16" fmla="*/ 140961 h 154465"/>
                <a:gd name="connsiteX17" fmla="*/ 24737 w 78354"/>
                <a:gd name="connsiteY17" fmla="*/ 135415 h 154465"/>
                <a:gd name="connsiteX18" fmla="*/ 25039 w 78354"/>
                <a:gd name="connsiteY18" fmla="*/ 134028 h 154465"/>
                <a:gd name="connsiteX19" fmla="*/ 51662 w 78354"/>
                <a:gd name="connsiteY19" fmla="*/ 41682 h 154465"/>
                <a:gd name="connsiteX20" fmla="*/ 77074 w 78354"/>
                <a:gd name="connsiteY20" fmla="*/ 41682 h 154465"/>
                <a:gd name="connsiteX21" fmla="*/ 78587 w 78354"/>
                <a:gd name="connsiteY21" fmla="*/ 32808 h 15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354" h="154465">
                  <a:moveTo>
                    <a:pt x="78587" y="32808"/>
                  </a:moveTo>
                  <a:lnTo>
                    <a:pt x="54385" y="32808"/>
                  </a:lnTo>
                  <a:lnTo>
                    <a:pt x="62855" y="4244"/>
                  </a:lnTo>
                  <a:cubicBezTo>
                    <a:pt x="63158" y="3690"/>
                    <a:pt x="63158" y="3135"/>
                    <a:pt x="63158" y="2858"/>
                  </a:cubicBezTo>
                  <a:cubicBezTo>
                    <a:pt x="63158" y="917"/>
                    <a:pt x="62250" y="85"/>
                    <a:pt x="60738" y="85"/>
                  </a:cubicBezTo>
                  <a:cubicBezTo>
                    <a:pt x="58922" y="85"/>
                    <a:pt x="58015" y="362"/>
                    <a:pt x="56200" y="2581"/>
                  </a:cubicBezTo>
                  <a:cubicBezTo>
                    <a:pt x="44401" y="16724"/>
                    <a:pt x="25644" y="30589"/>
                    <a:pt x="15964" y="33085"/>
                  </a:cubicBezTo>
                  <a:cubicBezTo>
                    <a:pt x="8400" y="35304"/>
                    <a:pt x="6283" y="36968"/>
                    <a:pt x="6283" y="40018"/>
                  </a:cubicBezTo>
                  <a:cubicBezTo>
                    <a:pt x="6283" y="40296"/>
                    <a:pt x="6283" y="40850"/>
                    <a:pt x="6585" y="41682"/>
                  </a:cubicBezTo>
                  <a:lnTo>
                    <a:pt x="28972" y="41682"/>
                  </a:lnTo>
                  <a:lnTo>
                    <a:pt x="7190" y="117944"/>
                  </a:lnTo>
                  <a:cubicBezTo>
                    <a:pt x="6585" y="120440"/>
                    <a:pt x="6283" y="121272"/>
                    <a:pt x="5375" y="123768"/>
                  </a:cubicBezTo>
                  <a:cubicBezTo>
                    <a:pt x="2652" y="132087"/>
                    <a:pt x="232" y="141793"/>
                    <a:pt x="232" y="144012"/>
                  </a:cubicBezTo>
                  <a:cubicBezTo>
                    <a:pt x="232" y="150113"/>
                    <a:pt x="6585" y="154550"/>
                    <a:pt x="14754" y="154550"/>
                  </a:cubicBezTo>
                  <a:cubicBezTo>
                    <a:pt x="28670" y="154550"/>
                    <a:pt x="38653" y="146785"/>
                    <a:pt x="57712" y="120995"/>
                  </a:cubicBezTo>
                  <a:lnTo>
                    <a:pt x="53779" y="119053"/>
                  </a:lnTo>
                  <a:cubicBezTo>
                    <a:pt x="38956" y="136524"/>
                    <a:pt x="34115" y="140961"/>
                    <a:pt x="29275" y="140961"/>
                  </a:cubicBezTo>
                  <a:cubicBezTo>
                    <a:pt x="26552" y="140961"/>
                    <a:pt x="24737" y="138743"/>
                    <a:pt x="24737" y="135415"/>
                  </a:cubicBezTo>
                  <a:cubicBezTo>
                    <a:pt x="24737" y="135138"/>
                    <a:pt x="24737" y="134860"/>
                    <a:pt x="25039" y="134028"/>
                  </a:cubicBezTo>
                  <a:lnTo>
                    <a:pt x="51662" y="41682"/>
                  </a:lnTo>
                  <a:lnTo>
                    <a:pt x="77074" y="41682"/>
                  </a:lnTo>
                  <a:lnTo>
                    <a:pt x="78587" y="32808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2" name="Freeform: Shape 4891">
              <a:extLst>
                <a:ext uri="{FF2B5EF4-FFF2-40B4-BE49-F238E27FC236}">
                  <a16:creationId xmlns:a16="http://schemas.microsoft.com/office/drawing/2014/main" id="{D3E5FE4C-19A2-870D-048A-CB0B71B18C4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708361" y="4783729"/>
              <a:ext cx="138859" cy="125346"/>
            </a:xfrm>
            <a:custGeom>
              <a:avLst/>
              <a:gdLst>
                <a:gd name="connsiteX0" fmla="*/ 135465 w 138859"/>
                <a:gd name="connsiteY0" fmla="*/ 91876 h 125346"/>
                <a:gd name="connsiteX1" fmla="*/ 126994 w 138859"/>
                <a:gd name="connsiteY1" fmla="*/ 99641 h 125346"/>
                <a:gd name="connsiteX2" fmla="*/ 111262 w 138859"/>
                <a:gd name="connsiteY2" fmla="*/ 111011 h 125346"/>
                <a:gd name="connsiteX3" fmla="*/ 107027 w 138859"/>
                <a:gd name="connsiteY3" fmla="*/ 107406 h 125346"/>
                <a:gd name="connsiteX4" fmla="*/ 133952 w 138859"/>
                <a:gd name="connsiteY4" fmla="*/ 6740 h 125346"/>
                <a:gd name="connsiteX5" fmla="*/ 135767 w 138859"/>
                <a:gd name="connsiteY5" fmla="*/ 917 h 125346"/>
                <a:gd name="connsiteX6" fmla="*/ 133649 w 138859"/>
                <a:gd name="connsiteY6" fmla="*/ 85 h 125346"/>
                <a:gd name="connsiteX7" fmla="*/ 115195 w 138859"/>
                <a:gd name="connsiteY7" fmla="*/ 2026 h 125346"/>
                <a:gd name="connsiteX8" fmla="*/ 114288 w 138859"/>
                <a:gd name="connsiteY8" fmla="*/ 2858 h 125346"/>
                <a:gd name="connsiteX9" fmla="*/ 110960 w 138859"/>
                <a:gd name="connsiteY9" fmla="*/ 16169 h 125346"/>
                <a:gd name="connsiteX10" fmla="*/ 86758 w 138859"/>
                <a:gd name="connsiteY10" fmla="*/ 85 h 125346"/>
                <a:gd name="connsiteX11" fmla="*/ 235 w 138859"/>
                <a:gd name="connsiteY11" fmla="*/ 94650 h 125346"/>
                <a:gd name="connsiteX12" fmla="*/ 31093 w 138859"/>
                <a:gd name="connsiteY12" fmla="*/ 125432 h 125346"/>
                <a:gd name="connsiteX13" fmla="*/ 91901 w 138859"/>
                <a:gd name="connsiteY13" fmla="*/ 81893 h 125346"/>
                <a:gd name="connsiteX14" fmla="*/ 84943 w 138859"/>
                <a:gd name="connsiteY14" fmla="*/ 113784 h 125346"/>
                <a:gd name="connsiteX15" fmla="*/ 97044 w 138859"/>
                <a:gd name="connsiteY15" fmla="*/ 125154 h 125346"/>
                <a:gd name="connsiteX16" fmla="*/ 139095 w 138859"/>
                <a:gd name="connsiteY16" fmla="*/ 94650 h 125346"/>
                <a:gd name="connsiteX17" fmla="*/ 135465 w 138859"/>
                <a:gd name="connsiteY17" fmla="*/ 91876 h 125346"/>
                <a:gd name="connsiteX18" fmla="*/ 88573 w 138859"/>
                <a:gd name="connsiteY18" fmla="*/ 6186 h 125346"/>
                <a:gd name="connsiteX19" fmla="*/ 105514 w 138859"/>
                <a:gd name="connsiteY19" fmla="*/ 23102 h 125346"/>
                <a:gd name="connsiteX20" fmla="*/ 69514 w 138859"/>
                <a:gd name="connsiteY20" fmla="*/ 99641 h 125346"/>
                <a:gd name="connsiteX21" fmla="*/ 43194 w 138859"/>
                <a:gd name="connsiteY21" fmla="*/ 111843 h 125346"/>
                <a:gd name="connsiteX22" fmla="*/ 25647 w 138859"/>
                <a:gd name="connsiteY22" fmla="*/ 91044 h 125346"/>
                <a:gd name="connsiteX23" fmla="*/ 50152 w 138859"/>
                <a:gd name="connsiteY23" fmla="*/ 30312 h 125346"/>
                <a:gd name="connsiteX24" fmla="*/ 88573 w 138859"/>
                <a:gd name="connsiteY24" fmla="*/ 618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859" h="125346">
                  <a:moveTo>
                    <a:pt x="135465" y="91876"/>
                  </a:moveTo>
                  <a:cubicBezTo>
                    <a:pt x="130927" y="96036"/>
                    <a:pt x="129111" y="97423"/>
                    <a:pt x="126994" y="99641"/>
                  </a:cubicBezTo>
                  <a:cubicBezTo>
                    <a:pt x="117918" y="108238"/>
                    <a:pt x="113985" y="111011"/>
                    <a:pt x="111262" y="111011"/>
                  </a:cubicBezTo>
                  <a:cubicBezTo>
                    <a:pt x="108842" y="111011"/>
                    <a:pt x="107027" y="109347"/>
                    <a:pt x="107027" y="107406"/>
                  </a:cubicBezTo>
                  <a:cubicBezTo>
                    <a:pt x="107027" y="101860"/>
                    <a:pt x="119733" y="54439"/>
                    <a:pt x="133952" y="6740"/>
                  </a:cubicBezTo>
                  <a:cubicBezTo>
                    <a:pt x="134859" y="3967"/>
                    <a:pt x="135162" y="3412"/>
                    <a:pt x="135767" y="917"/>
                  </a:cubicBezTo>
                  <a:lnTo>
                    <a:pt x="133649" y="85"/>
                  </a:lnTo>
                  <a:lnTo>
                    <a:pt x="115195" y="2026"/>
                  </a:lnTo>
                  <a:lnTo>
                    <a:pt x="114288" y="2858"/>
                  </a:lnTo>
                  <a:lnTo>
                    <a:pt x="110960" y="16169"/>
                  </a:lnTo>
                  <a:cubicBezTo>
                    <a:pt x="108540" y="5908"/>
                    <a:pt x="99766" y="85"/>
                    <a:pt x="86758" y="85"/>
                  </a:cubicBezTo>
                  <a:cubicBezTo>
                    <a:pt x="46824" y="85"/>
                    <a:pt x="235" y="50834"/>
                    <a:pt x="235" y="94650"/>
                  </a:cubicBezTo>
                  <a:cubicBezTo>
                    <a:pt x="235" y="114062"/>
                    <a:pt x="11731" y="125432"/>
                    <a:pt x="31093" y="125432"/>
                  </a:cubicBezTo>
                  <a:cubicBezTo>
                    <a:pt x="52270" y="125432"/>
                    <a:pt x="65278" y="116280"/>
                    <a:pt x="91901" y="81893"/>
                  </a:cubicBezTo>
                  <a:cubicBezTo>
                    <a:pt x="85850" y="103524"/>
                    <a:pt x="84943" y="107129"/>
                    <a:pt x="84943" y="113784"/>
                  </a:cubicBezTo>
                  <a:cubicBezTo>
                    <a:pt x="84943" y="121827"/>
                    <a:pt x="88573" y="125154"/>
                    <a:pt x="97044" y="125154"/>
                  </a:cubicBezTo>
                  <a:cubicBezTo>
                    <a:pt x="109145" y="125154"/>
                    <a:pt x="116708" y="119885"/>
                    <a:pt x="139095" y="94650"/>
                  </a:cubicBezTo>
                  <a:lnTo>
                    <a:pt x="135465" y="91876"/>
                  </a:lnTo>
                  <a:close/>
                  <a:moveTo>
                    <a:pt x="88573" y="6186"/>
                  </a:moveTo>
                  <a:cubicBezTo>
                    <a:pt x="98859" y="6740"/>
                    <a:pt x="105514" y="13396"/>
                    <a:pt x="105514" y="23102"/>
                  </a:cubicBezTo>
                  <a:cubicBezTo>
                    <a:pt x="105514" y="46396"/>
                    <a:pt x="90388" y="79120"/>
                    <a:pt x="69514" y="99641"/>
                  </a:cubicBezTo>
                  <a:cubicBezTo>
                    <a:pt x="62253" y="107129"/>
                    <a:pt x="51967" y="111843"/>
                    <a:pt x="43194" y="111843"/>
                  </a:cubicBezTo>
                  <a:cubicBezTo>
                    <a:pt x="32605" y="111843"/>
                    <a:pt x="25647" y="103801"/>
                    <a:pt x="25647" y="91044"/>
                  </a:cubicBezTo>
                  <a:cubicBezTo>
                    <a:pt x="25647" y="76069"/>
                    <a:pt x="37143" y="47506"/>
                    <a:pt x="50152" y="30312"/>
                  </a:cubicBezTo>
                  <a:cubicBezTo>
                    <a:pt x="62253" y="14228"/>
                    <a:pt x="76472" y="5354"/>
                    <a:pt x="88573" y="6186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3" name="Freeform: Shape 4892">
              <a:extLst>
                <a:ext uri="{FF2B5EF4-FFF2-40B4-BE49-F238E27FC236}">
                  <a16:creationId xmlns:a16="http://schemas.microsoft.com/office/drawing/2014/main" id="{F51F609F-5A8A-0198-3EC2-965527B8722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937317" y="4783729"/>
              <a:ext cx="122523" cy="127288"/>
            </a:xfrm>
            <a:custGeom>
              <a:avLst/>
              <a:gdLst>
                <a:gd name="connsiteX0" fmla="*/ 242 w 122523"/>
                <a:gd name="connsiteY0" fmla="*/ 10623 h 127288"/>
                <a:gd name="connsiteX1" fmla="*/ 9318 w 122523"/>
                <a:gd name="connsiteY1" fmla="*/ 10345 h 127288"/>
                <a:gd name="connsiteX2" fmla="*/ 28377 w 122523"/>
                <a:gd name="connsiteY2" fmla="*/ 40573 h 127288"/>
                <a:gd name="connsiteX3" fmla="*/ 35033 w 122523"/>
                <a:gd name="connsiteY3" fmla="*/ 117667 h 127288"/>
                <a:gd name="connsiteX4" fmla="*/ 37756 w 122523"/>
                <a:gd name="connsiteY4" fmla="*/ 127373 h 127288"/>
                <a:gd name="connsiteX5" fmla="*/ 104312 w 122523"/>
                <a:gd name="connsiteY5" fmla="*/ 58598 h 127288"/>
                <a:gd name="connsiteX6" fmla="*/ 122766 w 122523"/>
                <a:gd name="connsiteY6" fmla="*/ 16446 h 127288"/>
                <a:gd name="connsiteX7" fmla="*/ 105824 w 122523"/>
                <a:gd name="connsiteY7" fmla="*/ 85 h 127288"/>
                <a:gd name="connsiteX8" fmla="*/ 94631 w 122523"/>
                <a:gd name="connsiteY8" fmla="*/ 9513 h 127288"/>
                <a:gd name="connsiteX9" fmla="*/ 101891 w 122523"/>
                <a:gd name="connsiteY9" fmla="*/ 21715 h 127288"/>
                <a:gd name="connsiteX10" fmla="*/ 107337 w 122523"/>
                <a:gd name="connsiteY10" fmla="*/ 30035 h 127288"/>
                <a:gd name="connsiteX11" fmla="*/ 65891 w 122523"/>
                <a:gd name="connsiteY11" fmla="*/ 94095 h 127288"/>
                <a:gd name="connsiteX12" fmla="*/ 56512 w 122523"/>
                <a:gd name="connsiteY12" fmla="*/ 102969 h 127288"/>
                <a:gd name="connsiteX13" fmla="*/ 48647 w 122523"/>
                <a:gd name="connsiteY13" fmla="*/ 28926 h 127288"/>
                <a:gd name="connsiteX14" fmla="*/ 39873 w 122523"/>
                <a:gd name="connsiteY14" fmla="*/ 85 h 127288"/>
                <a:gd name="connsiteX15" fmla="*/ 33823 w 122523"/>
                <a:gd name="connsiteY15" fmla="*/ 1194 h 127288"/>
                <a:gd name="connsiteX16" fmla="*/ 242 w 122523"/>
                <a:gd name="connsiteY16" fmla="*/ 7018 h 127288"/>
                <a:gd name="connsiteX17" fmla="*/ 242 w 122523"/>
                <a:gd name="connsiteY17" fmla="*/ 10623 h 12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523" h="127288">
                  <a:moveTo>
                    <a:pt x="242" y="10623"/>
                  </a:moveTo>
                  <a:cubicBezTo>
                    <a:pt x="3570" y="10345"/>
                    <a:pt x="5990" y="10345"/>
                    <a:pt x="9318" y="10345"/>
                  </a:cubicBezTo>
                  <a:cubicBezTo>
                    <a:pt x="21117" y="10345"/>
                    <a:pt x="24142" y="15060"/>
                    <a:pt x="28377" y="40573"/>
                  </a:cubicBezTo>
                  <a:cubicBezTo>
                    <a:pt x="31403" y="59708"/>
                    <a:pt x="35033" y="101582"/>
                    <a:pt x="35033" y="117667"/>
                  </a:cubicBezTo>
                  <a:cubicBezTo>
                    <a:pt x="35033" y="125432"/>
                    <a:pt x="35638" y="127373"/>
                    <a:pt x="37756" y="127373"/>
                  </a:cubicBezTo>
                  <a:cubicBezTo>
                    <a:pt x="45319" y="127373"/>
                    <a:pt x="73454" y="97977"/>
                    <a:pt x="104312" y="58598"/>
                  </a:cubicBezTo>
                  <a:cubicBezTo>
                    <a:pt x="114900" y="44733"/>
                    <a:pt x="122766" y="26707"/>
                    <a:pt x="122766" y="16446"/>
                  </a:cubicBezTo>
                  <a:cubicBezTo>
                    <a:pt x="122766" y="7572"/>
                    <a:pt x="114900" y="85"/>
                    <a:pt x="105824" y="85"/>
                  </a:cubicBezTo>
                  <a:cubicBezTo>
                    <a:pt x="99169" y="85"/>
                    <a:pt x="94631" y="3690"/>
                    <a:pt x="94631" y="9513"/>
                  </a:cubicBezTo>
                  <a:cubicBezTo>
                    <a:pt x="94631" y="13950"/>
                    <a:pt x="96446" y="17278"/>
                    <a:pt x="101891" y="21715"/>
                  </a:cubicBezTo>
                  <a:cubicBezTo>
                    <a:pt x="105824" y="25043"/>
                    <a:pt x="107337" y="27262"/>
                    <a:pt x="107337" y="30035"/>
                  </a:cubicBezTo>
                  <a:cubicBezTo>
                    <a:pt x="107337" y="42791"/>
                    <a:pt x="87370" y="73573"/>
                    <a:pt x="65891" y="94095"/>
                  </a:cubicBezTo>
                  <a:lnTo>
                    <a:pt x="56512" y="102969"/>
                  </a:lnTo>
                  <a:cubicBezTo>
                    <a:pt x="54395" y="63867"/>
                    <a:pt x="52580" y="49447"/>
                    <a:pt x="48647" y="28926"/>
                  </a:cubicBezTo>
                  <a:cubicBezTo>
                    <a:pt x="42596" y="639"/>
                    <a:pt x="42596" y="85"/>
                    <a:pt x="39873" y="85"/>
                  </a:cubicBezTo>
                  <a:cubicBezTo>
                    <a:pt x="38361" y="85"/>
                    <a:pt x="36243" y="362"/>
                    <a:pt x="33823" y="1194"/>
                  </a:cubicBezTo>
                  <a:cubicBezTo>
                    <a:pt x="28377" y="2581"/>
                    <a:pt x="11739" y="5354"/>
                    <a:pt x="242" y="7018"/>
                  </a:cubicBezTo>
                  <a:lnTo>
                    <a:pt x="242" y="10623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4" name="Freeform: Shape 4893">
              <a:extLst>
                <a:ext uri="{FF2B5EF4-FFF2-40B4-BE49-F238E27FC236}">
                  <a16:creationId xmlns:a16="http://schemas.microsoft.com/office/drawing/2014/main" id="{813AE897-CFEF-C5DC-B474-3EEBD18076A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070931" y="4783729"/>
              <a:ext cx="138859" cy="125346"/>
            </a:xfrm>
            <a:custGeom>
              <a:avLst/>
              <a:gdLst>
                <a:gd name="connsiteX0" fmla="*/ 135476 w 138859"/>
                <a:gd name="connsiteY0" fmla="*/ 91876 h 125346"/>
                <a:gd name="connsiteX1" fmla="*/ 127006 w 138859"/>
                <a:gd name="connsiteY1" fmla="*/ 99641 h 125346"/>
                <a:gd name="connsiteX2" fmla="*/ 111274 w 138859"/>
                <a:gd name="connsiteY2" fmla="*/ 111011 h 125346"/>
                <a:gd name="connsiteX3" fmla="*/ 107039 w 138859"/>
                <a:gd name="connsiteY3" fmla="*/ 107406 h 125346"/>
                <a:gd name="connsiteX4" fmla="*/ 133964 w 138859"/>
                <a:gd name="connsiteY4" fmla="*/ 6740 h 125346"/>
                <a:gd name="connsiteX5" fmla="*/ 135779 w 138859"/>
                <a:gd name="connsiteY5" fmla="*/ 917 h 125346"/>
                <a:gd name="connsiteX6" fmla="*/ 133661 w 138859"/>
                <a:gd name="connsiteY6" fmla="*/ 85 h 125346"/>
                <a:gd name="connsiteX7" fmla="*/ 115207 w 138859"/>
                <a:gd name="connsiteY7" fmla="*/ 2026 h 125346"/>
                <a:gd name="connsiteX8" fmla="*/ 114300 w 138859"/>
                <a:gd name="connsiteY8" fmla="*/ 2858 h 125346"/>
                <a:gd name="connsiteX9" fmla="*/ 110972 w 138859"/>
                <a:gd name="connsiteY9" fmla="*/ 16169 h 125346"/>
                <a:gd name="connsiteX10" fmla="*/ 86770 w 138859"/>
                <a:gd name="connsiteY10" fmla="*/ 85 h 125346"/>
                <a:gd name="connsiteX11" fmla="*/ 247 w 138859"/>
                <a:gd name="connsiteY11" fmla="*/ 94650 h 125346"/>
                <a:gd name="connsiteX12" fmla="*/ 31105 w 138859"/>
                <a:gd name="connsiteY12" fmla="*/ 125432 h 125346"/>
                <a:gd name="connsiteX13" fmla="*/ 91913 w 138859"/>
                <a:gd name="connsiteY13" fmla="*/ 81893 h 125346"/>
                <a:gd name="connsiteX14" fmla="*/ 84954 w 138859"/>
                <a:gd name="connsiteY14" fmla="*/ 113784 h 125346"/>
                <a:gd name="connsiteX15" fmla="*/ 97055 w 138859"/>
                <a:gd name="connsiteY15" fmla="*/ 125154 h 125346"/>
                <a:gd name="connsiteX16" fmla="*/ 139107 w 138859"/>
                <a:gd name="connsiteY16" fmla="*/ 94650 h 125346"/>
                <a:gd name="connsiteX17" fmla="*/ 135476 w 138859"/>
                <a:gd name="connsiteY17" fmla="*/ 91876 h 125346"/>
                <a:gd name="connsiteX18" fmla="*/ 88585 w 138859"/>
                <a:gd name="connsiteY18" fmla="*/ 6186 h 125346"/>
                <a:gd name="connsiteX19" fmla="*/ 105526 w 138859"/>
                <a:gd name="connsiteY19" fmla="*/ 23102 h 125346"/>
                <a:gd name="connsiteX20" fmla="*/ 69526 w 138859"/>
                <a:gd name="connsiteY20" fmla="*/ 99641 h 125346"/>
                <a:gd name="connsiteX21" fmla="*/ 43206 w 138859"/>
                <a:gd name="connsiteY21" fmla="*/ 111843 h 125346"/>
                <a:gd name="connsiteX22" fmla="*/ 25659 w 138859"/>
                <a:gd name="connsiteY22" fmla="*/ 91044 h 125346"/>
                <a:gd name="connsiteX23" fmla="*/ 50164 w 138859"/>
                <a:gd name="connsiteY23" fmla="*/ 30312 h 125346"/>
                <a:gd name="connsiteX24" fmla="*/ 88585 w 138859"/>
                <a:gd name="connsiteY24" fmla="*/ 618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859" h="125346">
                  <a:moveTo>
                    <a:pt x="135476" y="91876"/>
                  </a:moveTo>
                  <a:cubicBezTo>
                    <a:pt x="130938" y="96036"/>
                    <a:pt x="129123" y="97423"/>
                    <a:pt x="127006" y="99641"/>
                  </a:cubicBezTo>
                  <a:cubicBezTo>
                    <a:pt x="117930" y="108238"/>
                    <a:pt x="113997" y="111011"/>
                    <a:pt x="111274" y="111011"/>
                  </a:cubicBezTo>
                  <a:cubicBezTo>
                    <a:pt x="108854" y="111011"/>
                    <a:pt x="107039" y="109347"/>
                    <a:pt x="107039" y="107406"/>
                  </a:cubicBezTo>
                  <a:cubicBezTo>
                    <a:pt x="107039" y="101860"/>
                    <a:pt x="119745" y="54439"/>
                    <a:pt x="133964" y="6740"/>
                  </a:cubicBezTo>
                  <a:cubicBezTo>
                    <a:pt x="134871" y="3967"/>
                    <a:pt x="135174" y="3412"/>
                    <a:pt x="135779" y="917"/>
                  </a:cubicBezTo>
                  <a:lnTo>
                    <a:pt x="133661" y="85"/>
                  </a:lnTo>
                  <a:lnTo>
                    <a:pt x="115207" y="2026"/>
                  </a:lnTo>
                  <a:lnTo>
                    <a:pt x="114300" y="2858"/>
                  </a:lnTo>
                  <a:lnTo>
                    <a:pt x="110972" y="16169"/>
                  </a:lnTo>
                  <a:cubicBezTo>
                    <a:pt x="108551" y="5908"/>
                    <a:pt x="99778" y="85"/>
                    <a:pt x="86770" y="85"/>
                  </a:cubicBezTo>
                  <a:cubicBezTo>
                    <a:pt x="46836" y="85"/>
                    <a:pt x="247" y="50834"/>
                    <a:pt x="247" y="94650"/>
                  </a:cubicBezTo>
                  <a:cubicBezTo>
                    <a:pt x="247" y="114062"/>
                    <a:pt x="11743" y="125432"/>
                    <a:pt x="31105" y="125432"/>
                  </a:cubicBezTo>
                  <a:cubicBezTo>
                    <a:pt x="52282" y="125432"/>
                    <a:pt x="65290" y="116280"/>
                    <a:pt x="91913" y="81893"/>
                  </a:cubicBezTo>
                  <a:cubicBezTo>
                    <a:pt x="85862" y="103524"/>
                    <a:pt x="84954" y="107129"/>
                    <a:pt x="84954" y="113784"/>
                  </a:cubicBezTo>
                  <a:cubicBezTo>
                    <a:pt x="84954" y="121827"/>
                    <a:pt x="88585" y="125154"/>
                    <a:pt x="97055" y="125154"/>
                  </a:cubicBezTo>
                  <a:cubicBezTo>
                    <a:pt x="109157" y="125154"/>
                    <a:pt x="116720" y="119885"/>
                    <a:pt x="139107" y="94650"/>
                  </a:cubicBezTo>
                  <a:lnTo>
                    <a:pt x="135476" y="91876"/>
                  </a:lnTo>
                  <a:close/>
                  <a:moveTo>
                    <a:pt x="88585" y="6186"/>
                  </a:moveTo>
                  <a:cubicBezTo>
                    <a:pt x="98871" y="6740"/>
                    <a:pt x="105526" y="13396"/>
                    <a:pt x="105526" y="23102"/>
                  </a:cubicBezTo>
                  <a:cubicBezTo>
                    <a:pt x="105526" y="46396"/>
                    <a:pt x="90400" y="79120"/>
                    <a:pt x="69526" y="99641"/>
                  </a:cubicBezTo>
                  <a:cubicBezTo>
                    <a:pt x="62265" y="107129"/>
                    <a:pt x="51979" y="111843"/>
                    <a:pt x="43206" y="111843"/>
                  </a:cubicBezTo>
                  <a:cubicBezTo>
                    <a:pt x="32617" y="111843"/>
                    <a:pt x="25659" y="103801"/>
                    <a:pt x="25659" y="91044"/>
                  </a:cubicBezTo>
                  <a:cubicBezTo>
                    <a:pt x="25659" y="76069"/>
                    <a:pt x="37155" y="47506"/>
                    <a:pt x="50164" y="30312"/>
                  </a:cubicBezTo>
                  <a:cubicBezTo>
                    <a:pt x="62265" y="14228"/>
                    <a:pt x="76484" y="5354"/>
                    <a:pt x="88585" y="6186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5" name="Freeform: Shape 4894">
              <a:extLst>
                <a:ext uri="{FF2B5EF4-FFF2-40B4-BE49-F238E27FC236}">
                  <a16:creationId xmlns:a16="http://schemas.microsoft.com/office/drawing/2014/main" id="{FB764C75-3170-19B6-82B1-E5CF9945E67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229720" y="4716619"/>
              <a:ext cx="72303" cy="192457"/>
            </a:xfrm>
            <a:custGeom>
              <a:avLst/>
              <a:gdLst>
                <a:gd name="connsiteX0" fmla="*/ 57127 w 72303"/>
                <a:gd name="connsiteY0" fmla="*/ 155382 h 192457"/>
                <a:gd name="connsiteX1" fmla="*/ 48959 w 72303"/>
                <a:gd name="connsiteY1" fmla="*/ 164811 h 192457"/>
                <a:gd name="connsiteX2" fmla="*/ 28084 w 72303"/>
                <a:gd name="connsiteY2" fmla="*/ 180618 h 192457"/>
                <a:gd name="connsiteX3" fmla="*/ 23546 w 72303"/>
                <a:gd name="connsiteY3" fmla="*/ 175626 h 192457"/>
                <a:gd name="connsiteX4" fmla="*/ 25967 w 72303"/>
                <a:gd name="connsiteY4" fmla="*/ 164811 h 192457"/>
                <a:gd name="connsiteX5" fmla="*/ 26874 w 72303"/>
                <a:gd name="connsiteY5" fmla="*/ 162037 h 192457"/>
                <a:gd name="connsiteX6" fmla="*/ 72556 w 72303"/>
                <a:gd name="connsiteY6" fmla="*/ 1471 h 192457"/>
                <a:gd name="connsiteX7" fmla="*/ 71043 w 72303"/>
                <a:gd name="connsiteY7" fmla="*/ 85 h 192457"/>
                <a:gd name="connsiteX8" fmla="*/ 23849 w 72303"/>
                <a:gd name="connsiteY8" fmla="*/ 7572 h 192457"/>
                <a:gd name="connsiteX9" fmla="*/ 23849 w 72303"/>
                <a:gd name="connsiteY9" fmla="*/ 12009 h 192457"/>
                <a:gd name="connsiteX10" fmla="*/ 44421 w 72303"/>
                <a:gd name="connsiteY10" fmla="*/ 18388 h 192457"/>
                <a:gd name="connsiteX11" fmla="*/ 43211 w 72303"/>
                <a:gd name="connsiteY11" fmla="*/ 23379 h 192457"/>
                <a:gd name="connsiteX12" fmla="*/ 1765 w 72303"/>
                <a:gd name="connsiteY12" fmla="*/ 169802 h 192457"/>
                <a:gd name="connsiteX13" fmla="*/ 252 w 72303"/>
                <a:gd name="connsiteY13" fmla="*/ 177012 h 192457"/>
                <a:gd name="connsiteX14" fmla="*/ 15076 w 72303"/>
                <a:gd name="connsiteY14" fmla="*/ 192542 h 192457"/>
                <a:gd name="connsiteX15" fmla="*/ 61060 w 72303"/>
                <a:gd name="connsiteY15" fmla="*/ 157878 h 192457"/>
                <a:gd name="connsiteX16" fmla="*/ 57127 w 72303"/>
                <a:gd name="connsiteY16" fmla="*/ 155382 h 192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303" h="192457">
                  <a:moveTo>
                    <a:pt x="57127" y="155382"/>
                  </a:moveTo>
                  <a:cubicBezTo>
                    <a:pt x="54404" y="158432"/>
                    <a:pt x="51681" y="161483"/>
                    <a:pt x="48959" y="164811"/>
                  </a:cubicBezTo>
                  <a:cubicBezTo>
                    <a:pt x="39278" y="176458"/>
                    <a:pt x="33530" y="180618"/>
                    <a:pt x="28084" y="180618"/>
                  </a:cubicBezTo>
                  <a:cubicBezTo>
                    <a:pt x="25059" y="180618"/>
                    <a:pt x="23546" y="178676"/>
                    <a:pt x="23546" y="175626"/>
                  </a:cubicBezTo>
                  <a:cubicBezTo>
                    <a:pt x="23546" y="173685"/>
                    <a:pt x="24454" y="170357"/>
                    <a:pt x="25967" y="164811"/>
                  </a:cubicBezTo>
                  <a:cubicBezTo>
                    <a:pt x="26269" y="163979"/>
                    <a:pt x="26572" y="162592"/>
                    <a:pt x="26874" y="162037"/>
                  </a:cubicBezTo>
                  <a:lnTo>
                    <a:pt x="72556" y="1471"/>
                  </a:lnTo>
                  <a:lnTo>
                    <a:pt x="71043" y="85"/>
                  </a:lnTo>
                  <a:cubicBezTo>
                    <a:pt x="53194" y="3690"/>
                    <a:pt x="41698" y="5631"/>
                    <a:pt x="23849" y="7572"/>
                  </a:cubicBezTo>
                  <a:lnTo>
                    <a:pt x="23849" y="12009"/>
                  </a:lnTo>
                  <a:cubicBezTo>
                    <a:pt x="38370" y="12009"/>
                    <a:pt x="44421" y="13950"/>
                    <a:pt x="44421" y="18388"/>
                  </a:cubicBezTo>
                  <a:cubicBezTo>
                    <a:pt x="44421" y="19220"/>
                    <a:pt x="44118" y="20883"/>
                    <a:pt x="43211" y="23379"/>
                  </a:cubicBezTo>
                  <a:lnTo>
                    <a:pt x="1765" y="169802"/>
                  </a:lnTo>
                  <a:cubicBezTo>
                    <a:pt x="857" y="172853"/>
                    <a:pt x="252" y="175626"/>
                    <a:pt x="252" y="177012"/>
                  </a:cubicBezTo>
                  <a:cubicBezTo>
                    <a:pt x="252" y="186996"/>
                    <a:pt x="5395" y="192542"/>
                    <a:pt x="15076" y="192542"/>
                  </a:cubicBezTo>
                  <a:cubicBezTo>
                    <a:pt x="30807" y="192542"/>
                    <a:pt x="41396" y="184500"/>
                    <a:pt x="61060" y="157878"/>
                  </a:cubicBezTo>
                  <a:lnTo>
                    <a:pt x="57127" y="155382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6" name="Freeform: Shape 4895">
              <a:extLst>
                <a:ext uri="{FF2B5EF4-FFF2-40B4-BE49-F238E27FC236}">
                  <a16:creationId xmlns:a16="http://schemas.microsoft.com/office/drawing/2014/main" id="{8FA84682-86E0-2C83-D261-A0D4A073F90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314740" y="4783729"/>
              <a:ext cx="130994" cy="125346"/>
            </a:xfrm>
            <a:custGeom>
              <a:avLst/>
              <a:gdLst>
                <a:gd name="connsiteX0" fmla="*/ 127013 w 130994"/>
                <a:gd name="connsiteY0" fmla="*/ 89935 h 125346"/>
                <a:gd name="connsiteX1" fmla="*/ 101904 w 130994"/>
                <a:gd name="connsiteY1" fmla="*/ 111843 h 125346"/>
                <a:gd name="connsiteX2" fmla="*/ 98576 w 130994"/>
                <a:gd name="connsiteY2" fmla="*/ 107129 h 125346"/>
                <a:gd name="connsiteX3" fmla="*/ 104324 w 130994"/>
                <a:gd name="connsiteY3" fmla="*/ 85498 h 125346"/>
                <a:gd name="connsiteX4" fmla="*/ 128223 w 130994"/>
                <a:gd name="connsiteY4" fmla="*/ 2581 h 125346"/>
                <a:gd name="connsiteX5" fmla="*/ 105837 w 130994"/>
                <a:gd name="connsiteY5" fmla="*/ 2581 h 125346"/>
                <a:gd name="connsiteX6" fmla="*/ 72559 w 130994"/>
                <a:gd name="connsiteY6" fmla="*/ 70246 h 125346"/>
                <a:gd name="connsiteX7" fmla="*/ 29902 w 130994"/>
                <a:gd name="connsiteY7" fmla="*/ 110734 h 125346"/>
                <a:gd name="connsiteX8" fmla="*/ 23549 w 130994"/>
                <a:gd name="connsiteY8" fmla="*/ 103801 h 125346"/>
                <a:gd name="connsiteX9" fmla="*/ 23852 w 130994"/>
                <a:gd name="connsiteY9" fmla="*/ 101305 h 125346"/>
                <a:gd name="connsiteX10" fmla="*/ 51382 w 130994"/>
                <a:gd name="connsiteY10" fmla="*/ 639 h 125346"/>
                <a:gd name="connsiteX11" fmla="*/ 50474 w 130994"/>
                <a:gd name="connsiteY11" fmla="*/ 85 h 125346"/>
                <a:gd name="connsiteX12" fmla="*/ 5095 w 130994"/>
                <a:gd name="connsiteY12" fmla="*/ 7572 h 125346"/>
                <a:gd name="connsiteX13" fmla="*/ 5095 w 130994"/>
                <a:gd name="connsiteY13" fmla="*/ 11455 h 125346"/>
                <a:gd name="connsiteX14" fmla="*/ 19919 w 130994"/>
                <a:gd name="connsiteY14" fmla="*/ 13119 h 125346"/>
                <a:gd name="connsiteX15" fmla="*/ 23247 w 130994"/>
                <a:gd name="connsiteY15" fmla="*/ 18110 h 125346"/>
                <a:gd name="connsiteX16" fmla="*/ 19011 w 130994"/>
                <a:gd name="connsiteY16" fmla="*/ 36690 h 125346"/>
                <a:gd name="connsiteX17" fmla="*/ 7818 w 130994"/>
                <a:gd name="connsiteY17" fmla="*/ 76069 h 125346"/>
                <a:gd name="connsiteX18" fmla="*/ 255 w 130994"/>
                <a:gd name="connsiteY18" fmla="*/ 110179 h 125346"/>
                <a:gd name="connsiteX19" fmla="*/ 16289 w 130994"/>
                <a:gd name="connsiteY19" fmla="*/ 125432 h 125346"/>
                <a:gd name="connsiteX20" fmla="*/ 88592 w 130994"/>
                <a:gd name="connsiteY20" fmla="*/ 56935 h 125346"/>
                <a:gd name="connsiteX21" fmla="*/ 74979 w 130994"/>
                <a:gd name="connsiteY21" fmla="*/ 111566 h 125346"/>
                <a:gd name="connsiteX22" fmla="*/ 89500 w 130994"/>
                <a:gd name="connsiteY22" fmla="*/ 124877 h 125346"/>
                <a:gd name="connsiteX23" fmla="*/ 131249 w 130994"/>
                <a:gd name="connsiteY23" fmla="*/ 92431 h 125346"/>
                <a:gd name="connsiteX24" fmla="*/ 127013 w 130994"/>
                <a:gd name="connsiteY24" fmla="*/ 89935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0994" h="125346">
                  <a:moveTo>
                    <a:pt x="127013" y="89935"/>
                  </a:moveTo>
                  <a:cubicBezTo>
                    <a:pt x="111282" y="107961"/>
                    <a:pt x="106744" y="111843"/>
                    <a:pt x="101904" y="111843"/>
                  </a:cubicBezTo>
                  <a:cubicBezTo>
                    <a:pt x="99786" y="111843"/>
                    <a:pt x="98576" y="110179"/>
                    <a:pt x="98576" y="107129"/>
                  </a:cubicBezTo>
                  <a:cubicBezTo>
                    <a:pt x="98576" y="105465"/>
                    <a:pt x="98576" y="105465"/>
                    <a:pt x="104324" y="85498"/>
                  </a:cubicBezTo>
                  <a:lnTo>
                    <a:pt x="128223" y="2581"/>
                  </a:lnTo>
                  <a:lnTo>
                    <a:pt x="105837" y="2581"/>
                  </a:lnTo>
                  <a:cubicBezTo>
                    <a:pt x="88592" y="45565"/>
                    <a:pt x="86475" y="50002"/>
                    <a:pt x="72559" y="70246"/>
                  </a:cubicBezTo>
                  <a:cubicBezTo>
                    <a:pt x="54407" y="96591"/>
                    <a:pt x="39583" y="110734"/>
                    <a:pt x="29902" y="110734"/>
                  </a:cubicBezTo>
                  <a:cubicBezTo>
                    <a:pt x="26272" y="110734"/>
                    <a:pt x="23549" y="107961"/>
                    <a:pt x="23549" y="103801"/>
                  </a:cubicBezTo>
                  <a:cubicBezTo>
                    <a:pt x="23549" y="102692"/>
                    <a:pt x="23549" y="102137"/>
                    <a:pt x="23852" y="101305"/>
                  </a:cubicBezTo>
                  <a:lnTo>
                    <a:pt x="51382" y="639"/>
                  </a:lnTo>
                  <a:lnTo>
                    <a:pt x="50474" y="85"/>
                  </a:lnTo>
                  <a:cubicBezTo>
                    <a:pt x="33230" y="3690"/>
                    <a:pt x="22339" y="5631"/>
                    <a:pt x="5095" y="7572"/>
                  </a:cubicBezTo>
                  <a:lnTo>
                    <a:pt x="5095" y="11455"/>
                  </a:lnTo>
                  <a:cubicBezTo>
                    <a:pt x="16591" y="11455"/>
                    <a:pt x="17196" y="11732"/>
                    <a:pt x="19919" y="13119"/>
                  </a:cubicBezTo>
                  <a:cubicBezTo>
                    <a:pt x="21734" y="13673"/>
                    <a:pt x="23247" y="16169"/>
                    <a:pt x="23247" y="18110"/>
                  </a:cubicBezTo>
                  <a:cubicBezTo>
                    <a:pt x="23247" y="20329"/>
                    <a:pt x="21734" y="27262"/>
                    <a:pt x="19011" y="36690"/>
                  </a:cubicBezTo>
                  <a:lnTo>
                    <a:pt x="7818" y="76069"/>
                  </a:lnTo>
                  <a:cubicBezTo>
                    <a:pt x="2372" y="95759"/>
                    <a:pt x="255" y="105188"/>
                    <a:pt x="255" y="110179"/>
                  </a:cubicBezTo>
                  <a:cubicBezTo>
                    <a:pt x="255" y="120163"/>
                    <a:pt x="5700" y="125432"/>
                    <a:pt x="16289" y="125432"/>
                  </a:cubicBezTo>
                  <a:cubicBezTo>
                    <a:pt x="37768" y="125432"/>
                    <a:pt x="53802" y="110457"/>
                    <a:pt x="88592" y="56935"/>
                  </a:cubicBezTo>
                  <a:cubicBezTo>
                    <a:pt x="79819" y="86607"/>
                    <a:pt x="74979" y="105742"/>
                    <a:pt x="74979" y="111566"/>
                  </a:cubicBezTo>
                  <a:cubicBezTo>
                    <a:pt x="74979" y="119885"/>
                    <a:pt x="80424" y="124877"/>
                    <a:pt x="89500" y="124877"/>
                  </a:cubicBezTo>
                  <a:cubicBezTo>
                    <a:pt x="103719" y="124877"/>
                    <a:pt x="110677" y="119331"/>
                    <a:pt x="131249" y="92431"/>
                  </a:cubicBezTo>
                  <a:lnTo>
                    <a:pt x="127013" y="89935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7" name="Freeform: Shape 4896">
              <a:extLst>
                <a:ext uri="{FF2B5EF4-FFF2-40B4-BE49-F238E27FC236}">
                  <a16:creationId xmlns:a16="http://schemas.microsoft.com/office/drawing/2014/main" id="{95E8DEFB-4EE6-9330-A4B8-6F57FA46466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463243" y="4783729"/>
              <a:ext cx="115262" cy="125346"/>
            </a:xfrm>
            <a:custGeom>
              <a:avLst/>
              <a:gdLst>
                <a:gd name="connsiteX0" fmla="*/ 99186 w 115262"/>
                <a:gd name="connsiteY0" fmla="*/ 92154 h 125346"/>
                <a:gd name="connsiteX1" fmla="*/ 55017 w 115262"/>
                <a:gd name="connsiteY1" fmla="*/ 112952 h 125346"/>
                <a:gd name="connsiteX2" fmla="*/ 26579 w 115262"/>
                <a:gd name="connsiteY2" fmla="*/ 87994 h 125346"/>
                <a:gd name="connsiteX3" fmla="*/ 29605 w 115262"/>
                <a:gd name="connsiteY3" fmla="*/ 70800 h 125346"/>
                <a:gd name="connsiteX4" fmla="*/ 38075 w 115262"/>
                <a:gd name="connsiteY4" fmla="*/ 69691 h 125346"/>
                <a:gd name="connsiteX5" fmla="*/ 115522 w 115262"/>
                <a:gd name="connsiteY5" fmla="*/ 18942 h 125346"/>
                <a:gd name="connsiteX6" fmla="*/ 91320 w 115262"/>
                <a:gd name="connsiteY6" fmla="*/ 85 h 125346"/>
                <a:gd name="connsiteX7" fmla="*/ 260 w 115262"/>
                <a:gd name="connsiteY7" fmla="*/ 87439 h 125346"/>
                <a:gd name="connsiteX8" fmla="*/ 40193 w 115262"/>
                <a:gd name="connsiteY8" fmla="*/ 125432 h 125346"/>
                <a:gd name="connsiteX9" fmla="*/ 102816 w 115262"/>
                <a:gd name="connsiteY9" fmla="*/ 95481 h 125346"/>
                <a:gd name="connsiteX10" fmla="*/ 99186 w 115262"/>
                <a:gd name="connsiteY10" fmla="*/ 92154 h 125346"/>
                <a:gd name="connsiteX11" fmla="*/ 36865 w 115262"/>
                <a:gd name="connsiteY11" fmla="*/ 52497 h 125346"/>
                <a:gd name="connsiteX12" fmla="*/ 84967 w 115262"/>
                <a:gd name="connsiteY12" fmla="*/ 6463 h 125346"/>
                <a:gd name="connsiteX13" fmla="*/ 95556 w 115262"/>
                <a:gd name="connsiteY13" fmla="*/ 17278 h 125346"/>
                <a:gd name="connsiteX14" fmla="*/ 80429 w 115262"/>
                <a:gd name="connsiteY14" fmla="*/ 44178 h 125346"/>
                <a:gd name="connsiteX15" fmla="*/ 31722 w 115262"/>
                <a:gd name="connsiteY15" fmla="*/ 64699 h 125346"/>
                <a:gd name="connsiteX16" fmla="*/ 36865 w 115262"/>
                <a:gd name="connsiteY16" fmla="*/ 52497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262" h="125346">
                  <a:moveTo>
                    <a:pt x="99186" y="92154"/>
                  </a:moveTo>
                  <a:cubicBezTo>
                    <a:pt x="77404" y="108515"/>
                    <a:pt x="68026" y="112952"/>
                    <a:pt x="55017" y="112952"/>
                  </a:cubicBezTo>
                  <a:cubicBezTo>
                    <a:pt x="37773" y="112952"/>
                    <a:pt x="26579" y="102969"/>
                    <a:pt x="26579" y="87994"/>
                  </a:cubicBezTo>
                  <a:cubicBezTo>
                    <a:pt x="26579" y="83834"/>
                    <a:pt x="27185" y="79674"/>
                    <a:pt x="29605" y="70800"/>
                  </a:cubicBezTo>
                  <a:lnTo>
                    <a:pt x="38075" y="69691"/>
                  </a:lnTo>
                  <a:cubicBezTo>
                    <a:pt x="83455" y="63867"/>
                    <a:pt x="115522" y="42791"/>
                    <a:pt x="115522" y="18942"/>
                  </a:cubicBezTo>
                  <a:cubicBezTo>
                    <a:pt x="115522" y="7295"/>
                    <a:pt x="106447" y="85"/>
                    <a:pt x="91320" y="85"/>
                  </a:cubicBezTo>
                  <a:cubicBezTo>
                    <a:pt x="47756" y="85"/>
                    <a:pt x="260" y="45842"/>
                    <a:pt x="260" y="87439"/>
                  </a:cubicBezTo>
                  <a:cubicBezTo>
                    <a:pt x="260" y="109902"/>
                    <a:pt x="16596" y="125432"/>
                    <a:pt x="40193" y="125432"/>
                  </a:cubicBezTo>
                  <a:cubicBezTo>
                    <a:pt x="61673" y="125432"/>
                    <a:pt x="84967" y="114062"/>
                    <a:pt x="102816" y="95481"/>
                  </a:cubicBezTo>
                  <a:lnTo>
                    <a:pt x="99186" y="92154"/>
                  </a:lnTo>
                  <a:close/>
                  <a:moveTo>
                    <a:pt x="36865" y="52497"/>
                  </a:moveTo>
                  <a:cubicBezTo>
                    <a:pt x="47151" y="27816"/>
                    <a:pt x="69538" y="6463"/>
                    <a:pt x="84967" y="6463"/>
                  </a:cubicBezTo>
                  <a:cubicBezTo>
                    <a:pt x="91320" y="6463"/>
                    <a:pt x="95556" y="10900"/>
                    <a:pt x="95556" y="17278"/>
                  </a:cubicBezTo>
                  <a:cubicBezTo>
                    <a:pt x="95556" y="25875"/>
                    <a:pt x="89808" y="35858"/>
                    <a:pt x="80429" y="44178"/>
                  </a:cubicBezTo>
                  <a:cubicBezTo>
                    <a:pt x="69236" y="53884"/>
                    <a:pt x="57740" y="58876"/>
                    <a:pt x="31722" y="64699"/>
                  </a:cubicBezTo>
                  <a:lnTo>
                    <a:pt x="36865" y="52497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8" name="Freeform: Shape 4897">
              <a:extLst>
                <a:ext uri="{FF2B5EF4-FFF2-40B4-BE49-F238E27FC236}">
                  <a16:creationId xmlns:a16="http://schemas.microsoft.com/office/drawing/2014/main" id="{0D67D0B3-342A-0E82-0842-A2482A82886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593529" y="4783452"/>
              <a:ext cx="105884" cy="126178"/>
            </a:xfrm>
            <a:custGeom>
              <a:avLst/>
              <a:gdLst>
                <a:gd name="connsiteX0" fmla="*/ 6315 w 105884"/>
                <a:gd name="connsiteY0" fmla="*/ 82170 h 126178"/>
                <a:gd name="connsiteX1" fmla="*/ 264 w 105884"/>
                <a:gd name="connsiteY1" fmla="*/ 126264 h 126178"/>
                <a:gd name="connsiteX2" fmla="*/ 5104 w 105884"/>
                <a:gd name="connsiteY2" fmla="*/ 126264 h 126178"/>
                <a:gd name="connsiteX3" fmla="*/ 12365 w 105884"/>
                <a:gd name="connsiteY3" fmla="*/ 120440 h 126178"/>
                <a:gd name="connsiteX4" fmla="*/ 27189 w 105884"/>
                <a:gd name="connsiteY4" fmla="*/ 122936 h 126178"/>
                <a:gd name="connsiteX5" fmla="*/ 43828 w 105884"/>
                <a:gd name="connsiteY5" fmla="*/ 125709 h 126178"/>
                <a:gd name="connsiteX6" fmla="*/ 87392 w 105884"/>
                <a:gd name="connsiteY6" fmla="*/ 89658 h 126178"/>
                <a:gd name="connsiteX7" fmla="*/ 66820 w 105884"/>
                <a:gd name="connsiteY7" fmla="*/ 50834 h 126178"/>
                <a:gd name="connsiteX8" fmla="*/ 50483 w 105884"/>
                <a:gd name="connsiteY8" fmla="*/ 21715 h 126178"/>
                <a:gd name="connsiteX9" fmla="*/ 67425 w 105884"/>
                <a:gd name="connsiteY9" fmla="*/ 6740 h 126178"/>
                <a:gd name="connsiteX10" fmla="*/ 95257 w 105884"/>
                <a:gd name="connsiteY10" fmla="*/ 38632 h 126178"/>
                <a:gd name="connsiteX11" fmla="*/ 100098 w 105884"/>
                <a:gd name="connsiteY11" fmla="*/ 38632 h 126178"/>
                <a:gd name="connsiteX12" fmla="*/ 106148 w 105884"/>
                <a:gd name="connsiteY12" fmla="*/ 85 h 126178"/>
                <a:gd name="connsiteX13" fmla="*/ 101913 w 105884"/>
                <a:gd name="connsiteY13" fmla="*/ 85 h 126178"/>
                <a:gd name="connsiteX14" fmla="*/ 92837 w 105884"/>
                <a:gd name="connsiteY14" fmla="*/ 5076 h 126178"/>
                <a:gd name="connsiteX15" fmla="*/ 81946 w 105884"/>
                <a:gd name="connsiteY15" fmla="*/ 3135 h 126178"/>
                <a:gd name="connsiteX16" fmla="*/ 65005 w 105884"/>
                <a:gd name="connsiteY16" fmla="*/ 362 h 126178"/>
                <a:gd name="connsiteX17" fmla="*/ 28399 w 105884"/>
                <a:gd name="connsiteY17" fmla="*/ 30867 h 126178"/>
                <a:gd name="connsiteX18" fmla="*/ 47458 w 105884"/>
                <a:gd name="connsiteY18" fmla="*/ 66641 h 126178"/>
                <a:gd name="connsiteX19" fmla="*/ 64400 w 105884"/>
                <a:gd name="connsiteY19" fmla="*/ 98532 h 126178"/>
                <a:gd name="connsiteX20" fmla="*/ 42013 w 105884"/>
                <a:gd name="connsiteY20" fmla="*/ 119885 h 126178"/>
                <a:gd name="connsiteX21" fmla="*/ 11155 w 105884"/>
                <a:gd name="connsiteY21" fmla="*/ 82170 h 126178"/>
                <a:gd name="connsiteX22" fmla="*/ 6315 w 105884"/>
                <a:gd name="connsiteY22" fmla="*/ 82170 h 12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26178">
                  <a:moveTo>
                    <a:pt x="6315" y="82170"/>
                  </a:moveTo>
                  <a:lnTo>
                    <a:pt x="264" y="126264"/>
                  </a:lnTo>
                  <a:lnTo>
                    <a:pt x="5104" y="126264"/>
                  </a:lnTo>
                  <a:cubicBezTo>
                    <a:pt x="7525" y="121827"/>
                    <a:pt x="9340" y="120440"/>
                    <a:pt x="12365" y="120440"/>
                  </a:cubicBezTo>
                  <a:cubicBezTo>
                    <a:pt x="15693" y="120440"/>
                    <a:pt x="21138" y="121549"/>
                    <a:pt x="27189" y="122936"/>
                  </a:cubicBezTo>
                  <a:cubicBezTo>
                    <a:pt x="33845" y="124877"/>
                    <a:pt x="38987" y="125709"/>
                    <a:pt x="43828" y="125709"/>
                  </a:cubicBezTo>
                  <a:cubicBezTo>
                    <a:pt x="69240" y="125709"/>
                    <a:pt x="87392" y="110734"/>
                    <a:pt x="87392" y="89658"/>
                  </a:cubicBezTo>
                  <a:cubicBezTo>
                    <a:pt x="87392" y="79120"/>
                    <a:pt x="81039" y="66918"/>
                    <a:pt x="66820" y="50834"/>
                  </a:cubicBezTo>
                  <a:cubicBezTo>
                    <a:pt x="55324" y="37800"/>
                    <a:pt x="50483" y="29203"/>
                    <a:pt x="50483" y="21715"/>
                  </a:cubicBezTo>
                  <a:cubicBezTo>
                    <a:pt x="50483" y="12564"/>
                    <a:pt x="56837" y="6740"/>
                    <a:pt x="67425" y="6740"/>
                  </a:cubicBezTo>
                  <a:cubicBezTo>
                    <a:pt x="83156" y="6740"/>
                    <a:pt x="92232" y="17001"/>
                    <a:pt x="95257" y="38632"/>
                  </a:cubicBezTo>
                  <a:lnTo>
                    <a:pt x="100098" y="38632"/>
                  </a:lnTo>
                  <a:lnTo>
                    <a:pt x="106148" y="85"/>
                  </a:lnTo>
                  <a:lnTo>
                    <a:pt x="101913" y="85"/>
                  </a:lnTo>
                  <a:cubicBezTo>
                    <a:pt x="99493" y="3967"/>
                    <a:pt x="97073" y="5076"/>
                    <a:pt x="92837" y="5076"/>
                  </a:cubicBezTo>
                  <a:cubicBezTo>
                    <a:pt x="90720" y="5076"/>
                    <a:pt x="87694" y="4522"/>
                    <a:pt x="81946" y="3135"/>
                  </a:cubicBezTo>
                  <a:cubicBezTo>
                    <a:pt x="74383" y="917"/>
                    <a:pt x="69845" y="362"/>
                    <a:pt x="65005" y="362"/>
                  </a:cubicBezTo>
                  <a:cubicBezTo>
                    <a:pt x="42920" y="362"/>
                    <a:pt x="28399" y="12287"/>
                    <a:pt x="28399" y="30867"/>
                  </a:cubicBezTo>
                  <a:cubicBezTo>
                    <a:pt x="28399" y="39741"/>
                    <a:pt x="34752" y="51666"/>
                    <a:pt x="47458" y="66641"/>
                  </a:cubicBezTo>
                  <a:cubicBezTo>
                    <a:pt x="59257" y="80784"/>
                    <a:pt x="64400" y="90490"/>
                    <a:pt x="64400" y="98532"/>
                  </a:cubicBezTo>
                  <a:cubicBezTo>
                    <a:pt x="64400" y="111011"/>
                    <a:pt x="55324" y="119885"/>
                    <a:pt x="42013" y="119885"/>
                  </a:cubicBezTo>
                  <a:cubicBezTo>
                    <a:pt x="25374" y="119885"/>
                    <a:pt x="15995" y="108515"/>
                    <a:pt x="11155" y="82170"/>
                  </a:cubicBezTo>
                  <a:lnTo>
                    <a:pt x="6315" y="82170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9" name="Freeform: Shape 4898">
              <a:extLst>
                <a:ext uri="{FF2B5EF4-FFF2-40B4-BE49-F238E27FC236}">
                  <a16:creationId xmlns:a16="http://schemas.microsoft.com/office/drawing/2014/main" id="{AC1DC96D-6ABC-858C-1182-276E4954B62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721936" y="4783729"/>
              <a:ext cx="63833" cy="125346"/>
            </a:xfrm>
            <a:custGeom>
              <a:avLst/>
              <a:gdLst>
                <a:gd name="connsiteX0" fmla="*/ 17209 w 63833"/>
                <a:gd name="connsiteY0" fmla="*/ 94650 h 125346"/>
                <a:gd name="connsiteX1" fmla="*/ 268 w 63833"/>
                <a:gd name="connsiteY1" fmla="*/ 110457 h 125346"/>
                <a:gd name="connsiteX2" fmla="*/ 16604 w 63833"/>
                <a:gd name="connsiteY2" fmla="*/ 125432 h 125346"/>
                <a:gd name="connsiteX3" fmla="*/ 33848 w 63833"/>
                <a:gd name="connsiteY3" fmla="*/ 110457 h 125346"/>
                <a:gd name="connsiteX4" fmla="*/ 17209 w 63833"/>
                <a:gd name="connsiteY4" fmla="*/ 94650 h 125346"/>
                <a:gd name="connsiteX5" fmla="*/ 47160 w 63833"/>
                <a:gd name="connsiteY5" fmla="*/ 85 h 125346"/>
                <a:gd name="connsiteX6" fmla="*/ 30521 w 63833"/>
                <a:gd name="connsiteY6" fmla="*/ 15892 h 125346"/>
                <a:gd name="connsiteX7" fmla="*/ 46857 w 63833"/>
                <a:gd name="connsiteY7" fmla="*/ 30867 h 125346"/>
                <a:gd name="connsiteX8" fmla="*/ 64101 w 63833"/>
                <a:gd name="connsiteY8" fmla="*/ 15892 h 125346"/>
                <a:gd name="connsiteX9" fmla="*/ 47160 w 63833"/>
                <a:gd name="connsiteY9" fmla="*/ 85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833" h="125346">
                  <a:moveTo>
                    <a:pt x="17209" y="94650"/>
                  </a:moveTo>
                  <a:cubicBezTo>
                    <a:pt x="7831" y="94650"/>
                    <a:pt x="268" y="101860"/>
                    <a:pt x="268" y="110457"/>
                  </a:cubicBezTo>
                  <a:cubicBezTo>
                    <a:pt x="268" y="118499"/>
                    <a:pt x="7831" y="125432"/>
                    <a:pt x="16604" y="125432"/>
                  </a:cubicBezTo>
                  <a:cubicBezTo>
                    <a:pt x="26285" y="125432"/>
                    <a:pt x="33848" y="118776"/>
                    <a:pt x="33848" y="110457"/>
                  </a:cubicBezTo>
                  <a:cubicBezTo>
                    <a:pt x="33848" y="101860"/>
                    <a:pt x="26285" y="94650"/>
                    <a:pt x="17209" y="94650"/>
                  </a:cubicBezTo>
                  <a:close/>
                  <a:moveTo>
                    <a:pt x="47160" y="85"/>
                  </a:moveTo>
                  <a:cubicBezTo>
                    <a:pt x="37781" y="85"/>
                    <a:pt x="30521" y="7018"/>
                    <a:pt x="30521" y="15892"/>
                  </a:cubicBezTo>
                  <a:cubicBezTo>
                    <a:pt x="30521" y="24211"/>
                    <a:pt x="37781" y="30867"/>
                    <a:pt x="46857" y="30867"/>
                  </a:cubicBezTo>
                  <a:cubicBezTo>
                    <a:pt x="56538" y="30867"/>
                    <a:pt x="64101" y="24211"/>
                    <a:pt x="64101" y="15892"/>
                  </a:cubicBezTo>
                  <a:cubicBezTo>
                    <a:pt x="64101" y="7018"/>
                    <a:pt x="56538" y="85"/>
                    <a:pt x="47160" y="85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727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CC78-AE33-227C-C184-08542B962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4D1F-3C58-C56D-2CAA-7241B3AF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F5FD6-0061-1E78-E7DD-88AEFCCB3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2DA19-49E0-B177-DC8A-30FA6F6B989E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8E70A-C143-27C9-0002-24A525DE0BB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26058" y="308841"/>
            <a:ext cx="5600700" cy="350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46D98B-A7FF-07BA-47E2-817C3643960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26058" y="4031606"/>
            <a:ext cx="7019925" cy="885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5111DD-25C0-2BDF-A98B-BB2E862C80E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48257" y="5304408"/>
            <a:ext cx="1400175" cy="8286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6A2F1B-6187-05AE-122C-CE699F7EF3A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86295" y="5513957"/>
            <a:ext cx="2114550" cy="409575"/>
          </a:xfrm>
          <a:prstGeom prst="rect">
            <a:avLst/>
          </a:prstGeom>
        </p:spPr>
      </p:pic>
      <p:grpSp>
        <p:nvGrpSpPr>
          <p:cNvPr id="22" name="Group 2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v(10) =&#10;\end{align*}&#10;}&#10;\end{document}" title="IguanaTex Shape Display">
            <a:extLst>
              <a:ext uri="{FF2B5EF4-FFF2-40B4-BE49-F238E27FC236}">
                <a16:creationId xmlns:a16="http://schemas.microsoft.com/office/drawing/2014/main" id="{D4EEEA35-BC23-BDED-26A5-51CA746142F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368510" y="5571262"/>
            <a:ext cx="960815" cy="294963"/>
            <a:chOff x="9230302" y="4835369"/>
            <a:chExt cx="960815" cy="29496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C3D1B4-0400-EB42-AA63-A88D660AD7F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230302" y="4926512"/>
              <a:ext cx="123480" cy="135388"/>
            </a:xfrm>
            <a:custGeom>
              <a:avLst/>
              <a:gdLst>
                <a:gd name="connsiteX0" fmla="*/ 218 w 123480"/>
                <a:gd name="connsiteY0" fmla="*/ 11293 h 135388"/>
                <a:gd name="connsiteX1" fmla="*/ 9364 w 123480"/>
                <a:gd name="connsiteY1" fmla="*/ 10998 h 135388"/>
                <a:gd name="connsiteX2" fmla="*/ 28572 w 123480"/>
                <a:gd name="connsiteY2" fmla="*/ 43149 h 135388"/>
                <a:gd name="connsiteX3" fmla="*/ 35280 w 123480"/>
                <a:gd name="connsiteY3" fmla="*/ 125149 h 135388"/>
                <a:gd name="connsiteX4" fmla="*/ 38024 w 123480"/>
                <a:gd name="connsiteY4" fmla="*/ 135473 h 135388"/>
                <a:gd name="connsiteX5" fmla="*/ 105100 w 123480"/>
                <a:gd name="connsiteY5" fmla="*/ 62322 h 135388"/>
                <a:gd name="connsiteX6" fmla="*/ 123698 w 123480"/>
                <a:gd name="connsiteY6" fmla="*/ 17488 h 135388"/>
                <a:gd name="connsiteX7" fmla="*/ 106624 w 123480"/>
                <a:gd name="connsiteY7" fmla="*/ 85 h 135388"/>
                <a:gd name="connsiteX8" fmla="*/ 95343 w 123480"/>
                <a:gd name="connsiteY8" fmla="*/ 10113 h 135388"/>
                <a:gd name="connsiteX9" fmla="*/ 102661 w 123480"/>
                <a:gd name="connsiteY9" fmla="*/ 23092 h 135388"/>
                <a:gd name="connsiteX10" fmla="*/ 108149 w 123480"/>
                <a:gd name="connsiteY10" fmla="*/ 31941 h 135388"/>
                <a:gd name="connsiteX11" fmla="*/ 66379 w 123480"/>
                <a:gd name="connsiteY11" fmla="*/ 100077 h 135388"/>
                <a:gd name="connsiteX12" fmla="*/ 56927 w 123480"/>
                <a:gd name="connsiteY12" fmla="*/ 109516 h 135388"/>
                <a:gd name="connsiteX13" fmla="*/ 49000 w 123480"/>
                <a:gd name="connsiteY13" fmla="*/ 30761 h 135388"/>
                <a:gd name="connsiteX14" fmla="*/ 40158 w 123480"/>
                <a:gd name="connsiteY14" fmla="*/ 85 h 135388"/>
                <a:gd name="connsiteX15" fmla="*/ 34060 w 123480"/>
                <a:gd name="connsiteY15" fmla="*/ 1265 h 135388"/>
                <a:gd name="connsiteX16" fmla="*/ 218 w 123480"/>
                <a:gd name="connsiteY16" fmla="*/ 7459 h 135388"/>
                <a:gd name="connsiteX17" fmla="*/ 218 w 123480"/>
                <a:gd name="connsiteY17" fmla="*/ 11293 h 135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3480" h="135388">
                  <a:moveTo>
                    <a:pt x="218" y="11293"/>
                  </a:moveTo>
                  <a:cubicBezTo>
                    <a:pt x="3571" y="10998"/>
                    <a:pt x="6011" y="10998"/>
                    <a:pt x="9364" y="10998"/>
                  </a:cubicBezTo>
                  <a:cubicBezTo>
                    <a:pt x="21255" y="10998"/>
                    <a:pt x="24304" y="16013"/>
                    <a:pt x="28572" y="43149"/>
                  </a:cubicBezTo>
                  <a:cubicBezTo>
                    <a:pt x="31621" y="63502"/>
                    <a:pt x="35280" y="108041"/>
                    <a:pt x="35280" y="125149"/>
                  </a:cubicBezTo>
                  <a:cubicBezTo>
                    <a:pt x="35280" y="133408"/>
                    <a:pt x="35890" y="135473"/>
                    <a:pt x="38024" y="135473"/>
                  </a:cubicBezTo>
                  <a:cubicBezTo>
                    <a:pt x="45646" y="135473"/>
                    <a:pt x="74001" y="104207"/>
                    <a:pt x="105100" y="62322"/>
                  </a:cubicBezTo>
                  <a:cubicBezTo>
                    <a:pt x="115771" y="47574"/>
                    <a:pt x="123698" y="28401"/>
                    <a:pt x="123698" y="17488"/>
                  </a:cubicBezTo>
                  <a:cubicBezTo>
                    <a:pt x="123698" y="8049"/>
                    <a:pt x="115771" y="85"/>
                    <a:pt x="106624" y="85"/>
                  </a:cubicBezTo>
                  <a:cubicBezTo>
                    <a:pt x="99917" y="85"/>
                    <a:pt x="95343" y="3919"/>
                    <a:pt x="95343" y="10113"/>
                  </a:cubicBezTo>
                  <a:cubicBezTo>
                    <a:pt x="95343" y="14833"/>
                    <a:pt x="97173" y="18372"/>
                    <a:pt x="102661" y="23092"/>
                  </a:cubicBezTo>
                  <a:cubicBezTo>
                    <a:pt x="106624" y="26631"/>
                    <a:pt x="108149" y="28991"/>
                    <a:pt x="108149" y="31941"/>
                  </a:cubicBezTo>
                  <a:cubicBezTo>
                    <a:pt x="108149" y="45509"/>
                    <a:pt x="88026" y="78250"/>
                    <a:pt x="66379" y="100077"/>
                  </a:cubicBezTo>
                  <a:lnTo>
                    <a:pt x="56927" y="109516"/>
                  </a:lnTo>
                  <a:cubicBezTo>
                    <a:pt x="54793" y="67926"/>
                    <a:pt x="52964" y="52588"/>
                    <a:pt x="49000" y="30761"/>
                  </a:cubicBezTo>
                  <a:cubicBezTo>
                    <a:pt x="42902" y="675"/>
                    <a:pt x="42902" y="85"/>
                    <a:pt x="40158" y="85"/>
                  </a:cubicBezTo>
                  <a:cubicBezTo>
                    <a:pt x="38634" y="85"/>
                    <a:pt x="36500" y="380"/>
                    <a:pt x="34060" y="1265"/>
                  </a:cubicBezTo>
                  <a:cubicBezTo>
                    <a:pt x="28572" y="2739"/>
                    <a:pt x="11803" y="5689"/>
                    <a:pt x="218" y="7459"/>
                  </a:cubicBezTo>
                  <a:lnTo>
                    <a:pt x="218" y="11293"/>
                  </a:lnTo>
                  <a:close/>
                </a:path>
              </a:pathLst>
            </a:custGeom>
            <a:solidFill>
              <a:srgbClr val="FFFFFF"/>
            </a:solidFill>
            <a:ln w="306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B6B33D2-FD8F-D95A-4E1E-B973D53A1A5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389961" y="4835369"/>
              <a:ext cx="70734" cy="294963"/>
            </a:xfrm>
            <a:custGeom>
              <a:avLst/>
              <a:gdLst>
                <a:gd name="connsiteX0" fmla="*/ 70957 w 70734"/>
                <a:gd name="connsiteY0" fmla="*/ 292099 h 294963"/>
                <a:gd name="connsiteX1" fmla="*/ 65773 w 70734"/>
                <a:gd name="connsiteY1" fmla="*/ 285610 h 294963"/>
                <a:gd name="connsiteX2" fmla="*/ 17906 w 70734"/>
                <a:gd name="connsiteY2" fmla="*/ 147567 h 294963"/>
                <a:gd name="connsiteX3" fmla="*/ 66993 w 70734"/>
                <a:gd name="connsiteY3" fmla="*/ 8049 h 294963"/>
                <a:gd name="connsiteX4" fmla="*/ 70957 w 70734"/>
                <a:gd name="connsiteY4" fmla="*/ 3034 h 294963"/>
                <a:gd name="connsiteX5" fmla="*/ 67908 w 70734"/>
                <a:gd name="connsiteY5" fmla="*/ 85 h 294963"/>
                <a:gd name="connsiteX6" fmla="*/ 19430 w 70734"/>
                <a:gd name="connsiteY6" fmla="*/ 57603 h 294963"/>
                <a:gd name="connsiteX7" fmla="*/ 222 w 70734"/>
                <a:gd name="connsiteY7" fmla="*/ 147567 h 294963"/>
                <a:gd name="connsiteX8" fmla="*/ 20345 w 70734"/>
                <a:gd name="connsiteY8" fmla="*/ 239595 h 294963"/>
                <a:gd name="connsiteX9" fmla="*/ 67908 w 70734"/>
                <a:gd name="connsiteY9" fmla="*/ 295048 h 294963"/>
                <a:gd name="connsiteX10" fmla="*/ 70957 w 70734"/>
                <a:gd name="connsiteY10" fmla="*/ 29209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34" h="294963">
                  <a:moveTo>
                    <a:pt x="70957" y="292099"/>
                  </a:moveTo>
                  <a:cubicBezTo>
                    <a:pt x="70957" y="291214"/>
                    <a:pt x="70957" y="290624"/>
                    <a:pt x="65773" y="285610"/>
                  </a:cubicBezTo>
                  <a:cubicBezTo>
                    <a:pt x="27662" y="248444"/>
                    <a:pt x="17906" y="192696"/>
                    <a:pt x="17906" y="147567"/>
                  </a:cubicBezTo>
                  <a:cubicBezTo>
                    <a:pt x="17906" y="96243"/>
                    <a:pt x="29491" y="44919"/>
                    <a:pt x="66993" y="8049"/>
                  </a:cubicBezTo>
                  <a:cubicBezTo>
                    <a:pt x="70957" y="4509"/>
                    <a:pt x="70957" y="3919"/>
                    <a:pt x="70957" y="3034"/>
                  </a:cubicBezTo>
                  <a:cubicBezTo>
                    <a:pt x="70957" y="970"/>
                    <a:pt x="69737" y="85"/>
                    <a:pt x="67908" y="85"/>
                  </a:cubicBezTo>
                  <a:cubicBezTo>
                    <a:pt x="64859" y="85"/>
                    <a:pt x="37419" y="20142"/>
                    <a:pt x="19430" y="57603"/>
                  </a:cubicBezTo>
                  <a:cubicBezTo>
                    <a:pt x="3881" y="90049"/>
                    <a:pt x="222" y="122790"/>
                    <a:pt x="222" y="147567"/>
                  </a:cubicBezTo>
                  <a:cubicBezTo>
                    <a:pt x="222" y="170574"/>
                    <a:pt x="3576" y="206264"/>
                    <a:pt x="20345" y="239595"/>
                  </a:cubicBezTo>
                  <a:cubicBezTo>
                    <a:pt x="38638" y="275876"/>
                    <a:pt x="64859" y="295048"/>
                    <a:pt x="67908" y="295048"/>
                  </a:cubicBezTo>
                  <a:cubicBezTo>
                    <a:pt x="69737" y="295048"/>
                    <a:pt x="70957" y="294163"/>
                    <a:pt x="70957" y="292099"/>
                  </a:cubicBezTo>
                  <a:close/>
                </a:path>
              </a:pathLst>
            </a:custGeom>
            <a:solidFill>
              <a:srgbClr val="FFFFFF"/>
            </a:solidFill>
            <a:ln w="306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A467D6-F712-D2DD-4202-6BC5F7F1104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512357" y="4857196"/>
              <a:ext cx="86283" cy="199395"/>
            </a:xfrm>
            <a:custGeom>
              <a:avLst/>
              <a:gdLst>
                <a:gd name="connsiteX0" fmla="*/ 55106 w 86283"/>
                <a:gd name="connsiteY0" fmla="*/ 85 h 199395"/>
                <a:gd name="connsiteX1" fmla="*/ 226 w 86283"/>
                <a:gd name="connsiteY1" fmla="*/ 26926 h 199395"/>
                <a:gd name="connsiteX2" fmla="*/ 226 w 86283"/>
                <a:gd name="connsiteY2" fmla="*/ 31056 h 199395"/>
                <a:gd name="connsiteX3" fmla="*/ 8458 w 86283"/>
                <a:gd name="connsiteY3" fmla="*/ 27811 h 199395"/>
                <a:gd name="connsiteX4" fmla="*/ 22178 w 86283"/>
                <a:gd name="connsiteY4" fmla="*/ 24567 h 199395"/>
                <a:gd name="connsiteX5" fmla="*/ 31325 w 86283"/>
                <a:gd name="connsiteY5" fmla="*/ 38430 h 199395"/>
                <a:gd name="connsiteX6" fmla="*/ 31325 w 86283"/>
                <a:gd name="connsiteY6" fmla="*/ 172048 h 199395"/>
                <a:gd name="connsiteX7" fmla="*/ 24007 w 86283"/>
                <a:gd name="connsiteY7" fmla="*/ 191221 h 199395"/>
                <a:gd name="connsiteX8" fmla="*/ 2360 w 86283"/>
                <a:gd name="connsiteY8" fmla="*/ 195056 h 199395"/>
                <a:gd name="connsiteX9" fmla="*/ 2360 w 86283"/>
                <a:gd name="connsiteY9" fmla="*/ 199480 h 199395"/>
                <a:gd name="connsiteX10" fmla="*/ 86510 w 86283"/>
                <a:gd name="connsiteY10" fmla="*/ 199480 h 199395"/>
                <a:gd name="connsiteX11" fmla="*/ 86510 w 86283"/>
                <a:gd name="connsiteY11" fmla="*/ 195056 h 199395"/>
                <a:gd name="connsiteX12" fmla="*/ 57545 w 86283"/>
                <a:gd name="connsiteY12" fmla="*/ 177653 h 199395"/>
                <a:gd name="connsiteX13" fmla="*/ 57545 w 86283"/>
                <a:gd name="connsiteY13" fmla="*/ 675 h 199395"/>
                <a:gd name="connsiteX14" fmla="*/ 55106 w 86283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283" h="199395">
                  <a:moveTo>
                    <a:pt x="55106" y="85"/>
                  </a:moveTo>
                  <a:lnTo>
                    <a:pt x="226" y="26926"/>
                  </a:lnTo>
                  <a:lnTo>
                    <a:pt x="226" y="31056"/>
                  </a:lnTo>
                  <a:cubicBezTo>
                    <a:pt x="3885" y="29581"/>
                    <a:pt x="7238" y="28401"/>
                    <a:pt x="8458" y="27811"/>
                  </a:cubicBezTo>
                  <a:cubicBezTo>
                    <a:pt x="13946" y="25747"/>
                    <a:pt x="19129" y="24567"/>
                    <a:pt x="22178" y="24567"/>
                  </a:cubicBezTo>
                  <a:cubicBezTo>
                    <a:pt x="28581" y="24567"/>
                    <a:pt x="31325" y="28991"/>
                    <a:pt x="31325" y="38430"/>
                  </a:cubicBezTo>
                  <a:lnTo>
                    <a:pt x="31325" y="172048"/>
                  </a:lnTo>
                  <a:cubicBezTo>
                    <a:pt x="31325" y="181782"/>
                    <a:pt x="28886" y="188566"/>
                    <a:pt x="24007" y="191221"/>
                  </a:cubicBezTo>
                  <a:cubicBezTo>
                    <a:pt x="19434" y="193876"/>
                    <a:pt x="15165" y="194761"/>
                    <a:pt x="2360" y="195056"/>
                  </a:cubicBezTo>
                  <a:lnTo>
                    <a:pt x="2360" y="199480"/>
                  </a:lnTo>
                  <a:lnTo>
                    <a:pt x="86510" y="199480"/>
                  </a:lnTo>
                  <a:lnTo>
                    <a:pt x="86510" y="195056"/>
                  </a:lnTo>
                  <a:cubicBezTo>
                    <a:pt x="62423" y="194761"/>
                    <a:pt x="57545" y="191811"/>
                    <a:pt x="57545" y="177653"/>
                  </a:cubicBezTo>
                  <a:lnTo>
                    <a:pt x="57545" y="675"/>
                  </a:lnTo>
                  <a:lnTo>
                    <a:pt x="55106" y="85"/>
                  </a:lnTo>
                  <a:close/>
                </a:path>
              </a:pathLst>
            </a:custGeom>
            <a:solidFill>
              <a:srgbClr val="FFFFFF"/>
            </a:solidFill>
            <a:ln w="306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10BFAF7-508B-8F66-2C85-559C898BAFB6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638848" y="4857196"/>
              <a:ext cx="137810" cy="203524"/>
            </a:xfrm>
            <a:custGeom>
              <a:avLst/>
              <a:gdLst>
                <a:gd name="connsiteX0" fmla="*/ 70356 w 137810"/>
                <a:gd name="connsiteY0" fmla="*/ 85 h 203524"/>
                <a:gd name="connsiteX1" fmla="*/ 29500 w 137810"/>
                <a:gd name="connsiteY1" fmla="*/ 15423 h 203524"/>
                <a:gd name="connsiteX2" fmla="*/ 231 w 137810"/>
                <a:gd name="connsiteY2" fmla="*/ 100372 h 203524"/>
                <a:gd name="connsiteX3" fmla="*/ 24622 w 137810"/>
                <a:gd name="connsiteY3" fmla="*/ 183552 h 203524"/>
                <a:gd name="connsiteX4" fmla="*/ 69136 w 137810"/>
                <a:gd name="connsiteY4" fmla="*/ 203610 h 203524"/>
                <a:gd name="connsiteX5" fmla="*/ 108772 w 137810"/>
                <a:gd name="connsiteY5" fmla="*/ 188271 h 203524"/>
                <a:gd name="connsiteX6" fmla="*/ 138041 w 137810"/>
                <a:gd name="connsiteY6" fmla="*/ 102142 h 203524"/>
                <a:gd name="connsiteX7" fmla="*/ 70356 w 137810"/>
                <a:gd name="connsiteY7" fmla="*/ 85 h 203524"/>
                <a:gd name="connsiteX8" fmla="*/ 69441 w 137810"/>
                <a:gd name="connsiteY8" fmla="*/ 7754 h 203524"/>
                <a:gd name="connsiteX9" fmla="*/ 108772 w 137810"/>
                <a:gd name="connsiteY9" fmla="*/ 102732 h 203524"/>
                <a:gd name="connsiteX10" fmla="*/ 69136 w 137810"/>
                <a:gd name="connsiteY10" fmla="*/ 195941 h 203524"/>
                <a:gd name="connsiteX11" fmla="*/ 29500 w 137810"/>
                <a:gd name="connsiteY11" fmla="*/ 103027 h 203524"/>
                <a:gd name="connsiteX12" fmla="*/ 69441 w 137810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810" h="203524">
                  <a:moveTo>
                    <a:pt x="70356" y="85"/>
                  </a:moveTo>
                  <a:cubicBezTo>
                    <a:pt x="53587" y="85"/>
                    <a:pt x="40781" y="5099"/>
                    <a:pt x="29500" y="15423"/>
                  </a:cubicBezTo>
                  <a:cubicBezTo>
                    <a:pt x="11817" y="31941"/>
                    <a:pt x="231" y="65862"/>
                    <a:pt x="231" y="100372"/>
                  </a:cubicBezTo>
                  <a:cubicBezTo>
                    <a:pt x="231" y="132523"/>
                    <a:pt x="10292" y="167034"/>
                    <a:pt x="24622" y="183552"/>
                  </a:cubicBezTo>
                  <a:cubicBezTo>
                    <a:pt x="35903" y="196530"/>
                    <a:pt x="51452" y="203610"/>
                    <a:pt x="69136" y="203610"/>
                  </a:cubicBezTo>
                  <a:cubicBezTo>
                    <a:pt x="84685" y="203610"/>
                    <a:pt x="97796" y="198595"/>
                    <a:pt x="108772" y="188271"/>
                  </a:cubicBezTo>
                  <a:cubicBezTo>
                    <a:pt x="126455" y="172048"/>
                    <a:pt x="138041" y="137833"/>
                    <a:pt x="138041" y="102142"/>
                  </a:cubicBezTo>
                  <a:cubicBezTo>
                    <a:pt x="138041" y="41675"/>
                    <a:pt x="110296" y="85"/>
                    <a:pt x="70356" y="85"/>
                  </a:cubicBezTo>
                  <a:close/>
                  <a:moveTo>
                    <a:pt x="69441" y="7754"/>
                  </a:moveTo>
                  <a:cubicBezTo>
                    <a:pt x="95052" y="7754"/>
                    <a:pt x="108772" y="41085"/>
                    <a:pt x="108772" y="102732"/>
                  </a:cubicBezTo>
                  <a:cubicBezTo>
                    <a:pt x="108772" y="164379"/>
                    <a:pt x="95357" y="195941"/>
                    <a:pt x="69136" y="195941"/>
                  </a:cubicBezTo>
                  <a:cubicBezTo>
                    <a:pt x="42916" y="195941"/>
                    <a:pt x="29500" y="164379"/>
                    <a:pt x="29500" y="103027"/>
                  </a:cubicBezTo>
                  <a:cubicBezTo>
                    <a:pt x="29500" y="40495"/>
                    <a:pt x="43220" y="7754"/>
                    <a:pt x="69441" y="7754"/>
                  </a:cubicBezTo>
                  <a:close/>
                </a:path>
              </a:pathLst>
            </a:custGeom>
            <a:solidFill>
              <a:srgbClr val="FFFFFF"/>
            </a:solidFill>
            <a:ln w="306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1A8003-3D4D-272E-9BDF-6DA4DE44A9D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801926" y="4835369"/>
              <a:ext cx="70734" cy="294963"/>
            </a:xfrm>
            <a:custGeom>
              <a:avLst/>
              <a:gdLst>
                <a:gd name="connsiteX0" fmla="*/ 70970 w 70734"/>
                <a:gd name="connsiteY0" fmla="*/ 147567 h 294963"/>
                <a:gd name="connsiteX1" fmla="*/ 50848 w 70734"/>
                <a:gd name="connsiteY1" fmla="*/ 55538 h 294963"/>
                <a:gd name="connsiteX2" fmla="*/ 3285 w 70734"/>
                <a:gd name="connsiteY2" fmla="*/ 85 h 294963"/>
                <a:gd name="connsiteX3" fmla="*/ 236 w 70734"/>
                <a:gd name="connsiteY3" fmla="*/ 3034 h 294963"/>
                <a:gd name="connsiteX4" fmla="*/ 6029 w 70734"/>
                <a:gd name="connsiteY4" fmla="*/ 9818 h 294963"/>
                <a:gd name="connsiteX5" fmla="*/ 53287 w 70734"/>
                <a:gd name="connsiteY5" fmla="*/ 147567 h 294963"/>
                <a:gd name="connsiteX6" fmla="*/ 4199 w 70734"/>
                <a:gd name="connsiteY6" fmla="*/ 287084 h 294963"/>
                <a:gd name="connsiteX7" fmla="*/ 236 w 70734"/>
                <a:gd name="connsiteY7" fmla="*/ 292099 h 294963"/>
                <a:gd name="connsiteX8" fmla="*/ 3285 w 70734"/>
                <a:gd name="connsiteY8" fmla="*/ 295048 h 294963"/>
                <a:gd name="connsiteX9" fmla="*/ 51762 w 70734"/>
                <a:gd name="connsiteY9" fmla="*/ 237530 h 294963"/>
                <a:gd name="connsiteX10" fmla="*/ 70970 w 70734"/>
                <a:gd name="connsiteY10" fmla="*/ 14756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34" h="294963">
                  <a:moveTo>
                    <a:pt x="70970" y="147567"/>
                  </a:moveTo>
                  <a:cubicBezTo>
                    <a:pt x="70970" y="124559"/>
                    <a:pt x="67617" y="88869"/>
                    <a:pt x="50848" y="55538"/>
                  </a:cubicBezTo>
                  <a:cubicBezTo>
                    <a:pt x="32554" y="19257"/>
                    <a:pt x="6334" y="85"/>
                    <a:pt x="3285" y="85"/>
                  </a:cubicBezTo>
                  <a:cubicBezTo>
                    <a:pt x="1455" y="85"/>
                    <a:pt x="236" y="1265"/>
                    <a:pt x="236" y="3034"/>
                  </a:cubicBezTo>
                  <a:cubicBezTo>
                    <a:pt x="236" y="3919"/>
                    <a:pt x="236" y="4509"/>
                    <a:pt x="6029" y="9818"/>
                  </a:cubicBezTo>
                  <a:cubicBezTo>
                    <a:pt x="35908" y="39020"/>
                    <a:pt x="53287" y="85919"/>
                    <a:pt x="53287" y="147567"/>
                  </a:cubicBezTo>
                  <a:cubicBezTo>
                    <a:pt x="53287" y="198005"/>
                    <a:pt x="42006" y="249919"/>
                    <a:pt x="4199" y="287084"/>
                  </a:cubicBezTo>
                  <a:cubicBezTo>
                    <a:pt x="236" y="290624"/>
                    <a:pt x="236" y="291214"/>
                    <a:pt x="236" y="292099"/>
                  </a:cubicBezTo>
                  <a:cubicBezTo>
                    <a:pt x="236" y="293868"/>
                    <a:pt x="1455" y="295048"/>
                    <a:pt x="3285" y="295048"/>
                  </a:cubicBezTo>
                  <a:cubicBezTo>
                    <a:pt x="6334" y="295048"/>
                    <a:pt x="33774" y="274991"/>
                    <a:pt x="51762" y="237530"/>
                  </a:cubicBezTo>
                  <a:cubicBezTo>
                    <a:pt x="67312" y="205084"/>
                    <a:pt x="70970" y="172343"/>
                    <a:pt x="70970" y="147567"/>
                  </a:cubicBezTo>
                  <a:close/>
                </a:path>
              </a:pathLst>
            </a:custGeom>
            <a:solidFill>
              <a:srgbClr val="FFFFFF"/>
            </a:solidFill>
            <a:ln w="306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74DA5C2-25D2-B0F8-0346-7E748B4C85E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988365" y="4948340"/>
              <a:ext cx="202752" cy="69021"/>
            </a:xfrm>
            <a:custGeom>
              <a:avLst/>
              <a:gdLst>
                <a:gd name="connsiteX0" fmla="*/ 192628 w 202752"/>
                <a:gd name="connsiteY0" fmla="*/ 11883 h 69021"/>
                <a:gd name="connsiteX1" fmla="*/ 202994 w 202752"/>
                <a:gd name="connsiteY1" fmla="*/ 5984 h 69021"/>
                <a:gd name="connsiteX2" fmla="*/ 192933 w 202752"/>
                <a:gd name="connsiteY2" fmla="*/ 85 h 69021"/>
                <a:gd name="connsiteX3" fmla="*/ 10303 w 202752"/>
                <a:gd name="connsiteY3" fmla="*/ 85 h 69021"/>
                <a:gd name="connsiteX4" fmla="*/ 242 w 202752"/>
                <a:gd name="connsiteY4" fmla="*/ 5984 h 69021"/>
                <a:gd name="connsiteX5" fmla="*/ 10608 w 202752"/>
                <a:gd name="connsiteY5" fmla="*/ 11883 h 69021"/>
                <a:gd name="connsiteX6" fmla="*/ 192628 w 202752"/>
                <a:gd name="connsiteY6" fmla="*/ 11883 h 69021"/>
                <a:gd name="connsiteX7" fmla="*/ 192933 w 202752"/>
                <a:gd name="connsiteY7" fmla="*/ 69106 h 69021"/>
                <a:gd name="connsiteX8" fmla="*/ 202994 w 202752"/>
                <a:gd name="connsiteY8" fmla="*/ 63207 h 69021"/>
                <a:gd name="connsiteX9" fmla="*/ 192628 w 202752"/>
                <a:gd name="connsiteY9" fmla="*/ 57308 h 69021"/>
                <a:gd name="connsiteX10" fmla="*/ 10608 w 202752"/>
                <a:gd name="connsiteY10" fmla="*/ 57308 h 69021"/>
                <a:gd name="connsiteX11" fmla="*/ 242 w 202752"/>
                <a:gd name="connsiteY11" fmla="*/ 63207 h 69021"/>
                <a:gd name="connsiteX12" fmla="*/ 10303 w 202752"/>
                <a:gd name="connsiteY12" fmla="*/ 69106 h 69021"/>
                <a:gd name="connsiteX13" fmla="*/ 192933 w 202752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752" h="69021">
                  <a:moveTo>
                    <a:pt x="192628" y="11883"/>
                  </a:moveTo>
                  <a:cubicBezTo>
                    <a:pt x="197201" y="11883"/>
                    <a:pt x="202994" y="11883"/>
                    <a:pt x="202994" y="5984"/>
                  </a:cubicBezTo>
                  <a:cubicBezTo>
                    <a:pt x="202994" y="85"/>
                    <a:pt x="197201" y="85"/>
                    <a:pt x="192933" y="85"/>
                  </a:cubicBezTo>
                  <a:lnTo>
                    <a:pt x="10303" y="85"/>
                  </a:lnTo>
                  <a:cubicBezTo>
                    <a:pt x="6035" y="85"/>
                    <a:pt x="242" y="85"/>
                    <a:pt x="242" y="5984"/>
                  </a:cubicBezTo>
                  <a:cubicBezTo>
                    <a:pt x="242" y="11883"/>
                    <a:pt x="6035" y="11883"/>
                    <a:pt x="10608" y="11883"/>
                  </a:cubicBezTo>
                  <a:lnTo>
                    <a:pt x="192628" y="11883"/>
                  </a:lnTo>
                  <a:close/>
                  <a:moveTo>
                    <a:pt x="192933" y="69106"/>
                  </a:moveTo>
                  <a:cubicBezTo>
                    <a:pt x="197201" y="69106"/>
                    <a:pt x="202994" y="69106"/>
                    <a:pt x="202994" y="63207"/>
                  </a:cubicBezTo>
                  <a:cubicBezTo>
                    <a:pt x="202994" y="57308"/>
                    <a:pt x="197201" y="57308"/>
                    <a:pt x="192628" y="57308"/>
                  </a:cubicBezTo>
                  <a:lnTo>
                    <a:pt x="10608" y="57308"/>
                  </a:lnTo>
                  <a:cubicBezTo>
                    <a:pt x="6035" y="57308"/>
                    <a:pt x="242" y="57308"/>
                    <a:pt x="242" y="63207"/>
                  </a:cubicBezTo>
                  <a:cubicBezTo>
                    <a:pt x="242" y="69106"/>
                    <a:pt x="6035" y="69106"/>
                    <a:pt x="10303" y="69106"/>
                  </a:cubicBezTo>
                  <a:lnTo>
                    <a:pt x="192933" y="69106"/>
                  </a:lnTo>
                  <a:close/>
                </a:path>
              </a:pathLst>
            </a:custGeom>
            <a:solidFill>
              <a:srgbClr val="FFFFFF"/>
            </a:solidFill>
            <a:ln w="306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Graphic 23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=&#10;\end{align*}&#10;}&#10;\end{document}" title="IguanaTex Shape Display">
            <a:extLst>
              <a:ext uri="{FF2B5EF4-FFF2-40B4-BE49-F238E27FC236}">
                <a16:creationId xmlns:a16="http://schemas.microsoft.com/office/drawing/2014/main" id="{EA96930F-38B8-069C-E955-098892929611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473060" y="5718743"/>
            <a:ext cx="188606" cy="79640"/>
          </a:xfrm>
          <a:custGeom>
            <a:avLst/>
            <a:gdLst>
              <a:gd name="connsiteX0" fmla="*/ 179193 w 188606"/>
              <a:gd name="connsiteY0" fmla="*/ 13698 h 79640"/>
              <a:gd name="connsiteX1" fmla="*/ 188836 w 188606"/>
              <a:gd name="connsiteY1" fmla="*/ 6892 h 79640"/>
              <a:gd name="connsiteX2" fmla="*/ 179477 w 188606"/>
              <a:gd name="connsiteY2" fmla="*/ 85 h 79640"/>
              <a:gd name="connsiteX3" fmla="*/ 9589 w 188606"/>
              <a:gd name="connsiteY3" fmla="*/ 85 h 79640"/>
              <a:gd name="connsiteX4" fmla="*/ 230 w 188606"/>
              <a:gd name="connsiteY4" fmla="*/ 6892 h 79640"/>
              <a:gd name="connsiteX5" fmla="*/ 9873 w 188606"/>
              <a:gd name="connsiteY5" fmla="*/ 13698 h 79640"/>
              <a:gd name="connsiteX6" fmla="*/ 179193 w 188606"/>
              <a:gd name="connsiteY6" fmla="*/ 13698 h 79640"/>
              <a:gd name="connsiteX7" fmla="*/ 179477 w 188606"/>
              <a:gd name="connsiteY7" fmla="*/ 79725 h 79640"/>
              <a:gd name="connsiteX8" fmla="*/ 188836 w 188606"/>
              <a:gd name="connsiteY8" fmla="*/ 72918 h 79640"/>
              <a:gd name="connsiteX9" fmla="*/ 179193 w 188606"/>
              <a:gd name="connsiteY9" fmla="*/ 66111 h 79640"/>
              <a:gd name="connsiteX10" fmla="*/ 9873 w 188606"/>
              <a:gd name="connsiteY10" fmla="*/ 66111 h 79640"/>
              <a:gd name="connsiteX11" fmla="*/ 230 w 188606"/>
              <a:gd name="connsiteY11" fmla="*/ 72918 h 79640"/>
              <a:gd name="connsiteX12" fmla="*/ 9589 w 188606"/>
              <a:gd name="connsiteY12" fmla="*/ 79725 h 79640"/>
              <a:gd name="connsiteX13" fmla="*/ 179477 w 188606"/>
              <a:gd name="connsiteY13" fmla="*/ 79725 h 7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8606" h="79640">
                <a:moveTo>
                  <a:pt x="179193" y="13698"/>
                </a:moveTo>
                <a:cubicBezTo>
                  <a:pt x="183448" y="13698"/>
                  <a:pt x="188836" y="13698"/>
                  <a:pt x="188836" y="6892"/>
                </a:cubicBezTo>
                <a:cubicBezTo>
                  <a:pt x="188836" y="85"/>
                  <a:pt x="183448" y="85"/>
                  <a:pt x="179477" y="85"/>
                </a:cubicBezTo>
                <a:lnTo>
                  <a:pt x="9589" y="85"/>
                </a:lnTo>
                <a:cubicBezTo>
                  <a:pt x="5618" y="85"/>
                  <a:pt x="230" y="85"/>
                  <a:pt x="230" y="6892"/>
                </a:cubicBezTo>
                <a:cubicBezTo>
                  <a:pt x="230" y="13698"/>
                  <a:pt x="5618" y="13698"/>
                  <a:pt x="9873" y="13698"/>
                </a:cubicBezTo>
                <a:lnTo>
                  <a:pt x="179193" y="13698"/>
                </a:lnTo>
                <a:close/>
                <a:moveTo>
                  <a:pt x="179477" y="79725"/>
                </a:moveTo>
                <a:cubicBezTo>
                  <a:pt x="183448" y="79725"/>
                  <a:pt x="188836" y="79725"/>
                  <a:pt x="188836" y="72918"/>
                </a:cubicBezTo>
                <a:cubicBezTo>
                  <a:pt x="188836" y="66111"/>
                  <a:pt x="183448" y="66111"/>
                  <a:pt x="179193" y="66111"/>
                </a:cubicBezTo>
                <a:lnTo>
                  <a:pt x="9873" y="66111"/>
                </a:lnTo>
                <a:cubicBezTo>
                  <a:pt x="5618" y="66111"/>
                  <a:pt x="230" y="66111"/>
                  <a:pt x="230" y="72918"/>
                </a:cubicBezTo>
                <a:cubicBezTo>
                  <a:pt x="230" y="79725"/>
                  <a:pt x="5618" y="79725"/>
                  <a:pt x="9589" y="79725"/>
                </a:cubicBezTo>
                <a:lnTo>
                  <a:pt x="179477" y="79725"/>
                </a:lnTo>
                <a:close/>
              </a:path>
            </a:pathLst>
          </a:custGeom>
          <a:solidFill>
            <a:srgbClr val="FFFFFF"/>
          </a:solidFill>
          <a:ln w="285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4" name="Group 33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&#10;\end{align*}&#10;}&#10;\end{document}" title="IguanaTex Shape Display">
            <a:extLst>
              <a:ext uri="{FF2B5EF4-FFF2-40B4-BE49-F238E27FC236}">
                <a16:creationId xmlns:a16="http://schemas.microsoft.com/office/drawing/2014/main" id="{BF9D5A78-A585-9C8C-DB76-5EB485858516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448393" y="576220"/>
            <a:ext cx="838167" cy="294963"/>
            <a:chOff x="9301790" y="4835369"/>
            <a:chExt cx="838167" cy="29496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69BF69-643B-343A-6005-D873E25E838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301790" y="4856606"/>
              <a:ext cx="174403" cy="261042"/>
            </a:xfrm>
            <a:custGeom>
              <a:avLst/>
              <a:gdLst>
                <a:gd name="connsiteX0" fmla="*/ 55811 w 174403"/>
                <a:gd name="connsiteY0" fmla="*/ 83264 h 261042"/>
                <a:gd name="connsiteX1" fmla="*/ 83300 w 174403"/>
                <a:gd name="connsiteY1" fmla="*/ 83264 h 261042"/>
                <a:gd name="connsiteX2" fmla="*/ 56421 w 174403"/>
                <a:gd name="connsiteY2" fmla="*/ 207149 h 261042"/>
                <a:gd name="connsiteX3" fmla="*/ 26794 w 174403"/>
                <a:gd name="connsiteY3" fmla="*/ 254933 h 261042"/>
                <a:gd name="connsiteX4" fmla="*/ 20685 w 174403"/>
                <a:gd name="connsiteY4" fmla="*/ 250214 h 261042"/>
                <a:gd name="connsiteX5" fmla="*/ 21907 w 174403"/>
                <a:gd name="connsiteY5" fmla="*/ 246969 h 261042"/>
                <a:gd name="connsiteX6" fmla="*/ 23434 w 174403"/>
                <a:gd name="connsiteY6" fmla="*/ 242250 h 261042"/>
                <a:gd name="connsiteX7" fmla="*/ 11522 w 174403"/>
                <a:gd name="connsiteY7" fmla="*/ 231041 h 261042"/>
                <a:gd name="connsiteX8" fmla="*/ 221 w 174403"/>
                <a:gd name="connsiteY8" fmla="*/ 243135 h 261042"/>
                <a:gd name="connsiteX9" fmla="*/ 24351 w 174403"/>
                <a:gd name="connsiteY9" fmla="*/ 261128 h 261042"/>
                <a:gd name="connsiteX10" fmla="*/ 85438 w 174403"/>
                <a:gd name="connsiteY10" fmla="*/ 177653 h 261042"/>
                <a:gd name="connsiteX11" fmla="*/ 107429 w 174403"/>
                <a:gd name="connsiteY11" fmla="*/ 83264 h 261042"/>
                <a:gd name="connsiteX12" fmla="*/ 140722 w 174403"/>
                <a:gd name="connsiteY12" fmla="*/ 83264 h 261042"/>
                <a:gd name="connsiteX13" fmla="*/ 142554 w 174403"/>
                <a:gd name="connsiteY13" fmla="*/ 73826 h 261042"/>
                <a:gd name="connsiteX14" fmla="*/ 109567 w 174403"/>
                <a:gd name="connsiteY14" fmla="*/ 73826 h 261042"/>
                <a:gd name="connsiteX15" fmla="*/ 146830 w 174403"/>
                <a:gd name="connsiteY15" fmla="*/ 6574 h 261042"/>
                <a:gd name="connsiteX16" fmla="*/ 153550 w 174403"/>
                <a:gd name="connsiteY16" fmla="*/ 10113 h 261042"/>
                <a:gd name="connsiteX17" fmla="*/ 152328 w 174403"/>
                <a:gd name="connsiteY17" fmla="*/ 13063 h 261042"/>
                <a:gd name="connsiteX18" fmla="*/ 150496 w 174403"/>
                <a:gd name="connsiteY18" fmla="*/ 19257 h 261042"/>
                <a:gd name="connsiteX19" fmla="*/ 161797 w 174403"/>
                <a:gd name="connsiteY19" fmla="*/ 31056 h 261042"/>
                <a:gd name="connsiteX20" fmla="*/ 174625 w 174403"/>
                <a:gd name="connsiteY20" fmla="*/ 19257 h 261042"/>
                <a:gd name="connsiteX21" fmla="*/ 148358 w 174403"/>
                <a:gd name="connsiteY21" fmla="*/ 85 h 261042"/>
                <a:gd name="connsiteX22" fmla="*/ 110483 w 174403"/>
                <a:gd name="connsiteY22" fmla="*/ 20437 h 261042"/>
                <a:gd name="connsiteX23" fmla="*/ 86049 w 174403"/>
                <a:gd name="connsiteY23" fmla="*/ 73826 h 261042"/>
                <a:gd name="connsiteX24" fmla="*/ 57949 w 174403"/>
                <a:gd name="connsiteY24" fmla="*/ 73826 h 261042"/>
                <a:gd name="connsiteX25" fmla="*/ 55811 w 174403"/>
                <a:gd name="connsiteY25" fmla="*/ 83264 h 26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4403" h="261042">
                  <a:moveTo>
                    <a:pt x="55811" y="83264"/>
                  </a:moveTo>
                  <a:lnTo>
                    <a:pt x="83300" y="83264"/>
                  </a:lnTo>
                  <a:lnTo>
                    <a:pt x="56421" y="207149"/>
                  </a:lnTo>
                  <a:cubicBezTo>
                    <a:pt x="49702" y="238710"/>
                    <a:pt x="39622" y="254933"/>
                    <a:pt x="26794" y="254933"/>
                  </a:cubicBezTo>
                  <a:cubicBezTo>
                    <a:pt x="23129" y="254933"/>
                    <a:pt x="20685" y="252869"/>
                    <a:pt x="20685" y="250214"/>
                  </a:cubicBezTo>
                  <a:cubicBezTo>
                    <a:pt x="20685" y="249329"/>
                    <a:pt x="20991" y="248444"/>
                    <a:pt x="21907" y="246969"/>
                  </a:cubicBezTo>
                  <a:cubicBezTo>
                    <a:pt x="23129" y="245199"/>
                    <a:pt x="23434" y="244020"/>
                    <a:pt x="23434" y="242250"/>
                  </a:cubicBezTo>
                  <a:cubicBezTo>
                    <a:pt x="23434" y="236056"/>
                    <a:pt x="17936" y="231041"/>
                    <a:pt x="11522" y="231041"/>
                  </a:cubicBezTo>
                  <a:cubicBezTo>
                    <a:pt x="5108" y="231041"/>
                    <a:pt x="221" y="236351"/>
                    <a:pt x="221" y="243135"/>
                  </a:cubicBezTo>
                  <a:cubicBezTo>
                    <a:pt x="221" y="253164"/>
                    <a:pt x="10911" y="261128"/>
                    <a:pt x="24351" y="261128"/>
                  </a:cubicBezTo>
                  <a:cubicBezTo>
                    <a:pt x="51534" y="261128"/>
                    <a:pt x="72915" y="231926"/>
                    <a:pt x="85438" y="177653"/>
                  </a:cubicBezTo>
                  <a:lnTo>
                    <a:pt x="107429" y="83264"/>
                  </a:lnTo>
                  <a:lnTo>
                    <a:pt x="140722" y="83264"/>
                  </a:lnTo>
                  <a:lnTo>
                    <a:pt x="142554" y="73826"/>
                  </a:lnTo>
                  <a:lnTo>
                    <a:pt x="109567" y="73826"/>
                  </a:lnTo>
                  <a:cubicBezTo>
                    <a:pt x="118425" y="27516"/>
                    <a:pt x="129726" y="6574"/>
                    <a:pt x="146830" y="6574"/>
                  </a:cubicBezTo>
                  <a:cubicBezTo>
                    <a:pt x="150801" y="6574"/>
                    <a:pt x="153550" y="8049"/>
                    <a:pt x="153550" y="10113"/>
                  </a:cubicBezTo>
                  <a:cubicBezTo>
                    <a:pt x="153550" y="10998"/>
                    <a:pt x="153245" y="11588"/>
                    <a:pt x="152328" y="13063"/>
                  </a:cubicBezTo>
                  <a:cubicBezTo>
                    <a:pt x="151106" y="15718"/>
                    <a:pt x="150496" y="17193"/>
                    <a:pt x="150496" y="19257"/>
                  </a:cubicBezTo>
                  <a:cubicBezTo>
                    <a:pt x="150496" y="26336"/>
                    <a:pt x="155077" y="31056"/>
                    <a:pt x="161797" y="31056"/>
                  </a:cubicBezTo>
                  <a:cubicBezTo>
                    <a:pt x="168822" y="31056"/>
                    <a:pt x="174625" y="25747"/>
                    <a:pt x="174625" y="19257"/>
                  </a:cubicBezTo>
                  <a:cubicBezTo>
                    <a:pt x="174625" y="8344"/>
                    <a:pt x="163324" y="85"/>
                    <a:pt x="148358" y="85"/>
                  </a:cubicBezTo>
                  <a:cubicBezTo>
                    <a:pt x="133391" y="85"/>
                    <a:pt x="121479" y="6574"/>
                    <a:pt x="110483" y="20437"/>
                  </a:cubicBezTo>
                  <a:cubicBezTo>
                    <a:pt x="101320" y="31941"/>
                    <a:pt x="95212" y="45509"/>
                    <a:pt x="86049" y="73826"/>
                  </a:cubicBezTo>
                  <a:lnTo>
                    <a:pt x="57949" y="73826"/>
                  </a:lnTo>
                  <a:lnTo>
                    <a:pt x="55811" y="83264"/>
                  </a:ln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20199E-DFF6-C5CC-99E7-822233CB9E2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506913" y="4835369"/>
              <a:ext cx="70861" cy="294963"/>
            </a:xfrm>
            <a:custGeom>
              <a:avLst/>
              <a:gdLst>
                <a:gd name="connsiteX0" fmla="*/ 71086 w 70861"/>
                <a:gd name="connsiteY0" fmla="*/ 292099 h 294963"/>
                <a:gd name="connsiteX1" fmla="*/ 65894 w 70861"/>
                <a:gd name="connsiteY1" fmla="*/ 285610 h 294963"/>
                <a:gd name="connsiteX2" fmla="*/ 17941 w 70861"/>
                <a:gd name="connsiteY2" fmla="*/ 147567 h 294963"/>
                <a:gd name="connsiteX3" fmla="*/ 67116 w 70861"/>
                <a:gd name="connsiteY3" fmla="*/ 8049 h 294963"/>
                <a:gd name="connsiteX4" fmla="*/ 71086 w 70861"/>
                <a:gd name="connsiteY4" fmla="*/ 3034 h 294963"/>
                <a:gd name="connsiteX5" fmla="*/ 68032 w 70861"/>
                <a:gd name="connsiteY5" fmla="*/ 85 h 294963"/>
                <a:gd name="connsiteX6" fmla="*/ 19468 w 70861"/>
                <a:gd name="connsiteY6" fmla="*/ 57603 h 294963"/>
                <a:gd name="connsiteX7" fmla="*/ 225 w 70861"/>
                <a:gd name="connsiteY7" fmla="*/ 147567 h 294963"/>
                <a:gd name="connsiteX8" fmla="*/ 20384 w 70861"/>
                <a:gd name="connsiteY8" fmla="*/ 239595 h 294963"/>
                <a:gd name="connsiteX9" fmla="*/ 68032 w 70861"/>
                <a:gd name="connsiteY9" fmla="*/ 295048 h 294963"/>
                <a:gd name="connsiteX10" fmla="*/ 71086 w 70861"/>
                <a:gd name="connsiteY10" fmla="*/ 29209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861" h="294963">
                  <a:moveTo>
                    <a:pt x="71086" y="292099"/>
                  </a:moveTo>
                  <a:cubicBezTo>
                    <a:pt x="71086" y="291214"/>
                    <a:pt x="71086" y="290624"/>
                    <a:pt x="65894" y="285610"/>
                  </a:cubicBezTo>
                  <a:cubicBezTo>
                    <a:pt x="27715" y="248444"/>
                    <a:pt x="17941" y="192696"/>
                    <a:pt x="17941" y="147567"/>
                  </a:cubicBezTo>
                  <a:cubicBezTo>
                    <a:pt x="17941" y="96243"/>
                    <a:pt x="29547" y="44919"/>
                    <a:pt x="67116" y="8049"/>
                  </a:cubicBezTo>
                  <a:cubicBezTo>
                    <a:pt x="71086" y="4509"/>
                    <a:pt x="71086" y="3919"/>
                    <a:pt x="71086" y="3034"/>
                  </a:cubicBezTo>
                  <a:cubicBezTo>
                    <a:pt x="71086" y="970"/>
                    <a:pt x="69865" y="85"/>
                    <a:pt x="68032" y="85"/>
                  </a:cubicBezTo>
                  <a:cubicBezTo>
                    <a:pt x="64978" y="85"/>
                    <a:pt x="37489" y="20142"/>
                    <a:pt x="19468" y="57603"/>
                  </a:cubicBezTo>
                  <a:cubicBezTo>
                    <a:pt x="3891" y="90049"/>
                    <a:pt x="225" y="122790"/>
                    <a:pt x="225" y="147567"/>
                  </a:cubicBezTo>
                  <a:cubicBezTo>
                    <a:pt x="225" y="170574"/>
                    <a:pt x="3585" y="206264"/>
                    <a:pt x="20384" y="239595"/>
                  </a:cubicBezTo>
                  <a:cubicBezTo>
                    <a:pt x="38710" y="275876"/>
                    <a:pt x="64978" y="295048"/>
                    <a:pt x="68032" y="295048"/>
                  </a:cubicBezTo>
                  <a:cubicBezTo>
                    <a:pt x="69865" y="295048"/>
                    <a:pt x="71086" y="294163"/>
                    <a:pt x="71086" y="292099"/>
                  </a:cubicBez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C31293A-28B3-FED0-75BC-36C7487A3DB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587378" y="4926512"/>
              <a:ext cx="144776" cy="133323"/>
            </a:xfrm>
            <a:custGeom>
              <a:avLst/>
              <a:gdLst>
                <a:gd name="connsiteX0" fmla="*/ 131261 w 144776"/>
                <a:gd name="connsiteY0" fmla="*/ 97423 h 133323"/>
                <a:gd name="connsiteX1" fmla="*/ 124542 w 144776"/>
                <a:gd name="connsiteY1" fmla="*/ 105387 h 133323"/>
                <a:gd name="connsiteX2" fmla="*/ 110492 w 144776"/>
                <a:gd name="connsiteY2" fmla="*/ 117185 h 133323"/>
                <a:gd name="connsiteX3" fmla="*/ 101023 w 144776"/>
                <a:gd name="connsiteY3" fmla="*/ 105092 h 133323"/>
                <a:gd name="connsiteX4" fmla="*/ 99801 w 144776"/>
                <a:gd name="connsiteY4" fmla="*/ 100077 h 133323"/>
                <a:gd name="connsiteX5" fmla="*/ 88806 w 144776"/>
                <a:gd name="connsiteY5" fmla="*/ 52293 h 133323"/>
                <a:gd name="connsiteX6" fmla="*/ 118738 w 144776"/>
                <a:gd name="connsiteY6" fmla="*/ 16603 h 133323"/>
                <a:gd name="connsiteX7" fmla="*/ 126069 w 144776"/>
                <a:gd name="connsiteY7" fmla="*/ 18962 h 133323"/>
                <a:gd name="connsiteX8" fmla="*/ 134316 w 144776"/>
                <a:gd name="connsiteY8" fmla="*/ 21617 h 133323"/>
                <a:gd name="connsiteX9" fmla="*/ 145006 w 144776"/>
                <a:gd name="connsiteY9" fmla="*/ 10998 h 133323"/>
                <a:gd name="connsiteX10" fmla="*/ 132483 w 144776"/>
                <a:gd name="connsiteY10" fmla="*/ 85 h 133323"/>
                <a:gd name="connsiteX11" fmla="*/ 86362 w 144776"/>
                <a:gd name="connsiteY11" fmla="*/ 42264 h 133323"/>
                <a:gd name="connsiteX12" fmla="*/ 83002 w 144776"/>
                <a:gd name="connsiteY12" fmla="*/ 26041 h 133323"/>
                <a:gd name="connsiteX13" fmla="*/ 67120 w 144776"/>
                <a:gd name="connsiteY13" fmla="*/ 85 h 133323"/>
                <a:gd name="connsiteX14" fmla="*/ 31384 w 144776"/>
                <a:gd name="connsiteY14" fmla="*/ 8639 h 133323"/>
                <a:gd name="connsiteX15" fmla="*/ 28024 w 144776"/>
                <a:gd name="connsiteY15" fmla="*/ 9818 h 133323"/>
                <a:gd name="connsiteX16" fmla="*/ 29246 w 144776"/>
                <a:gd name="connsiteY16" fmla="*/ 14243 h 133323"/>
                <a:gd name="connsiteX17" fmla="*/ 46350 w 144776"/>
                <a:gd name="connsiteY17" fmla="*/ 10998 h 133323"/>
                <a:gd name="connsiteX18" fmla="*/ 60095 w 144776"/>
                <a:gd name="connsiteY18" fmla="*/ 31351 h 133323"/>
                <a:gd name="connsiteX19" fmla="*/ 68952 w 144776"/>
                <a:gd name="connsiteY19" fmla="*/ 67631 h 133323"/>
                <a:gd name="connsiteX20" fmla="*/ 43907 w 144776"/>
                <a:gd name="connsiteY20" fmla="*/ 102142 h 133323"/>
                <a:gd name="connsiteX21" fmla="*/ 28329 w 144776"/>
                <a:gd name="connsiteY21" fmla="*/ 116300 h 133323"/>
                <a:gd name="connsiteX22" fmla="*/ 20388 w 144776"/>
                <a:gd name="connsiteY22" fmla="*/ 113646 h 133323"/>
                <a:gd name="connsiteX23" fmla="*/ 10614 w 144776"/>
                <a:gd name="connsiteY23" fmla="*/ 110696 h 133323"/>
                <a:gd name="connsiteX24" fmla="*/ 229 w 144776"/>
                <a:gd name="connsiteY24" fmla="*/ 121020 h 133323"/>
                <a:gd name="connsiteX25" fmla="*/ 15501 w 144776"/>
                <a:gd name="connsiteY25" fmla="*/ 133408 h 133323"/>
                <a:gd name="connsiteX26" fmla="*/ 43907 w 144776"/>
                <a:gd name="connsiteY26" fmla="*/ 112761 h 133323"/>
                <a:gd name="connsiteX27" fmla="*/ 71396 w 144776"/>
                <a:gd name="connsiteY27" fmla="*/ 78250 h 133323"/>
                <a:gd name="connsiteX28" fmla="*/ 80559 w 144776"/>
                <a:gd name="connsiteY28" fmla="*/ 113646 h 133323"/>
                <a:gd name="connsiteX29" fmla="*/ 98274 w 144776"/>
                <a:gd name="connsiteY29" fmla="*/ 133408 h 133323"/>
                <a:gd name="connsiteX30" fmla="*/ 135537 w 144776"/>
                <a:gd name="connsiteY30" fmla="*/ 99782 h 133323"/>
                <a:gd name="connsiteX31" fmla="*/ 131261 w 144776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776" h="133323">
                  <a:moveTo>
                    <a:pt x="131261" y="97423"/>
                  </a:moveTo>
                  <a:cubicBezTo>
                    <a:pt x="128818" y="100077"/>
                    <a:pt x="127291" y="101847"/>
                    <a:pt x="124542" y="105387"/>
                  </a:cubicBezTo>
                  <a:cubicBezTo>
                    <a:pt x="117517" y="114236"/>
                    <a:pt x="113851" y="117185"/>
                    <a:pt x="110492" y="117185"/>
                  </a:cubicBezTo>
                  <a:cubicBezTo>
                    <a:pt x="105910" y="117185"/>
                    <a:pt x="103161" y="113351"/>
                    <a:pt x="101023" y="105092"/>
                  </a:cubicBezTo>
                  <a:cubicBezTo>
                    <a:pt x="100412" y="102732"/>
                    <a:pt x="100107" y="100962"/>
                    <a:pt x="99801" y="100077"/>
                  </a:cubicBezTo>
                  <a:cubicBezTo>
                    <a:pt x="92165" y="70286"/>
                    <a:pt x="88806" y="56718"/>
                    <a:pt x="88806" y="52293"/>
                  </a:cubicBezTo>
                  <a:cubicBezTo>
                    <a:pt x="102245" y="29581"/>
                    <a:pt x="113240" y="16603"/>
                    <a:pt x="118738" y="16603"/>
                  </a:cubicBezTo>
                  <a:cubicBezTo>
                    <a:pt x="120571" y="16603"/>
                    <a:pt x="123014" y="17488"/>
                    <a:pt x="126069" y="18962"/>
                  </a:cubicBezTo>
                  <a:cubicBezTo>
                    <a:pt x="129734" y="21027"/>
                    <a:pt x="131872" y="21617"/>
                    <a:pt x="134316" y="21617"/>
                  </a:cubicBezTo>
                  <a:cubicBezTo>
                    <a:pt x="140730" y="21617"/>
                    <a:pt x="145006" y="17193"/>
                    <a:pt x="145006" y="10998"/>
                  </a:cubicBezTo>
                  <a:cubicBezTo>
                    <a:pt x="145006" y="4804"/>
                    <a:pt x="139813" y="85"/>
                    <a:pt x="132483" y="85"/>
                  </a:cubicBezTo>
                  <a:cubicBezTo>
                    <a:pt x="119044" y="85"/>
                    <a:pt x="107437" y="10703"/>
                    <a:pt x="86362" y="42264"/>
                  </a:cubicBezTo>
                  <a:lnTo>
                    <a:pt x="83002" y="26041"/>
                  </a:lnTo>
                  <a:cubicBezTo>
                    <a:pt x="78726" y="5984"/>
                    <a:pt x="75366" y="85"/>
                    <a:pt x="67120" y="85"/>
                  </a:cubicBezTo>
                  <a:cubicBezTo>
                    <a:pt x="60400" y="85"/>
                    <a:pt x="50015" y="2739"/>
                    <a:pt x="31384" y="8639"/>
                  </a:cubicBezTo>
                  <a:lnTo>
                    <a:pt x="28024" y="9818"/>
                  </a:lnTo>
                  <a:lnTo>
                    <a:pt x="29246" y="14243"/>
                  </a:lnTo>
                  <a:cubicBezTo>
                    <a:pt x="40852" y="11588"/>
                    <a:pt x="43601" y="10998"/>
                    <a:pt x="46350" y="10998"/>
                  </a:cubicBezTo>
                  <a:cubicBezTo>
                    <a:pt x="53986" y="10998"/>
                    <a:pt x="55819" y="13653"/>
                    <a:pt x="60095" y="31351"/>
                  </a:cubicBezTo>
                  <a:lnTo>
                    <a:pt x="68952" y="67631"/>
                  </a:lnTo>
                  <a:lnTo>
                    <a:pt x="43907" y="102142"/>
                  </a:lnTo>
                  <a:cubicBezTo>
                    <a:pt x="37798" y="110991"/>
                    <a:pt x="31689" y="116300"/>
                    <a:pt x="28329" y="116300"/>
                  </a:cubicBezTo>
                  <a:cubicBezTo>
                    <a:pt x="26497" y="116300"/>
                    <a:pt x="23442" y="115415"/>
                    <a:pt x="20388" y="113646"/>
                  </a:cubicBezTo>
                  <a:cubicBezTo>
                    <a:pt x="16417" y="111581"/>
                    <a:pt x="13058" y="110696"/>
                    <a:pt x="10614" y="110696"/>
                  </a:cubicBezTo>
                  <a:cubicBezTo>
                    <a:pt x="4811" y="110696"/>
                    <a:pt x="229" y="115121"/>
                    <a:pt x="229" y="121020"/>
                  </a:cubicBezTo>
                  <a:cubicBezTo>
                    <a:pt x="229" y="128689"/>
                    <a:pt x="6338" y="133408"/>
                    <a:pt x="15501" y="133408"/>
                  </a:cubicBezTo>
                  <a:cubicBezTo>
                    <a:pt x="24970" y="133408"/>
                    <a:pt x="28635" y="130754"/>
                    <a:pt x="43907" y="112761"/>
                  </a:cubicBezTo>
                  <a:cubicBezTo>
                    <a:pt x="52153" y="103322"/>
                    <a:pt x="58567" y="95358"/>
                    <a:pt x="71396" y="78250"/>
                  </a:cubicBezTo>
                  <a:lnTo>
                    <a:pt x="80559" y="113646"/>
                  </a:lnTo>
                  <a:cubicBezTo>
                    <a:pt x="84530" y="128689"/>
                    <a:pt x="88500" y="133408"/>
                    <a:pt x="98274" y="133408"/>
                  </a:cubicBezTo>
                  <a:cubicBezTo>
                    <a:pt x="109881" y="133408"/>
                    <a:pt x="117822" y="126329"/>
                    <a:pt x="135537" y="99782"/>
                  </a:cubicBezTo>
                  <a:lnTo>
                    <a:pt x="131261" y="97423"/>
                  </a:ln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9EF8CE6-EFCD-D3F2-EA08-679B9B93EEF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750071" y="4835369"/>
              <a:ext cx="70861" cy="294963"/>
            </a:xfrm>
            <a:custGeom>
              <a:avLst/>
              <a:gdLst>
                <a:gd name="connsiteX0" fmla="*/ 71095 w 70861"/>
                <a:gd name="connsiteY0" fmla="*/ 147567 h 294963"/>
                <a:gd name="connsiteX1" fmla="*/ 50936 w 70861"/>
                <a:gd name="connsiteY1" fmla="*/ 55538 h 294963"/>
                <a:gd name="connsiteX2" fmla="*/ 3288 w 70861"/>
                <a:gd name="connsiteY2" fmla="*/ 85 h 294963"/>
                <a:gd name="connsiteX3" fmla="*/ 234 w 70861"/>
                <a:gd name="connsiteY3" fmla="*/ 3034 h 294963"/>
                <a:gd name="connsiteX4" fmla="*/ 6037 w 70861"/>
                <a:gd name="connsiteY4" fmla="*/ 9818 h 294963"/>
                <a:gd name="connsiteX5" fmla="*/ 53380 w 70861"/>
                <a:gd name="connsiteY5" fmla="*/ 147567 h 294963"/>
                <a:gd name="connsiteX6" fmla="*/ 4204 w 70861"/>
                <a:gd name="connsiteY6" fmla="*/ 287084 h 294963"/>
                <a:gd name="connsiteX7" fmla="*/ 234 w 70861"/>
                <a:gd name="connsiteY7" fmla="*/ 292099 h 294963"/>
                <a:gd name="connsiteX8" fmla="*/ 3288 w 70861"/>
                <a:gd name="connsiteY8" fmla="*/ 295048 h 294963"/>
                <a:gd name="connsiteX9" fmla="*/ 51852 w 70861"/>
                <a:gd name="connsiteY9" fmla="*/ 237530 h 294963"/>
                <a:gd name="connsiteX10" fmla="*/ 71095 w 70861"/>
                <a:gd name="connsiteY10" fmla="*/ 14756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861" h="294963">
                  <a:moveTo>
                    <a:pt x="71095" y="147567"/>
                  </a:moveTo>
                  <a:cubicBezTo>
                    <a:pt x="71095" y="124559"/>
                    <a:pt x="67735" y="88869"/>
                    <a:pt x="50936" y="55538"/>
                  </a:cubicBezTo>
                  <a:cubicBezTo>
                    <a:pt x="32610" y="19257"/>
                    <a:pt x="6342" y="85"/>
                    <a:pt x="3288" y="85"/>
                  </a:cubicBezTo>
                  <a:cubicBezTo>
                    <a:pt x="1455" y="85"/>
                    <a:pt x="234" y="1265"/>
                    <a:pt x="234" y="3034"/>
                  </a:cubicBezTo>
                  <a:cubicBezTo>
                    <a:pt x="234" y="3919"/>
                    <a:pt x="234" y="4509"/>
                    <a:pt x="6037" y="9818"/>
                  </a:cubicBezTo>
                  <a:cubicBezTo>
                    <a:pt x="35970" y="39020"/>
                    <a:pt x="53380" y="85919"/>
                    <a:pt x="53380" y="147567"/>
                  </a:cubicBezTo>
                  <a:cubicBezTo>
                    <a:pt x="53380" y="198005"/>
                    <a:pt x="42078" y="249919"/>
                    <a:pt x="4204" y="287084"/>
                  </a:cubicBezTo>
                  <a:cubicBezTo>
                    <a:pt x="234" y="290624"/>
                    <a:pt x="234" y="291214"/>
                    <a:pt x="234" y="292099"/>
                  </a:cubicBezTo>
                  <a:cubicBezTo>
                    <a:pt x="234" y="293868"/>
                    <a:pt x="1455" y="295048"/>
                    <a:pt x="3288" y="295048"/>
                  </a:cubicBezTo>
                  <a:cubicBezTo>
                    <a:pt x="6342" y="295048"/>
                    <a:pt x="33832" y="274991"/>
                    <a:pt x="51852" y="237530"/>
                  </a:cubicBezTo>
                  <a:cubicBezTo>
                    <a:pt x="67430" y="205084"/>
                    <a:pt x="71095" y="172343"/>
                    <a:pt x="71095" y="147567"/>
                  </a:cubicBez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AB3DB-AB28-4790-EC7F-B4996038E61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936843" y="4948340"/>
              <a:ext cx="203114" cy="69021"/>
            </a:xfrm>
            <a:custGeom>
              <a:avLst/>
              <a:gdLst>
                <a:gd name="connsiteX0" fmla="*/ 192970 w 203114"/>
                <a:gd name="connsiteY0" fmla="*/ 11883 h 69021"/>
                <a:gd name="connsiteX1" fmla="*/ 203355 w 203114"/>
                <a:gd name="connsiteY1" fmla="*/ 5984 h 69021"/>
                <a:gd name="connsiteX2" fmla="*/ 193275 w 203114"/>
                <a:gd name="connsiteY2" fmla="*/ 85 h 69021"/>
                <a:gd name="connsiteX3" fmla="*/ 10319 w 203114"/>
                <a:gd name="connsiteY3" fmla="*/ 85 h 69021"/>
                <a:gd name="connsiteX4" fmla="*/ 240 w 203114"/>
                <a:gd name="connsiteY4" fmla="*/ 5984 h 69021"/>
                <a:gd name="connsiteX5" fmla="*/ 10625 w 203114"/>
                <a:gd name="connsiteY5" fmla="*/ 11883 h 69021"/>
                <a:gd name="connsiteX6" fmla="*/ 192970 w 203114"/>
                <a:gd name="connsiteY6" fmla="*/ 11883 h 69021"/>
                <a:gd name="connsiteX7" fmla="*/ 193275 w 203114"/>
                <a:gd name="connsiteY7" fmla="*/ 69106 h 69021"/>
                <a:gd name="connsiteX8" fmla="*/ 203355 w 203114"/>
                <a:gd name="connsiteY8" fmla="*/ 63207 h 69021"/>
                <a:gd name="connsiteX9" fmla="*/ 192970 w 203114"/>
                <a:gd name="connsiteY9" fmla="*/ 57308 h 69021"/>
                <a:gd name="connsiteX10" fmla="*/ 10625 w 203114"/>
                <a:gd name="connsiteY10" fmla="*/ 57308 h 69021"/>
                <a:gd name="connsiteX11" fmla="*/ 240 w 203114"/>
                <a:gd name="connsiteY11" fmla="*/ 63207 h 69021"/>
                <a:gd name="connsiteX12" fmla="*/ 10319 w 203114"/>
                <a:gd name="connsiteY12" fmla="*/ 69106 h 69021"/>
                <a:gd name="connsiteX13" fmla="*/ 193275 w 203114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3114" h="69021">
                  <a:moveTo>
                    <a:pt x="192970" y="11883"/>
                  </a:moveTo>
                  <a:cubicBezTo>
                    <a:pt x="197551" y="11883"/>
                    <a:pt x="203355" y="11883"/>
                    <a:pt x="203355" y="5984"/>
                  </a:cubicBezTo>
                  <a:cubicBezTo>
                    <a:pt x="203355" y="85"/>
                    <a:pt x="197551" y="85"/>
                    <a:pt x="193275" y="85"/>
                  </a:cubicBezTo>
                  <a:lnTo>
                    <a:pt x="10319" y="85"/>
                  </a:lnTo>
                  <a:cubicBezTo>
                    <a:pt x="6043" y="85"/>
                    <a:pt x="240" y="85"/>
                    <a:pt x="240" y="5984"/>
                  </a:cubicBezTo>
                  <a:cubicBezTo>
                    <a:pt x="240" y="11883"/>
                    <a:pt x="6043" y="11883"/>
                    <a:pt x="10625" y="11883"/>
                  </a:cubicBezTo>
                  <a:lnTo>
                    <a:pt x="192970" y="11883"/>
                  </a:lnTo>
                  <a:close/>
                  <a:moveTo>
                    <a:pt x="193275" y="69106"/>
                  </a:moveTo>
                  <a:cubicBezTo>
                    <a:pt x="197551" y="69106"/>
                    <a:pt x="203355" y="69106"/>
                    <a:pt x="203355" y="63207"/>
                  </a:cubicBezTo>
                  <a:cubicBezTo>
                    <a:pt x="203355" y="57308"/>
                    <a:pt x="197551" y="57308"/>
                    <a:pt x="192970" y="57308"/>
                  </a:cubicBezTo>
                  <a:lnTo>
                    <a:pt x="10625" y="57308"/>
                  </a:lnTo>
                  <a:cubicBezTo>
                    <a:pt x="6043" y="57308"/>
                    <a:pt x="240" y="57308"/>
                    <a:pt x="240" y="63207"/>
                  </a:cubicBezTo>
                  <a:cubicBezTo>
                    <a:pt x="240" y="69106"/>
                    <a:pt x="6043" y="69106"/>
                    <a:pt x="10319" y="69106"/>
                  </a:cubicBezTo>
                  <a:lnTo>
                    <a:pt x="193275" y="69106"/>
                  </a:ln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oup 3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&#10;\end{align*}&#10;}&#10;\end{document}" title="IguanaTex Shape Display">
            <a:extLst>
              <a:ext uri="{FF2B5EF4-FFF2-40B4-BE49-F238E27FC236}">
                <a16:creationId xmlns:a16="http://schemas.microsoft.com/office/drawing/2014/main" id="{A66D8497-4B1D-DCDA-DB3C-C61FD56C2997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430250" y="4327036"/>
            <a:ext cx="838167" cy="294963"/>
            <a:chOff x="9301790" y="4835369"/>
            <a:chExt cx="838167" cy="29496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4201085-1514-37A3-5DD4-E29EB82FD5B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301790" y="4856606"/>
              <a:ext cx="174403" cy="261042"/>
            </a:xfrm>
            <a:custGeom>
              <a:avLst/>
              <a:gdLst>
                <a:gd name="connsiteX0" fmla="*/ 55811 w 174403"/>
                <a:gd name="connsiteY0" fmla="*/ 83264 h 261042"/>
                <a:gd name="connsiteX1" fmla="*/ 83300 w 174403"/>
                <a:gd name="connsiteY1" fmla="*/ 83264 h 261042"/>
                <a:gd name="connsiteX2" fmla="*/ 56421 w 174403"/>
                <a:gd name="connsiteY2" fmla="*/ 207149 h 261042"/>
                <a:gd name="connsiteX3" fmla="*/ 26794 w 174403"/>
                <a:gd name="connsiteY3" fmla="*/ 254933 h 261042"/>
                <a:gd name="connsiteX4" fmla="*/ 20685 w 174403"/>
                <a:gd name="connsiteY4" fmla="*/ 250214 h 261042"/>
                <a:gd name="connsiteX5" fmla="*/ 21907 w 174403"/>
                <a:gd name="connsiteY5" fmla="*/ 246969 h 261042"/>
                <a:gd name="connsiteX6" fmla="*/ 23434 w 174403"/>
                <a:gd name="connsiteY6" fmla="*/ 242250 h 261042"/>
                <a:gd name="connsiteX7" fmla="*/ 11522 w 174403"/>
                <a:gd name="connsiteY7" fmla="*/ 231041 h 261042"/>
                <a:gd name="connsiteX8" fmla="*/ 221 w 174403"/>
                <a:gd name="connsiteY8" fmla="*/ 243135 h 261042"/>
                <a:gd name="connsiteX9" fmla="*/ 24351 w 174403"/>
                <a:gd name="connsiteY9" fmla="*/ 261128 h 261042"/>
                <a:gd name="connsiteX10" fmla="*/ 85438 w 174403"/>
                <a:gd name="connsiteY10" fmla="*/ 177653 h 261042"/>
                <a:gd name="connsiteX11" fmla="*/ 107429 w 174403"/>
                <a:gd name="connsiteY11" fmla="*/ 83264 h 261042"/>
                <a:gd name="connsiteX12" fmla="*/ 140722 w 174403"/>
                <a:gd name="connsiteY12" fmla="*/ 83264 h 261042"/>
                <a:gd name="connsiteX13" fmla="*/ 142554 w 174403"/>
                <a:gd name="connsiteY13" fmla="*/ 73826 h 261042"/>
                <a:gd name="connsiteX14" fmla="*/ 109567 w 174403"/>
                <a:gd name="connsiteY14" fmla="*/ 73826 h 261042"/>
                <a:gd name="connsiteX15" fmla="*/ 146830 w 174403"/>
                <a:gd name="connsiteY15" fmla="*/ 6574 h 261042"/>
                <a:gd name="connsiteX16" fmla="*/ 153550 w 174403"/>
                <a:gd name="connsiteY16" fmla="*/ 10113 h 261042"/>
                <a:gd name="connsiteX17" fmla="*/ 152328 w 174403"/>
                <a:gd name="connsiteY17" fmla="*/ 13063 h 261042"/>
                <a:gd name="connsiteX18" fmla="*/ 150496 w 174403"/>
                <a:gd name="connsiteY18" fmla="*/ 19257 h 261042"/>
                <a:gd name="connsiteX19" fmla="*/ 161797 w 174403"/>
                <a:gd name="connsiteY19" fmla="*/ 31056 h 261042"/>
                <a:gd name="connsiteX20" fmla="*/ 174625 w 174403"/>
                <a:gd name="connsiteY20" fmla="*/ 19257 h 261042"/>
                <a:gd name="connsiteX21" fmla="*/ 148358 w 174403"/>
                <a:gd name="connsiteY21" fmla="*/ 85 h 261042"/>
                <a:gd name="connsiteX22" fmla="*/ 110483 w 174403"/>
                <a:gd name="connsiteY22" fmla="*/ 20437 h 261042"/>
                <a:gd name="connsiteX23" fmla="*/ 86049 w 174403"/>
                <a:gd name="connsiteY23" fmla="*/ 73826 h 261042"/>
                <a:gd name="connsiteX24" fmla="*/ 57949 w 174403"/>
                <a:gd name="connsiteY24" fmla="*/ 73826 h 261042"/>
                <a:gd name="connsiteX25" fmla="*/ 55811 w 174403"/>
                <a:gd name="connsiteY25" fmla="*/ 83264 h 26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4403" h="261042">
                  <a:moveTo>
                    <a:pt x="55811" y="83264"/>
                  </a:moveTo>
                  <a:lnTo>
                    <a:pt x="83300" y="83264"/>
                  </a:lnTo>
                  <a:lnTo>
                    <a:pt x="56421" y="207149"/>
                  </a:lnTo>
                  <a:cubicBezTo>
                    <a:pt x="49702" y="238710"/>
                    <a:pt x="39622" y="254933"/>
                    <a:pt x="26794" y="254933"/>
                  </a:cubicBezTo>
                  <a:cubicBezTo>
                    <a:pt x="23129" y="254933"/>
                    <a:pt x="20685" y="252869"/>
                    <a:pt x="20685" y="250214"/>
                  </a:cubicBezTo>
                  <a:cubicBezTo>
                    <a:pt x="20685" y="249329"/>
                    <a:pt x="20991" y="248444"/>
                    <a:pt x="21907" y="246969"/>
                  </a:cubicBezTo>
                  <a:cubicBezTo>
                    <a:pt x="23129" y="245199"/>
                    <a:pt x="23434" y="244020"/>
                    <a:pt x="23434" y="242250"/>
                  </a:cubicBezTo>
                  <a:cubicBezTo>
                    <a:pt x="23434" y="236056"/>
                    <a:pt x="17936" y="231041"/>
                    <a:pt x="11522" y="231041"/>
                  </a:cubicBezTo>
                  <a:cubicBezTo>
                    <a:pt x="5108" y="231041"/>
                    <a:pt x="221" y="236351"/>
                    <a:pt x="221" y="243135"/>
                  </a:cubicBezTo>
                  <a:cubicBezTo>
                    <a:pt x="221" y="253164"/>
                    <a:pt x="10911" y="261128"/>
                    <a:pt x="24351" y="261128"/>
                  </a:cubicBezTo>
                  <a:cubicBezTo>
                    <a:pt x="51534" y="261128"/>
                    <a:pt x="72915" y="231926"/>
                    <a:pt x="85438" y="177653"/>
                  </a:cubicBezTo>
                  <a:lnTo>
                    <a:pt x="107429" y="83264"/>
                  </a:lnTo>
                  <a:lnTo>
                    <a:pt x="140722" y="83264"/>
                  </a:lnTo>
                  <a:lnTo>
                    <a:pt x="142554" y="73826"/>
                  </a:lnTo>
                  <a:lnTo>
                    <a:pt x="109567" y="73826"/>
                  </a:lnTo>
                  <a:cubicBezTo>
                    <a:pt x="118425" y="27516"/>
                    <a:pt x="129726" y="6574"/>
                    <a:pt x="146830" y="6574"/>
                  </a:cubicBezTo>
                  <a:cubicBezTo>
                    <a:pt x="150801" y="6574"/>
                    <a:pt x="153550" y="8049"/>
                    <a:pt x="153550" y="10113"/>
                  </a:cubicBezTo>
                  <a:cubicBezTo>
                    <a:pt x="153550" y="10998"/>
                    <a:pt x="153245" y="11588"/>
                    <a:pt x="152328" y="13063"/>
                  </a:cubicBezTo>
                  <a:cubicBezTo>
                    <a:pt x="151106" y="15718"/>
                    <a:pt x="150496" y="17193"/>
                    <a:pt x="150496" y="19257"/>
                  </a:cubicBezTo>
                  <a:cubicBezTo>
                    <a:pt x="150496" y="26336"/>
                    <a:pt x="155077" y="31056"/>
                    <a:pt x="161797" y="31056"/>
                  </a:cubicBezTo>
                  <a:cubicBezTo>
                    <a:pt x="168822" y="31056"/>
                    <a:pt x="174625" y="25747"/>
                    <a:pt x="174625" y="19257"/>
                  </a:cubicBezTo>
                  <a:cubicBezTo>
                    <a:pt x="174625" y="8344"/>
                    <a:pt x="163324" y="85"/>
                    <a:pt x="148358" y="85"/>
                  </a:cubicBezTo>
                  <a:cubicBezTo>
                    <a:pt x="133391" y="85"/>
                    <a:pt x="121479" y="6574"/>
                    <a:pt x="110483" y="20437"/>
                  </a:cubicBezTo>
                  <a:cubicBezTo>
                    <a:pt x="101320" y="31941"/>
                    <a:pt x="95212" y="45509"/>
                    <a:pt x="86049" y="73826"/>
                  </a:cubicBezTo>
                  <a:lnTo>
                    <a:pt x="57949" y="73826"/>
                  </a:lnTo>
                  <a:lnTo>
                    <a:pt x="55811" y="83264"/>
                  </a:ln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934E2E5-A7EB-1E34-50CC-3C45873226F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506913" y="4835369"/>
              <a:ext cx="70861" cy="294963"/>
            </a:xfrm>
            <a:custGeom>
              <a:avLst/>
              <a:gdLst>
                <a:gd name="connsiteX0" fmla="*/ 71086 w 70861"/>
                <a:gd name="connsiteY0" fmla="*/ 292099 h 294963"/>
                <a:gd name="connsiteX1" fmla="*/ 65894 w 70861"/>
                <a:gd name="connsiteY1" fmla="*/ 285610 h 294963"/>
                <a:gd name="connsiteX2" fmla="*/ 17941 w 70861"/>
                <a:gd name="connsiteY2" fmla="*/ 147567 h 294963"/>
                <a:gd name="connsiteX3" fmla="*/ 67116 w 70861"/>
                <a:gd name="connsiteY3" fmla="*/ 8049 h 294963"/>
                <a:gd name="connsiteX4" fmla="*/ 71086 w 70861"/>
                <a:gd name="connsiteY4" fmla="*/ 3034 h 294963"/>
                <a:gd name="connsiteX5" fmla="*/ 68032 w 70861"/>
                <a:gd name="connsiteY5" fmla="*/ 85 h 294963"/>
                <a:gd name="connsiteX6" fmla="*/ 19468 w 70861"/>
                <a:gd name="connsiteY6" fmla="*/ 57603 h 294963"/>
                <a:gd name="connsiteX7" fmla="*/ 225 w 70861"/>
                <a:gd name="connsiteY7" fmla="*/ 147567 h 294963"/>
                <a:gd name="connsiteX8" fmla="*/ 20384 w 70861"/>
                <a:gd name="connsiteY8" fmla="*/ 239595 h 294963"/>
                <a:gd name="connsiteX9" fmla="*/ 68032 w 70861"/>
                <a:gd name="connsiteY9" fmla="*/ 295048 h 294963"/>
                <a:gd name="connsiteX10" fmla="*/ 71086 w 70861"/>
                <a:gd name="connsiteY10" fmla="*/ 29209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861" h="294963">
                  <a:moveTo>
                    <a:pt x="71086" y="292099"/>
                  </a:moveTo>
                  <a:cubicBezTo>
                    <a:pt x="71086" y="291214"/>
                    <a:pt x="71086" y="290624"/>
                    <a:pt x="65894" y="285610"/>
                  </a:cubicBezTo>
                  <a:cubicBezTo>
                    <a:pt x="27715" y="248444"/>
                    <a:pt x="17941" y="192696"/>
                    <a:pt x="17941" y="147567"/>
                  </a:cubicBezTo>
                  <a:cubicBezTo>
                    <a:pt x="17941" y="96243"/>
                    <a:pt x="29547" y="44919"/>
                    <a:pt x="67116" y="8049"/>
                  </a:cubicBezTo>
                  <a:cubicBezTo>
                    <a:pt x="71086" y="4509"/>
                    <a:pt x="71086" y="3919"/>
                    <a:pt x="71086" y="3034"/>
                  </a:cubicBezTo>
                  <a:cubicBezTo>
                    <a:pt x="71086" y="970"/>
                    <a:pt x="69865" y="85"/>
                    <a:pt x="68032" y="85"/>
                  </a:cubicBezTo>
                  <a:cubicBezTo>
                    <a:pt x="64978" y="85"/>
                    <a:pt x="37489" y="20142"/>
                    <a:pt x="19468" y="57603"/>
                  </a:cubicBezTo>
                  <a:cubicBezTo>
                    <a:pt x="3891" y="90049"/>
                    <a:pt x="225" y="122790"/>
                    <a:pt x="225" y="147567"/>
                  </a:cubicBezTo>
                  <a:cubicBezTo>
                    <a:pt x="225" y="170574"/>
                    <a:pt x="3585" y="206264"/>
                    <a:pt x="20384" y="239595"/>
                  </a:cubicBezTo>
                  <a:cubicBezTo>
                    <a:pt x="38710" y="275876"/>
                    <a:pt x="64978" y="295048"/>
                    <a:pt x="68032" y="295048"/>
                  </a:cubicBezTo>
                  <a:cubicBezTo>
                    <a:pt x="69865" y="295048"/>
                    <a:pt x="71086" y="294163"/>
                    <a:pt x="71086" y="292099"/>
                  </a:cubicBez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6921D19-92BF-BE91-0BE1-CA13E3086F8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587378" y="4926512"/>
              <a:ext cx="144776" cy="133323"/>
            </a:xfrm>
            <a:custGeom>
              <a:avLst/>
              <a:gdLst>
                <a:gd name="connsiteX0" fmla="*/ 131261 w 144776"/>
                <a:gd name="connsiteY0" fmla="*/ 97423 h 133323"/>
                <a:gd name="connsiteX1" fmla="*/ 124542 w 144776"/>
                <a:gd name="connsiteY1" fmla="*/ 105387 h 133323"/>
                <a:gd name="connsiteX2" fmla="*/ 110492 w 144776"/>
                <a:gd name="connsiteY2" fmla="*/ 117185 h 133323"/>
                <a:gd name="connsiteX3" fmla="*/ 101023 w 144776"/>
                <a:gd name="connsiteY3" fmla="*/ 105092 h 133323"/>
                <a:gd name="connsiteX4" fmla="*/ 99801 w 144776"/>
                <a:gd name="connsiteY4" fmla="*/ 100077 h 133323"/>
                <a:gd name="connsiteX5" fmla="*/ 88806 w 144776"/>
                <a:gd name="connsiteY5" fmla="*/ 52293 h 133323"/>
                <a:gd name="connsiteX6" fmla="*/ 118738 w 144776"/>
                <a:gd name="connsiteY6" fmla="*/ 16603 h 133323"/>
                <a:gd name="connsiteX7" fmla="*/ 126069 w 144776"/>
                <a:gd name="connsiteY7" fmla="*/ 18962 h 133323"/>
                <a:gd name="connsiteX8" fmla="*/ 134316 w 144776"/>
                <a:gd name="connsiteY8" fmla="*/ 21617 h 133323"/>
                <a:gd name="connsiteX9" fmla="*/ 145006 w 144776"/>
                <a:gd name="connsiteY9" fmla="*/ 10998 h 133323"/>
                <a:gd name="connsiteX10" fmla="*/ 132483 w 144776"/>
                <a:gd name="connsiteY10" fmla="*/ 85 h 133323"/>
                <a:gd name="connsiteX11" fmla="*/ 86362 w 144776"/>
                <a:gd name="connsiteY11" fmla="*/ 42264 h 133323"/>
                <a:gd name="connsiteX12" fmla="*/ 83002 w 144776"/>
                <a:gd name="connsiteY12" fmla="*/ 26041 h 133323"/>
                <a:gd name="connsiteX13" fmla="*/ 67120 w 144776"/>
                <a:gd name="connsiteY13" fmla="*/ 85 h 133323"/>
                <a:gd name="connsiteX14" fmla="*/ 31384 w 144776"/>
                <a:gd name="connsiteY14" fmla="*/ 8639 h 133323"/>
                <a:gd name="connsiteX15" fmla="*/ 28024 w 144776"/>
                <a:gd name="connsiteY15" fmla="*/ 9818 h 133323"/>
                <a:gd name="connsiteX16" fmla="*/ 29246 w 144776"/>
                <a:gd name="connsiteY16" fmla="*/ 14243 h 133323"/>
                <a:gd name="connsiteX17" fmla="*/ 46350 w 144776"/>
                <a:gd name="connsiteY17" fmla="*/ 10998 h 133323"/>
                <a:gd name="connsiteX18" fmla="*/ 60095 w 144776"/>
                <a:gd name="connsiteY18" fmla="*/ 31351 h 133323"/>
                <a:gd name="connsiteX19" fmla="*/ 68952 w 144776"/>
                <a:gd name="connsiteY19" fmla="*/ 67631 h 133323"/>
                <a:gd name="connsiteX20" fmla="*/ 43907 w 144776"/>
                <a:gd name="connsiteY20" fmla="*/ 102142 h 133323"/>
                <a:gd name="connsiteX21" fmla="*/ 28329 w 144776"/>
                <a:gd name="connsiteY21" fmla="*/ 116300 h 133323"/>
                <a:gd name="connsiteX22" fmla="*/ 20388 w 144776"/>
                <a:gd name="connsiteY22" fmla="*/ 113646 h 133323"/>
                <a:gd name="connsiteX23" fmla="*/ 10614 w 144776"/>
                <a:gd name="connsiteY23" fmla="*/ 110696 h 133323"/>
                <a:gd name="connsiteX24" fmla="*/ 229 w 144776"/>
                <a:gd name="connsiteY24" fmla="*/ 121020 h 133323"/>
                <a:gd name="connsiteX25" fmla="*/ 15501 w 144776"/>
                <a:gd name="connsiteY25" fmla="*/ 133408 h 133323"/>
                <a:gd name="connsiteX26" fmla="*/ 43907 w 144776"/>
                <a:gd name="connsiteY26" fmla="*/ 112761 h 133323"/>
                <a:gd name="connsiteX27" fmla="*/ 71396 w 144776"/>
                <a:gd name="connsiteY27" fmla="*/ 78250 h 133323"/>
                <a:gd name="connsiteX28" fmla="*/ 80559 w 144776"/>
                <a:gd name="connsiteY28" fmla="*/ 113646 h 133323"/>
                <a:gd name="connsiteX29" fmla="*/ 98274 w 144776"/>
                <a:gd name="connsiteY29" fmla="*/ 133408 h 133323"/>
                <a:gd name="connsiteX30" fmla="*/ 135537 w 144776"/>
                <a:gd name="connsiteY30" fmla="*/ 99782 h 133323"/>
                <a:gd name="connsiteX31" fmla="*/ 131261 w 144776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776" h="133323">
                  <a:moveTo>
                    <a:pt x="131261" y="97423"/>
                  </a:moveTo>
                  <a:cubicBezTo>
                    <a:pt x="128818" y="100077"/>
                    <a:pt x="127291" y="101847"/>
                    <a:pt x="124542" y="105387"/>
                  </a:cubicBezTo>
                  <a:cubicBezTo>
                    <a:pt x="117517" y="114236"/>
                    <a:pt x="113851" y="117185"/>
                    <a:pt x="110492" y="117185"/>
                  </a:cubicBezTo>
                  <a:cubicBezTo>
                    <a:pt x="105910" y="117185"/>
                    <a:pt x="103161" y="113351"/>
                    <a:pt x="101023" y="105092"/>
                  </a:cubicBezTo>
                  <a:cubicBezTo>
                    <a:pt x="100412" y="102732"/>
                    <a:pt x="100107" y="100962"/>
                    <a:pt x="99801" y="100077"/>
                  </a:cubicBezTo>
                  <a:cubicBezTo>
                    <a:pt x="92165" y="70286"/>
                    <a:pt x="88806" y="56718"/>
                    <a:pt x="88806" y="52293"/>
                  </a:cubicBezTo>
                  <a:cubicBezTo>
                    <a:pt x="102245" y="29581"/>
                    <a:pt x="113240" y="16603"/>
                    <a:pt x="118738" y="16603"/>
                  </a:cubicBezTo>
                  <a:cubicBezTo>
                    <a:pt x="120571" y="16603"/>
                    <a:pt x="123014" y="17488"/>
                    <a:pt x="126069" y="18962"/>
                  </a:cubicBezTo>
                  <a:cubicBezTo>
                    <a:pt x="129734" y="21027"/>
                    <a:pt x="131872" y="21617"/>
                    <a:pt x="134316" y="21617"/>
                  </a:cubicBezTo>
                  <a:cubicBezTo>
                    <a:pt x="140730" y="21617"/>
                    <a:pt x="145006" y="17193"/>
                    <a:pt x="145006" y="10998"/>
                  </a:cubicBezTo>
                  <a:cubicBezTo>
                    <a:pt x="145006" y="4804"/>
                    <a:pt x="139813" y="85"/>
                    <a:pt x="132483" y="85"/>
                  </a:cubicBezTo>
                  <a:cubicBezTo>
                    <a:pt x="119044" y="85"/>
                    <a:pt x="107437" y="10703"/>
                    <a:pt x="86362" y="42264"/>
                  </a:cubicBezTo>
                  <a:lnTo>
                    <a:pt x="83002" y="26041"/>
                  </a:lnTo>
                  <a:cubicBezTo>
                    <a:pt x="78726" y="5984"/>
                    <a:pt x="75366" y="85"/>
                    <a:pt x="67120" y="85"/>
                  </a:cubicBezTo>
                  <a:cubicBezTo>
                    <a:pt x="60400" y="85"/>
                    <a:pt x="50015" y="2739"/>
                    <a:pt x="31384" y="8639"/>
                  </a:cubicBezTo>
                  <a:lnTo>
                    <a:pt x="28024" y="9818"/>
                  </a:lnTo>
                  <a:lnTo>
                    <a:pt x="29246" y="14243"/>
                  </a:lnTo>
                  <a:cubicBezTo>
                    <a:pt x="40852" y="11588"/>
                    <a:pt x="43601" y="10998"/>
                    <a:pt x="46350" y="10998"/>
                  </a:cubicBezTo>
                  <a:cubicBezTo>
                    <a:pt x="53986" y="10998"/>
                    <a:pt x="55819" y="13653"/>
                    <a:pt x="60095" y="31351"/>
                  </a:cubicBezTo>
                  <a:lnTo>
                    <a:pt x="68952" y="67631"/>
                  </a:lnTo>
                  <a:lnTo>
                    <a:pt x="43907" y="102142"/>
                  </a:lnTo>
                  <a:cubicBezTo>
                    <a:pt x="37798" y="110991"/>
                    <a:pt x="31689" y="116300"/>
                    <a:pt x="28329" y="116300"/>
                  </a:cubicBezTo>
                  <a:cubicBezTo>
                    <a:pt x="26497" y="116300"/>
                    <a:pt x="23442" y="115415"/>
                    <a:pt x="20388" y="113646"/>
                  </a:cubicBezTo>
                  <a:cubicBezTo>
                    <a:pt x="16417" y="111581"/>
                    <a:pt x="13058" y="110696"/>
                    <a:pt x="10614" y="110696"/>
                  </a:cubicBezTo>
                  <a:cubicBezTo>
                    <a:pt x="4811" y="110696"/>
                    <a:pt x="229" y="115121"/>
                    <a:pt x="229" y="121020"/>
                  </a:cubicBezTo>
                  <a:cubicBezTo>
                    <a:pt x="229" y="128689"/>
                    <a:pt x="6338" y="133408"/>
                    <a:pt x="15501" y="133408"/>
                  </a:cubicBezTo>
                  <a:cubicBezTo>
                    <a:pt x="24970" y="133408"/>
                    <a:pt x="28635" y="130754"/>
                    <a:pt x="43907" y="112761"/>
                  </a:cubicBezTo>
                  <a:cubicBezTo>
                    <a:pt x="52153" y="103322"/>
                    <a:pt x="58567" y="95358"/>
                    <a:pt x="71396" y="78250"/>
                  </a:cubicBezTo>
                  <a:lnTo>
                    <a:pt x="80559" y="113646"/>
                  </a:lnTo>
                  <a:cubicBezTo>
                    <a:pt x="84530" y="128689"/>
                    <a:pt x="88500" y="133408"/>
                    <a:pt x="98274" y="133408"/>
                  </a:cubicBezTo>
                  <a:cubicBezTo>
                    <a:pt x="109881" y="133408"/>
                    <a:pt x="117822" y="126329"/>
                    <a:pt x="135537" y="99782"/>
                  </a:cubicBezTo>
                  <a:lnTo>
                    <a:pt x="131261" y="97423"/>
                  </a:ln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2F3F047-FEB5-2FC9-F788-8FD7CA6C805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750071" y="4835369"/>
              <a:ext cx="70861" cy="294963"/>
            </a:xfrm>
            <a:custGeom>
              <a:avLst/>
              <a:gdLst>
                <a:gd name="connsiteX0" fmla="*/ 71095 w 70861"/>
                <a:gd name="connsiteY0" fmla="*/ 147567 h 294963"/>
                <a:gd name="connsiteX1" fmla="*/ 50936 w 70861"/>
                <a:gd name="connsiteY1" fmla="*/ 55538 h 294963"/>
                <a:gd name="connsiteX2" fmla="*/ 3288 w 70861"/>
                <a:gd name="connsiteY2" fmla="*/ 85 h 294963"/>
                <a:gd name="connsiteX3" fmla="*/ 234 w 70861"/>
                <a:gd name="connsiteY3" fmla="*/ 3034 h 294963"/>
                <a:gd name="connsiteX4" fmla="*/ 6037 w 70861"/>
                <a:gd name="connsiteY4" fmla="*/ 9818 h 294963"/>
                <a:gd name="connsiteX5" fmla="*/ 53380 w 70861"/>
                <a:gd name="connsiteY5" fmla="*/ 147567 h 294963"/>
                <a:gd name="connsiteX6" fmla="*/ 4204 w 70861"/>
                <a:gd name="connsiteY6" fmla="*/ 287084 h 294963"/>
                <a:gd name="connsiteX7" fmla="*/ 234 w 70861"/>
                <a:gd name="connsiteY7" fmla="*/ 292099 h 294963"/>
                <a:gd name="connsiteX8" fmla="*/ 3288 w 70861"/>
                <a:gd name="connsiteY8" fmla="*/ 295048 h 294963"/>
                <a:gd name="connsiteX9" fmla="*/ 51852 w 70861"/>
                <a:gd name="connsiteY9" fmla="*/ 237530 h 294963"/>
                <a:gd name="connsiteX10" fmla="*/ 71095 w 70861"/>
                <a:gd name="connsiteY10" fmla="*/ 14756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861" h="294963">
                  <a:moveTo>
                    <a:pt x="71095" y="147567"/>
                  </a:moveTo>
                  <a:cubicBezTo>
                    <a:pt x="71095" y="124559"/>
                    <a:pt x="67735" y="88869"/>
                    <a:pt x="50936" y="55538"/>
                  </a:cubicBezTo>
                  <a:cubicBezTo>
                    <a:pt x="32610" y="19257"/>
                    <a:pt x="6342" y="85"/>
                    <a:pt x="3288" y="85"/>
                  </a:cubicBezTo>
                  <a:cubicBezTo>
                    <a:pt x="1455" y="85"/>
                    <a:pt x="234" y="1265"/>
                    <a:pt x="234" y="3034"/>
                  </a:cubicBezTo>
                  <a:cubicBezTo>
                    <a:pt x="234" y="3919"/>
                    <a:pt x="234" y="4509"/>
                    <a:pt x="6037" y="9818"/>
                  </a:cubicBezTo>
                  <a:cubicBezTo>
                    <a:pt x="35970" y="39020"/>
                    <a:pt x="53380" y="85919"/>
                    <a:pt x="53380" y="147567"/>
                  </a:cubicBezTo>
                  <a:cubicBezTo>
                    <a:pt x="53380" y="198005"/>
                    <a:pt x="42078" y="249919"/>
                    <a:pt x="4204" y="287084"/>
                  </a:cubicBezTo>
                  <a:cubicBezTo>
                    <a:pt x="234" y="290624"/>
                    <a:pt x="234" y="291214"/>
                    <a:pt x="234" y="292099"/>
                  </a:cubicBezTo>
                  <a:cubicBezTo>
                    <a:pt x="234" y="293868"/>
                    <a:pt x="1455" y="295048"/>
                    <a:pt x="3288" y="295048"/>
                  </a:cubicBezTo>
                  <a:cubicBezTo>
                    <a:pt x="6342" y="295048"/>
                    <a:pt x="33832" y="274991"/>
                    <a:pt x="51852" y="237530"/>
                  </a:cubicBezTo>
                  <a:cubicBezTo>
                    <a:pt x="67430" y="205084"/>
                    <a:pt x="71095" y="172343"/>
                    <a:pt x="71095" y="147567"/>
                  </a:cubicBez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F3D8881-F200-7233-1B57-09176DF5BBB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936843" y="4948340"/>
              <a:ext cx="203114" cy="69021"/>
            </a:xfrm>
            <a:custGeom>
              <a:avLst/>
              <a:gdLst>
                <a:gd name="connsiteX0" fmla="*/ 192970 w 203114"/>
                <a:gd name="connsiteY0" fmla="*/ 11883 h 69021"/>
                <a:gd name="connsiteX1" fmla="*/ 203355 w 203114"/>
                <a:gd name="connsiteY1" fmla="*/ 5984 h 69021"/>
                <a:gd name="connsiteX2" fmla="*/ 193275 w 203114"/>
                <a:gd name="connsiteY2" fmla="*/ 85 h 69021"/>
                <a:gd name="connsiteX3" fmla="*/ 10319 w 203114"/>
                <a:gd name="connsiteY3" fmla="*/ 85 h 69021"/>
                <a:gd name="connsiteX4" fmla="*/ 240 w 203114"/>
                <a:gd name="connsiteY4" fmla="*/ 5984 h 69021"/>
                <a:gd name="connsiteX5" fmla="*/ 10625 w 203114"/>
                <a:gd name="connsiteY5" fmla="*/ 11883 h 69021"/>
                <a:gd name="connsiteX6" fmla="*/ 192970 w 203114"/>
                <a:gd name="connsiteY6" fmla="*/ 11883 h 69021"/>
                <a:gd name="connsiteX7" fmla="*/ 193275 w 203114"/>
                <a:gd name="connsiteY7" fmla="*/ 69106 h 69021"/>
                <a:gd name="connsiteX8" fmla="*/ 203355 w 203114"/>
                <a:gd name="connsiteY8" fmla="*/ 63207 h 69021"/>
                <a:gd name="connsiteX9" fmla="*/ 192970 w 203114"/>
                <a:gd name="connsiteY9" fmla="*/ 57308 h 69021"/>
                <a:gd name="connsiteX10" fmla="*/ 10625 w 203114"/>
                <a:gd name="connsiteY10" fmla="*/ 57308 h 69021"/>
                <a:gd name="connsiteX11" fmla="*/ 240 w 203114"/>
                <a:gd name="connsiteY11" fmla="*/ 63207 h 69021"/>
                <a:gd name="connsiteX12" fmla="*/ 10319 w 203114"/>
                <a:gd name="connsiteY12" fmla="*/ 69106 h 69021"/>
                <a:gd name="connsiteX13" fmla="*/ 193275 w 203114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3114" h="69021">
                  <a:moveTo>
                    <a:pt x="192970" y="11883"/>
                  </a:moveTo>
                  <a:cubicBezTo>
                    <a:pt x="197551" y="11883"/>
                    <a:pt x="203355" y="11883"/>
                    <a:pt x="203355" y="5984"/>
                  </a:cubicBezTo>
                  <a:cubicBezTo>
                    <a:pt x="203355" y="85"/>
                    <a:pt x="197551" y="85"/>
                    <a:pt x="193275" y="85"/>
                  </a:cubicBezTo>
                  <a:lnTo>
                    <a:pt x="10319" y="85"/>
                  </a:lnTo>
                  <a:cubicBezTo>
                    <a:pt x="6043" y="85"/>
                    <a:pt x="240" y="85"/>
                    <a:pt x="240" y="5984"/>
                  </a:cubicBezTo>
                  <a:cubicBezTo>
                    <a:pt x="240" y="11883"/>
                    <a:pt x="6043" y="11883"/>
                    <a:pt x="10625" y="11883"/>
                  </a:cubicBezTo>
                  <a:lnTo>
                    <a:pt x="192970" y="11883"/>
                  </a:lnTo>
                  <a:close/>
                  <a:moveTo>
                    <a:pt x="193275" y="69106"/>
                  </a:moveTo>
                  <a:cubicBezTo>
                    <a:pt x="197551" y="69106"/>
                    <a:pt x="203355" y="69106"/>
                    <a:pt x="203355" y="63207"/>
                  </a:cubicBezTo>
                  <a:cubicBezTo>
                    <a:pt x="203355" y="57308"/>
                    <a:pt x="197551" y="57308"/>
                    <a:pt x="192970" y="57308"/>
                  </a:cubicBezTo>
                  <a:lnTo>
                    <a:pt x="10625" y="57308"/>
                  </a:lnTo>
                  <a:cubicBezTo>
                    <a:pt x="6043" y="57308"/>
                    <a:pt x="240" y="57308"/>
                    <a:pt x="240" y="63207"/>
                  </a:cubicBezTo>
                  <a:cubicBezTo>
                    <a:pt x="240" y="69106"/>
                    <a:pt x="6043" y="69106"/>
                    <a:pt x="10319" y="69106"/>
                  </a:cubicBezTo>
                  <a:lnTo>
                    <a:pt x="193275" y="69106"/>
                  </a:lnTo>
                  <a:close/>
                </a:path>
              </a:pathLst>
            </a:custGeom>
            <a:solidFill>
              <a:srgbClr val="FFFFFF"/>
            </a:solidFill>
            <a:ln w="30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67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16EB-2E69-3F71-A34E-19AACADE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0A92-255D-69EA-0F0F-3ABB86D9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83AD4-55CE-F1CE-3B39-CC8161840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510D-53B1-700C-3B38-6FAF10085493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0BE02-38BC-370A-1916-CDD9975EC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6" y="350783"/>
            <a:ext cx="97250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5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5983-186D-80DE-6DDB-B35B3BD1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424E-CB74-2861-4E84-ADB2B9B8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0A81-D868-2597-157C-C6375083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904ED-128F-E519-33FF-B59371B8ADDF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78D787-128C-E8F9-086B-BCD44D78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85762"/>
            <a:ext cx="96774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4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915D-1B6D-8C2E-5570-10EE8A4D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A3F2-64A5-8988-1F8B-1DB75512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B220F-CC92-B733-BA40-2425204A9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97B8A-CFE0-E139-5B7B-4A2C2AD634DE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494E3-DA01-A71E-ADC8-968AC3420CE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37836" y="142416"/>
            <a:ext cx="7716327" cy="6573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4DDE27-991E-D5F6-71BE-CC1E8B20D99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78777" y="4668070"/>
            <a:ext cx="6848475" cy="485775"/>
          </a:xfrm>
          <a:prstGeom prst="rect">
            <a:avLst/>
          </a:prstGeom>
          <a:ln>
            <a:solidFill>
              <a:srgbClr val="00B0F0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1C6FF7-8244-0D65-FF02-4B295BEC88FA}"/>
              </a:ext>
            </a:extLst>
          </p:cNvPr>
          <p:cNvCxnSpPr/>
          <p:nvPr/>
        </p:nvCxnSpPr>
        <p:spPr>
          <a:xfrm flipH="1" flipV="1">
            <a:off x="7626927" y="2213264"/>
            <a:ext cx="737755" cy="245480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59DBE9-0D21-8B6C-C94E-96123C8686AE}"/>
              </a:ext>
            </a:extLst>
          </p:cNvPr>
          <p:cNvCxnSpPr>
            <a:cxnSpLocks/>
          </p:cNvCxnSpPr>
          <p:nvPr/>
        </p:nvCxnSpPr>
        <p:spPr>
          <a:xfrm>
            <a:off x="7535056" y="2043404"/>
            <a:ext cx="0" cy="401262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87A272-49B5-0C0E-B9A1-1E634898B50B}"/>
              </a:ext>
            </a:extLst>
          </p:cNvPr>
          <p:cNvCxnSpPr>
            <a:cxnSpLocks/>
          </p:cNvCxnSpPr>
          <p:nvPr/>
        </p:nvCxnSpPr>
        <p:spPr>
          <a:xfrm flipH="1">
            <a:off x="3210080" y="2043404"/>
            <a:ext cx="4324976" cy="87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AF5567-F13D-A0D7-1EF5-C6D74788DE9F}"/>
                  </a:ext>
                </a:extLst>
              </p:cNvPr>
              <p:cNvSpPr txBox="1"/>
              <p:nvPr/>
            </p:nvSpPr>
            <p:spPr>
              <a:xfrm>
                <a:off x="3528010" y="1739300"/>
                <a:ext cx="1841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𝟓𝟒𝟑𝟎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AF5567-F13D-A0D7-1EF5-C6D74788D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010" y="1739300"/>
                <a:ext cx="1841656" cy="369332"/>
              </a:xfrm>
              <a:prstGeom prst="rect">
                <a:avLst/>
              </a:prstGeom>
              <a:blipFill>
                <a:blip r:embed="rId2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A44B29-5F1A-0290-CD2C-49C339373E11}"/>
                  </a:ext>
                </a:extLst>
              </p:cNvPr>
              <p:cNvSpPr txBox="1"/>
              <p:nvPr/>
            </p:nvSpPr>
            <p:spPr>
              <a:xfrm rot="16200000">
                <a:off x="6794997" y="3832155"/>
                <a:ext cx="1121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A44B29-5F1A-0290-CD2C-49C339373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94997" y="3832155"/>
                <a:ext cx="1121077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4C42DE1-1C3D-5CAA-B080-C5A22603FB31}"/>
              </a:ext>
            </a:extLst>
          </p:cNvPr>
          <p:cNvSpPr txBox="1"/>
          <p:nvPr/>
        </p:nvSpPr>
        <p:spPr>
          <a:xfrm>
            <a:off x="1948213" y="1032931"/>
            <a:ext cx="829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Velocity of parachute interpolated using Lagrange Interpolation formula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17C75-A151-A8CF-65A7-2BD4CD0A5C0A}"/>
              </a:ext>
            </a:extLst>
          </p:cNvPr>
          <p:cNvSpPr txBox="1"/>
          <p:nvPr/>
        </p:nvSpPr>
        <p:spPr>
          <a:xfrm rot="16200000">
            <a:off x="1805888" y="2891402"/>
            <a:ext cx="132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y-values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7FACD8-AAC3-41D0-E4F2-A9758CB767AC}"/>
              </a:ext>
            </a:extLst>
          </p:cNvPr>
          <p:cNvSpPr txBox="1"/>
          <p:nvPr/>
        </p:nvSpPr>
        <p:spPr>
          <a:xfrm>
            <a:off x="5433217" y="6199946"/>
            <a:ext cx="132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x-values</a:t>
            </a:r>
          </a:p>
        </p:txBody>
      </p:sp>
      <p:grpSp>
        <p:nvGrpSpPr>
          <p:cNvPr id="76" name="Group 7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bf{\Large \underline{Lagrange Interpolation}}&#10;\end{align*}&#10;}&#10;\end{document}" title="IguanaTex Shape Display">
            <a:extLst>
              <a:ext uri="{FF2B5EF4-FFF2-40B4-BE49-F238E27FC236}">
                <a16:creationId xmlns:a16="http://schemas.microsoft.com/office/drawing/2014/main" id="{347D3CB9-8457-710A-A863-84AF88913B5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337373" y="2255504"/>
            <a:ext cx="3285411" cy="344963"/>
            <a:chOff x="6237936" y="4286509"/>
            <a:chExt cx="3285411" cy="34496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41D9682-DDA8-0D5E-FE2E-FAAA333A7A5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244144" y="4291410"/>
              <a:ext cx="202245" cy="220868"/>
            </a:xfrm>
            <a:custGeom>
              <a:avLst/>
              <a:gdLst>
                <a:gd name="connsiteX0" fmla="*/ 202407 w 202245"/>
                <a:gd name="connsiteY0" fmla="*/ 146788 h 220868"/>
                <a:gd name="connsiteX1" fmla="*/ 192932 w 202245"/>
                <a:gd name="connsiteY1" fmla="*/ 146788 h 220868"/>
                <a:gd name="connsiteX2" fmla="*/ 164180 w 202245"/>
                <a:gd name="connsiteY2" fmla="*/ 192856 h 220868"/>
                <a:gd name="connsiteX3" fmla="*/ 107329 w 202245"/>
                <a:gd name="connsiteY3" fmla="*/ 210826 h 220868"/>
                <a:gd name="connsiteX4" fmla="*/ 81191 w 202245"/>
                <a:gd name="connsiteY4" fmla="*/ 192530 h 220868"/>
                <a:gd name="connsiteX5" fmla="*/ 81191 w 202245"/>
                <a:gd name="connsiteY5" fmla="*/ 38314 h 220868"/>
                <a:gd name="connsiteX6" fmla="*/ 114190 w 202245"/>
                <a:gd name="connsiteY6" fmla="*/ 8254 h 220868"/>
                <a:gd name="connsiteX7" fmla="*/ 114190 w 202245"/>
                <a:gd name="connsiteY7" fmla="*/ 86 h 220868"/>
                <a:gd name="connsiteX8" fmla="*/ 162 w 202245"/>
                <a:gd name="connsiteY8" fmla="*/ 86 h 220868"/>
                <a:gd name="connsiteX9" fmla="*/ 162 w 202245"/>
                <a:gd name="connsiteY9" fmla="*/ 8254 h 220868"/>
                <a:gd name="connsiteX10" fmla="*/ 28260 w 202245"/>
                <a:gd name="connsiteY10" fmla="*/ 31452 h 220868"/>
                <a:gd name="connsiteX11" fmla="*/ 28260 w 202245"/>
                <a:gd name="connsiteY11" fmla="*/ 189589 h 220868"/>
                <a:gd name="connsiteX12" fmla="*/ 162 w 202245"/>
                <a:gd name="connsiteY12" fmla="*/ 212787 h 220868"/>
                <a:gd name="connsiteX13" fmla="*/ 162 w 202245"/>
                <a:gd name="connsiteY13" fmla="*/ 220955 h 220868"/>
                <a:gd name="connsiteX14" fmla="*/ 189011 w 202245"/>
                <a:gd name="connsiteY14" fmla="*/ 220955 h 220868"/>
                <a:gd name="connsiteX15" fmla="*/ 202407 w 202245"/>
                <a:gd name="connsiteY15" fmla="*/ 146788 h 22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245" h="220868">
                  <a:moveTo>
                    <a:pt x="202407" y="146788"/>
                  </a:moveTo>
                  <a:lnTo>
                    <a:pt x="192932" y="146788"/>
                  </a:lnTo>
                  <a:cubicBezTo>
                    <a:pt x="182150" y="172272"/>
                    <a:pt x="175615" y="182401"/>
                    <a:pt x="164180" y="192856"/>
                  </a:cubicBezTo>
                  <a:cubicBezTo>
                    <a:pt x="150784" y="204945"/>
                    <a:pt x="132487" y="210826"/>
                    <a:pt x="107329" y="210826"/>
                  </a:cubicBezTo>
                  <a:cubicBezTo>
                    <a:pt x="87398" y="210826"/>
                    <a:pt x="81191" y="206579"/>
                    <a:pt x="81191" y="192530"/>
                  </a:cubicBezTo>
                  <a:lnTo>
                    <a:pt x="81191" y="38314"/>
                  </a:lnTo>
                  <a:cubicBezTo>
                    <a:pt x="81191" y="13809"/>
                    <a:pt x="85765" y="9561"/>
                    <a:pt x="114190" y="8254"/>
                  </a:cubicBezTo>
                  <a:lnTo>
                    <a:pt x="114190" y="86"/>
                  </a:lnTo>
                  <a:lnTo>
                    <a:pt x="162" y="86"/>
                  </a:lnTo>
                  <a:lnTo>
                    <a:pt x="162" y="8254"/>
                  </a:lnTo>
                  <a:cubicBezTo>
                    <a:pt x="22379" y="9561"/>
                    <a:pt x="28260" y="14789"/>
                    <a:pt x="28260" y="31452"/>
                  </a:cubicBezTo>
                  <a:lnTo>
                    <a:pt x="28260" y="189589"/>
                  </a:lnTo>
                  <a:cubicBezTo>
                    <a:pt x="28260" y="206252"/>
                    <a:pt x="24013" y="209846"/>
                    <a:pt x="162" y="212787"/>
                  </a:cubicBezTo>
                  <a:lnTo>
                    <a:pt x="162" y="220955"/>
                  </a:lnTo>
                  <a:lnTo>
                    <a:pt x="189011" y="220955"/>
                  </a:lnTo>
                  <a:lnTo>
                    <a:pt x="202407" y="146788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9FA30E3-8A84-65D5-5021-6D9120CF953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64847" y="4357735"/>
              <a:ext cx="151275" cy="159116"/>
            </a:xfrm>
            <a:custGeom>
              <a:avLst/>
              <a:gdLst>
                <a:gd name="connsiteX0" fmla="*/ 146546 w 151275"/>
                <a:gd name="connsiteY0" fmla="*/ 133718 h 159116"/>
                <a:gd name="connsiteX1" fmla="*/ 143279 w 151275"/>
                <a:gd name="connsiteY1" fmla="*/ 136986 h 159116"/>
                <a:gd name="connsiteX2" fmla="*/ 139685 w 151275"/>
                <a:gd name="connsiteY2" fmla="*/ 138293 h 159116"/>
                <a:gd name="connsiteX3" fmla="*/ 132823 w 151275"/>
                <a:gd name="connsiteY3" fmla="*/ 130124 h 159116"/>
                <a:gd name="connsiteX4" fmla="*/ 132823 w 151275"/>
                <a:gd name="connsiteY4" fmla="*/ 44848 h 159116"/>
                <a:gd name="connsiteX5" fmla="*/ 68131 w 151275"/>
                <a:gd name="connsiteY5" fmla="*/ 86 h 159116"/>
                <a:gd name="connsiteX6" fmla="*/ 6379 w 151275"/>
                <a:gd name="connsiteY6" fmla="*/ 41254 h 159116"/>
                <a:gd name="connsiteX7" fmla="*/ 27617 w 151275"/>
                <a:gd name="connsiteY7" fmla="*/ 62818 h 159116"/>
                <a:gd name="connsiteX8" fmla="*/ 49834 w 151275"/>
                <a:gd name="connsiteY8" fmla="*/ 43868 h 159116"/>
                <a:gd name="connsiteX9" fmla="*/ 43953 w 151275"/>
                <a:gd name="connsiteY9" fmla="*/ 29819 h 159116"/>
                <a:gd name="connsiteX10" fmla="*/ 40032 w 151275"/>
                <a:gd name="connsiteY10" fmla="*/ 22631 h 159116"/>
                <a:gd name="connsiteX11" fmla="*/ 60616 w 151275"/>
                <a:gd name="connsiteY11" fmla="*/ 10542 h 159116"/>
                <a:gd name="connsiteX12" fmla="*/ 88061 w 151275"/>
                <a:gd name="connsiteY12" fmla="*/ 39294 h 159116"/>
                <a:gd name="connsiteX13" fmla="*/ 88061 w 151275"/>
                <a:gd name="connsiteY13" fmla="*/ 63145 h 159116"/>
                <a:gd name="connsiteX14" fmla="*/ 21082 w 151275"/>
                <a:gd name="connsiteY14" fmla="*/ 89610 h 159116"/>
                <a:gd name="connsiteX15" fmla="*/ 171 w 151275"/>
                <a:gd name="connsiteY15" fmla="*/ 124570 h 159116"/>
                <a:gd name="connsiteX16" fmla="*/ 36438 w 151275"/>
                <a:gd name="connsiteY16" fmla="*/ 159203 h 159116"/>
                <a:gd name="connsiteX17" fmla="*/ 88061 w 151275"/>
                <a:gd name="connsiteY17" fmla="*/ 136332 h 159116"/>
                <a:gd name="connsiteX18" fmla="*/ 114853 w 151275"/>
                <a:gd name="connsiteY18" fmla="*/ 159203 h 159116"/>
                <a:gd name="connsiteX19" fmla="*/ 151447 w 151275"/>
                <a:gd name="connsiteY19" fmla="*/ 140580 h 159116"/>
                <a:gd name="connsiteX20" fmla="*/ 146546 w 151275"/>
                <a:gd name="connsiteY20" fmla="*/ 133718 h 159116"/>
                <a:gd name="connsiteX21" fmla="*/ 87735 w 151275"/>
                <a:gd name="connsiteY21" fmla="*/ 121956 h 159116"/>
                <a:gd name="connsiteX22" fmla="*/ 64537 w 151275"/>
                <a:gd name="connsiteY22" fmla="*/ 136005 h 159116"/>
                <a:gd name="connsiteX23" fmla="*/ 47874 w 151275"/>
                <a:gd name="connsiteY23" fmla="*/ 114115 h 159116"/>
                <a:gd name="connsiteX24" fmla="*/ 87735 w 151275"/>
                <a:gd name="connsiteY24" fmla="*/ 74580 h 159116"/>
                <a:gd name="connsiteX25" fmla="*/ 87735 w 151275"/>
                <a:gd name="connsiteY25" fmla="*/ 121956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1275" h="159116">
                  <a:moveTo>
                    <a:pt x="146546" y="133718"/>
                  </a:moveTo>
                  <a:lnTo>
                    <a:pt x="143279" y="136986"/>
                  </a:lnTo>
                  <a:cubicBezTo>
                    <a:pt x="142298" y="137966"/>
                    <a:pt x="141318" y="138293"/>
                    <a:pt x="139685" y="138293"/>
                  </a:cubicBezTo>
                  <a:cubicBezTo>
                    <a:pt x="135110" y="138293"/>
                    <a:pt x="132823" y="135352"/>
                    <a:pt x="132823" y="130124"/>
                  </a:cubicBezTo>
                  <a:lnTo>
                    <a:pt x="132823" y="44848"/>
                  </a:lnTo>
                  <a:cubicBezTo>
                    <a:pt x="132823" y="17403"/>
                    <a:pt x="107992" y="86"/>
                    <a:pt x="68131" y="86"/>
                  </a:cubicBezTo>
                  <a:cubicBezTo>
                    <a:pt x="31211" y="86"/>
                    <a:pt x="6379" y="16749"/>
                    <a:pt x="6379" y="41254"/>
                  </a:cubicBezTo>
                  <a:cubicBezTo>
                    <a:pt x="6379" y="54650"/>
                    <a:pt x="14221" y="62818"/>
                    <a:pt x="27617" y="62818"/>
                  </a:cubicBezTo>
                  <a:cubicBezTo>
                    <a:pt x="40686" y="62818"/>
                    <a:pt x="49834" y="54977"/>
                    <a:pt x="49834" y="43868"/>
                  </a:cubicBezTo>
                  <a:cubicBezTo>
                    <a:pt x="49834" y="39294"/>
                    <a:pt x="47874" y="35046"/>
                    <a:pt x="43953" y="29819"/>
                  </a:cubicBezTo>
                  <a:cubicBezTo>
                    <a:pt x="41012" y="26551"/>
                    <a:pt x="40032" y="24591"/>
                    <a:pt x="40032" y="22631"/>
                  </a:cubicBezTo>
                  <a:cubicBezTo>
                    <a:pt x="40032" y="15769"/>
                    <a:pt x="49181" y="10542"/>
                    <a:pt x="60616" y="10542"/>
                  </a:cubicBezTo>
                  <a:cubicBezTo>
                    <a:pt x="79566" y="10542"/>
                    <a:pt x="88061" y="19363"/>
                    <a:pt x="88061" y="39294"/>
                  </a:cubicBezTo>
                  <a:lnTo>
                    <a:pt x="88061" y="63145"/>
                  </a:lnTo>
                  <a:cubicBezTo>
                    <a:pt x="49181" y="74907"/>
                    <a:pt x="33171" y="81442"/>
                    <a:pt x="21082" y="89610"/>
                  </a:cubicBezTo>
                  <a:cubicBezTo>
                    <a:pt x="7033" y="99412"/>
                    <a:pt x="171" y="110521"/>
                    <a:pt x="171" y="124570"/>
                  </a:cubicBezTo>
                  <a:cubicBezTo>
                    <a:pt x="171" y="144500"/>
                    <a:pt x="15528" y="159203"/>
                    <a:pt x="36438" y="159203"/>
                  </a:cubicBezTo>
                  <a:cubicBezTo>
                    <a:pt x="55062" y="159203"/>
                    <a:pt x="70091" y="152669"/>
                    <a:pt x="88061" y="136332"/>
                  </a:cubicBezTo>
                  <a:cubicBezTo>
                    <a:pt x="91655" y="152995"/>
                    <a:pt x="98843" y="159203"/>
                    <a:pt x="114853" y="159203"/>
                  </a:cubicBezTo>
                  <a:cubicBezTo>
                    <a:pt x="128902" y="159203"/>
                    <a:pt x="139031" y="153976"/>
                    <a:pt x="151447" y="140580"/>
                  </a:cubicBezTo>
                  <a:lnTo>
                    <a:pt x="146546" y="133718"/>
                  </a:lnTo>
                  <a:close/>
                  <a:moveTo>
                    <a:pt x="87735" y="121956"/>
                  </a:moveTo>
                  <a:cubicBezTo>
                    <a:pt x="78913" y="132085"/>
                    <a:pt x="72378" y="136005"/>
                    <a:pt x="64537" y="136005"/>
                  </a:cubicBezTo>
                  <a:cubicBezTo>
                    <a:pt x="54735" y="136005"/>
                    <a:pt x="47874" y="127184"/>
                    <a:pt x="47874" y="114115"/>
                  </a:cubicBezTo>
                  <a:cubicBezTo>
                    <a:pt x="47874" y="95164"/>
                    <a:pt x="61596" y="81442"/>
                    <a:pt x="87735" y="74580"/>
                  </a:cubicBezTo>
                  <a:lnTo>
                    <a:pt x="87735" y="121956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C2E8D0E-CAE1-437D-0134-A3CCEC1D95B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629804" y="4357735"/>
              <a:ext cx="148661" cy="221848"/>
            </a:xfrm>
            <a:custGeom>
              <a:avLst/>
              <a:gdLst>
                <a:gd name="connsiteX0" fmla="*/ 148513 w 148661"/>
                <a:gd name="connsiteY0" fmla="*/ 24591 h 221848"/>
                <a:gd name="connsiteX1" fmla="*/ 148513 w 148661"/>
                <a:gd name="connsiteY1" fmla="*/ 7274 h 221848"/>
                <a:gd name="connsiteX2" fmla="*/ 106039 w 148661"/>
                <a:gd name="connsiteY2" fmla="*/ 7274 h 221848"/>
                <a:gd name="connsiteX3" fmla="*/ 69445 w 148661"/>
                <a:gd name="connsiteY3" fmla="*/ 86 h 221848"/>
                <a:gd name="connsiteX4" fmla="*/ 3119 w 148661"/>
                <a:gd name="connsiteY4" fmla="*/ 52690 h 221848"/>
                <a:gd name="connsiteX5" fmla="*/ 14881 w 148661"/>
                <a:gd name="connsiteY5" fmla="*/ 83729 h 221848"/>
                <a:gd name="connsiteX6" fmla="*/ 43633 w 148661"/>
                <a:gd name="connsiteY6" fmla="*/ 102352 h 221848"/>
                <a:gd name="connsiteX7" fmla="*/ 4753 w 148661"/>
                <a:gd name="connsiteY7" fmla="*/ 140580 h 221848"/>
                <a:gd name="connsiteX8" fmla="*/ 31544 w 148661"/>
                <a:gd name="connsiteY8" fmla="*/ 167371 h 221848"/>
                <a:gd name="connsiteX9" fmla="*/ 179 w 148661"/>
                <a:gd name="connsiteY9" fmla="*/ 191876 h 221848"/>
                <a:gd name="connsiteX10" fmla="*/ 65851 w 148661"/>
                <a:gd name="connsiteY10" fmla="*/ 221935 h 221848"/>
                <a:gd name="connsiteX11" fmla="*/ 148840 w 148661"/>
                <a:gd name="connsiteY11" fmla="*/ 172599 h 221848"/>
                <a:gd name="connsiteX12" fmla="*/ 95257 w 148661"/>
                <a:gd name="connsiteY12" fmla="*/ 132411 h 221848"/>
                <a:gd name="connsiteX13" fmla="*/ 74019 w 148661"/>
                <a:gd name="connsiteY13" fmla="*/ 132411 h 221848"/>
                <a:gd name="connsiteX14" fmla="*/ 41346 w 148661"/>
                <a:gd name="connsiteY14" fmla="*/ 120976 h 221848"/>
                <a:gd name="connsiteX15" fmla="*/ 63564 w 148661"/>
                <a:gd name="connsiteY15" fmla="*/ 103986 h 221848"/>
                <a:gd name="connsiteX16" fmla="*/ 78267 w 148661"/>
                <a:gd name="connsiteY16" fmla="*/ 104313 h 221848"/>
                <a:gd name="connsiteX17" fmla="*/ 112900 w 148661"/>
                <a:gd name="connsiteY17" fmla="*/ 95818 h 221848"/>
                <a:gd name="connsiteX18" fmla="*/ 135118 w 148661"/>
                <a:gd name="connsiteY18" fmla="*/ 56610 h 221848"/>
                <a:gd name="connsiteX19" fmla="*/ 122048 w 148661"/>
                <a:gd name="connsiteY19" fmla="*/ 24591 h 221848"/>
                <a:gd name="connsiteX20" fmla="*/ 148513 w 148661"/>
                <a:gd name="connsiteY20" fmla="*/ 24591 h 221848"/>
                <a:gd name="connsiteX21" fmla="*/ 96890 w 148661"/>
                <a:gd name="connsiteY21" fmla="*/ 171619 h 221848"/>
                <a:gd name="connsiteX22" fmla="*/ 123029 w 148661"/>
                <a:gd name="connsiteY22" fmla="*/ 187955 h 221848"/>
                <a:gd name="connsiteX23" fmla="*/ 72712 w 148661"/>
                <a:gd name="connsiteY23" fmla="*/ 211480 h 221848"/>
                <a:gd name="connsiteX24" fmla="*/ 28931 w 148661"/>
                <a:gd name="connsiteY24" fmla="*/ 189589 h 221848"/>
                <a:gd name="connsiteX25" fmla="*/ 40366 w 148661"/>
                <a:gd name="connsiteY25" fmla="*/ 171619 h 221848"/>
                <a:gd name="connsiteX26" fmla="*/ 96890 w 148661"/>
                <a:gd name="connsiteY26" fmla="*/ 171619 h 221848"/>
                <a:gd name="connsiteX27" fmla="*/ 69445 w 148661"/>
                <a:gd name="connsiteY27" fmla="*/ 10215 h 221848"/>
                <a:gd name="connsiteX28" fmla="*/ 91009 w 148661"/>
                <a:gd name="connsiteY28" fmla="*/ 53016 h 221848"/>
                <a:gd name="connsiteX29" fmla="*/ 69445 w 148661"/>
                <a:gd name="connsiteY29" fmla="*/ 95164 h 221848"/>
                <a:gd name="connsiteX30" fmla="*/ 47881 w 148661"/>
                <a:gd name="connsiteY30" fmla="*/ 53016 h 221848"/>
                <a:gd name="connsiteX31" fmla="*/ 69445 w 148661"/>
                <a:gd name="connsiteY31" fmla="*/ 10215 h 22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661" h="221848">
                  <a:moveTo>
                    <a:pt x="148513" y="24591"/>
                  </a:moveTo>
                  <a:lnTo>
                    <a:pt x="148513" y="7274"/>
                  </a:lnTo>
                  <a:lnTo>
                    <a:pt x="106039" y="7274"/>
                  </a:lnTo>
                  <a:cubicBezTo>
                    <a:pt x="91663" y="2047"/>
                    <a:pt x="82514" y="86"/>
                    <a:pt x="69445" y="86"/>
                  </a:cubicBezTo>
                  <a:cubicBezTo>
                    <a:pt x="30564" y="86"/>
                    <a:pt x="3119" y="21650"/>
                    <a:pt x="3119" y="52690"/>
                  </a:cubicBezTo>
                  <a:cubicBezTo>
                    <a:pt x="3119" y="63798"/>
                    <a:pt x="7367" y="74580"/>
                    <a:pt x="14881" y="83729"/>
                  </a:cubicBezTo>
                  <a:cubicBezTo>
                    <a:pt x="22069" y="91570"/>
                    <a:pt x="28277" y="95818"/>
                    <a:pt x="43633" y="102352"/>
                  </a:cubicBezTo>
                  <a:cubicBezTo>
                    <a:pt x="17822" y="111174"/>
                    <a:pt x="4753" y="123590"/>
                    <a:pt x="4753" y="140580"/>
                  </a:cubicBezTo>
                  <a:cubicBezTo>
                    <a:pt x="4753" y="153976"/>
                    <a:pt x="10634" y="159857"/>
                    <a:pt x="31544" y="167371"/>
                  </a:cubicBezTo>
                  <a:cubicBezTo>
                    <a:pt x="10961" y="170312"/>
                    <a:pt x="179" y="178480"/>
                    <a:pt x="179" y="191876"/>
                  </a:cubicBezTo>
                  <a:cubicBezTo>
                    <a:pt x="179" y="210826"/>
                    <a:pt x="24683" y="221935"/>
                    <a:pt x="65851" y="221935"/>
                  </a:cubicBezTo>
                  <a:cubicBezTo>
                    <a:pt x="120088" y="221935"/>
                    <a:pt x="148840" y="204945"/>
                    <a:pt x="148840" y="172599"/>
                  </a:cubicBezTo>
                  <a:cubicBezTo>
                    <a:pt x="148840" y="147441"/>
                    <a:pt x="128583" y="132411"/>
                    <a:pt x="95257" y="132411"/>
                  </a:cubicBezTo>
                  <a:lnTo>
                    <a:pt x="74019" y="132411"/>
                  </a:lnTo>
                  <a:cubicBezTo>
                    <a:pt x="47881" y="132411"/>
                    <a:pt x="41346" y="130124"/>
                    <a:pt x="41346" y="120976"/>
                  </a:cubicBezTo>
                  <a:cubicBezTo>
                    <a:pt x="41346" y="111174"/>
                    <a:pt x="50495" y="103986"/>
                    <a:pt x="63564" y="103986"/>
                  </a:cubicBezTo>
                  <a:lnTo>
                    <a:pt x="78267" y="104313"/>
                  </a:lnTo>
                  <a:cubicBezTo>
                    <a:pt x="93623" y="104313"/>
                    <a:pt x="101791" y="102352"/>
                    <a:pt x="112900" y="95818"/>
                  </a:cubicBezTo>
                  <a:cubicBezTo>
                    <a:pt x="127603" y="87323"/>
                    <a:pt x="135118" y="73927"/>
                    <a:pt x="135118" y="56610"/>
                  </a:cubicBezTo>
                  <a:cubicBezTo>
                    <a:pt x="135118" y="43541"/>
                    <a:pt x="131197" y="33739"/>
                    <a:pt x="122048" y="24591"/>
                  </a:cubicBezTo>
                  <a:lnTo>
                    <a:pt x="148513" y="24591"/>
                  </a:lnTo>
                  <a:close/>
                  <a:moveTo>
                    <a:pt x="96890" y="171619"/>
                  </a:moveTo>
                  <a:cubicBezTo>
                    <a:pt x="114534" y="171619"/>
                    <a:pt x="123029" y="177173"/>
                    <a:pt x="123029" y="187955"/>
                  </a:cubicBezTo>
                  <a:cubicBezTo>
                    <a:pt x="123029" y="202985"/>
                    <a:pt x="105058" y="211480"/>
                    <a:pt x="72712" y="211480"/>
                  </a:cubicBezTo>
                  <a:cubicBezTo>
                    <a:pt x="43960" y="211480"/>
                    <a:pt x="28931" y="203965"/>
                    <a:pt x="28931" y="189589"/>
                  </a:cubicBezTo>
                  <a:cubicBezTo>
                    <a:pt x="28931" y="182728"/>
                    <a:pt x="31218" y="179134"/>
                    <a:pt x="40366" y="171619"/>
                  </a:cubicBezTo>
                  <a:lnTo>
                    <a:pt x="96890" y="171619"/>
                  </a:lnTo>
                  <a:close/>
                  <a:moveTo>
                    <a:pt x="69445" y="10215"/>
                  </a:moveTo>
                  <a:cubicBezTo>
                    <a:pt x="84801" y="10215"/>
                    <a:pt x="91009" y="22631"/>
                    <a:pt x="91009" y="53016"/>
                  </a:cubicBezTo>
                  <a:cubicBezTo>
                    <a:pt x="91009" y="83402"/>
                    <a:pt x="84801" y="95164"/>
                    <a:pt x="69445" y="95164"/>
                  </a:cubicBezTo>
                  <a:cubicBezTo>
                    <a:pt x="53762" y="95164"/>
                    <a:pt x="47881" y="83402"/>
                    <a:pt x="47881" y="53016"/>
                  </a:cubicBezTo>
                  <a:cubicBezTo>
                    <a:pt x="47881" y="22304"/>
                    <a:pt x="54089" y="10215"/>
                    <a:pt x="69445" y="10215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592A255-C31F-6F7C-6515-2929E73ED0B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794108" y="4357735"/>
              <a:ext cx="132325" cy="154542"/>
            </a:xfrm>
            <a:custGeom>
              <a:avLst/>
              <a:gdLst>
                <a:gd name="connsiteX0" fmla="*/ 61937 w 132325"/>
                <a:gd name="connsiteY0" fmla="*/ 4007 h 154542"/>
                <a:gd name="connsiteX1" fmla="*/ 186 w 132325"/>
                <a:gd name="connsiteY1" fmla="*/ 4007 h 154542"/>
                <a:gd name="connsiteX2" fmla="*/ 186 w 132325"/>
                <a:gd name="connsiteY2" fmla="*/ 11849 h 154542"/>
                <a:gd name="connsiteX3" fmla="*/ 17829 w 132325"/>
                <a:gd name="connsiteY3" fmla="*/ 31126 h 154542"/>
                <a:gd name="connsiteX4" fmla="*/ 17829 w 132325"/>
                <a:gd name="connsiteY4" fmla="*/ 127184 h 154542"/>
                <a:gd name="connsiteX5" fmla="*/ 186 w 132325"/>
                <a:gd name="connsiteY5" fmla="*/ 146788 h 154542"/>
                <a:gd name="connsiteX6" fmla="*/ 186 w 132325"/>
                <a:gd name="connsiteY6" fmla="*/ 154629 h 154542"/>
                <a:gd name="connsiteX7" fmla="*/ 87096 w 132325"/>
                <a:gd name="connsiteY7" fmla="*/ 154629 h 154542"/>
                <a:gd name="connsiteX8" fmla="*/ 87096 w 132325"/>
                <a:gd name="connsiteY8" fmla="*/ 146788 h 154542"/>
                <a:gd name="connsiteX9" fmla="*/ 63244 w 132325"/>
                <a:gd name="connsiteY9" fmla="*/ 120976 h 154542"/>
                <a:gd name="connsiteX10" fmla="*/ 63244 w 132325"/>
                <a:gd name="connsiteY10" fmla="*/ 59224 h 154542"/>
                <a:gd name="connsiteX11" fmla="*/ 83175 w 132325"/>
                <a:gd name="connsiteY11" fmla="*/ 28185 h 154542"/>
                <a:gd name="connsiteX12" fmla="*/ 92323 w 132325"/>
                <a:gd name="connsiteY12" fmla="*/ 35700 h 154542"/>
                <a:gd name="connsiteX13" fmla="*/ 111927 w 132325"/>
                <a:gd name="connsiteY13" fmla="*/ 47462 h 154542"/>
                <a:gd name="connsiteX14" fmla="*/ 132511 w 132325"/>
                <a:gd name="connsiteY14" fmla="*/ 25571 h 154542"/>
                <a:gd name="connsiteX15" fmla="*/ 106046 w 132325"/>
                <a:gd name="connsiteY15" fmla="*/ 86 h 154542"/>
                <a:gd name="connsiteX16" fmla="*/ 61937 w 132325"/>
                <a:gd name="connsiteY16" fmla="*/ 30799 h 154542"/>
                <a:gd name="connsiteX17" fmla="*/ 61937 w 132325"/>
                <a:gd name="connsiteY17" fmla="*/ 4007 h 154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325" h="154542">
                  <a:moveTo>
                    <a:pt x="61937" y="4007"/>
                  </a:moveTo>
                  <a:lnTo>
                    <a:pt x="186" y="4007"/>
                  </a:lnTo>
                  <a:lnTo>
                    <a:pt x="186" y="11849"/>
                  </a:lnTo>
                  <a:cubicBezTo>
                    <a:pt x="14235" y="13809"/>
                    <a:pt x="17829" y="18056"/>
                    <a:pt x="17829" y="31126"/>
                  </a:cubicBezTo>
                  <a:lnTo>
                    <a:pt x="17829" y="127184"/>
                  </a:lnTo>
                  <a:cubicBezTo>
                    <a:pt x="17829" y="140580"/>
                    <a:pt x="14562" y="144174"/>
                    <a:pt x="186" y="146788"/>
                  </a:cubicBezTo>
                  <a:lnTo>
                    <a:pt x="186" y="154629"/>
                  </a:lnTo>
                  <a:lnTo>
                    <a:pt x="87096" y="154629"/>
                  </a:lnTo>
                  <a:lnTo>
                    <a:pt x="87096" y="146788"/>
                  </a:lnTo>
                  <a:cubicBezTo>
                    <a:pt x="67165" y="145481"/>
                    <a:pt x="63244" y="141233"/>
                    <a:pt x="63244" y="120976"/>
                  </a:cubicBezTo>
                  <a:lnTo>
                    <a:pt x="63244" y="59224"/>
                  </a:lnTo>
                  <a:cubicBezTo>
                    <a:pt x="63244" y="42234"/>
                    <a:pt x="72393" y="28185"/>
                    <a:pt x="83175" y="28185"/>
                  </a:cubicBezTo>
                  <a:cubicBezTo>
                    <a:pt x="85789" y="28185"/>
                    <a:pt x="88729" y="30472"/>
                    <a:pt x="92323" y="35700"/>
                  </a:cubicBezTo>
                  <a:cubicBezTo>
                    <a:pt x="98531" y="44521"/>
                    <a:pt x="103432" y="47462"/>
                    <a:pt x="111927" y="47462"/>
                  </a:cubicBezTo>
                  <a:cubicBezTo>
                    <a:pt x="124016" y="47462"/>
                    <a:pt x="132511" y="38314"/>
                    <a:pt x="132511" y="25571"/>
                  </a:cubicBezTo>
                  <a:cubicBezTo>
                    <a:pt x="132511" y="10868"/>
                    <a:pt x="121402" y="86"/>
                    <a:pt x="106046" y="86"/>
                  </a:cubicBezTo>
                  <a:cubicBezTo>
                    <a:pt x="89709" y="86"/>
                    <a:pt x="77294" y="8908"/>
                    <a:pt x="61937" y="30799"/>
                  </a:cubicBezTo>
                  <a:lnTo>
                    <a:pt x="61937" y="4007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E07EE6E-5F69-6A44-331F-F57C7C4129F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938411" y="4357735"/>
              <a:ext cx="151275" cy="159116"/>
            </a:xfrm>
            <a:custGeom>
              <a:avLst/>
              <a:gdLst>
                <a:gd name="connsiteX0" fmla="*/ 146567 w 151275"/>
                <a:gd name="connsiteY0" fmla="*/ 133718 h 159116"/>
                <a:gd name="connsiteX1" fmla="*/ 143299 w 151275"/>
                <a:gd name="connsiteY1" fmla="*/ 136986 h 159116"/>
                <a:gd name="connsiteX2" fmla="*/ 139705 w 151275"/>
                <a:gd name="connsiteY2" fmla="*/ 138293 h 159116"/>
                <a:gd name="connsiteX3" fmla="*/ 132844 w 151275"/>
                <a:gd name="connsiteY3" fmla="*/ 130124 h 159116"/>
                <a:gd name="connsiteX4" fmla="*/ 132844 w 151275"/>
                <a:gd name="connsiteY4" fmla="*/ 44848 h 159116"/>
                <a:gd name="connsiteX5" fmla="*/ 68152 w 151275"/>
                <a:gd name="connsiteY5" fmla="*/ 86 h 159116"/>
                <a:gd name="connsiteX6" fmla="*/ 6400 w 151275"/>
                <a:gd name="connsiteY6" fmla="*/ 41254 h 159116"/>
                <a:gd name="connsiteX7" fmla="*/ 27637 w 151275"/>
                <a:gd name="connsiteY7" fmla="*/ 62818 h 159116"/>
                <a:gd name="connsiteX8" fmla="*/ 49855 w 151275"/>
                <a:gd name="connsiteY8" fmla="*/ 43868 h 159116"/>
                <a:gd name="connsiteX9" fmla="*/ 43974 w 151275"/>
                <a:gd name="connsiteY9" fmla="*/ 29819 h 159116"/>
                <a:gd name="connsiteX10" fmla="*/ 40053 w 151275"/>
                <a:gd name="connsiteY10" fmla="*/ 22631 h 159116"/>
                <a:gd name="connsiteX11" fmla="*/ 60637 w 151275"/>
                <a:gd name="connsiteY11" fmla="*/ 10542 h 159116"/>
                <a:gd name="connsiteX12" fmla="*/ 88082 w 151275"/>
                <a:gd name="connsiteY12" fmla="*/ 39294 h 159116"/>
                <a:gd name="connsiteX13" fmla="*/ 88082 w 151275"/>
                <a:gd name="connsiteY13" fmla="*/ 63145 h 159116"/>
                <a:gd name="connsiteX14" fmla="*/ 21103 w 151275"/>
                <a:gd name="connsiteY14" fmla="*/ 89610 h 159116"/>
                <a:gd name="connsiteX15" fmla="*/ 192 w 151275"/>
                <a:gd name="connsiteY15" fmla="*/ 124570 h 159116"/>
                <a:gd name="connsiteX16" fmla="*/ 36459 w 151275"/>
                <a:gd name="connsiteY16" fmla="*/ 159203 h 159116"/>
                <a:gd name="connsiteX17" fmla="*/ 88082 w 151275"/>
                <a:gd name="connsiteY17" fmla="*/ 136332 h 159116"/>
                <a:gd name="connsiteX18" fmla="*/ 114874 w 151275"/>
                <a:gd name="connsiteY18" fmla="*/ 159203 h 159116"/>
                <a:gd name="connsiteX19" fmla="*/ 151467 w 151275"/>
                <a:gd name="connsiteY19" fmla="*/ 140580 h 159116"/>
                <a:gd name="connsiteX20" fmla="*/ 146567 w 151275"/>
                <a:gd name="connsiteY20" fmla="*/ 133718 h 159116"/>
                <a:gd name="connsiteX21" fmla="*/ 87755 w 151275"/>
                <a:gd name="connsiteY21" fmla="*/ 121956 h 159116"/>
                <a:gd name="connsiteX22" fmla="*/ 64558 w 151275"/>
                <a:gd name="connsiteY22" fmla="*/ 136005 h 159116"/>
                <a:gd name="connsiteX23" fmla="*/ 47894 w 151275"/>
                <a:gd name="connsiteY23" fmla="*/ 114115 h 159116"/>
                <a:gd name="connsiteX24" fmla="*/ 87755 w 151275"/>
                <a:gd name="connsiteY24" fmla="*/ 74580 h 159116"/>
                <a:gd name="connsiteX25" fmla="*/ 87755 w 151275"/>
                <a:gd name="connsiteY25" fmla="*/ 121956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1275" h="159116">
                  <a:moveTo>
                    <a:pt x="146567" y="133718"/>
                  </a:moveTo>
                  <a:lnTo>
                    <a:pt x="143299" y="136986"/>
                  </a:lnTo>
                  <a:cubicBezTo>
                    <a:pt x="142319" y="137966"/>
                    <a:pt x="141339" y="138293"/>
                    <a:pt x="139705" y="138293"/>
                  </a:cubicBezTo>
                  <a:cubicBezTo>
                    <a:pt x="135131" y="138293"/>
                    <a:pt x="132844" y="135352"/>
                    <a:pt x="132844" y="130124"/>
                  </a:cubicBezTo>
                  <a:lnTo>
                    <a:pt x="132844" y="44848"/>
                  </a:lnTo>
                  <a:cubicBezTo>
                    <a:pt x="132844" y="17403"/>
                    <a:pt x="108013" y="86"/>
                    <a:pt x="68152" y="86"/>
                  </a:cubicBezTo>
                  <a:cubicBezTo>
                    <a:pt x="31231" y="86"/>
                    <a:pt x="6400" y="16749"/>
                    <a:pt x="6400" y="41254"/>
                  </a:cubicBezTo>
                  <a:cubicBezTo>
                    <a:pt x="6400" y="54650"/>
                    <a:pt x="14241" y="62818"/>
                    <a:pt x="27637" y="62818"/>
                  </a:cubicBezTo>
                  <a:cubicBezTo>
                    <a:pt x="40706" y="62818"/>
                    <a:pt x="49855" y="54977"/>
                    <a:pt x="49855" y="43868"/>
                  </a:cubicBezTo>
                  <a:cubicBezTo>
                    <a:pt x="49855" y="39294"/>
                    <a:pt x="47894" y="35046"/>
                    <a:pt x="43974" y="29819"/>
                  </a:cubicBezTo>
                  <a:cubicBezTo>
                    <a:pt x="41033" y="26551"/>
                    <a:pt x="40053" y="24591"/>
                    <a:pt x="40053" y="22631"/>
                  </a:cubicBezTo>
                  <a:cubicBezTo>
                    <a:pt x="40053" y="15769"/>
                    <a:pt x="49201" y="10542"/>
                    <a:pt x="60637" y="10542"/>
                  </a:cubicBezTo>
                  <a:cubicBezTo>
                    <a:pt x="79587" y="10542"/>
                    <a:pt x="88082" y="19363"/>
                    <a:pt x="88082" y="39294"/>
                  </a:cubicBezTo>
                  <a:lnTo>
                    <a:pt x="88082" y="63145"/>
                  </a:lnTo>
                  <a:cubicBezTo>
                    <a:pt x="49201" y="74907"/>
                    <a:pt x="33192" y="81442"/>
                    <a:pt x="21103" y="89610"/>
                  </a:cubicBezTo>
                  <a:cubicBezTo>
                    <a:pt x="7053" y="99412"/>
                    <a:pt x="192" y="110521"/>
                    <a:pt x="192" y="124570"/>
                  </a:cubicBezTo>
                  <a:cubicBezTo>
                    <a:pt x="192" y="144500"/>
                    <a:pt x="15548" y="159203"/>
                    <a:pt x="36459" y="159203"/>
                  </a:cubicBezTo>
                  <a:cubicBezTo>
                    <a:pt x="55082" y="159203"/>
                    <a:pt x="70112" y="152669"/>
                    <a:pt x="88082" y="136332"/>
                  </a:cubicBezTo>
                  <a:cubicBezTo>
                    <a:pt x="91676" y="152995"/>
                    <a:pt x="98864" y="159203"/>
                    <a:pt x="114874" y="159203"/>
                  </a:cubicBezTo>
                  <a:cubicBezTo>
                    <a:pt x="128923" y="159203"/>
                    <a:pt x="139052" y="153976"/>
                    <a:pt x="151467" y="140580"/>
                  </a:cubicBezTo>
                  <a:lnTo>
                    <a:pt x="146567" y="133718"/>
                  </a:lnTo>
                  <a:close/>
                  <a:moveTo>
                    <a:pt x="87755" y="121956"/>
                  </a:moveTo>
                  <a:cubicBezTo>
                    <a:pt x="78934" y="132085"/>
                    <a:pt x="72399" y="136005"/>
                    <a:pt x="64558" y="136005"/>
                  </a:cubicBezTo>
                  <a:cubicBezTo>
                    <a:pt x="54756" y="136005"/>
                    <a:pt x="47894" y="127184"/>
                    <a:pt x="47894" y="114115"/>
                  </a:cubicBezTo>
                  <a:cubicBezTo>
                    <a:pt x="47894" y="95164"/>
                    <a:pt x="61617" y="81442"/>
                    <a:pt x="87755" y="74580"/>
                  </a:cubicBezTo>
                  <a:lnTo>
                    <a:pt x="87755" y="121956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DCED968-31D1-1FDF-1C4C-EFCEAC6355A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101081" y="4357735"/>
              <a:ext cx="169245" cy="154542"/>
            </a:xfrm>
            <a:custGeom>
              <a:avLst/>
              <a:gdLst>
                <a:gd name="connsiteX0" fmla="*/ 62604 w 169245"/>
                <a:gd name="connsiteY0" fmla="*/ 4007 h 154542"/>
                <a:gd name="connsiteX1" fmla="*/ 199 w 169245"/>
                <a:gd name="connsiteY1" fmla="*/ 4007 h 154542"/>
                <a:gd name="connsiteX2" fmla="*/ 199 w 169245"/>
                <a:gd name="connsiteY2" fmla="*/ 11849 h 154542"/>
                <a:gd name="connsiteX3" fmla="*/ 17516 w 169245"/>
                <a:gd name="connsiteY3" fmla="*/ 31126 h 154542"/>
                <a:gd name="connsiteX4" fmla="*/ 17516 w 169245"/>
                <a:gd name="connsiteY4" fmla="*/ 127184 h 154542"/>
                <a:gd name="connsiteX5" fmla="*/ 199 w 169245"/>
                <a:gd name="connsiteY5" fmla="*/ 146788 h 154542"/>
                <a:gd name="connsiteX6" fmla="*/ 199 w 169245"/>
                <a:gd name="connsiteY6" fmla="*/ 154629 h 154542"/>
                <a:gd name="connsiteX7" fmla="*/ 78941 w 169245"/>
                <a:gd name="connsiteY7" fmla="*/ 154629 h 154542"/>
                <a:gd name="connsiteX8" fmla="*/ 78941 w 169245"/>
                <a:gd name="connsiteY8" fmla="*/ 146788 h 154542"/>
                <a:gd name="connsiteX9" fmla="*/ 62931 w 169245"/>
                <a:gd name="connsiteY9" fmla="*/ 128164 h 154542"/>
                <a:gd name="connsiteX10" fmla="*/ 62931 w 169245"/>
                <a:gd name="connsiteY10" fmla="*/ 40927 h 154542"/>
                <a:gd name="connsiteX11" fmla="*/ 68486 w 169245"/>
                <a:gd name="connsiteY11" fmla="*/ 33413 h 154542"/>
                <a:gd name="connsiteX12" fmla="*/ 91030 w 169245"/>
                <a:gd name="connsiteY12" fmla="*/ 21977 h 154542"/>
                <a:gd name="connsiteX13" fmla="*/ 108020 w 169245"/>
                <a:gd name="connsiteY13" fmla="*/ 49096 h 154542"/>
                <a:gd name="connsiteX14" fmla="*/ 108020 w 169245"/>
                <a:gd name="connsiteY14" fmla="*/ 128164 h 154542"/>
                <a:gd name="connsiteX15" fmla="*/ 92663 w 169245"/>
                <a:gd name="connsiteY15" fmla="*/ 146788 h 154542"/>
                <a:gd name="connsiteX16" fmla="*/ 92663 w 169245"/>
                <a:gd name="connsiteY16" fmla="*/ 154629 h 154542"/>
                <a:gd name="connsiteX17" fmla="*/ 169445 w 169245"/>
                <a:gd name="connsiteY17" fmla="*/ 154629 h 154542"/>
                <a:gd name="connsiteX18" fmla="*/ 169445 w 169245"/>
                <a:gd name="connsiteY18" fmla="*/ 146788 h 154542"/>
                <a:gd name="connsiteX19" fmla="*/ 153435 w 169245"/>
                <a:gd name="connsiteY19" fmla="*/ 128164 h 154542"/>
                <a:gd name="connsiteX20" fmla="*/ 153435 w 169245"/>
                <a:gd name="connsiteY20" fmla="*/ 46155 h 154542"/>
                <a:gd name="connsiteX21" fmla="*/ 109327 w 169245"/>
                <a:gd name="connsiteY21" fmla="*/ 86 h 154542"/>
                <a:gd name="connsiteX22" fmla="*/ 62604 w 169245"/>
                <a:gd name="connsiteY22" fmla="*/ 28512 h 154542"/>
                <a:gd name="connsiteX23" fmla="*/ 62604 w 169245"/>
                <a:gd name="connsiteY23" fmla="*/ 4007 h 154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9245" h="154542">
                  <a:moveTo>
                    <a:pt x="62604" y="4007"/>
                  </a:moveTo>
                  <a:lnTo>
                    <a:pt x="199" y="4007"/>
                  </a:lnTo>
                  <a:lnTo>
                    <a:pt x="199" y="11849"/>
                  </a:lnTo>
                  <a:cubicBezTo>
                    <a:pt x="14575" y="14136"/>
                    <a:pt x="17516" y="17403"/>
                    <a:pt x="17516" y="31126"/>
                  </a:cubicBezTo>
                  <a:lnTo>
                    <a:pt x="17516" y="127184"/>
                  </a:lnTo>
                  <a:cubicBezTo>
                    <a:pt x="17516" y="140906"/>
                    <a:pt x="14902" y="143847"/>
                    <a:pt x="199" y="146788"/>
                  </a:cubicBezTo>
                  <a:lnTo>
                    <a:pt x="199" y="154629"/>
                  </a:lnTo>
                  <a:lnTo>
                    <a:pt x="78941" y="154629"/>
                  </a:lnTo>
                  <a:lnTo>
                    <a:pt x="78941" y="146788"/>
                  </a:lnTo>
                  <a:cubicBezTo>
                    <a:pt x="66852" y="145154"/>
                    <a:pt x="62931" y="140253"/>
                    <a:pt x="62931" y="128164"/>
                  </a:cubicBezTo>
                  <a:lnTo>
                    <a:pt x="62931" y="40927"/>
                  </a:lnTo>
                  <a:cubicBezTo>
                    <a:pt x="62931" y="39620"/>
                    <a:pt x="65218" y="36353"/>
                    <a:pt x="68486" y="33413"/>
                  </a:cubicBezTo>
                  <a:cubicBezTo>
                    <a:pt x="75674" y="25898"/>
                    <a:pt x="83515" y="21977"/>
                    <a:pt x="91030" y="21977"/>
                  </a:cubicBezTo>
                  <a:cubicBezTo>
                    <a:pt x="102465" y="21977"/>
                    <a:pt x="108020" y="30799"/>
                    <a:pt x="108020" y="49096"/>
                  </a:cubicBezTo>
                  <a:lnTo>
                    <a:pt x="108020" y="128164"/>
                  </a:lnTo>
                  <a:cubicBezTo>
                    <a:pt x="108020" y="140253"/>
                    <a:pt x="103772" y="145481"/>
                    <a:pt x="92663" y="146788"/>
                  </a:cubicBezTo>
                  <a:lnTo>
                    <a:pt x="92663" y="154629"/>
                  </a:lnTo>
                  <a:lnTo>
                    <a:pt x="169445" y="154629"/>
                  </a:lnTo>
                  <a:lnTo>
                    <a:pt x="169445" y="146788"/>
                  </a:lnTo>
                  <a:cubicBezTo>
                    <a:pt x="156702" y="145807"/>
                    <a:pt x="153435" y="141887"/>
                    <a:pt x="153435" y="128164"/>
                  </a:cubicBezTo>
                  <a:lnTo>
                    <a:pt x="153435" y="46155"/>
                  </a:lnTo>
                  <a:cubicBezTo>
                    <a:pt x="153435" y="18056"/>
                    <a:pt x="136118" y="86"/>
                    <a:pt x="109327" y="86"/>
                  </a:cubicBezTo>
                  <a:cubicBezTo>
                    <a:pt x="89723" y="86"/>
                    <a:pt x="74693" y="9235"/>
                    <a:pt x="62604" y="28512"/>
                  </a:cubicBezTo>
                  <a:lnTo>
                    <a:pt x="62604" y="4007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7934B89-9E75-BE2D-5CEF-FD232208C75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285709" y="4357735"/>
              <a:ext cx="148661" cy="221848"/>
            </a:xfrm>
            <a:custGeom>
              <a:avLst/>
              <a:gdLst>
                <a:gd name="connsiteX0" fmla="*/ 148542 w 148661"/>
                <a:gd name="connsiteY0" fmla="*/ 24591 h 221848"/>
                <a:gd name="connsiteX1" fmla="*/ 148542 w 148661"/>
                <a:gd name="connsiteY1" fmla="*/ 7274 h 221848"/>
                <a:gd name="connsiteX2" fmla="*/ 106067 w 148661"/>
                <a:gd name="connsiteY2" fmla="*/ 7274 h 221848"/>
                <a:gd name="connsiteX3" fmla="*/ 69474 w 148661"/>
                <a:gd name="connsiteY3" fmla="*/ 86 h 221848"/>
                <a:gd name="connsiteX4" fmla="*/ 3148 w 148661"/>
                <a:gd name="connsiteY4" fmla="*/ 52690 h 221848"/>
                <a:gd name="connsiteX5" fmla="*/ 14910 w 148661"/>
                <a:gd name="connsiteY5" fmla="*/ 83729 h 221848"/>
                <a:gd name="connsiteX6" fmla="*/ 43662 w 148661"/>
                <a:gd name="connsiteY6" fmla="*/ 102352 h 221848"/>
                <a:gd name="connsiteX7" fmla="*/ 4781 w 148661"/>
                <a:gd name="connsiteY7" fmla="*/ 140580 h 221848"/>
                <a:gd name="connsiteX8" fmla="*/ 31573 w 148661"/>
                <a:gd name="connsiteY8" fmla="*/ 167371 h 221848"/>
                <a:gd name="connsiteX9" fmla="*/ 207 w 148661"/>
                <a:gd name="connsiteY9" fmla="*/ 191876 h 221848"/>
                <a:gd name="connsiteX10" fmla="*/ 65880 w 148661"/>
                <a:gd name="connsiteY10" fmla="*/ 221935 h 221848"/>
                <a:gd name="connsiteX11" fmla="*/ 148869 w 148661"/>
                <a:gd name="connsiteY11" fmla="*/ 172599 h 221848"/>
                <a:gd name="connsiteX12" fmla="*/ 95285 w 148661"/>
                <a:gd name="connsiteY12" fmla="*/ 132411 h 221848"/>
                <a:gd name="connsiteX13" fmla="*/ 74048 w 148661"/>
                <a:gd name="connsiteY13" fmla="*/ 132411 h 221848"/>
                <a:gd name="connsiteX14" fmla="*/ 41375 w 148661"/>
                <a:gd name="connsiteY14" fmla="*/ 120976 h 221848"/>
                <a:gd name="connsiteX15" fmla="*/ 63593 w 148661"/>
                <a:gd name="connsiteY15" fmla="*/ 103986 h 221848"/>
                <a:gd name="connsiteX16" fmla="*/ 78295 w 148661"/>
                <a:gd name="connsiteY16" fmla="*/ 104313 h 221848"/>
                <a:gd name="connsiteX17" fmla="*/ 112929 w 148661"/>
                <a:gd name="connsiteY17" fmla="*/ 95818 h 221848"/>
                <a:gd name="connsiteX18" fmla="*/ 135146 w 148661"/>
                <a:gd name="connsiteY18" fmla="*/ 56610 h 221848"/>
                <a:gd name="connsiteX19" fmla="*/ 122077 w 148661"/>
                <a:gd name="connsiteY19" fmla="*/ 24591 h 221848"/>
                <a:gd name="connsiteX20" fmla="*/ 148542 w 148661"/>
                <a:gd name="connsiteY20" fmla="*/ 24591 h 221848"/>
                <a:gd name="connsiteX21" fmla="*/ 96919 w 148661"/>
                <a:gd name="connsiteY21" fmla="*/ 171619 h 221848"/>
                <a:gd name="connsiteX22" fmla="*/ 123057 w 148661"/>
                <a:gd name="connsiteY22" fmla="*/ 187955 h 221848"/>
                <a:gd name="connsiteX23" fmla="*/ 72741 w 148661"/>
                <a:gd name="connsiteY23" fmla="*/ 211480 h 221848"/>
                <a:gd name="connsiteX24" fmla="*/ 28959 w 148661"/>
                <a:gd name="connsiteY24" fmla="*/ 189589 h 221848"/>
                <a:gd name="connsiteX25" fmla="*/ 40395 w 148661"/>
                <a:gd name="connsiteY25" fmla="*/ 171619 h 221848"/>
                <a:gd name="connsiteX26" fmla="*/ 96919 w 148661"/>
                <a:gd name="connsiteY26" fmla="*/ 171619 h 221848"/>
                <a:gd name="connsiteX27" fmla="*/ 69474 w 148661"/>
                <a:gd name="connsiteY27" fmla="*/ 10215 h 221848"/>
                <a:gd name="connsiteX28" fmla="*/ 91038 w 148661"/>
                <a:gd name="connsiteY28" fmla="*/ 53016 h 221848"/>
                <a:gd name="connsiteX29" fmla="*/ 69474 w 148661"/>
                <a:gd name="connsiteY29" fmla="*/ 95164 h 221848"/>
                <a:gd name="connsiteX30" fmla="*/ 47910 w 148661"/>
                <a:gd name="connsiteY30" fmla="*/ 53016 h 221848"/>
                <a:gd name="connsiteX31" fmla="*/ 69474 w 148661"/>
                <a:gd name="connsiteY31" fmla="*/ 10215 h 22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661" h="221848">
                  <a:moveTo>
                    <a:pt x="148542" y="24591"/>
                  </a:moveTo>
                  <a:lnTo>
                    <a:pt x="148542" y="7274"/>
                  </a:lnTo>
                  <a:lnTo>
                    <a:pt x="106067" y="7274"/>
                  </a:lnTo>
                  <a:cubicBezTo>
                    <a:pt x="91691" y="2047"/>
                    <a:pt x="82543" y="86"/>
                    <a:pt x="69474" y="86"/>
                  </a:cubicBezTo>
                  <a:cubicBezTo>
                    <a:pt x="30593" y="86"/>
                    <a:pt x="3148" y="21650"/>
                    <a:pt x="3148" y="52690"/>
                  </a:cubicBezTo>
                  <a:cubicBezTo>
                    <a:pt x="3148" y="63798"/>
                    <a:pt x="7395" y="74580"/>
                    <a:pt x="14910" y="83729"/>
                  </a:cubicBezTo>
                  <a:cubicBezTo>
                    <a:pt x="22098" y="91570"/>
                    <a:pt x="28306" y="95818"/>
                    <a:pt x="43662" y="102352"/>
                  </a:cubicBezTo>
                  <a:cubicBezTo>
                    <a:pt x="17851" y="111174"/>
                    <a:pt x="4781" y="123590"/>
                    <a:pt x="4781" y="140580"/>
                  </a:cubicBezTo>
                  <a:cubicBezTo>
                    <a:pt x="4781" y="153976"/>
                    <a:pt x="10663" y="159857"/>
                    <a:pt x="31573" y="167371"/>
                  </a:cubicBezTo>
                  <a:cubicBezTo>
                    <a:pt x="10989" y="170312"/>
                    <a:pt x="207" y="178480"/>
                    <a:pt x="207" y="191876"/>
                  </a:cubicBezTo>
                  <a:cubicBezTo>
                    <a:pt x="207" y="210826"/>
                    <a:pt x="24712" y="221935"/>
                    <a:pt x="65880" y="221935"/>
                  </a:cubicBezTo>
                  <a:cubicBezTo>
                    <a:pt x="120117" y="221935"/>
                    <a:pt x="148869" y="204945"/>
                    <a:pt x="148869" y="172599"/>
                  </a:cubicBezTo>
                  <a:cubicBezTo>
                    <a:pt x="148869" y="147441"/>
                    <a:pt x="128612" y="132411"/>
                    <a:pt x="95285" y="132411"/>
                  </a:cubicBezTo>
                  <a:lnTo>
                    <a:pt x="74048" y="132411"/>
                  </a:lnTo>
                  <a:cubicBezTo>
                    <a:pt x="47910" y="132411"/>
                    <a:pt x="41375" y="130124"/>
                    <a:pt x="41375" y="120976"/>
                  </a:cubicBezTo>
                  <a:cubicBezTo>
                    <a:pt x="41375" y="111174"/>
                    <a:pt x="50523" y="103986"/>
                    <a:pt x="63593" y="103986"/>
                  </a:cubicBezTo>
                  <a:lnTo>
                    <a:pt x="78295" y="104313"/>
                  </a:lnTo>
                  <a:cubicBezTo>
                    <a:pt x="93652" y="104313"/>
                    <a:pt x="101820" y="102352"/>
                    <a:pt x="112929" y="95818"/>
                  </a:cubicBezTo>
                  <a:cubicBezTo>
                    <a:pt x="127631" y="87323"/>
                    <a:pt x="135146" y="73927"/>
                    <a:pt x="135146" y="56610"/>
                  </a:cubicBezTo>
                  <a:cubicBezTo>
                    <a:pt x="135146" y="43541"/>
                    <a:pt x="131225" y="33739"/>
                    <a:pt x="122077" y="24591"/>
                  </a:cubicBezTo>
                  <a:lnTo>
                    <a:pt x="148542" y="24591"/>
                  </a:lnTo>
                  <a:close/>
                  <a:moveTo>
                    <a:pt x="96919" y="171619"/>
                  </a:moveTo>
                  <a:cubicBezTo>
                    <a:pt x="114562" y="171619"/>
                    <a:pt x="123057" y="177173"/>
                    <a:pt x="123057" y="187955"/>
                  </a:cubicBezTo>
                  <a:cubicBezTo>
                    <a:pt x="123057" y="202985"/>
                    <a:pt x="105087" y="211480"/>
                    <a:pt x="72741" y="211480"/>
                  </a:cubicBezTo>
                  <a:cubicBezTo>
                    <a:pt x="43989" y="211480"/>
                    <a:pt x="28959" y="203965"/>
                    <a:pt x="28959" y="189589"/>
                  </a:cubicBezTo>
                  <a:cubicBezTo>
                    <a:pt x="28959" y="182728"/>
                    <a:pt x="31246" y="179134"/>
                    <a:pt x="40395" y="171619"/>
                  </a:cubicBezTo>
                  <a:lnTo>
                    <a:pt x="96919" y="171619"/>
                  </a:lnTo>
                  <a:close/>
                  <a:moveTo>
                    <a:pt x="69474" y="10215"/>
                  </a:moveTo>
                  <a:cubicBezTo>
                    <a:pt x="84830" y="10215"/>
                    <a:pt x="91038" y="22631"/>
                    <a:pt x="91038" y="53016"/>
                  </a:cubicBezTo>
                  <a:cubicBezTo>
                    <a:pt x="91038" y="83402"/>
                    <a:pt x="84830" y="95164"/>
                    <a:pt x="69474" y="95164"/>
                  </a:cubicBezTo>
                  <a:cubicBezTo>
                    <a:pt x="53791" y="95164"/>
                    <a:pt x="47910" y="83402"/>
                    <a:pt x="47910" y="53016"/>
                  </a:cubicBezTo>
                  <a:cubicBezTo>
                    <a:pt x="47910" y="22304"/>
                    <a:pt x="54117" y="10215"/>
                    <a:pt x="69474" y="10215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34694EF-DD75-BB43-7175-B584F05E61C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448705" y="4357735"/>
              <a:ext cx="131018" cy="159116"/>
            </a:xfrm>
            <a:custGeom>
              <a:avLst/>
              <a:gdLst>
                <a:gd name="connsiteX0" fmla="*/ 123391 w 131018"/>
                <a:gd name="connsiteY0" fmla="*/ 113788 h 159116"/>
                <a:gd name="connsiteX1" fmla="*/ 86144 w 131018"/>
                <a:gd name="connsiteY1" fmla="*/ 135679 h 159116"/>
                <a:gd name="connsiteX2" fmla="*/ 57065 w 131018"/>
                <a:gd name="connsiteY2" fmla="*/ 118362 h 159116"/>
                <a:gd name="connsiteX3" fmla="*/ 47263 w 131018"/>
                <a:gd name="connsiteY3" fmla="*/ 74580 h 159116"/>
                <a:gd name="connsiteX4" fmla="*/ 129599 w 131018"/>
                <a:gd name="connsiteY4" fmla="*/ 74580 h 159116"/>
                <a:gd name="connsiteX5" fmla="*/ 112282 w 131018"/>
                <a:gd name="connsiteY5" fmla="*/ 19363 h 159116"/>
                <a:gd name="connsiteX6" fmla="*/ 68501 w 131018"/>
                <a:gd name="connsiteY6" fmla="*/ 86 h 159116"/>
                <a:gd name="connsiteX7" fmla="*/ 214 w 131018"/>
                <a:gd name="connsiteY7" fmla="*/ 80135 h 159116"/>
                <a:gd name="connsiteX8" fmla="*/ 67521 w 131018"/>
                <a:gd name="connsiteY8" fmla="*/ 159203 h 159116"/>
                <a:gd name="connsiteX9" fmla="*/ 131233 w 131018"/>
                <a:gd name="connsiteY9" fmla="*/ 118362 h 159116"/>
                <a:gd name="connsiteX10" fmla="*/ 123391 w 131018"/>
                <a:gd name="connsiteY10" fmla="*/ 113788 h 159116"/>
                <a:gd name="connsiteX11" fmla="*/ 45630 w 131018"/>
                <a:gd name="connsiteY11" fmla="*/ 62491 h 159116"/>
                <a:gd name="connsiteX12" fmla="*/ 68501 w 131018"/>
                <a:gd name="connsiteY12" fmla="*/ 10215 h 159116"/>
                <a:gd name="connsiteX13" fmla="*/ 86471 w 131018"/>
                <a:gd name="connsiteY13" fmla="*/ 25571 h 159116"/>
                <a:gd name="connsiteX14" fmla="*/ 89411 w 131018"/>
                <a:gd name="connsiteY14" fmla="*/ 57591 h 159116"/>
                <a:gd name="connsiteX15" fmla="*/ 89411 w 131018"/>
                <a:gd name="connsiteY15" fmla="*/ 62491 h 159116"/>
                <a:gd name="connsiteX16" fmla="*/ 45630 w 131018"/>
                <a:gd name="connsiteY16" fmla="*/ 62491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1018" h="159116">
                  <a:moveTo>
                    <a:pt x="123391" y="113788"/>
                  </a:moveTo>
                  <a:cubicBezTo>
                    <a:pt x="110322" y="129798"/>
                    <a:pt x="100193" y="135679"/>
                    <a:pt x="86144" y="135679"/>
                  </a:cubicBezTo>
                  <a:cubicBezTo>
                    <a:pt x="73402" y="135679"/>
                    <a:pt x="63926" y="129798"/>
                    <a:pt x="57065" y="118362"/>
                  </a:cubicBezTo>
                  <a:cubicBezTo>
                    <a:pt x="51184" y="107907"/>
                    <a:pt x="48570" y="97125"/>
                    <a:pt x="47263" y="74580"/>
                  </a:cubicBezTo>
                  <a:lnTo>
                    <a:pt x="129599" y="74580"/>
                  </a:lnTo>
                  <a:cubicBezTo>
                    <a:pt x="127639" y="47135"/>
                    <a:pt x="122738" y="31779"/>
                    <a:pt x="112282" y="19363"/>
                  </a:cubicBezTo>
                  <a:cubicBezTo>
                    <a:pt x="101500" y="6621"/>
                    <a:pt x="86471" y="86"/>
                    <a:pt x="68501" y="86"/>
                  </a:cubicBezTo>
                  <a:cubicBezTo>
                    <a:pt x="27660" y="86"/>
                    <a:pt x="214" y="32432"/>
                    <a:pt x="214" y="80135"/>
                  </a:cubicBezTo>
                  <a:cubicBezTo>
                    <a:pt x="214" y="127837"/>
                    <a:pt x="27006" y="159203"/>
                    <a:pt x="67521" y="159203"/>
                  </a:cubicBezTo>
                  <a:cubicBezTo>
                    <a:pt x="93986" y="159203"/>
                    <a:pt x="109995" y="148748"/>
                    <a:pt x="131233" y="118362"/>
                  </a:cubicBezTo>
                  <a:lnTo>
                    <a:pt x="123391" y="113788"/>
                  </a:lnTo>
                  <a:close/>
                  <a:moveTo>
                    <a:pt x="45630" y="62491"/>
                  </a:moveTo>
                  <a:cubicBezTo>
                    <a:pt x="46610" y="23284"/>
                    <a:pt x="52491" y="10215"/>
                    <a:pt x="68501" y="10215"/>
                  </a:cubicBezTo>
                  <a:cubicBezTo>
                    <a:pt x="77649" y="10215"/>
                    <a:pt x="83857" y="15443"/>
                    <a:pt x="86471" y="25571"/>
                  </a:cubicBezTo>
                  <a:cubicBezTo>
                    <a:pt x="88104" y="31779"/>
                    <a:pt x="88758" y="40927"/>
                    <a:pt x="89411" y="57591"/>
                  </a:cubicBezTo>
                  <a:lnTo>
                    <a:pt x="89411" y="62491"/>
                  </a:lnTo>
                  <a:lnTo>
                    <a:pt x="45630" y="62491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526B4E-FAE6-B301-DAE5-71A3614B50B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674670" y="4291410"/>
              <a:ext cx="114355" cy="220868"/>
            </a:xfrm>
            <a:custGeom>
              <a:avLst/>
              <a:gdLst>
                <a:gd name="connsiteX0" fmla="*/ 30610 w 114355"/>
                <a:gd name="connsiteY0" fmla="*/ 189589 h 220868"/>
                <a:gd name="connsiteX1" fmla="*/ 224 w 114355"/>
                <a:gd name="connsiteY1" fmla="*/ 212787 h 220868"/>
                <a:gd name="connsiteX2" fmla="*/ 224 w 114355"/>
                <a:gd name="connsiteY2" fmla="*/ 220955 h 220868"/>
                <a:gd name="connsiteX3" fmla="*/ 114579 w 114355"/>
                <a:gd name="connsiteY3" fmla="*/ 220955 h 220868"/>
                <a:gd name="connsiteX4" fmla="*/ 114579 w 114355"/>
                <a:gd name="connsiteY4" fmla="*/ 212787 h 220868"/>
                <a:gd name="connsiteX5" fmla="*/ 83540 w 114355"/>
                <a:gd name="connsiteY5" fmla="*/ 189589 h 220868"/>
                <a:gd name="connsiteX6" fmla="*/ 83540 w 114355"/>
                <a:gd name="connsiteY6" fmla="*/ 31452 h 220868"/>
                <a:gd name="connsiteX7" fmla="*/ 114579 w 114355"/>
                <a:gd name="connsiteY7" fmla="*/ 8254 h 220868"/>
                <a:gd name="connsiteX8" fmla="*/ 114579 w 114355"/>
                <a:gd name="connsiteY8" fmla="*/ 86 h 220868"/>
                <a:gd name="connsiteX9" fmla="*/ 224 w 114355"/>
                <a:gd name="connsiteY9" fmla="*/ 86 h 220868"/>
                <a:gd name="connsiteX10" fmla="*/ 224 w 114355"/>
                <a:gd name="connsiteY10" fmla="*/ 8254 h 220868"/>
                <a:gd name="connsiteX11" fmla="*/ 30610 w 114355"/>
                <a:gd name="connsiteY11" fmla="*/ 31452 h 220868"/>
                <a:gd name="connsiteX12" fmla="*/ 30610 w 114355"/>
                <a:gd name="connsiteY12" fmla="*/ 189589 h 22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55" h="220868">
                  <a:moveTo>
                    <a:pt x="30610" y="189589"/>
                  </a:moveTo>
                  <a:cubicBezTo>
                    <a:pt x="30610" y="205925"/>
                    <a:pt x="24729" y="210500"/>
                    <a:pt x="224" y="212787"/>
                  </a:cubicBezTo>
                  <a:lnTo>
                    <a:pt x="224" y="220955"/>
                  </a:lnTo>
                  <a:lnTo>
                    <a:pt x="114579" y="220955"/>
                  </a:lnTo>
                  <a:lnTo>
                    <a:pt x="114579" y="212787"/>
                  </a:lnTo>
                  <a:cubicBezTo>
                    <a:pt x="89748" y="211153"/>
                    <a:pt x="83540" y="206579"/>
                    <a:pt x="83540" y="189589"/>
                  </a:cubicBezTo>
                  <a:lnTo>
                    <a:pt x="83540" y="31452"/>
                  </a:lnTo>
                  <a:cubicBezTo>
                    <a:pt x="83540" y="14462"/>
                    <a:pt x="90401" y="9235"/>
                    <a:pt x="114579" y="8254"/>
                  </a:cubicBezTo>
                  <a:lnTo>
                    <a:pt x="114579" y="86"/>
                  </a:lnTo>
                  <a:lnTo>
                    <a:pt x="224" y="86"/>
                  </a:lnTo>
                  <a:lnTo>
                    <a:pt x="224" y="8254"/>
                  </a:lnTo>
                  <a:cubicBezTo>
                    <a:pt x="23749" y="9888"/>
                    <a:pt x="30610" y="14789"/>
                    <a:pt x="30610" y="31452"/>
                  </a:cubicBezTo>
                  <a:lnTo>
                    <a:pt x="30610" y="189589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8F337C-8CF9-710D-482E-E8580335324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802568" y="4357735"/>
              <a:ext cx="169245" cy="154542"/>
            </a:xfrm>
            <a:custGeom>
              <a:avLst/>
              <a:gdLst>
                <a:gd name="connsiteX0" fmla="*/ 62635 w 169245"/>
                <a:gd name="connsiteY0" fmla="*/ 4007 h 154542"/>
                <a:gd name="connsiteX1" fmla="*/ 230 w 169245"/>
                <a:gd name="connsiteY1" fmla="*/ 4007 h 154542"/>
                <a:gd name="connsiteX2" fmla="*/ 230 w 169245"/>
                <a:gd name="connsiteY2" fmla="*/ 11849 h 154542"/>
                <a:gd name="connsiteX3" fmla="*/ 17547 w 169245"/>
                <a:gd name="connsiteY3" fmla="*/ 31126 h 154542"/>
                <a:gd name="connsiteX4" fmla="*/ 17547 w 169245"/>
                <a:gd name="connsiteY4" fmla="*/ 127184 h 154542"/>
                <a:gd name="connsiteX5" fmla="*/ 230 w 169245"/>
                <a:gd name="connsiteY5" fmla="*/ 146788 h 154542"/>
                <a:gd name="connsiteX6" fmla="*/ 230 w 169245"/>
                <a:gd name="connsiteY6" fmla="*/ 154629 h 154542"/>
                <a:gd name="connsiteX7" fmla="*/ 78972 w 169245"/>
                <a:gd name="connsiteY7" fmla="*/ 154629 h 154542"/>
                <a:gd name="connsiteX8" fmla="*/ 78972 w 169245"/>
                <a:gd name="connsiteY8" fmla="*/ 146788 h 154542"/>
                <a:gd name="connsiteX9" fmla="*/ 62962 w 169245"/>
                <a:gd name="connsiteY9" fmla="*/ 128164 h 154542"/>
                <a:gd name="connsiteX10" fmla="*/ 62962 w 169245"/>
                <a:gd name="connsiteY10" fmla="*/ 40927 h 154542"/>
                <a:gd name="connsiteX11" fmla="*/ 68516 w 169245"/>
                <a:gd name="connsiteY11" fmla="*/ 33413 h 154542"/>
                <a:gd name="connsiteX12" fmla="*/ 91061 w 169245"/>
                <a:gd name="connsiteY12" fmla="*/ 21977 h 154542"/>
                <a:gd name="connsiteX13" fmla="*/ 108050 w 169245"/>
                <a:gd name="connsiteY13" fmla="*/ 49096 h 154542"/>
                <a:gd name="connsiteX14" fmla="*/ 108050 w 169245"/>
                <a:gd name="connsiteY14" fmla="*/ 128164 h 154542"/>
                <a:gd name="connsiteX15" fmla="*/ 92694 w 169245"/>
                <a:gd name="connsiteY15" fmla="*/ 146788 h 154542"/>
                <a:gd name="connsiteX16" fmla="*/ 92694 w 169245"/>
                <a:gd name="connsiteY16" fmla="*/ 154629 h 154542"/>
                <a:gd name="connsiteX17" fmla="*/ 169475 w 169245"/>
                <a:gd name="connsiteY17" fmla="*/ 154629 h 154542"/>
                <a:gd name="connsiteX18" fmla="*/ 169475 w 169245"/>
                <a:gd name="connsiteY18" fmla="*/ 146788 h 154542"/>
                <a:gd name="connsiteX19" fmla="*/ 153466 w 169245"/>
                <a:gd name="connsiteY19" fmla="*/ 128164 h 154542"/>
                <a:gd name="connsiteX20" fmla="*/ 153466 w 169245"/>
                <a:gd name="connsiteY20" fmla="*/ 46155 h 154542"/>
                <a:gd name="connsiteX21" fmla="*/ 109357 w 169245"/>
                <a:gd name="connsiteY21" fmla="*/ 86 h 154542"/>
                <a:gd name="connsiteX22" fmla="*/ 62635 w 169245"/>
                <a:gd name="connsiteY22" fmla="*/ 28512 h 154542"/>
                <a:gd name="connsiteX23" fmla="*/ 62635 w 169245"/>
                <a:gd name="connsiteY23" fmla="*/ 4007 h 154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9245" h="154542">
                  <a:moveTo>
                    <a:pt x="62635" y="4007"/>
                  </a:moveTo>
                  <a:lnTo>
                    <a:pt x="230" y="4007"/>
                  </a:lnTo>
                  <a:lnTo>
                    <a:pt x="230" y="11849"/>
                  </a:lnTo>
                  <a:cubicBezTo>
                    <a:pt x="14606" y="14136"/>
                    <a:pt x="17547" y="17403"/>
                    <a:pt x="17547" y="31126"/>
                  </a:cubicBezTo>
                  <a:lnTo>
                    <a:pt x="17547" y="127184"/>
                  </a:lnTo>
                  <a:cubicBezTo>
                    <a:pt x="17547" y="140906"/>
                    <a:pt x="14933" y="143847"/>
                    <a:pt x="230" y="146788"/>
                  </a:cubicBezTo>
                  <a:lnTo>
                    <a:pt x="230" y="154629"/>
                  </a:lnTo>
                  <a:lnTo>
                    <a:pt x="78972" y="154629"/>
                  </a:lnTo>
                  <a:lnTo>
                    <a:pt x="78972" y="146788"/>
                  </a:lnTo>
                  <a:cubicBezTo>
                    <a:pt x="66883" y="145154"/>
                    <a:pt x="62962" y="140253"/>
                    <a:pt x="62962" y="128164"/>
                  </a:cubicBezTo>
                  <a:lnTo>
                    <a:pt x="62962" y="40927"/>
                  </a:lnTo>
                  <a:cubicBezTo>
                    <a:pt x="62962" y="39620"/>
                    <a:pt x="65249" y="36353"/>
                    <a:pt x="68516" y="33413"/>
                  </a:cubicBezTo>
                  <a:cubicBezTo>
                    <a:pt x="75704" y="25898"/>
                    <a:pt x="83546" y="21977"/>
                    <a:pt x="91061" y="21977"/>
                  </a:cubicBezTo>
                  <a:cubicBezTo>
                    <a:pt x="102496" y="21977"/>
                    <a:pt x="108050" y="30799"/>
                    <a:pt x="108050" y="49096"/>
                  </a:cubicBezTo>
                  <a:lnTo>
                    <a:pt x="108050" y="128164"/>
                  </a:lnTo>
                  <a:cubicBezTo>
                    <a:pt x="108050" y="140253"/>
                    <a:pt x="103803" y="145481"/>
                    <a:pt x="92694" y="146788"/>
                  </a:cubicBezTo>
                  <a:lnTo>
                    <a:pt x="92694" y="154629"/>
                  </a:lnTo>
                  <a:lnTo>
                    <a:pt x="169475" y="154629"/>
                  </a:lnTo>
                  <a:lnTo>
                    <a:pt x="169475" y="146788"/>
                  </a:lnTo>
                  <a:cubicBezTo>
                    <a:pt x="156733" y="145807"/>
                    <a:pt x="153466" y="141887"/>
                    <a:pt x="153466" y="128164"/>
                  </a:cubicBezTo>
                  <a:lnTo>
                    <a:pt x="153466" y="46155"/>
                  </a:lnTo>
                  <a:cubicBezTo>
                    <a:pt x="153466" y="18056"/>
                    <a:pt x="136149" y="86"/>
                    <a:pt x="109357" y="86"/>
                  </a:cubicBezTo>
                  <a:cubicBezTo>
                    <a:pt x="89754" y="86"/>
                    <a:pt x="74724" y="9235"/>
                    <a:pt x="62635" y="28512"/>
                  </a:cubicBezTo>
                  <a:lnTo>
                    <a:pt x="62635" y="4007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A9A40A3-FACB-BD3D-D8D7-D8A4DE57C5D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984581" y="4306439"/>
              <a:ext cx="101939" cy="209759"/>
            </a:xfrm>
            <a:custGeom>
              <a:avLst/>
              <a:gdLst>
                <a:gd name="connsiteX0" fmla="*/ 93356 w 101939"/>
                <a:gd name="connsiteY0" fmla="*/ 55303 h 209759"/>
                <a:gd name="connsiteX1" fmla="*/ 62643 w 101939"/>
                <a:gd name="connsiteY1" fmla="*/ 55303 h 209759"/>
                <a:gd name="connsiteX2" fmla="*/ 62643 w 101939"/>
                <a:gd name="connsiteY2" fmla="*/ 86 h 209759"/>
                <a:gd name="connsiteX3" fmla="*/ 54475 w 101939"/>
                <a:gd name="connsiteY3" fmla="*/ 86 h 209759"/>
                <a:gd name="connsiteX4" fmla="*/ 238 w 101939"/>
                <a:gd name="connsiteY4" fmla="*/ 60858 h 209759"/>
                <a:gd name="connsiteX5" fmla="*/ 238 w 101939"/>
                <a:gd name="connsiteY5" fmla="*/ 69680 h 209759"/>
                <a:gd name="connsiteX6" fmla="*/ 17228 w 101939"/>
                <a:gd name="connsiteY6" fmla="*/ 69680 h 209759"/>
                <a:gd name="connsiteX7" fmla="*/ 17228 w 101939"/>
                <a:gd name="connsiteY7" fmla="*/ 175540 h 209759"/>
                <a:gd name="connsiteX8" fmla="*/ 53821 w 101939"/>
                <a:gd name="connsiteY8" fmla="*/ 209846 h 209759"/>
                <a:gd name="connsiteX9" fmla="*/ 102177 w 101939"/>
                <a:gd name="connsiteY9" fmla="*/ 173253 h 209759"/>
                <a:gd name="connsiteX10" fmla="*/ 94009 w 101939"/>
                <a:gd name="connsiteY10" fmla="*/ 169659 h 209759"/>
                <a:gd name="connsiteX11" fmla="*/ 75386 w 101939"/>
                <a:gd name="connsiteY11" fmla="*/ 186648 h 209759"/>
                <a:gd name="connsiteX12" fmla="*/ 62643 w 101939"/>
                <a:gd name="connsiteY12" fmla="*/ 168025 h 209759"/>
                <a:gd name="connsiteX13" fmla="*/ 62643 w 101939"/>
                <a:gd name="connsiteY13" fmla="*/ 69680 h 209759"/>
                <a:gd name="connsiteX14" fmla="*/ 93356 w 101939"/>
                <a:gd name="connsiteY14" fmla="*/ 69680 h 209759"/>
                <a:gd name="connsiteX15" fmla="*/ 93356 w 101939"/>
                <a:gd name="connsiteY15" fmla="*/ 55303 h 20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1939" h="209759">
                  <a:moveTo>
                    <a:pt x="93356" y="55303"/>
                  </a:moveTo>
                  <a:lnTo>
                    <a:pt x="62643" y="55303"/>
                  </a:lnTo>
                  <a:lnTo>
                    <a:pt x="62643" y="86"/>
                  </a:lnTo>
                  <a:lnTo>
                    <a:pt x="54475" y="86"/>
                  </a:lnTo>
                  <a:cubicBezTo>
                    <a:pt x="34544" y="28185"/>
                    <a:pt x="21475" y="42888"/>
                    <a:pt x="238" y="60858"/>
                  </a:cubicBezTo>
                  <a:lnTo>
                    <a:pt x="238" y="69680"/>
                  </a:lnTo>
                  <a:lnTo>
                    <a:pt x="17228" y="69680"/>
                  </a:lnTo>
                  <a:lnTo>
                    <a:pt x="17228" y="175540"/>
                  </a:lnTo>
                  <a:cubicBezTo>
                    <a:pt x="17228" y="196777"/>
                    <a:pt x="31277" y="209846"/>
                    <a:pt x="53821" y="209846"/>
                  </a:cubicBezTo>
                  <a:cubicBezTo>
                    <a:pt x="75712" y="209846"/>
                    <a:pt x="88781" y="200044"/>
                    <a:pt x="102177" y="173253"/>
                  </a:cubicBezTo>
                  <a:lnTo>
                    <a:pt x="94009" y="169659"/>
                  </a:lnTo>
                  <a:cubicBezTo>
                    <a:pt x="87474" y="182074"/>
                    <a:pt x="82247" y="186648"/>
                    <a:pt x="75386" y="186648"/>
                  </a:cubicBezTo>
                  <a:cubicBezTo>
                    <a:pt x="66237" y="186648"/>
                    <a:pt x="62643" y="181094"/>
                    <a:pt x="62643" y="168025"/>
                  </a:cubicBezTo>
                  <a:lnTo>
                    <a:pt x="62643" y="69680"/>
                  </a:lnTo>
                  <a:lnTo>
                    <a:pt x="93356" y="69680"/>
                  </a:lnTo>
                  <a:lnTo>
                    <a:pt x="93356" y="5530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8CA53CE-8073-B1BC-F0EE-32F431C16D2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095423" y="4357735"/>
              <a:ext cx="131018" cy="159116"/>
            </a:xfrm>
            <a:custGeom>
              <a:avLst/>
              <a:gdLst>
                <a:gd name="connsiteX0" fmla="*/ 123419 w 131018"/>
                <a:gd name="connsiteY0" fmla="*/ 113788 h 159116"/>
                <a:gd name="connsiteX1" fmla="*/ 86172 w 131018"/>
                <a:gd name="connsiteY1" fmla="*/ 135679 h 159116"/>
                <a:gd name="connsiteX2" fmla="*/ 57093 w 131018"/>
                <a:gd name="connsiteY2" fmla="*/ 118362 h 159116"/>
                <a:gd name="connsiteX3" fmla="*/ 47292 w 131018"/>
                <a:gd name="connsiteY3" fmla="*/ 74580 h 159116"/>
                <a:gd name="connsiteX4" fmla="*/ 129627 w 131018"/>
                <a:gd name="connsiteY4" fmla="*/ 74580 h 159116"/>
                <a:gd name="connsiteX5" fmla="*/ 112311 w 131018"/>
                <a:gd name="connsiteY5" fmla="*/ 19363 h 159116"/>
                <a:gd name="connsiteX6" fmla="*/ 68529 w 131018"/>
                <a:gd name="connsiteY6" fmla="*/ 86 h 159116"/>
                <a:gd name="connsiteX7" fmla="*/ 243 w 131018"/>
                <a:gd name="connsiteY7" fmla="*/ 80135 h 159116"/>
                <a:gd name="connsiteX8" fmla="*/ 67549 w 131018"/>
                <a:gd name="connsiteY8" fmla="*/ 159203 h 159116"/>
                <a:gd name="connsiteX9" fmla="*/ 131261 w 131018"/>
                <a:gd name="connsiteY9" fmla="*/ 118362 h 159116"/>
                <a:gd name="connsiteX10" fmla="*/ 123419 w 131018"/>
                <a:gd name="connsiteY10" fmla="*/ 113788 h 159116"/>
                <a:gd name="connsiteX11" fmla="*/ 45658 w 131018"/>
                <a:gd name="connsiteY11" fmla="*/ 62491 h 159116"/>
                <a:gd name="connsiteX12" fmla="*/ 68529 w 131018"/>
                <a:gd name="connsiteY12" fmla="*/ 10215 h 159116"/>
                <a:gd name="connsiteX13" fmla="*/ 86499 w 131018"/>
                <a:gd name="connsiteY13" fmla="*/ 25571 h 159116"/>
                <a:gd name="connsiteX14" fmla="*/ 89440 w 131018"/>
                <a:gd name="connsiteY14" fmla="*/ 57591 h 159116"/>
                <a:gd name="connsiteX15" fmla="*/ 89440 w 131018"/>
                <a:gd name="connsiteY15" fmla="*/ 62491 h 159116"/>
                <a:gd name="connsiteX16" fmla="*/ 45658 w 131018"/>
                <a:gd name="connsiteY16" fmla="*/ 62491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1018" h="159116">
                  <a:moveTo>
                    <a:pt x="123419" y="113788"/>
                  </a:moveTo>
                  <a:cubicBezTo>
                    <a:pt x="110350" y="129798"/>
                    <a:pt x="100222" y="135679"/>
                    <a:pt x="86172" y="135679"/>
                  </a:cubicBezTo>
                  <a:cubicBezTo>
                    <a:pt x="73430" y="135679"/>
                    <a:pt x="63955" y="129798"/>
                    <a:pt x="57093" y="118362"/>
                  </a:cubicBezTo>
                  <a:cubicBezTo>
                    <a:pt x="51212" y="107907"/>
                    <a:pt x="48599" y="97125"/>
                    <a:pt x="47292" y="74580"/>
                  </a:cubicBezTo>
                  <a:lnTo>
                    <a:pt x="129627" y="74580"/>
                  </a:lnTo>
                  <a:cubicBezTo>
                    <a:pt x="127667" y="47135"/>
                    <a:pt x="122766" y="31779"/>
                    <a:pt x="112311" y="19363"/>
                  </a:cubicBezTo>
                  <a:cubicBezTo>
                    <a:pt x="101529" y="6621"/>
                    <a:pt x="86499" y="86"/>
                    <a:pt x="68529" y="86"/>
                  </a:cubicBezTo>
                  <a:cubicBezTo>
                    <a:pt x="27688" y="86"/>
                    <a:pt x="243" y="32432"/>
                    <a:pt x="243" y="80135"/>
                  </a:cubicBezTo>
                  <a:cubicBezTo>
                    <a:pt x="243" y="127837"/>
                    <a:pt x="27034" y="159203"/>
                    <a:pt x="67549" y="159203"/>
                  </a:cubicBezTo>
                  <a:cubicBezTo>
                    <a:pt x="94014" y="159203"/>
                    <a:pt x="110024" y="148748"/>
                    <a:pt x="131261" y="118362"/>
                  </a:cubicBezTo>
                  <a:lnTo>
                    <a:pt x="123419" y="113788"/>
                  </a:lnTo>
                  <a:close/>
                  <a:moveTo>
                    <a:pt x="45658" y="62491"/>
                  </a:moveTo>
                  <a:cubicBezTo>
                    <a:pt x="46638" y="23284"/>
                    <a:pt x="52519" y="10215"/>
                    <a:pt x="68529" y="10215"/>
                  </a:cubicBezTo>
                  <a:cubicBezTo>
                    <a:pt x="77677" y="10215"/>
                    <a:pt x="83885" y="15443"/>
                    <a:pt x="86499" y="25571"/>
                  </a:cubicBezTo>
                  <a:cubicBezTo>
                    <a:pt x="88133" y="31779"/>
                    <a:pt x="88786" y="40927"/>
                    <a:pt x="89440" y="57591"/>
                  </a:cubicBezTo>
                  <a:lnTo>
                    <a:pt x="89440" y="62491"/>
                  </a:lnTo>
                  <a:lnTo>
                    <a:pt x="45658" y="62491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1E824A3-5557-731A-4729-2B3F529133B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242339" y="4357735"/>
              <a:ext cx="132325" cy="154542"/>
            </a:xfrm>
            <a:custGeom>
              <a:avLst/>
              <a:gdLst>
                <a:gd name="connsiteX0" fmla="*/ 62001 w 132325"/>
                <a:gd name="connsiteY0" fmla="*/ 4007 h 154542"/>
                <a:gd name="connsiteX1" fmla="*/ 249 w 132325"/>
                <a:gd name="connsiteY1" fmla="*/ 4007 h 154542"/>
                <a:gd name="connsiteX2" fmla="*/ 249 w 132325"/>
                <a:gd name="connsiteY2" fmla="*/ 11849 h 154542"/>
                <a:gd name="connsiteX3" fmla="*/ 17892 w 132325"/>
                <a:gd name="connsiteY3" fmla="*/ 31126 h 154542"/>
                <a:gd name="connsiteX4" fmla="*/ 17892 w 132325"/>
                <a:gd name="connsiteY4" fmla="*/ 127184 h 154542"/>
                <a:gd name="connsiteX5" fmla="*/ 249 w 132325"/>
                <a:gd name="connsiteY5" fmla="*/ 146788 h 154542"/>
                <a:gd name="connsiteX6" fmla="*/ 249 w 132325"/>
                <a:gd name="connsiteY6" fmla="*/ 154629 h 154542"/>
                <a:gd name="connsiteX7" fmla="*/ 87159 w 132325"/>
                <a:gd name="connsiteY7" fmla="*/ 154629 h 154542"/>
                <a:gd name="connsiteX8" fmla="*/ 87159 w 132325"/>
                <a:gd name="connsiteY8" fmla="*/ 146788 h 154542"/>
                <a:gd name="connsiteX9" fmla="*/ 63308 w 132325"/>
                <a:gd name="connsiteY9" fmla="*/ 120976 h 154542"/>
                <a:gd name="connsiteX10" fmla="*/ 63308 w 132325"/>
                <a:gd name="connsiteY10" fmla="*/ 59224 h 154542"/>
                <a:gd name="connsiteX11" fmla="*/ 83238 w 132325"/>
                <a:gd name="connsiteY11" fmla="*/ 28185 h 154542"/>
                <a:gd name="connsiteX12" fmla="*/ 92387 w 132325"/>
                <a:gd name="connsiteY12" fmla="*/ 35700 h 154542"/>
                <a:gd name="connsiteX13" fmla="*/ 111990 w 132325"/>
                <a:gd name="connsiteY13" fmla="*/ 47462 h 154542"/>
                <a:gd name="connsiteX14" fmla="*/ 132574 w 132325"/>
                <a:gd name="connsiteY14" fmla="*/ 25571 h 154542"/>
                <a:gd name="connsiteX15" fmla="*/ 106109 w 132325"/>
                <a:gd name="connsiteY15" fmla="*/ 86 h 154542"/>
                <a:gd name="connsiteX16" fmla="*/ 62001 w 132325"/>
                <a:gd name="connsiteY16" fmla="*/ 30799 h 154542"/>
                <a:gd name="connsiteX17" fmla="*/ 62001 w 132325"/>
                <a:gd name="connsiteY17" fmla="*/ 4007 h 154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325" h="154542">
                  <a:moveTo>
                    <a:pt x="62001" y="4007"/>
                  </a:moveTo>
                  <a:lnTo>
                    <a:pt x="249" y="4007"/>
                  </a:lnTo>
                  <a:lnTo>
                    <a:pt x="249" y="11849"/>
                  </a:lnTo>
                  <a:cubicBezTo>
                    <a:pt x="14298" y="13809"/>
                    <a:pt x="17892" y="18056"/>
                    <a:pt x="17892" y="31126"/>
                  </a:cubicBezTo>
                  <a:lnTo>
                    <a:pt x="17892" y="127184"/>
                  </a:lnTo>
                  <a:cubicBezTo>
                    <a:pt x="17892" y="140580"/>
                    <a:pt x="14625" y="144174"/>
                    <a:pt x="249" y="146788"/>
                  </a:cubicBezTo>
                  <a:lnTo>
                    <a:pt x="249" y="154629"/>
                  </a:lnTo>
                  <a:lnTo>
                    <a:pt x="87159" y="154629"/>
                  </a:lnTo>
                  <a:lnTo>
                    <a:pt x="87159" y="146788"/>
                  </a:lnTo>
                  <a:cubicBezTo>
                    <a:pt x="67228" y="145481"/>
                    <a:pt x="63308" y="141233"/>
                    <a:pt x="63308" y="120976"/>
                  </a:cubicBezTo>
                  <a:lnTo>
                    <a:pt x="63308" y="59224"/>
                  </a:lnTo>
                  <a:cubicBezTo>
                    <a:pt x="63308" y="42234"/>
                    <a:pt x="72456" y="28185"/>
                    <a:pt x="83238" y="28185"/>
                  </a:cubicBezTo>
                  <a:cubicBezTo>
                    <a:pt x="85852" y="28185"/>
                    <a:pt x="88793" y="30472"/>
                    <a:pt x="92387" y="35700"/>
                  </a:cubicBezTo>
                  <a:cubicBezTo>
                    <a:pt x="98594" y="44521"/>
                    <a:pt x="103495" y="47462"/>
                    <a:pt x="111990" y="47462"/>
                  </a:cubicBezTo>
                  <a:cubicBezTo>
                    <a:pt x="124079" y="47462"/>
                    <a:pt x="132574" y="38314"/>
                    <a:pt x="132574" y="25571"/>
                  </a:cubicBezTo>
                  <a:cubicBezTo>
                    <a:pt x="132574" y="10868"/>
                    <a:pt x="121465" y="86"/>
                    <a:pt x="106109" y="86"/>
                  </a:cubicBezTo>
                  <a:cubicBezTo>
                    <a:pt x="89773" y="86"/>
                    <a:pt x="77357" y="8908"/>
                    <a:pt x="62001" y="30799"/>
                  </a:cubicBezTo>
                  <a:lnTo>
                    <a:pt x="62001" y="4007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13309ED-8A4F-A275-14E5-46F95213D65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381403" y="4357735"/>
              <a:ext cx="164998" cy="221522"/>
            </a:xfrm>
            <a:custGeom>
              <a:avLst/>
              <a:gdLst>
                <a:gd name="connsiteX0" fmla="*/ 63314 w 164998"/>
                <a:gd name="connsiteY0" fmla="*/ 4007 h 221522"/>
                <a:gd name="connsiteX1" fmla="*/ 909 w 164998"/>
                <a:gd name="connsiteY1" fmla="*/ 4007 h 221522"/>
                <a:gd name="connsiteX2" fmla="*/ 909 w 164998"/>
                <a:gd name="connsiteY2" fmla="*/ 11849 h 221522"/>
                <a:gd name="connsiteX3" fmla="*/ 18552 w 164998"/>
                <a:gd name="connsiteY3" fmla="*/ 31126 h 221522"/>
                <a:gd name="connsiteX4" fmla="*/ 18552 w 164998"/>
                <a:gd name="connsiteY4" fmla="*/ 194817 h 221522"/>
                <a:gd name="connsiteX5" fmla="*/ 255 w 164998"/>
                <a:gd name="connsiteY5" fmla="*/ 213767 h 221522"/>
                <a:gd name="connsiteX6" fmla="*/ 255 w 164998"/>
                <a:gd name="connsiteY6" fmla="*/ 221608 h 221522"/>
                <a:gd name="connsiteX7" fmla="*/ 89452 w 164998"/>
                <a:gd name="connsiteY7" fmla="*/ 221608 h 221522"/>
                <a:gd name="connsiteX8" fmla="*/ 89452 w 164998"/>
                <a:gd name="connsiteY8" fmla="*/ 214747 h 221522"/>
                <a:gd name="connsiteX9" fmla="*/ 63967 w 164998"/>
                <a:gd name="connsiteY9" fmla="*/ 185342 h 221522"/>
                <a:gd name="connsiteX10" fmla="*/ 63967 w 164998"/>
                <a:gd name="connsiteY10" fmla="*/ 139273 h 221522"/>
                <a:gd name="connsiteX11" fmla="*/ 102521 w 164998"/>
                <a:gd name="connsiteY11" fmla="*/ 158876 h 221522"/>
                <a:gd name="connsiteX12" fmla="*/ 165253 w 164998"/>
                <a:gd name="connsiteY12" fmla="*/ 76541 h 221522"/>
                <a:gd name="connsiteX13" fmla="*/ 104482 w 164998"/>
                <a:gd name="connsiteY13" fmla="*/ 86 h 221522"/>
                <a:gd name="connsiteX14" fmla="*/ 63314 w 164998"/>
                <a:gd name="connsiteY14" fmla="*/ 26551 h 221522"/>
                <a:gd name="connsiteX15" fmla="*/ 63314 w 164998"/>
                <a:gd name="connsiteY15" fmla="*/ 4007 h 221522"/>
                <a:gd name="connsiteX16" fmla="*/ 63967 w 164998"/>
                <a:gd name="connsiteY16" fmla="*/ 41581 h 221522"/>
                <a:gd name="connsiteX17" fmla="*/ 70829 w 164998"/>
                <a:gd name="connsiteY17" fmla="*/ 29819 h 221522"/>
                <a:gd name="connsiteX18" fmla="*/ 92066 w 164998"/>
                <a:gd name="connsiteY18" fmla="*/ 18710 h 221522"/>
                <a:gd name="connsiteX19" fmla="*/ 116897 w 164998"/>
                <a:gd name="connsiteY19" fmla="*/ 81115 h 221522"/>
                <a:gd name="connsiteX20" fmla="*/ 89125 w 164998"/>
                <a:gd name="connsiteY20" fmla="*/ 140906 h 221522"/>
                <a:gd name="connsiteX21" fmla="*/ 63967 w 164998"/>
                <a:gd name="connsiteY21" fmla="*/ 120976 h 221522"/>
                <a:gd name="connsiteX22" fmla="*/ 63967 w 164998"/>
                <a:gd name="connsiteY22" fmla="*/ 41581 h 22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4998" h="221522">
                  <a:moveTo>
                    <a:pt x="63314" y="4007"/>
                  </a:moveTo>
                  <a:lnTo>
                    <a:pt x="909" y="4007"/>
                  </a:lnTo>
                  <a:lnTo>
                    <a:pt x="909" y="11849"/>
                  </a:lnTo>
                  <a:cubicBezTo>
                    <a:pt x="15285" y="14136"/>
                    <a:pt x="18552" y="17403"/>
                    <a:pt x="18552" y="31126"/>
                  </a:cubicBezTo>
                  <a:lnTo>
                    <a:pt x="18552" y="194817"/>
                  </a:lnTo>
                  <a:cubicBezTo>
                    <a:pt x="18552" y="208213"/>
                    <a:pt x="15938" y="211153"/>
                    <a:pt x="255" y="213767"/>
                  </a:cubicBezTo>
                  <a:lnTo>
                    <a:pt x="255" y="221608"/>
                  </a:lnTo>
                  <a:lnTo>
                    <a:pt x="89452" y="221608"/>
                  </a:lnTo>
                  <a:lnTo>
                    <a:pt x="89452" y="214747"/>
                  </a:lnTo>
                  <a:cubicBezTo>
                    <a:pt x="69522" y="213767"/>
                    <a:pt x="63967" y="207232"/>
                    <a:pt x="63967" y="185342"/>
                  </a:cubicBezTo>
                  <a:lnTo>
                    <a:pt x="63967" y="139273"/>
                  </a:lnTo>
                  <a:cubicBezTo>
                    <a:pt x="79650" y="154629"/>
                    <a:pt x="88145" y="158876"/>
                    <a:pt x="102521" y="158876"/>
                  </a:cubicBezTo>
                  <a:cubicBezTo>
                    <a:pt x="139115" y="158876"/>
                    <a:pt x="165253" y="124897"/>
                    <a:pt x="165253" y="76541"/>
                  </a:cubicBezTo>
                  <a:cubicBezTo>
                    <a:pt x="165253" y="31126"/>
                    <a:pt x="140749" y="86"/>
                    <a:pt x="104482" y="86"/>
                  </a:cubicBezTo>
                  <a:cubicBezTo>
                    <a:pt x="85205" y="86"/>
                    <a:pt x="73443" y="7601"/>
                    <a:pt x="63314" y="26551"/>
                  </a:cubicBezTo>
                  <a:lnTo>
                    <a:pt x="63314" y="4007"/>
                  </a:lnTo>
                  <a:close/>
                  <a:moveTo>
                    <a:pt x="63967" y="41581"/>
                  </a:moveTo>
                  <a:cubicBezTo>
                    <a:pt x="63967" y="39294"/>
                    <a:pt x="66908" y="34066"/>
                    <a:pt x="70829" y="29819"/>
                  </a:cubicBezTo>
                  <a:cubicBezTo>
                    <a:pt x="77363" y="22631"/>
                    <a:pt x="84878" y="18710"/>
                    <a:pt x="92066" y="18710"/>
                  </a:cubicBezTo>
                  <a:cubicBezTo>
                    <a:pt x="109056" y="18710"/>
                    <a:pt x="116897" y="38314"/>
                    <a:pt x="116897" y="81115"/>
                  </a:cubicBezTo>
                  <a:cubicBezTo>
                    <a:pt x="116897" y="121629"/>
                    <a:pt x="107749" y="140906"/>
                    <a:pt x="89125" y="140906"/>
                  </a:cubicBezTo>
                  <a:cubicBezTo>
                    <a:pt x="78343" y="140906"/>
                    <a:pt x="68868" y="133392"/>
                    <a:pt x="63967" y="120976"/>
                  </a:cubicBezTo>
                  <a:lnTo>
                    <a:pt x="63967" y="41581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4061AD0-D56F-6394-1279-C4E3224FBD7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565704" y="4357735"/>
              <a:ext cx="147354" cy="159116"/>
            </a:xfrm>
            <a:custGeom>
              <a:avLst/>
              <a:gdLst>
                <a:gd name="connsiteX0" fmla="*/ 74104 w 147354"/>
                <a:gd name="connsiteY0" fmla="*/ 86 h 159116"/>
                <a:gd name="connsiteX1" fmla="*/ 263 w 147354"/>
                <a:gd name="connsiteY1" fmla="*/ 78828 h 159116"/>
                <a:gd name="connsiteX2" fmla="*/ 74104 w 147354"/>
                <a:gd name="connsiteY2" fmla="*/ 159203 h 159116"/>
                <a:gd name="connsiteX3" fmla="*/ 147618 w 147354"/>
                <a:gd name="connsiteY3" fmla="*/ 79808 h 159116"/>
                <a:gd name="connsiteX4" fmla="*/ 74104 w 147354"/>
                <a:gd name="connsiteY4" fmla="*/ 86 h 159116"/>
                <a:gd name="connsiteX5" fmla="*/ 74431 w 147354"/>
                <a:gd name="connsiteY5" fmla="*/ 10215 h 159116"/>
                <a:gd name="connsiteX6" fmla="*/ 99589 w 147354"/>
                <a:gd name="connsiteY6" fmla="*/ 81768 h 159116"/>
                <a:gd name="connsiteX7" fmla="*/ 74104 w 147354"/>
                <a:gd name="connsiteY7" fmla="*/ 149075 h 159116"/>
                <a:gd name="connsiteX8" fmla="*/ 48292 w 147354"/>
                <a:gd name="connsiteY8" fmla="*/ 84709 h 159116"/>
                <a:gd name="connsiteX9" fmla="*/ 74431 w 147354"/>
                <a:gd name="connsiteY9" fmla="*/ 10215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354" h="159116">
                  <a:moveTo>
                    <a:pt x="74104" y="86"/>
                  </a:moveTo>
                  <a:cubicBezTo>
                    <a:pt x="32609" y="86"/>
                    <a:pt x="263" y="34393"/>
                    <a:pt x="263" y="78828"/>
                  </a:cubicBezTo>
                  <a:cubicBezTo>
                    <a:pt x="263" y="125550"/>
                    <a:pt x="31302" y="159203"/>
                    <a:pt x="74104" y="159203"/>
                  </a:cubicBezTo>
                  <a:cubicBezTo>
                    <a:pt x="116252" y="159203"/>
                    <a:pt x="147618" y="125223"/>
                    <a:pt x="147618" y="79808"/>
                  </a:cubicBezTo>
                  <a:cubicBezTo>
                    <a:pt x="147618" y="34066"/>
                    <a:pt x="116252" y="86"/>
                    <a:pt x="74104" y="86"/>
                  </a:cubicBezTo>
                  <a:close/>
                  <a:moveTo>
                    <a:pt x="74431" y="10215"/>
                  </a:moveTo>
                  <a:cubicBezTo>
                    <a:pt x="93381" y="10215"/>
                    <a:pt x="99589" y="28185"/>
                    <a:pt x="99589" y="81768"/>
                  </a:cubicBezTo>
                  <a:cubicBezTo>
                    <a:pt x="99589" y="132085"/>
                    <a:pt x="93054" y="149075"/>
                    <a:pt x="74104" y="149075"/>
                  </a:cubicBezTo>
                  <a:cubicBezTo>
                    <a:pt x="54827" y="149075"/>
                    <a:pt x="48292" y="132411"/>
                    <a:pt x="48292" y="84709"/>
                  </a:cubicBezTo>
                  <a:cubicBezTo>
                    <a:pt x="48292" y="27205"/>
                    <a:pt x="54173" y="10215"/>
                    <a:pt x="74431" y="10215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61C89EF-5FDD-8A99-09D8-9D50C713F22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726740" y="4291410"/>
              <a:ext cx="78088" cy="220868"/>
            </a:xfrm>
            <a:custGeom>
              <a:avLst/>
              <a:gdLst>
                <a:gd name="connsiteX0" fmla="*/ 62349 w 78088"/>
                <a:gd name="connsiteY0" fmla="*/ 86 h 220868"/>
                <a:gd name="connsiteX1" fmla="*/ 270 w 78088"/>
                <a:gd name="connsiteY1" fmla="*/ 86 h 220868"/>
                <a:gd name="connsiteX2" fmla="*/ 270 w 78088"/>
                <a:gd name="connsiteY2" fmla="*/ 7928 h 220868"/>
                <a:gd name="connsiteX3" fmla="*/ 16934 w 78088"/>
                <a:gd name="connsiteY3" fmla="*/ 26878 h 220868"/>
                <a:gd name="connsiteX4" fmla="*/ 16934 w 78088"/>
                <a:gd name="connsiteY4" fmla="*/ 193510 h 220868"/>
                <a:gd name="connsiteX5" fmla="*/ 270 w 78088"/>
                <a:gd name="connsiteY5" fmla="*/ 213113 h 220868"/>
                <a:gd name="connsiteX6" fmla="*/ 270 w 78088"/>
                <a:gd name="connsiteY6" fmla="*/ 220955 h 220868"/>
                <a:gd name="connsiteX7" fmla="*/ 78359 w 78088"/>
                <a:gd name="connsiteY7" fmla="*/ 220955 h 220868"/>
                <a:gd name="connsiteX8" fmla="*/ 78359 w 78088"/>
                <a:gd name="connsiteY8" fmla="*/ 213113 h 220868"/>
                <a:gd name="connsiteX9" fmla="*/ 62349 w 78088"/>
                <a:gd name="connsiteY9" fmla="*/ 193510 h 220868"/>
                <a:gd name="connsiteX10" fmla="*/ 62349 w 78088"/>
                <a:gd name="connsiteY10" fmla="*/ 86 h 22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088" h="220868">
                  <a:moveTo>
                    <a:pt x="62349" y="86"/>
                  </a:moveTo>
                  <a:lnTo>
                    <a:pt x="270" y="86"/>
                  </a:lnTo>
                  <a:lnTo>
                    <a:pt x="270" y="7928"/>
                  </a:lnTo>
                  <a:cubicBezTo>
                    <a:pt x="11706" y="8908"/>
                    <a:pt x="16934" y="14789"/>
                    <a:pt x="16934" y="26878"/>
                  </a:cubicBezTo>
                  <a:lnTo>
                    <a:pt x="16934" y="193510"/>
                  </a:lnTo>
                  <a:cubicBezTo>
                    <a:pt x="16934" y="205599"/>
                    <a:pt x="11379" y="212133"/>
                    <a:pt x="270" y="213113"/>
                  </a:cubicBezTo>
                  <a:lnTo>
                    <a:pt x="270" y="220955"/>
                  </a:lnTo>
                  <a:lnTo>
                    <a:pt x="78359" y="220955"/>
                  </a:lnTo>
                  <a:lnTo>
                    <a:pt x="78359" y="213113"/>
                  </a:lnTo>
                  <a:cubicBezTo>
                    <a:pt x="67577" y="212787"/>
                    <a:pt x="62349" y="206579"/>
                    <a:pt x="62349" y="193510"/>
                  </a:cubicBezTo>
                  <a:lnTo>
                    <a:pt x="62349" y="86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63716B6-DB80-AE70-B1A7-12EFF83E4E9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820849" y="4357735"/>
              <a:ext cx="151275" cy="159116"/>
            </a:xfrm>
            <a:custGeom>
              <a:avLst/>
              <a:gdLst>
                <a:gd name="connsiteX0" fmla="*/ 146649 w 151275"/>
                <a:gd name="connsiteY0" fmla="*/ 133718 h 159116"/>
                <a:gd name="connsiteX1" fmla="*/ 143382 w 151275"/>
                <a:gd name="connsiteY1" fmla="*/ 136986 h 159116"/>
                <a:gd name="connsiteX2" fmla="*/ 139788 w 151275"/>
                <a:gd name="connsiteY2" fmla="*/ 138293 h 159116"/>
                <a:gd name="connsiteX3" fmla="*/ 132926 w 151275"/>
                <a:gd name="connsiteY3" fmla="*/ 130124 h 159116"/>
                <a:gd name="connsiteX4" fmla="*/ 132926 w 151275"/>
                <a:gd name="connsiteY4" fmla="*/ 44848 h 159116"/>
                <a:gd name="connsiteX5" fmla="*/ 68234 w 151275"/>
                <a:gd name="connsiteY5" fmla="*/ 86 h 159116"/>
                <a:gd name="connsiteX6" fmla="*/ 6482 w 151275"/>
                <a:gd name="connsiteY6" fmla="*/ 41254 h 159116"/>
                <a:gd name="connsiteX7" fmla="*/ 27720 w 151275"/>
                <a:gd name="connsiteY7" fmla="*/ 62818 h 159116"/>
                <a:gd name="connsiteX8" fmla="*/ 49937 w 151275"/>
                <a:gd name="connsiteY8" fmla="*/ 43868 h 159116"/>
                <a:gd name="connsiteX9" fmla="*/ 44056 w 151275"/>
                <a:gd name="connsiteY9" fmla="*/ 29819 h 159116"/>
                <a:gd name="connsiteX10" fmla="*/ 40135 w 151275"/>
                <a:gd name="connsiteY10" fmla="*/ 22631 h 159116"/>
                <a:gd name="connsiteX11" fmla="*/ 60719 w 151275"/>
                <a:gd name="connsiteY11" fmla="*/ 10542 h 159116"/>
                <a:gd name="connsiteX12" fmla="*/ 88164 w 151275"/>
                <a:gd name="connsiteY12" fmla="*/ 39294 h 159116"/>
                <a:gd name="connsiteX13" fmla="*/ 88164 w 151275"/>
                <a:gd name="connsiteY13" fmla="*/ 63145 h 159116"/>
                <a:gd name="connsiteX14" fmla="*/ 21185 w 151275"/>
                <a:gd name="connsiteY14" fmla="*/ 89610 h 159116"/>
                <a:gd name="connsiteX15" fmla="*/ 274 w 151275"/>
                <a:gd name="connsiteY15" fmla="*/ 124570 h 159116"/>
                <a:gd name="connsiteX16" fmla="*/ 36541 w 151275"/>
                <a:gd name="connsiteY16" fmla="*/ 159203 h 159116"/>
                <a:gd name="connsiteX17" fmla="*/ 88164 w 151275"/>
                <a:gd name="connsiteY17" fmla="*/ 136332 h 159116"/>
                <a:gd name="connsiteX18" fmla="*/ 114956 w 151275"/>
                <a:gd name="connsiteY18" fmla="*/ 159203 h 159116"/>
                <a:gd name="connsiteX19" fmla="*/ 151550 w 151275"/>
                <a:gd name="connsiteY19" fmla="*/ 140580 h 159116"/>
                <a:gd name="connsiteX20" fmla="*/ 146649 w 151275"/>
                <a:gd name="connsiteY20" fmla="*/ 133718 h 159116"/>
                <a:gd name="connsiteX21" fmla="*/ 87838 w 151275"/>
                <a:gd name="connsiteY21" fmla="*/ 121956 h 159116"/>
                <a:gd name="connsiteX22" fmla="*/ 64640 w 151275"/>
                <a:gd name="connsiteY22" fmla="*/ 136005 h 159116"/>
                <a:gd name="connsiteX23" fmla="*/ 47977 w 151275"/>
                <a:gd name="connsiteY23" fmla="*/ 114115 h 159116"/>
                <a:gd name="connsiteX24" fmla="*/ 87838 w 151275"/>
                <a:gd name="connsiteY24" fmla="*/ 74580 h 159116"/>
                <a:gd name="connsiteX25" fmla="*/ 87838 w 151275"/>
                <a:gd name="connsiteY25" fmla="*/ 121956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1275" h="159116">
                  <a:moveTo>
                    <a:pt x="146649" y="133718"/>
                  </a:moveTo>
                  <a:lnTo>
                    <a:pt x="143382" y="136986"/>
                  </a:lnTo>
                  <a:cubicBezTo>
                    <a:pt x="142401" y="137966"/>
                    <a:pt x="141421" y="138293"/>
                    <a:pt x="139788" y="138293"/>
                  </a:cubicBezTo>
                  <a:cubicBezTo>
                    <a:pt x="135213" y="138293"/>
                    <a:pt x="132926" y="135352"/>
                    <a:pt x="132926" y="130124"/>
                  </a:cubicBezTo>
                  <a:lnTo>
                    <a:pt x="132926" y="44848"/>
                  </a:lnTo>
                  <a:cubicBezTo>
                    <a:pt x="132926" y="17403"/>
                    <a:pt x="108095" y="86"/>
                    <a:pt x="68234" y="86"/>
                  </a:cubicBezTo>
                  <a:cubicBezTo>
                    <a:pt x="31314" y="86"/>
                    <a:pt x="6482" y="16749"/>
                    <a:pt x="6482" y="41254"/>
                  </a:cubicBezTo>
                  <a:cubicBezTo>
                    <a:pt x="6482" y="54650"/>
                    <a:pt x="14324" y="62818"/>
                    <a:pt x="27720" y="62818"/>
                  </a:cubicBezTo>
                  <a:cubicBezTo>
                    <a:pt x="40789" y="62818"/>
                    <a:pt x="49937" y="54977"/>
                    <a:pt x="49937" y="43868"/>
                  </a:cubicBezTo>
                  <a:cubicBezTo>
                    <a:pt x="49937" y="39294"/>
                    <a:pt x="47977" y="35046"/>
                    <a:pt x="44056" y="29819"/>
                  </a:cubicBezTo>
                  <a:cubicBezTo>
                    <a:pt x="41115" y="26551"/>
                    <a:pt x="40135" y="24591"/>
                    <a:pt x="40135" y="22631"/>
                  </a:cubicBezTo>
                  <a:cubicBezTo>
                    <a:pt x="40135" y="15769"/>
                    <a:pt x="49284" y="10542"/>
                    <a:pt x="60719" y="10542"/>
                  </a:cubicBezTo>
                  <a:cubicBezTo>
                    <a:pt x="79669" y="10542"/>
                    <a:pt x="88164" y="19363"/>
                    <a:pt x="88164" y="39294"/>
                  </a:cubicBezTo>
                  <a:lnTo>
                    <a:pt x="88164" y="63145"/>
                  </a:lnTo>
                  <a:cubicBezTo>
                    <a:pt x="49284" y="74907"/>
                    <a:pt x="33274" y="81442"/>
                    <a:pt x="21185" y="89610"/>
                  </a:cubicBezTo>
                  <a:cubicBezTo>
                    <a:pt x="7136" y="99412"/>
                    <a:pt x="274" y="110521"/>
                    <a:pt x="274" y="124570"/>
                  </a:cubicBezTo>
                  <a:cubicBezTo>
                    <a:pt x="274" y="144500"/>
                    <a:pt x="15631" y="159203"/>
                    <a:pt x="36541" y="159203"/>
                  </a:cubicBezTo>
                  <a:cubicBezTo>
                    <a:pt x="55165" y="159203"/>
                    <a:pt x="70194" y="152669"/>
                    <a:pt x="88164" y="136332"/>
                  </a:cubicBezTo>
                  <a:cubicBezTo>
                    <a:pt x="91758" y="152995"/>
                    <a:pt x="98946" y="159203"/>
                    <a:pt x="114956" y="159203"/>
                  </a:cubicBezTo>
                  <a:cubicBezTo>
                    <a:pt x="129006" y="159203"/>
                    <a:pt x="139134" y="153976"/>
                    <a:pt x="151550" y="140580"/>
                  </a:cubicBezTo>
                  <a:lnTo>
                    <a:pt x="146649" y="133718"/>
                  </a:lnTo>
                  <a:close/>
                  <a:moveTo>
                    <a:pt x="87838" y="121956"/>
                  </a:moveTo>
                  <a:cubicBezTo>
                    <a:pt x="79016" y="132085"/>
                    <a:pt x="72481" y="136005"/>
                    <a:pt x="64640" y="136005"/>
                  </a:cubicBezTo>
                  <a:cubicBezTo>
                    <a:pt x="54838" y="136005"/>
                    <a:pt x="47977" y="127184"/>
                    <a:pt x="47977" y="114115"/>
                  </a:cubicBezTo>
                  <a:cubicBezTo>
                    <a:pt x="47977" y="95164"/>
                    <a:pt x="61699" y="81442"/>
                    <a:pt x="87838" y="74580"/>
                  </a:cubicBezTo>
                  <a:lnTo>
                    <a:pt x="87838" y="121956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7C5E482-D0C4-E3A2-8582-202CA3F411F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983192" y="4306439"/>
              <a:ext cx="101939" cy="209759"/>
            </a:xfrm>
            <a:custGeom>
              <a:avLst/>
              <a:gdLst>
                <a:gd name="connsiteX0" fmla="*/ 93399 w 101939"/>
                <a:gd name="connsiteY0" fmla="*/ 55303 h 209759"/>
                <a:gd name="connsiteX1" fmla="*/ 62687 w 101939"/>
                <a:gd name="connsiteY1" fmla="*/ 55303 h 209759"/>
                <a:gd name="connsiteX2" fmla="*/ 62687 w 101939"/>
                <a:gd name="connsiteY2" fmla="*/ 86 h 209759"/>
                <a:gd name="connsiteX3" fmla="*/ 54519 w 101939"/>
                <a:gd name="connsiteY3" fmla="*/ 86 h 209759"/>
                <a:gd name="connsiteX4" fmla="*/ 282 w 101939"/>
                <a:gd name="connsiteY4" fmla="*/ 60858 h 209759"/>
                <a:gd name="connsiteX5" fmla="*/ 282 w 101939"/>
                <a:gd name="connsiteY5" fmla="*/ 69680 h 209759"/>
                <a:gd name="connsiteX6" fmla="*/ 17271 w 101939"/>
                <a:gd name="connsiteY6" fmla="*/ 69680 h 209759"/>
                <a:gd name="connsiteX7" fmla="*/ 17271 w 101939"/>
                <a:gd name="connsiteY7" fmla="*/ 175540 h 209759"/>
                <a:gd name="connsiteX8" fmla="*/ 53865 w 101939"/>
                <a:gd name="connsiteY8" fmla="*/ 209846 h 209759"/>
                <a:gd name="connsiteX9" fmla="*/ 102221 w 101939"/>
                <a:gd name="connsiteY9" fmla="*/ 173253 h 209759"/>
                <a:gd name="connsiteX10" fmla="*/ 94053 w 101939"/>
                <a:gd name="connsiteY10" fmla="*/ 169659 h 209759"/>
                <a:gd name="connsiteX11" fmla="*/ 75429 w 101939"/>
                <a:gd name="connsiteY11" fmla="*/ 186648 h 209759"/>
                <a:gd name="connsiteX12" fmla="*/ 62687 w 101939"/>
                <a:gd name="connsiteY12" fmla="*/ 168025 h 209759"/>
                <a:gd name="connsiteX13" fmla="*/ 62687 w 101939"/>
                <a:gd name="connsiteY13" fmla="*/ 69680 h 209759"/>
                <a:gd name="connsiteX14" fmla="*/ 93399 w 101939"/>
                <a:gd name="connsiteY14" fmla="*/ 69680 h 209759"/>
                <a:gd name="connsiteX15" fmla="*/ 93399 w 101939"/>
                <a:gd name="connsiteY15" fmla="*/ 55303 h 20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1939" h="209759">
                  <a:moveTo>
                    <a:pt x="93399" y="55303"/>
                  </a:moveTo>
                  <a:lnTo>
                    <a:pt x="62687" y="55303"/>
                  </a:lnTo>
                  <a:lnTo>
                    <a:pt x="62687" y="86"/>
                  </a:lnTo>
                  <a:lnTo>
                    <a:pt x="54519" y="86"/>
                  </a:lnTo>
                  <a:cubicBezTo>
                    <a:pt x="34588" y="28185"/>
                    <a:pt x="21519" y="42888"/>
                    <a:pt x="282" y="60858"/>
                  </a:cubicBezTo>
                  <a:lnTo>
                    <a:pt x="282" y="69680"/>
                  </a:lnTo>
                  <a:lnTo>
                    <a:pt x="17271" y="69680"/>
                  </a:lnTo>
                  <a:lnTo>
                    <a:pt x="17271" y="175540"/>
                  </a:lnTo>
                  <a:cubicBezTo>
                    <a:pt x="17271" y="196777"/>
                    <a:pt x="31321" y="209846"/>
                    <a:pt x="53865" y="209846"/>
                  </a:cubicBezTo>
                  <a:cubicBezTo>
                    <a:pt x="75756" y="209846"/>
                    <a:pt x="88825" y="200044"/>
                    <a:pt x="102221" y="173253"/>
                  </a:cubicBezTo>
                  <a:lnTo>
                    <a:pt x="94053" y="169659"/>
                  </a:lnTo>
                  <a:cubicBezTo>
                    <a:pt x="87518" y="182074"/>
                    <a:pt x="82290" y="186648"/>
                    <a:pt x="75429" y="186648"/>
                  </a:cubicBezTo>
                  <a:cubicBezTo>
                    <a:pt x="66281" y="186648"/>
                    <a:pt x="62687" y="181094"/>
                    <a:pt x="62687" y="168025"/>
                  </a:cubicBezTo>
                  <a:lnTo>
                    <a:pt x="62687" y="69680"/>
                  </a:lnTo>
                  <a:lnTo>
                    <a:pt x="93399" y="69680"/>
                  </a:lnTo>
                  <a:lnTo>
                    <a:pt x="93399" y="5530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4A638CE-1330-859E-E551-2E65BAA2FD1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091093" y="4286509"/>
              <a:ext cx="78088" cy="225769"/>
            </a:xfrm>
            <a:custGeom>
              <a:avLst/>
              <a:gdLst>
                <a:gd name="connsiteX0" fmla="*/ 63018 w 78088"/>
                <a:gd name="connsiteY0" fmla="*/ 75234 h 225769"/>
                <a:gd name="connsiteX1" fmla="*/ 286 w 78088"/>
                <a:gd name="connsiteY1" fmla="*/ 75234 h 225769"/>
                <a:gd name="connsiteX2" fmla="*/ 286 w 78088"/>
                <a:gd name="connsiteY2" fmla="*/ 83075 h 225769"/>
                <a:gd name="connsiteX3" fmla="*/ 17603 w 78088"/>
                <a:gd name="connsiteY3" fmla="*/ 102352 h 225769"/>
                <a:gd name="connsiteX4" fmla="*/ 17603 w 78088"/>
                <a:gd name="connsiteY4" fmla="*/ 198411 h 225769"/>
                <a:gd name="connsiteX5" fmla="*/ 286 w 78088"/>
                <a:gd name="connsiteY5" fmla="*/ 218014 h 225769"/>
                <a:gd name="connsiteX6" fmla="*/ 286 w 78088"/>
                <a:gd name="connsiteY6" fmla="*/ 225856 h 225769"/>
                <a:gd name="connsiteX7" fmla="*/ 78375 w 78088"/>
                <a:gd name="connsiteY7" fmla="*/ 225856 h 225769"/>
                <a:gd name="connsiteX8" fmla="*/ 78375 w 78088"/>
                <a:gd name="connsiteY8" fmla="*/ 218014 h 225769"/>
                <a:gd name="connsiteX9" fmla="*/ 63018 w 78088"/>
                <a:gd name="connsiteY9" fmla="*/ 199391 h 225769"/>
                <a:gd name="connsiteX10" fmla="*/ 63018 w 78088"/>
                <a:gd name="connsiteY10" fmla="*/ 75234 h 225769"/>
                <a:gd name="connsiteX11" fmla="*/ 40147 w 78088"/>
                <a:gd name="connsiteY11" fmla="*/ 86 h 225769"/>
                <a:gd name="connsiteX12" fmla="*/ 14662 w 78088"/>
                <a:gd name="connsiteY12" fmla="*/ 25244 h 225769"/>
                <a:gd name="connsiteX13" fmla="*/ 39821 w 78088"/>
                <a:gd name="connsiteY13" fmla="*/ 50729 h 225769"/>
                <a:gd name="connsiteX14" fmla="*/ 65305 w 78088"/>
                <a:gd name="connsiteY14" fmla="*/ 25571 h 225769"/>
                <a:gd name="connsiteX15" fmla="*/ 40147 w 78088"/>
                <a:gd name="connsiteY15" fmla="*/ 86 h 225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8088" h="225769">
                  <a:moveTo>
                    <a:pt x="63018" y="75234"/>
                  </a:moveTo>
                  <a:lnTo>
                    <a:pt x="286" y="75234"/>
                  </a:lnTo>
                  <a:lnTo>
                    <a:pt x="286" y="83075"/>
                  </a:lnTo>
                  <a:cubicBezTo>
                    <a:pt x="14662" y="86016"/>
                    <a:pt x="17603" y="88957"/>
                    <a:pt x="17603" y="102352"/>
                  </a:cubicBezTo>
                  <a:lnTo>
                    <a:pt x="17603" y="198411"/>
                  </a:lnTo>
                  <a:cubicBezTo>
                    <a:pt x="17603" y="211807"/>
                    <a:pt x="15316" y="214420"/>
                    <a:pt x="286" y="218014"/>
                  </a:cubicBezTo>
                  <a:lnTo>
                    <a:pt x="286" y="225856"/>
                  </a:lnTo>
                  <a:lnTo>
                    <a:pt x="78375" y="225856"/>
                  </a:lnTo>
                  <a:lnTo>
                    <a:pt x="78375" y="218014"/>
                  </a:lnTo>
                  <a:cubicBezTo>
                    <a:pt x="66939" y="216381"/>
                    <a:pt x="63018" y="211807"/>
                    <a:pt x="63018" y="199391"/>
                  </a:cubicBezTo>
                  <a:lnTo>
                    <a:pt x="63018" y="75234"/>
                  </a:lnTo>
                  <a:close/>
                  <a:moveTo>
                    <a:pt x="40147" y="86"/>
                  </a:moveTo>
                  <a:cubicBezTo>
                    <a:pt x="26098" y="86"/>
                    <a:pt x="14662" y="11522"/>
                    <a:pt x="14662" y="25244"/>
                  </a:cubicBezTo>
                  <a:cubicBezTo>
                    <a:pt x="14662" y="39947"/>
                    <a:pt x="25444" y="50729"/>
                    <a:pt x="39821" y="50729"/>
                  </a:cubicBezTo>
                  <a:cubicBezTo>
                    <a:pt x="54197" y="50729"/>
                    <a:pt x="65305" y="39947"/>
                    <a:pt x="65305" y="25571"/>
                  </a:cubicBezTo>
                  <a:cubicBezTo>
                    <a:pt x="65305" y="11522"/>
                    <a:pt x="54197" y="86"/>
                    <a:pt x="40147" y="8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0DC7B88-1562-ED13-27C7-CC63E96321B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185201" y="4357735"/>
              <a:ext cx="147354" cy="159116"/>
            </a:xfrm>
            <a:custGeom>
              <a:avLst/>
              <a:gdLst>
                <a:gd name="connsiteX0" fmla="*/ 74131 w 147354"/>
                <a:gd name="connsiteY0" fmla="*/ 86 h 159116"/>
                <a:gd name="connsiteX1" fmla="*/ 290 w 147354"/>
                <a:gd name="connsiteY1" fmla="*/ 78828 h 159116"/>
                <a:gd name="connsiteX2" fmla="*/ 74131 w 147354"/>
                <a:gd name="connsiteY2" fmla="*/ 159203 h 159116"/>
                <a:gd name="connsiteX3" fmla="*/ 147645 w 147354"/>
                <a:gd name="connsiteY3" fmla="*/ 79808 h 159116"/>
                <a:gd name="connsiteX4" fmla="*/ 74131 w 147354"/>
                <a:gd name="connsiteY4" fmla="*/ 86 h 159116"/>
                <a:gd name="connsiteX5" fmla="*/ 74458 w 147354"/>
                <a:gd name="connsiteY5" fmla="*/ 10215 h 159116"/>
                <a:gd name="connsiteX6" fmla="*/ 99616 w 147354"/>
                <a:gd name="connsiteY6" fmla="*/ 81768 h 159116"/>
                <a:gd name="connsiteX7" fmla="*/ 74131 w 147354"/>
                <a:gd name="connsiteY7" fmla="*/ 149075 h 159116"/>
                <a:gd name="connsiteX8" fmla="*/ 48319 w 147354"/>
                <a:gd name="connsiteY8" fmla="*/ 84709 h 159116"/>
                <a:gd name="connsiteX9" fmla="*/ 74458 w 147354"/>
                <a:gd name="connsiteY9" fmla="*/ 10215 h 15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354" h="159116">
                  <a:moveTo>
                    <a:pt x="74131" y="86"/>
                  </a:moveTo>
                  <a:cubicBezTo>
                    <a:pt x="32636" y="86"/>
                    <a:pt x="290" y="34393"/>
                    <a:pt x="290" y="78828"/>
                  </a:cubicBezTo>
                  <a:cubicBezTo>
                    <a:pt x="290" y="125550"/>
                    <a:pt x="31330" y="159203"/>
                    <a:pt x="74131" y="159203"/>
                  </a:cubicBezTo>
                  <a:cubicBezTo>
                    <a:pt x="116279" y="159203"/>
                    <a:pt x="147645" y="125223"/>
                    <a:pt x="147645" y="79808"/>
                  </a:cubicBezTo>
                  <a:cubicBezTo>
                    <a:pt x="147645" y="34066"/>
                    <a:pt x="116279" y="86"/>
                    <a:pt x="74131" y="86"/>
                  </a:cubicBezTo>
                  <a:close/>
                  <a:moveTo>
                    <a:pt x="74458" y="10215"/>
                  </a:moveTo>
                  <a:cubicBezTo>
                    <a:pt x="93408" y="10215"/>
                    <a:pt x="99616" y="28185"/>
                    <a:pt x="99616" y="81768"/>
                  </a:cubicBezTo>
                  <a:cubicBezTo>
                    <a:pt x="99616" y="132085"/>
                    <a:pt x="93081" y="149075"/>
                    <a:pt x="74131" y="149075"/>
                  </a:cubicBezTo>
                  <a:cubicBezTo>
                    <a:pt x="54854" y="149075"/>
                    <a:pt x="48319" y="132411"/>
                    <a:pt x="48319" y="84709"/>
                  </a:cubicBezTo>
                  <a:cubicBezTo>
                    <a:pt x="48319" y="27205"/>
                    <a:pt x="54201" y="10215"/>
                    <a:pt x="74458" y="10215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16B4081-C9B3-2721-F09B-69499279591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347871" y="4357735"/>
              <a:ext cx="169245" cy="154542"/>
            </a:xfrm>
            <a:custGeom>
              <a:avLst/>
              <a:gdLst>
                <a:gd name="connsiteX0" fmla="*/ 62703 w 169245"/>
                <a:gd name="connsiteY0" fmla="*/ 4007 h 154542"/>
                <a:gd name="connsiteX1" fmla="*/ 298 w 169245"/>
                <a:gd name="connsiteY1" fmla="*/ 4007 h 154542"/>
                <a:gd name="connsiteX2" fmla="*/ 298 w 169245"/>
                <a:gd name="connsiteY2" fmla="*/ 11849 h 154542"/>
                <a:gd name="connsiteX3" fmla="*/ 17614 w 169245"/>
                <a:gd name="connsiteY3" fmla="*/ 31126 h 154542"/>
                <a:gd name="connsiteX4" fmla="*/ 17614 w 169245"/>
                <a:gd name="connsiteY4" fmla="*/ 127184 h 154542"/>
                <a:gd name="connsiteX5" fmla="*/ 298 w 169245"/>
                <a:gd name="connsiteY5" fmla="*/ 146788 h 154542"/>
                <a:gd name="connsiteX6" fmla="*/ 298 w 169245"/>
                <a:gd name="connsiteY6" fmla="*/ 154629 h 154542"/>
                <a:gd name="connsiteX7" fmla="*/ 79039 w 169245"/>
                <a:gd name="connsiteY7" fmla="*/ 154629 h 154542"/>
                <a:gd name="connsiteX8" fmla="*/ 79039 w 169245"/>
                <a:gd name="connsiteY8" fmla="*/ 146788 h 154542"/>
                <a:gd name="connsiteX9" fmla="*/ 63029 w 169245"/>
                <a:gd name="connsiteY9" fmla="*/ 128164 h 154542"/>
                <a:gd name="connsiteX10" fmla="*/ 63029 w 169245"/>
                <a:gd name="connsiteY10" fmla="*/ 40927 h 154542"/>
                <a:gd name="connsiteX11" fmla="*/ 68584 w 169245"/>
                <a:gd name="connsiteY11" fmla="*/ 33413 h 154542"/>
                <a:gd name="connsiteX12" fmla="*/ 91128 w 169245"/>
                <a:gd name="connsiteY12" fmla="*/ 21977 h 154542"/>
                <a:gd name="connsiteX13" fmla="*/ 108118 w 169245"/>
                <a:gd name="connsiteY13" fmla="*/ 49096 h 154542"/>
                <a:gd name="connsiteX14" fmla="*/ 108118 w 169245"/>
                <a:gd name="connsiteY14" fmla="*/ 128164 h 154542"/>
                <a:gd name="connsiteX15" fmla="*/ 92762 w 169245"/>
                <a:gd name="connsiteY15" fmla="*/ 146788 h 154542"/>
                <a:gd name="connsiteX16" fmla="*/ 92762 w 169245"/>
                <a:gd name="connsiteY16" fmla="*/ 154629 h 154542"/>
                <a:gd name="connsiteX17" fmla="*/ 169543 w 169245"/>
                <a:gd name="connsiteY17" fmla="*/ 154629 h 154542"/>
                <a:gd name="connsiteX18" fmla="*/ 169543 w 169245"/>
                <a:gd name="connsiteY18" fmla="*/ 146788 h 154542"/>
                <a:gd name="connsiteX19" fmla="*/ 153533 w 169245"/>
                <a:gd name="connsiteY19" fmla="*/ 128164 h 154542"/>
                <a:gd name="connsiteX20" fmla="*/ 153533 w 169245"/>
                <a:gd name="connsiteY20" fmla="*/ 46155 h 154542"/>
                <a:gd name="connsiteX21" fmla="*/ 109425 w 169245"/>
                <a:gd name="connsiteY21" fmla="*/ 86 h 154542"/>
                <a:gd name="connsiteX22" fmla="*/ 62703 w 169245"/>
                <a:gd name="connsiteY22" fmla="*/ 28512 h 154542"/>
                <a:gd name="connsiteX23" fmla="*/ 62703 w 169245"/>
                <a:gd name="connsiteY23" fmla="*/ 4007 h 154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9245" h="154542">
                  <a:moveTo>
                    <a:pt x="62703" y="4007"/>
                  </a:moveTo>
                  <a:lnTo>
                    <a:pt x="298" y="4007"/>
                  </a:lnTo>
                  <a:lnTo>
                    <a:pt x="298" y="11849"/>
                  </a:lnTo>
                  <a:cubicBezTo>
                    <a:pt x="14674" y="14136"/>
                    <a:pt x="17614" y="17403"/>
                    <a:pt x="17614" y="31126"/>
                  </a:cubicBezTo>
                  <a:lnTo>
                    <a:pt x="17614" y="127184"/>
                  </a:lnTo>
                  <a:cubicBezTo>
                    <a:pt x="17614" y="140906"/>
                    <a:pt x="15000" y="143847"/>
                    <a:pt x="298" y="146788"/>
                  </a:cubicBezTo>
                  <a:lnTo>
                    <a:pt x="298" y="154629"/>
                  </a:lnTo>
                  <a:lnTo>
                    <a:pt x="79039" y="154629"/>
                  </a:lnTo>
                  <a:lnTo>
                    <a:pt x="79039" y="146788"/>
                  </a:lnTo>
                  <a:cubicBezTo>
                    <a:pt x="66950" y="145154"/>
                    <a:pt x="63029" y="140253"/>
                    <a:pt x="63029" y="128164"/>
                  </a:cubicBezTo>
                  <a:lnTo>
                    <a:pt x="63029" y="40927"/>
                  </a:lnTo>
                  <a:cubicBezTo>
                    <a:pt x="63029" y="39620"/>
                    <a:pt x="65317" y="36353"/>
                    <a:pt x="68584" y="33413"/>
                  </a:cubicBezTo>
                  <a:cubicBezTo>
                    <a:pt x="75772" y="25898"/>
                    <a:pt x="83613" y="21977"/>
                    <a:pt x="91128" y="21977"/>
                  </a:cubicBezTo>
                  <a:cubicBezTo>
                    <a:pt x="102564" y="21977"/>
                    <a:pt x="108118" y="30799"/>
                    <a:pt x="108118" y="49096"/>
                  </a:cubicBezTo>
                  <a:lnTo>
                    <a:pt x="108118" y="128164"/>
                  </a:lnTo>
                  <a:cubicBezTo>
                    <a:pt x="108118" y="140253"/>
                    <a:pt x="103871" y="145481"/>
                    <a:pt x="92762" y="146788"/>
                  </a:cubicBezTo>
                  <a:lnTo>
                    <a:pt x="92762" y="154629"/>
                  </a:lnTo>
                  <a:lnTo>
                    <a:pt x="169543" y="154629"/>
                  </a:lnTo>
                  <a:lnTo>
                    <a:pt x="169543" y="146788"/>
                  </a:lnTo>
                  <a:cubicBezTo>
                    <a:pt x="156801" y="145807"/>
                    <a:pt x="153533" y="141887"/>
                    <a:pt x="153533" y="128164"/>
                  </a:cubicBezTo>
                  <a:lnTo>
                    <a:pt x="153533" y="46155"/>
                  </a:lnTo>
                  <a:cubicBezTo>
                    <a:pt x="153533" y="18056"/>
                    <a:pt x="136217" y="86"/>
                    <a:pt x="109425" y="86"/>
                  </a:cubicBezTo>
                  <a:cubicBezTo>
                    <a:pt x="89821" y="86"/>
                    <a:pt x="74792" y="9235"/>
                    <a:pt x="62703" y="28512"/>
                  </a:cubicBezTo>
                  <a:lnTo>
                    <a:pt x="62703" y="4007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097C13D-6E0E-B147-74EE-EBB1EFD9655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237936" y="4618358"/>
              <a:ext cx="3285411" cy="13114"/>
            </a:xfrm>
            <a:custGeom>
              <a:avLst/>
              <a:gdLst>
                <a:gd name="connsiteX0" fmla="*/ 0 w 3285411"/>
                <a:gd name="connsiteY0" fmla="*/ 0 h 13114"/>
                <a:gd name="connsiteX1" fmla="*/ 3285412 w 3285411"/>
                <a:gd name="connsiteY1" fmla="*/ 0 h 13114"/>
                <a:gd name="connsiteX2" fmla="*/ 3285412 w 3285411"/>
                <a:gd name="connsiteY2" fmla="*/ 13115 h 13114"/>
                <a:gd name="connsiteX3" fmla="*/ 0 w 3285411"/>
                <a:gd name="connsiteY3" fmla="*/ 13115 h 1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5411" h="13114">
                  <a:moveTo>
                    <a:pt x="0" y="0"/>
                  </a:moveTo>
                  <a:lnTo>
                    <a:pt x="3285412" y="0"/>
                  </a:lnTo>
                  <a:lnTo>
                    <a:pt x="3285412" y="13115"/>
                  </a:lnTo>
                  <a:lnTo>
                    <a:pt x="0" y="13115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04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6536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.56384"/>
  <p:tag name="ORIGINALWIDTH" val="147.1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f_{1}(x)=\frac{x-x_{1}}{x_{0}-x_{1}}f(x_{0})+\frac{x-x_{0}}{x_{1}-x_{0}}f(x_{1})&#10;$$&#10;}&#10;\end{document}"/>
  <p:tag name="IGUANATEXSIZE" val="26"/>
  <p:tag name="IGUANATEXCURSOR" val="34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1.031"/>
  <p:tag name="ORIGINALWIDTH" val="236.310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X)&amp; =\frac{(x-x_1)(x-x_2)}{(x_0-x_1)(x_0-x_2)} f(x_0)+\frac{(x-x_0)(x-x_2)}{(x_1-x_0)(x_1-x_2)} f(x_1) \\&#10;&amp;+\frac{(x-x_0)(x-x_1)}{(x_2-x_0)(x_2-x_1)} f(x_2)&#10;\end{aligned}&#10;$$&#10;}&#10;\end{document}"/>
  <p:tag name="IGUANATEXSIZE" val="24"/>
  <p:tag name="IGUANATEXCURSOR" val="45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60892"/>
  <p:tag name="ORIGINALWIDTH" val="56.049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First Order )}&#10;$$&#10;}&#10;\end{document}"/>
  <p:tag name="IGUANATEXSIZE" val="24"/>
  <p:tag name="IGUANATEXCURSOR" val="28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60891"/>
  <p:tag name="ORIGINALWIDTH" val="64.8868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second Order )}&#10;$$&#10;}&#10;\end{document}"/>
  <p:tag name="IGUANATEXSIZE" val="24"/>
  <p:tag name="IGUANATEXCURSOR" val="2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33529"/>
  <p:tag name="ORIGINALWIDTH" val="2.70961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second Order )}&#10;$$&#10;}&#10;\end{document}"/>
  <p:tag name="IGUANATEXSIZE" val="24"/>
  <p:tag name="IGUANATEXCURSOR" val="2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9698"/>
  <p:tag name="ORIGINALWIDTH" val="3.473885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781562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920538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377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25"/>
  <p:tag name="ORIGINALWIDTH" val="4.565682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2414"/>
  <p:tag name="ORIGINALWIDTH" val="5.081791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23228"/>
  <p:tag name="ORIGINALWIDTH" val="6.345833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5"/>
  <p:tag name="ORIGINALWIDTH" val="3.642618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2414"/>
  <p:tag name="ORIGINALWIDTH" val="5.08179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781562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5"/>
  <p:tag name="ORIGINALWIDTH" val="3.642618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24442"/>
  <p:tag name="ORIGINALWIDTH" val="2.709613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3353"/>
  <p:tag name="ORIGINALWIDTH" val="2.70961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First Order )}&#10;$$&#10;}&#10;\end{document}"/>
  <p:tag name="IGUANATEXSIZE" val="24"/>
  <p:tag name="IGUANATEXCURSOR" val="28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41174"/>
  <p:tag name="ORIGINALWIDTH" val="6.32247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1"/>
  <p:tag name="ORIGINALWIDTH" val="2.133957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6"/>
  <p:tag name="ORIGINALWIDTH" val="3.642618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9698"/>
  <p:tag name="ORIGINALWIDTH" val="3.473885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749"/>
  <p:tag name="ORIGINALWIDTH" val="2.570669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23228"/>
  <p:tag name="ORIGINALWIDTH" val="6.345833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6"/>
  <p:tag name="ORIGINALWIDTH" val="3.642618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2414"/>
  <p:tag name="ORIGINALWIDTH" val="5.081791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781562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6"/>
  <p:tag name="ORIGINALWIDTH" val="3.642618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24442"/>
  <p:tag name="ORIGINALWIDTH" val="2.709613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46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X)&amp; =\frac{(x-x_1)(x-x_2)}{(x_0-x_1)(x_0-x_2)} f(x_0)+\frac{(x-x_0)(x-x_2)}{(x_1-x_0)(x_1-x_2)} f(x_1) \\&#10;&amp;+\frac{(x-x_0)(x-x_1)}{(x_2-x_0)(x_2-x_1)} f(x_2)&#10;\end{aligned}&#10;$$&#10;}&#10;\end{document}"/>
  <p:tag name="IGUANATEXSIZE" val="24"/>
  <p:tag name="IGUANATEXCURSOR" val="45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6.803412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4435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71.05938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462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14435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71.05938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462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14435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71.05938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903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7329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73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462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632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361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79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79"/>
  <p:tag name="ORIGINALWIDTH" val="5.67710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f_{1}(x)=\frac{x-x_{1}}{x_{0}-x_{1}}f(x_{0})+\frac{x-x_{0}}{x_{1}-x_{0}}f(x_{1})&#10;$$&#10;}&#10;\end{document}"/>
  <p:tag name="IGUANATEXSIZE" val="26"/>
  <p:tag name="IGUANATEXCURSOR" val="34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82"/>
  <p:tag name="ORIGINALWIDTH" val="2.082132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9"/>
  <p:tag name="ORIGINALWIDTH" val="2.306632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9"/>
  <p:tag name="ORIGINALWIDTH" val="2.306632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2"/>
  <p:tag name="ORIGINALWIDTH" val="6.61169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18"/>
  <p:tag name="ORIGINALWIDTH" val="6.074803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82"/>
  <p:tag name="ORIGINALWIDTH" val="2.082132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49"/>
  <p:tag name="ORIGINALWIDTH" val="27.77099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8"/>
  <p:tag name="ORIGINALWIDTH" val="3.32553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18"/>
  <p:tag name="ORIGINALWIDTH" val="6.074803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82"/>
  <p:tag name="ORIGINALWIDTH" val="2.082132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79"/>
  <p:tag name="ORIGINALWIDTH" val="5.677105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9"/>
  <p:tag name="ORIGINALWIDTH" val="2.306632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8"/>
  <p:tag name="ORIGINALWIDTH" val="3.32553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9"/>
  <p:tag name="ORIGINALWIDTH" val="2.30663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27"/>
  <p:tag name="ORIGINALWIDTH" val="6.61169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18"/>
  <p:tag name="ORIGINALWIDTH" val="6.074803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8"/>
  <p:tag name="ORIGINALWIDTH" val="3.32553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49"/>
  <p:tag name="ORIGINALWIDTH" val="27.77099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82"/>
  <p:tag name="ORIGINALWIDTH" val="2.082132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18"/>
  <p:tag name="ORIGINALWIDTH" val="6.074803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8"/>
  <p:tag name="ORIGINALWIDTH" val="3.32553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79"/>
  <p:tag name="ORIGINALWIDTH" val="5.677105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9"/>
  <p:tag name="ORIGINALWIDTH" val="2.306632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1"/>
  <p:tag name="ORIGINALWIDTH" val="4.712689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82"/>
  <p:tag name="ORIGINALWIDTH" val="2.082132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9"/>
  <p:tag name="ORIGINALWIDTH" val="2.306632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25378"/>
  <p:tag name="ORIGINALWIDTH" val="86.6370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f_n (x) = \sum_{i=0}^n L_i(x) \, f(x_i)&#10;$$&#10;}&#10;\end{document}"/>
  <p:tag name="IGUANATEXSIZE" val="30"/>
  <p:tag name="IGUANATEXCURSOR" val="30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.19155"/>
  <p:tag name="ORIGINALWIDTH" val="104.810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where,} \,\,\, L_i (x) = \prod_{\substack{j=0,\\ j\ne i}}^n  \frac{x-x_j}{x_i-x_j}&#10;$$&#10;}&#10;\end{document}"/>
  <p:tag name="IGUANATEXSIZE" val="30"/>
  <p:tag name="IGUANATEXCURSOR" val="32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5748"/>
  <p:tag name="ORIGINALWIDTH" val="6.27285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where,} \,\,\, L_i (x) = \prod_{\substack{j=0,\\ j\ne i}}^n  \frac{x-x_j}{x_i-x_j}&#10;$$&#10;}&#10;\end{document}"/>
  <p:tag name="IGUANATEXSIZE" val="30"/>
  <p:tag name="IGUANATEXCURSOR" val="32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2"/>
  <p:tag name="ORIGINALWIDTH" val="4.555744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3.781572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087"/>
  <p:tag name="ORIGINALWIDTH" val="3.642621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3.781572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82835"/>
  <p:tag name="ORIGINALWIDTH" val="1.379631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87"/>
  <p:tag name="ORIGINALWIDTH" val="5.627712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78"/>
  <p:tag name="ORIGINALWIDTH" val="1.579106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2675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04642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2675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6"/>
  <p:tag name="ORIGINALWIDTH" val="6.600388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44"/>
  <p:tag name="ORIGINALWIDTH" val="3.378606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50593"/>
  <p:tag name="ORIGINALWIDTH" val="11.11954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3858"/>
  <p:tag name="ORIGINALWIDTH" val="2.937898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18661"/>
  <p:tag name="ORIGINALWIDTH" val="4.884274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"/>
  <p:tag name="ORIGINALWIDTH" val="3.31984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96089"/>
  <p:tag name="ORIGINALWIDTH" val="0.8593169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3858"/>
  <p:tag name="ORIGINALWIDTH" val="2.937898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5354"/>
  <p:tag name="ORIGINALWIDTH" val="3.665036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18661"/>
  <p:tag name="ORIGINALWIDTH" val="4.884274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78"/>
  <p:tag name="ORIGINALWIDTH" val="1.579106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04642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79"/>
  <p:tag name="ORIGINALWIDTH" val="6.064404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04642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3858"/>
  <p:tag name="ORIGINALWIDTH" val="2.937898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9"/>
  <p:tag name="ORIGINALWIDTH" val="25.74016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04642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78"/>
  <p:tag name="ORIGINALWIDTH" val="1.579106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79"/>
  <p:tag name="ORIGINALWIDTH" val="6.064404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04642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23858"/>
  <p:tag name="ORIGINALWIDTH" val="2.937898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"/>
  <p:tag name="ORIGINALWIDTH" val="5.68388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f_n (x) = \sum_{i=0}^n L_i(x) \, f(x_i)&#10;$$&#10;}&#10;\end{document}"/>
  <p:tag name="IGUANATEXSIZE" val="30"/>
  <p:tag name="IGUANATEXCURSOR" val="30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44"/>
  <p:tag name="ORIGINALWIDTH" val="3.388425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937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1832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937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6"/>
  <p:tag name="ORIGINALWIDTH" val="6.61958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44"/>
  <p:tag name="ORIGINALWIDTH" val="3.388425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50593"/>
  <p:tag name="ORIGINALWIDTH" val="9.76147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78"/>
  <p:tag name="ORIGINALWIDTH" val="1.583701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18661"/>
  <p:tag name="ORIGINALWIDTH" val="4.898478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"/>
  <p:tag name="ORIGINALWIDTH" val="3.329501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87"/>
  <p:tag name="ORIGINALWIDTH" val="5.644068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78"/>
  <p:tag name="ORIGINALWIDTH" val="1.583701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937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1832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937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"/>
  <p:tag name="ORIGINALWIDTH" val="5.683884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937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71832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78"/>
  <p:tag name="ORIGINALWIDTH" val="1.583701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06"/>
  <p:tag name="ORIGINALWIDTH" val="2.30937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9.56445"/>
  <p:tag name="ORIGINALWIDTH" val="137.724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&amp; x_0 = 1 \quad \quad \quad \quad f(x_0) = 0\\&#10;&amp; x_1 = 4 \quad \quad \quad \quad f(x_1) = 1.386294\\&#10;&amp; x_2 = 6 \quad \quad \quad \quad f(x_2) = 1.791760&#10;\end{aligned}&#10;$$&#10;}&#10;\end{document}"/>
  <p:tag name="IGUANATEXSIZE" val="28"/>
  <p:tag name="IGUANATEXCURSOR" val="41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1.03101"/>
  <p:tag name="ORIGINALWIDTH" val="203.450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2)=\frac{(2-4)(2-6)}{(1-4)(1-6)}0+\frac{(2-1)(2-6)}{(4-1)(4-6)}1.386294\\&#10;%&#10;+\frac{(2-1)(2-4)}{(6-1)(6-4)}1.791760=0.5658444&#10;\end{aligned}&#10;$$&#10;}&#10;\end{document}"/>
  <p:tag name="IGUANATEXSIZE" val="24"/>
  <p:tag name="IGUANATEXCURSOR" val="42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1.031"/>
  <p:tag name="ORIGINALWIDTH" val="232.737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x)&amp; =\frac{(x-x_1)(x-x_2)}{(x_0-x_1)(x_0-x_2)} f(x_0)+\frac{(x-x_0)(x-x_2)}{(x_1-x_0)(x_1-x_2)} f(x_1) \\&#10;&amp;+\frac{(x-x_0)(x-x_1)}{(x_2-x_0)(x_2-x_1)} f(x_2)&#10;\end{aligned}&#10;$$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88352"/>
  <p:tag name="ORIGINALWIDTH" val="75.3563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general relation )}&#10;$$&#10;}&#10;\end{document}"/>
  <p:tag name="IGUANATEXSIZE" val="24"/>
  <p:tag name="IGUANATEXCURSOR" val="29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269881"/>
  <p:tag name="ORIGINALWIDTH" val="38.6681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$2^{nd}$ Order}&#10;$$&#10;}&#10;\end{document}"/>
  <p:tag name="IGUANATEXSIZE" val="24"/>
  <p:tag name="IGUANATEXCURSOR" val="2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$2^{nd}$ Order}&#10;$$&#10;}&#10;\end{document}"/>
  <p:tag name="IGUANATEXSIZE" val="24"/>
  <p:tag name="IGUANATEXCURSOR" val="2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51"/>
  <p:tag name="ORIGINALWIDTH" val="3.378609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11975"/>
  <p:tag name="ORIGINALWIDTH" val="3.760531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6.491207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05381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3353"/>
  <p:tag name="ORIGINALWIDTH" val="2.73671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( general relation )}&#10;$$&#10;}&#10;\end{document}"/>
  <p:tag name="IGUANATEXSIZE" val="24"/>
  <p:tag name="IGUANATEXCURSOR" val="29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86581"/>
  <p:tag name="ORIGINALWIDTH" val="4.651443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81939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25"/>
  <p:tag name="ORIGINALWIDTH" val="4.611319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81939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6"/>
  <p:tag name="ORIGINALWIDTH" val="3.679035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601312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06"/>
  <p:tag name="ORIGINALWIDTH" val="2.395866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36"/>
  <p:tag name="ORIGINALWIDTH" val="3.679035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81939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06"/>
  <p:tag name="ORIGINALWIDTH" val="2.395866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601312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749"/>
  <p:tag name="ORIGINALWIDTH" val="2.596358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1"/>
  <p:tag name="ORIGINALWIDTH" val="2.155282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420866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25"/>
  <p:tag name="ORIGINALWIDTH" val="4.611319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24442"/>
  <p:tag name="ORIGINALWIDTH" val="2.736713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5524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x)&amp; =\frac{(x-x_1)(x-x_2)}{(x_0-x_1)(x_0-x_2)} f(x_0)+\frac{(x-x_0)(x-x_2)}{(x_1-x_0)(x_1-x_2)} f(x_1) \\&#10;&amp;+\frac{(x-x_0)(x-x_1)}{(x_2-x_0)(x_2-x_1)} f(x_2)&#10;\end{aligned}&#10;$$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58622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70.75636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55249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8622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70.75636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55249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8622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70.75636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12697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51411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4114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55249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694521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3.261417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297736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1"/>
  <p:tag name="ORIGINALWIDTH" val="5.65344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f_{2}(2)=\frac{(2-4)(2-6)}{(1-4)(1-6)}0+\frac{(2-1)(2-6)}{(4-1)(4-6)}1.386294\\&#10;%&#10;+\frac{(2-1)(2-4)}{(6-1)(6-4)}1.791760=0.5658444&#10;\end{aligned}&#10;$$&#10;}&#10;\end{document}"/>
  <p:tag name="IGUANATEXSIZE" val="24"/>
  <p:tag name="IGUANATEXCURSOR" val="42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"/>
  <p:tag name="ORIGINALWIDTH" val="3.260368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"/>
  <p:tag name="ORIGINALWIDTH" val="6.584121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4"/>
  <p:tag name="ORIGINALWIDTH" val="56.26424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4.47523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3"/>
  <p:tag name="ORIGINALWIDTH" val="6.584121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4"/>
  <p:tag name="ORIGINALWIDTH" val="56.26424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49475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3.851477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3.851477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47507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3"/>
  <p:tag name="ORIGINALWIDTH" val="6.584121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05906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4"/>
  <p:tag name="ORIGINALWIDTH" val="56.26424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49475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297014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49475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001"/>
  <p:tag name="ORIGINALWIDTH" val="4.247507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47507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801969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001"/>
  <p:tag name="ORIGINALWIDTH" val="4.247507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4.47523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"/>
  <p:tag name="ORIGINALWIDTH" val="6.584121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4.47523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49475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9"/>
  <p:tag name="ORIGINALWIDTH" val="4.019783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1"/>
  <p:tag name="ORIGINALWIDTH" val="4.297015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9"/>
  <p:tag name="ORIGINALWIDTH" val="4.019783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3.851477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55443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9"/>
  <p:tag name="ORIGINALWIDTH" val="4.713216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begin{aligned}&#10;&amp; x_0 = 1 \quad \quad \quad \quad f(x_0) = 0\\&#10;&amp; x_1 = 4 \quad \quad \quad \quad f(x_1) = 1.386294\\&#10;&amp; x_2 = 6 \quad \quad \quad \quad f(x_2) = 1.791760&#10;\end{aligned}&#10;$$&#10;}&#10;\end{document}"/>
  <p:tag name="IGUANATEXSIZE" val="28"/>
  <p:tag name="IGUANATEXCURSOR" val="41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622"/>
  <p:tag name="ORIGINALWIDTH" val="3.3259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14"/>
  <p:tag name="ORIGINALWIDTH" val="6.612429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2.814004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76"/>
  <p:tag name="ORIGINALWIDTH" val="5.677755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6"/>
  <p:tag name="ORIGINALWIDTH" val="2.30689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9"/>
  <p:tag name="ORIGINALWIDTH" val="4.713216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622"/>
  <p:tag name="ORIGINALWIDTH" val="3.3259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6"/>
  <p:tag name="ORIGINALWIDTH" val="2.30689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14"/>
  <p:tag name="ORIGINALWIDTH" val="6.612429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708"/>
  <p:tag name="ORIGINALWIDTH" val="4.494459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9"/>
  <p:tag name="ORIGINALWIDTH" val="4.713216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2.082367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14"/>
  <p:tag name="ORIGINALWIDTH" val="6.612429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4.574015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76"/>
  <p:tag name="ORIGINALWIDTH" val="5.677755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6"/>
  <p:tag name="ORIGINALWIDTH" val="2.30689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9"/>
  <p:tag name="ORIGINALWIDTH" val="4.713216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2.082367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6"/>
  <p:tag name="ORIGINALWIDTH" val="2.30689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14"/>
  <p:tag name="ORIGINALWIDTH" val="6.612429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2.814004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55"/>
  <p:tag name="ORIGINALWIDTH" val="1.053993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708"/>
  <p:tag name="ORIGINALWIDTH" val="3.868025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708"/>
  <p:tag name="ORIGINALWIDTH" val="3.868025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4617"/>
  <p:tag name="ORIGINALWIDTH" val="4.315466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4.424859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4617"/>
  <p:tag name="ORIGINALWIDTH" val="4.265748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4.574015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9"/>
  <p:tag name="ORIGINALWIDTH" val="4.713216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3.274381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14"/>
  <p:tag name="ORIGINALWIDTH" val="6.612429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4617"/>
  <p:tag name="ORIGINALWIDTH" val="4.315466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76"/>
  <p:tag name="ORIGINALWIDTH" val="5.677755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6"/>
  <p:tag name="ORIGINALWIDTH" val="2.30689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9"/>
  <p:tag name="ORIGINALWIDTH" val="4.713216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3.274381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6"/>
  <p:tag name="ORIGINALWIDTH" val="2.30689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14"/>
  <p:tag name="ORIGINALWIDTH" val="6.612429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2.814004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55"/>
  <p:tag name="ORIGINALWIDTH" val="1.053993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8463"/>
  <p:tag name="ORIGINALWIDTH" val="4.265748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4617"/>
  <p:tag name="ORIGINALWIDTH" val="4.265748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31"/>
  <p:tag name="ORIGINALWIDTH" val="2.814004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8463"/>
  <p:tag name="ORIGINALWIDTH" val="4.265748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4617"/>
  <p:tag name="ORIGINALWIDTH" val="4.315466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708"/>
  <p:tag name="ORIGINALWIDTH" val="4.494459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77528"/>
  <p:tag name="ORIGINALWIDTH" val="179.44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tabularx}&#10;\usepackage{bm}&#10;\usepackage{xcolor}&#10;\pagestyle{empty}&#10;\begin{document}&#10;\color{white}{&#10;\begin{tabular}{|&gt;{\centering\arraybackslash}m{1cm}|&gt;{\centering\arraybackslash}m{2cm}|&gt;{\centering\arraybackslash}m{2cm}|}&#10;\hline&#10;$k$ &amp; $t [s]$ &amp; $v [cm/s]$  \\&#10;\hline&#10;0 &amp; 1 &amp;  800 \\&#10;\hline&#10;1 &amp; 3 &amp;  2310 \\&#10;\hline&#10;2 &amp; 5 &amp;  3090 \\&#10;\hline&#10;3 &amp; 7 &amp;  3940 \\&#10;\hline&#10;4 &amp; 13 &amp;  4755 \\&#10;\hline&#10;\end{tabular}&#10;}&#10;\end{document}"/>
  <p:tag name="IGUANATEXSIZE" val="28"/>
  <p:tag name="IGUANATEXCURSOR" val="56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LATEXADDIN" val="\documentclass{article}&#10;\usepackage{amsmath,amsfonts,amssymb,xcolor,mathptmx}&#10;\newcommand{\dbar}{{d\mkern-7mu\mathchar'26\mkern-2mu}}&#10;\usepackage{times}&#10;\usepackage{mathptmx}&#10;\usepackage{tabularx}&#10;\usepackage{bm}&#10;\usepackage{xcolor}&#10;\pagestyle{empty}&#10;\begin{document}&#10;\color{white}{&#10;\begin{tabular}{|&gt;{\centering\arraybackslash}m{1cm}|&gt;{\centering\arraybackslash}m{2cm}|&gt;{\centering\arraybackslash}m{2cm}|}&#10;\hline&#10;$k$ &amp; $t [s]$ &amp; $v [cm/s]$  \\&#10;\hline&#10;0 &amp; 1 &amp;  800 \\&#10;\hline&#10;1 &amp; 3 &amp;  2310 \\&#10;\hline&#10;2 &amp; 5 &amp;  3090 \\&#10;\hline&#10;3 &amp; 7 &amp;  3940 \\&#10;\hline&#10;4 &amp; 13 &amp;  4755 \\&#10;\hline&#10;\end{tabular}&#10;}&#10;\end{document}"/>
  <p:tag name="IGUANATEXSIZE" val="28"/>
  <p:tag name="IGUANATEXCURSOR" val="56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9348"/>
  <p:tag name="ORIGINALWIDTH" val="4.442857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73172"/>
  <p:tag name="ORIGINALWIDTH" val="2.574269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53"/>
  <p:tag name="ORIGINALWIDTH" val="1.36167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70894"/>
  <p:tag name="ORIGINALWIDTH" val="3.47874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53"/>
  <p:tag name="ORIGINALWIDTH" val="1.36167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0208"/>
  <p:tag name="ORIGINALWIDTH" val="4.025393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53"/>
  <p:tag name="ORIGINALWIDTH" val="1.36167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1423"/>
  <p:tag name="ORIGINALWIDTH" val="3.926013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1766"/>
  <p:tag name="ORIGINALWIDTH" val="6.877981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53"/>
  <p:tag name="ORIGINALWIDTH" val="3.866367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70894"/>
  <p:tag name="ORIGINALWIDTH" val="3.47874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53"/>
  <p:tag name="ORIGINALWIDTH" val="1.36167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2.812795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2.812795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4.422976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2.812795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4.422976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948"/>
  <p:tag name="ORIGINALWIDTH" val="4.035348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8662"/>
  <p:tag name="ORIGINALWIDTH" val="4.263948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3521"/>
  <p:tag name="ORIGINALWIDTH" val="4.263948"/>
  <p:tag name="EMFCHILD" val="Tru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8662"/>
  <p:tag name="ORIGINALWIDTH" val="4.263948"/>
  <p:tag name="EMFCHILD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4.572047"/>
  <p:tag name="EMFCHILD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4.492548"/>
  <p:tag name="EMFCHILD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EMFCHILD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4.572047"/>
  <p:tag name="EMFCHILD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2.812795"/>
  <p:tag name="EMFCHILD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0034"/>
  <p:tag name="ORIGINALWIDTH" val="3.866367"/>
  <p:tag name="EMFCHILD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464"/>
  <p:tag name="ORIGINALWIDTH" val="4.572047"/>
  <p:tag name="EMFCHILD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3521"/>
  <p:tag name="ORIGINALWIDTH" val="4.263948"/>
  <p:tag name="EMFCHILD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948"/>
  <p:tag name="ORIGINALWIDTH" val="4.035348"/>
  <p:tag name="EMFCHILD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948"/>
  <p:tag name="ORIGINALWIDTH" val="4.035348"/>
  <p:tag name="EMFCHILD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90439"/>
  <p:tag name="EMFCHILD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179.442"/>
  <p:tag name="EMFCHILD" val="Tru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1124"/>
  <p:tag name="ORIGINALWIDTH" val="195.303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 &amp;= \frac{(x-x_1)(x-x_2)(x-x_3)(x-x_4)}{(x_0-x_1)(x_0-x_2)(x_0-x_3)(x_0-x_4)} f(x_0) \\&#10;%&#10;&amp;+\frac{(x-x_0)(x-x_2)(x-x_3)(x-x_4)}{(x_1-x_0)(x_1-x_2)(x_1-x_3)(x_1-x_4)} f(x_1) \\&#10;%&#10;&amp;+\frac{(x-x_0)(x-x_1)(x-x_3)(x-x_4)}{(x_2-x_0)(x_2-x_1)(x_2-x_3)(x_2-x_4)} f(x_2) \\&#10;%&#10;&amp;+\frac{(x-x_0)(x-x_1)(x-x_2)(x-x_4)}{(x_3-x_0)(x_3-x_1)(x_3-x_2)(x_3-x_4)} f(x_3) \\&#10;%&#10;&amp;+\frac{(x-x_0)(x-x_1)(x-x_2)(x-x_3)}{(x_4-x_0)(x_4-x_1)(x_4-x_2)(x_4-x_3)} f(x_4)&#10;\end{align*}&#10;}&#10;\end{document}"/>
  <p:tag name="IGUANATEXSIZE" val="28"/>
  <p:tag name="IGUANATEXCURSOR" val="49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2814"/>
  <p:tag name="ORIGINALWIDTH" val="183.766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the Lagrange Interpolation formula for $n=4$ :}&#10;\end{align*}&#10;}&#10;\end{document}"/>
  <p:tag name="IGUANATEXSIZE" val="24"/>
  <p:tag name="IGUANATEXCURSOR" val="32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73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the Lagrange Interpolation formula for $n=4$ :}&#10;\end{align*}&#10;}&#10;\end{document}"/>
  <p:tag name="IGUANATEXSIZE" val="24"/>
  <p:tag name="IGUANATEXCURSOR" val="32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57218"/>
  <p:tag name="EMFCHILD" val="Tru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70997"/>
  <p:tag name="EMFCHILD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5.832087"/>
  <p:tag name="EMFCHILD" val="Tru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30708"/>
  <p:tag name="EMFCHILD" val="Tru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9895"/>
  <p:tag name="EMFCHILD" val="Tru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84285"/>
  <p:tag name="EMFCHILD" val="Tru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30708"/>
  <p:tag name="EMFCHILD" val="Tru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7651"/>
  <p:tag name="EMFCHILD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9895"/>
  <p:tag name="EMFCHILD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70997"/>
  <p:tag name="EMFCHILD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2.95584"/>
  <p:tag name="EMFCHILD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7651"/>
  <p:tag name="EMFCHILD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731"/>
  <p:tag name="EMFCHILD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70997"/>
  <p:tag name="EMFCHILD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84285"/>
  <p:tag name="EMFCHILD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27854"/>
  <p:tag name="EMFCHILD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8976"/>
  <p:tag name="EMFCHILD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8668"/>
  <p:tag name="EMFCHILD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30708"/>
  <p:tag name="EMFCHILD" val="Tru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731"/>
  <p:tag name="EMFCHILD" val="Tru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8694"/>
  <p:tag name="EMFCHILD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8976"/>
  <p:tag name="EMFCHILD" val="Tru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7651"/>
  <p:tag name="EMFCHILD" val="Tru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3.612697"/>
  <p:tag name="EMFCHILD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8976"/>
  <p:tag name="EMFCHILD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84285"/>
  <p:tag name="EMFCHILD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7.553839"/>
  <p:tag name="EMFCHILD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77591"/>
  <p:tag name="EMFCHILD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8668"/>
  <p:tag name="EMFCHILD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30708"/>
  <p:tag name="EMFCHILD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3.612697"/>
  <p:tag name="EMFCHILD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8976"/>
  <p:tag name="EMFCHILD" val="Tr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84285"/>
  <p:tag name="EMFCHILD" val="Tru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437"/>
  <p:tag name="ORIGINALWIDTH" val="4.578084"/>
  <p:tag name="EMFCHILD" val="Tru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834"/>
  <p:tag name="EMFCHILD" val="Tru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78084"/>
  <p:tag name="EMFCHILD" val="Tru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104692"/>
  <p:tag name="EMFCHILD" val="Tru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8"/>
  <p:tag name="ORIGINALWIDTH" val="5.66740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 &amp;= \frac{(x-x_1)(x-x_2)(x-x_3)(x-x_4)}{(x_0-x_1)(x_0-x_2)(x_0-x_3)(x_0-x_4)} f(x_0) \\&#10;%&#10;&amp;+\frac{(x-x_0)(x-x_2)(x-x_3)(x-x_4)}{(x_1-x_0)(x_1-x_2)(x_1-x_3)(x_1-x_4)} f(x_1) \\&#10;%&#10;&amp;+\frac{(x-x_0)(x-x_1)(x-x_3)(x-x_4)}{(x_2-x_0)(x_2-x_1)(x_2-x_3)(x_2-x_4)} f(x_2) \\&#10;%&#10;&amp;+\frac{(x-x_0)(x-x_1)(x-x_2)(x-x_4)}{(x_3-x_0)(x_3-x_1)(x_3-x_2)(x_3-x_4)} f(x_3) \\&#10;%&#10;&amp;+\frac{(x-x_0)(x-x_1)(x-x_2)(x-x_3)}{(x_4-x_0)(x_4-x_1)(x_4-x_2)(x_4-x_3)} f(x_4)&#10;\end{align*}&#10;}&#10;\end{document}"/>
  <p:tag name="IGUANATEXSIZE" val="28"/>
  <p:tag name="IGUANATEXCURSOR" val="49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13864"/>
  <p:tag name="ORIGINALWIDTH" val="6.60039"/>
  <p:tag name="EMFCHILD" val="Tru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6"/>
  <p:tag name="ORIGINALWIDTH" val="141.817"/>
  <p:tag name="EMFCHILD" val="Tru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8"/>
  <p:tag name="ORIGINALWIDTH" val="5.667404"/>
  <p:tag name="EMFCHILD" val="Tru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8"/>
  <p:tag name="ORIGINALWIDTH" val="6.60039"/>
  <p:tag name="EMFCHILD" val="Tru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6"/>
  <p:tag name="ORIGINALWIDTH" val="141.817"/>
  <p:tag name="EMFCHILD" val="Tru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8"/>
  <p:tag name="ORIGINALWIDTH" val="5.667404"/>
  <p:tag name="EMFCHILD" val="Tru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8"/>
  <p:tag name="ORIGINALWIDTH" val="6.60039"/>
  <p:tag name="EMFCHILD" val="Tru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6"/>
  <p:tag name="ORIGINALWIDTH" val="141.817"/>
  <p:tag name="EMFCHILD" val="Tru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8"/>
  <p:tag name="ORIGINALWIDTH" val="5.667404"/>
  <p:tag name="EMFCHILD" val="True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8"/>
  <p:tag name="ORIGINALWIDTH" val="6.60039"/>
  <p:tag name="EMFCHILD" val="Tru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6"/>
  <p:tag name="ORIGINALWIDTH" val="141.817"/>
  <p:tag name="EMFCHILD" val="True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8"/>
  <p:tag name="ORIGINALWIDTH" val="5.667404"/>
  <p:tag name="EMFCHILD" val="Tru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8"/>
  <p:tag name="ORIGINALWIDTH" val="6.60039"/>
  <p:tag name="EMFCHILD" val="True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6"/>
  <p:tag name="ORIGINALWIDTH" val="141.817"/>
  <p:tag name="EMFCHILD" val="True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3.319824"/>
  <p:tag name="EMFCHILD" val="True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2.07857"/>
  <p:tag name="EMFCHILD" val="True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268418"/>
  <p:tag name="EMFCHILD" val="True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64424"/>
  <p:tag name="EMFCHILD" val="True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8987"/>
  <p:tag name="ORIGINALWIDTH" val="2.857113"/>
  <p:tag name="EMFCHILD" val="True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8"/>
  <p:tag name="ORIGINALWIDTH" val="5.667404"/>
  <p:tag name="EMFCHILD" val="True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4"/>
  <p:tag name="ORIGINALWIDTH" val="4.704638"/>
  <p:tag name="EMFCHILD" val="True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541"/>
  <p:tag name="ORIGINALWIDTH" val="3.378598"/>
  <p:tag name="EMFCHILD" val="True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57"/>
  <p:tag name="ORIGINALWIDTH" val="2.30267"/>
  <p:tag name="EMFCHILD" val="True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1125"/>
  <p:tag name="ORIGINALWIDTH" val="194.052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 &amp;= \frac{(x-3)(x-5)(x-7)(x-12)}{(1-3)(1-5)(1-7)(1-13)} \times 800 \\&#10;%&#10;&amp;+\frac{(x-1)(x-5)(x-7)(x-13)}{(3-1)(3-5)(3-7)(3-13)} \times 2310 \\&#10;%&#10;&amp;+\frac{(x-1)(x-3)(x-7)(x-13)}{(5-1)(5-3)(5-7)(5-13)} \times 3090 \\&#10;%&#10;&amp;+\frac{(x-1)(x-3)(x-5)(x-13)}{(7-1)(7-3)(7-5)(7-13)} \times 3940 \\&#10;%&#10;&amp;+\frac{(x-1)(x-3)(x-5)(x-7)}{(13-1)(13-3)(13-5)(13-7)} \times 4755&#10;\end{align*}&#10;}&#10;\end{document}"/>
  <p:tag name="IGUANATEXSIZE" val="28"/>
  <p:tag name="IGUANATEXCURSOR" val="61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88352"/>
  <p:tag name="ORIGINALWIDTH" val="73.5277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Using data values:}&#10;\end{align*}&#10;}&#10;\end{document}"/>
  <p:tag name="IGUANATEXSIZE" val="24"/>
  <p:tag name="IGUANATEXCURSOR" val="30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04954"/>
  <p:tag name="ORIGINALWIDTH" val="6.58054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Using data values:}&#10;\end{align*}&#10;}&#10;\end{document}"/>
  <p:tag name="IGUANATEXSIZE" val="24"/>
  <p:tag name="IGUANATEXCURSOR" val="30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9698"/>
  <p:tag name="ORIGINALWIDTH" val="3.473885"/>
  <p:tag name="EMFCHILD" val="True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1"/>
  <p:tag name="ORIGINALWIDTH" val="2.133957"/>
  <p:tag name="EMFCHILD" val="True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25"/>
  <p:tag name="ORIGINALWIDTH" val="4.565682"/>
  <p:tag name="EMFCHILD" val="True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86581"/>
  <p:tag name="ORIGINALWIDTH" val="4.605381"/>
  <p:tag name="EMFCHILD" val="True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2414"/>
  <p:tag name="ORIGINALWIDTH" val="5.081791"/>
  <p:tag name="EMFCHILD" val="True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555741"/>
  <p:tag name="EMFCHILD" val="True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749"/>
  <p:tag name="ORIGINALWIDTH" val="2.570669"/>
  <p:tag name="EMFCHILD" val="True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555741"/>
  <p:tag name="EMFCHILD" val="True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76116"/>
  <p:tag name="ORIGINALWIDTH" val="4.019783"/>
  <p:tag name="EMFCHILD" val="Tru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555741"/>
  <p:tag name="EMFCHILD" val="True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06"/>
  <p:tag name="ORIGINALWIDTH" val="2.372146"/>
  <p:tag name="EMFCHILD" val="True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297703"/>
  <p:tag name="EMFCHILD" val="True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781562"/>
  <p:tag name="EMFCHILD" val="True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9698"/>
  <p:tag name="ORIGINALWIDTH" val="3.473885"/>
  <p:tag name="EMFCHILD" val="True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2.094258"/>
  <p:tag name="EMFCHILD" val="True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51206"/>
  <p:tag name="ORIGINALWIDTH" val="5.68953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 &amp;= \frac{(x-3)(x-5)(x-7)(x-12)}{(1-3)(1-5)(1-7)(1-13)} \times 800 \\&#10;%&#10;&amp;+\frac{(x-1)(x-5)(x-7)(x-13)}{(3-1)(3-5)(3-7)(3-13)} \times 2310 \\&#10;%&#10;&amp;+\frac{(x-1)(x-3)(x-7)(x-13)}{(5-1)(5-3)(5-7)(5-13)} \times 3090 \\&#10;%&#10;&amp;+\frac{(x-1)(x-3)(x-5)(x-13)}{(7-1)(7-3)(7-5)(7-13)} \times 3940 \\&#10;%&#10;&amp;+\frac{(x-1)(x-3)(x-5)(x-7)}{(13-1)(13-3)(13-5)(13-7)} \times 4755&#10;\end{align*}&#10;}&#10;\end{document}"/>
  <p:tag name="IGUANATEXSIZE" val="28"/>
  <p:tag name="IGUANATEXCURSOR" val="61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13863"/>
  <p:tag name="ORIGINALWIDTH" val="6.626181"/>
  <p:tag name="EMFCHILD" val="True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4.434055"/>
  <p:tag name="EMFCHILD" val="True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5"/>
  <p:tag name="ORIGINALWIDTH" val="118.2477"/>
  <p:tag name="EMFCHILD" val="True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6196"/>
  <p:tag name="ORIGINALWIDTH" val="4.812682"/>
  <p:tag name="EMFCHILD" val="True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4.503796"/>
  <p:tag name="EMFCHILD" val="True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4.503796"/>
  <p:tag name="EMFCHILD" val="True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6"/>
  <p:tag name="ORIGINALWIDTH" val="6.626181"/>
  <p:tag name="EMFCHILD" val="True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5"/>
  <p:tag name="ORIGINALWIDTH" val="118.2477"/>
  <p:tag name="EMFCHILD" val="True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6196"/>
  <p:tag name="ORIGINALWIDTH" val="4.812682"/>
  <p:tag name="EMFCHILD" val="True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4.434055"/>
  <p:tag name="EMFCHILD" val="True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4.503796"/>
  <p:tag name="EMFCHILD" val="True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6"/>
  <p:tag name="ORIGINALWIDTH" val="6.626181"/>
  <p:tag name="EMFCHILD" val="True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5"/>
  <p:tag name="ORIGINALWIDTH" val="118.2477"/>
  <p:tag name="EMFCHILD" val="True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6196"/>
  <p:tag name="ORIGINALWIDTH" val="4.812682"/>
  <p:tag name="EMFCHILD" val="True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4.503796"/>
  <p:tag name="EMFCHILD" val="True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2079"/>
  <p:tag name="ORIGINALWIDTH" val="4.274634"/>
  <p:tag name="EMFCHILD" val="True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4.503796"/>
  <p:tag name="EMFCHILD" val="True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6"/>
  <p:tag name="ORIGINALWIDTH" val="6.626181"/>
  <p:tag name="EMFCHILD" val="True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5"/>
  <p:tag name="ORIGINALWIDTH" val="118.2477"/>
  <p:tag name="EMFCHILD" val="True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6196"/>
  <p:tag name="ORIGINALWIDTH" val="4.812682"/>
  <p:tag name="EMFCHILD" val="True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2079"/>
  <p:tag name="ORIGINALWIDTH" val="4.274634"/>
  <p:tag name="EMFCHILD" val="True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4.58352"/>
  <p:tag name="EMFCHILD" val="True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4.503796"/>
  <p:tag name="EMFCHILD" val="True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5656"/>
  <p:tag name="ORIGINALWIDTH" val="6.626181"/>
  <p:tag name="EMFCHILD" val="True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9543"/>
  <p:tag name="ORIGINALWIDTH" val="4.723003"/>
  <p:tag name="EMFCHILD" val="True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065"/>
  <p:tag name="ORIGINALWIDTH" val="133.2501"/>
  <p:tag name="EMFCHILD" val="True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2.819854"/>
  <p:tag name="EMFCHILD" val="True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2973"/>
  <p:tag name="ORIGINALWIDTH" val="3.876068"/>
  <p:tag name="EMFCHILD" val="True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5286"/>
  <p:tag name="ORIGINALWIDTH" val="6.088105"/>
  <p:tag name="EMFCHILD" val="True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88383"/>
  <p:tag name="ORIGINALWIDTH" val="2.31167"/>
  <p:tag name="EMFCHILD" val="True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6196"/>
  <p:tag name="ORIGINALWIDTH" val="4.812682"/>
  <p:tag name="EMFCHILD" val="True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4531"/>
  <p:tag name="ORIGINALWIDTH" val="4.58352"/>
  <p:tag name="EMFCHILD" val="True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5195"/>
  <p:tag name="ORIGINALWIDTH" val="4.274634"/>
  <p:tag name="EMFCHILD" val="True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646"/>
  <p:tag name="ORIGINALWIDTH" val="4.045444"/>
  <p:tag name="EMFCHILD" val="True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1.522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v(10) =&#10;\end{align*}&#10;}&#10;\end{document}"/>
  <p:tag name="IGUANATEXSIZE" val="24"/>
  <p:tag name="IGUANATEXCURSOR" val="2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12861"/>
  <p:tag name="ORIGINALWIDTH" val="6.1878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=&#10;\end{align*}&#10;}&#10;\end{document}"/>
  <p:tag name="IGUANATEXSIZE" val="24"/>
  <p:tag name="IGUANATEXCURSOR" val="27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7.4989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&#10;\end{align*}&#10;}&#10;\end{document}"/>
  <p:tag name="IGUANATEXSIZE" val="24"/>
  <p:tag name="IGUANATEXCURSOR" val="2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7.4989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&#10;\end{align*}&#10;}&#10;\end{document}"/>
  <p:tag name="IGUANATEXSIZE" val="24"/>
  <p:tag name="IGUANATEXCURSOR" val="2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6437"/>
  <p:tag name="ORIGINALWIDTH" val="5.72188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&#10;\end{align*}&#10;}&#10;\end{document}"/>
  <p:tag name="IGUANATEXSIZE" val="24"/>
  <p:tag name="IGUANATEXCURSOR" val="2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24836"/>
  <p:tag name="EMFCHILD" val="True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49868"/>
  <p:tag name="EMFCHILD" val="True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24836"/>
  <p:tag name="EMFCHILD" val="True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63845"/>
  <p:tag name="EMFCHILD" val="True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6437"/>
  <p:tag name="ORIGINALWIDTH" val="5.72188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&#10;\end{align*}&#10;}&#10;\end{document}"/>
  <p:tag name="IGUANATEXSIZE" val="24"/>
  <p:tag name="IGUANATEXCURSOR" val="2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24836"/>
  <p:tag name="EMFCHILD" val="True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49868"/>
  <p:tag name="EMFCHILD" val="True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24836"/>
  <p:tag name="EMFCHILD" val="True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63845"/>
  <p:tag name="EMFCHILD" val="True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1864"/>
  <p:tag name="ORIGINALWIDTH" val="4.05118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v(10) =&#10;\end{align*}&#10;}&#10;\end{document}"/>
  <p:tag name="IGUANATEXSIZE" val="24"/>
  <p:tag name="IGUANATEXCURSOR" val="2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20669"/>
  <p:tag name="EMFCHILD" val="True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30807"/>
  <p:tag name="EMFCHILD" val="True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521325"/>
  <p:tag name="EMFCHILD" val="True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20669"/>
  <p:tag name="EMFCHILD" val="True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51968"/>
  <p:tag name="EMFCHILD" val="True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.09025"/>
  <p:tag name="ORIGINALWIDTH" val="143.718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bf{\Large \underline{Lagrange Interpolation}}&#10;\end{align*}&#10;}&#10;\end{document}"/>
  <p:tag name="IGUANATEXSIZE" val="18"/>
  <p:tag name="IGUANATEXCURSOR" val="32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61768"/>
  <p:tag name="ORIGINALWIDTH" val="8.84711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bf{\Large \underline{Lagrange Interpolation}}&#10;\end{align*}&#10;}&#10;\end{document}"/>
  <p:tag name="IGUANATEXSIZE" val="18"/>
  <p:tag name="IGUANATEXCURSOR" val="32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6.617454"/>
  <p:tag name="EMFCHILD" val="True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04637"/>
  <p:tag name="ORIGINALWIDTH" val="6.503106"/>
  <p:tag name="EMFCHILD" val="True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367"/>
  <p:tag name="ORIGINALWIDTH" val="5.788496"/>
  <p:tag name="EMFCHILD" val="True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6.617454"/>
  <p:tag name="EMFCHILD" val="True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367"/>
  <p:tag name="ORIGINALWIDTH" val="7.403543"/>
  <p:tag name="EMFCHILD" val="True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04637"/>
  <p:tag name="ORIGINALWIDTH" val="6.503106"/>
  <p:tag name="EMFCHILD" val="True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5.731321"/>
  <p:tag name="EMFCHILD" val="True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61768"/>
  <p:tag name="ORIGINALWIDTH" val="5.002406"/>
  <p:tag name="EMFCHILD" val="True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367"/>
  <p:tag name="ORIGINALWIDTH" val="7.403543"/>
  <p:tag name="EMFCHILD" val="True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17581"/>
  <p:tag name="ORIGINALWIDTH" val="4.459274"/>
  <p:tag name="EMFCHILD" val="True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5.731321"/>
  <p:tag name="EMFCHILD" val="True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367"/>
  <p:tag name="ORIGINALWIDTH" val="5.788496"/>
  <p:tag name="EMFCHILD" val="True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90376"/>
  <p:tag name="ORIGINALWIDTH" val="7.21776"/>
  <p:tag name="EMFCHILD" val="True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6.445932"/>
  <p:tag name="EMFCHILD" val="True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61768"/>
  <p:tag name="ORIGINALWIDTH" val="3.415923"/>
  <p:tag name="EMFCHILD" val="True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6.617454"/>
  <p:tag name="EMFCHILD" val="True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17581"/>
  <p:tag name="ORIGINALWIDTH" val="4.459274"/>
  <p:tag name="EMFCHILD" val="True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7616"/>
  <p:tag name="ORIGINALWIDTH" val="3.415923"/>
  <p:tag name="EMFCHILD" val="True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0455"/>
  <p:tag name="ORIGINALWIDTH" val="6.445932"/>
  <p:tag name="EMFCHILD" val="True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367"/>
  <p:tag name="ORIGINALWIDTH" val="7.403543"/>
  <p:tag name="EMFCHILD" val="True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5736658"/>
  <p:tag name="ORIGINALWIDTH" val="143.7188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1068</TotalTime>
  <Words>163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Times New Roman</vt:lpstr>
      <vt:lpstr>Office Theme</vt:lpstr>
      <vt:lpstr>Lecture-1(4):  Curve Fitting– Lagrange Interpolation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Lecture-1(4):  Curve Fitting– Lagrange Interpolation</dc:title>
  <dc:creator>houseCi7</dc:creator>
  <cp:lastModifiedBy>bsphy2241</cp:lastModifiedBy>
  <cp:revision>61</cp:revision>
  <dcterms:created xsi:type="dcterms:W3CDTF">2024-09-28T06:27:19Z</dcterms:created>
  <dcterms:modified xsi:type="dcterms:W3CDTF">2025-11-05T11:00:21Z</dcterms:modified>
</cp:coreProperties>
</file>