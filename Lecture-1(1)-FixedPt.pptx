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1C07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8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6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7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9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2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9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54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2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4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1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08768E1-128F-4042-9EBF-483843F39130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F787912-E5E4-446D-93B1-D8CEFB075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94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63" Type="http://schemas.openxmlformats.org/officeDocument/2006/relationships/image" Target="../media/image1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image" Target="../media/image2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microsoft.com/office/2007/relationships/hdphoto" Target="../media/hdphoto1.wdp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tags" Target="../tags/tag189.xml"/><Relationship Id="rId21" Type="http://schemas.openxmlformats.org/officeDocument/2006/relationships/tags" Target="../tags/tag93.xml"/><Relationship Id="rId42" Type="http://schemas.openxmlformats.org/officeDocument/2006/relationships/tags" Target="../tags/tag114.xml"/><Relationship Id="rId63" Type="http://schemas.openxmlformats.org/officeDocument/2006/relationships/tags" Target="../tags/tag135.xml"/><Relationship Id="rId84" Type="http://schemas.openxmlformats.org/officeDocument/2006/relationships/tags" Target="../tags/tag156.xml"/><Relationship Id="rId138" Type="http://schemas.openxmlformats.org/officeDocument/2006/relationships/tags" Target="../tags/tag210.xml"/><Relationship Id="rId159" Type="http://schemas.openxmlformats.org/officeDocument/2006/relationships/tags" Target="../tags/tag231.xml"/><Relationship Id="rId170" Type="http://schemas.openxmlformats.org/officeDocument/2006/relationships/tags" Target="../tags/tag242.xml"/><Relationship Id="rId107" Type="http://schemas.openxmlformats.org/officeDocument/2006/relationships/tags" Target="../tags/tag179.xml"/><Relationship Id="rId11" Type="http://schemas.openxmlformats.org/officeDocument/2006/relationships/tags" Target="../tags/tag83.xml"/><Relationship Id="rId32" Type="http://schemas.openxmlformats.org/officeDocument/2006/relationships/tags" Target="../tags/tag104.xml"/><Relationship Id="rId53" Type="http://schemas.openxmlformats.org/officeDocument/2006/relationships/tags" Target="../tags/tag125.xml"/><Relationship Id="rId74" Type="http://schemas.openxmlformats.org/officeDocument/2006/relationships/tags" Target="../tags/tag146.xml"/><Relationship Id="rId128" Type="http://schemas.openxmlformats.org/officeDocument/2006/relationships/tags" Target="../tags/tag200.xml"/><Relationship Id="rId149" Type="http://schemas.openxmlformats.org/officeDocument/2006/relationships/tags" Target="../tags/tag221.xml"/><Relationship Id="rId5" Type="http://schemas.openxmlformats.org/officeDocument/2006/relationships/tags" Target="../tags/tag77.xml"/><Relationship Id="rId95" Type="http://schemas.openxmlformats.org/officeDocument/2006/relationships/tags" Target="../tags/tag167.xml"/><Relationship Id="rId160" Type="http://schemas.openxmlformats.org/officeDocument/2006/relationships/tags" Target="../tags/tag232.xml"/><Relationship Id="rId22" Type="http://schemas.openxmlformats.org/officeDocument/2006/relationships/tags" Target="../tags/tag94.xml"/><Relationship Id="rId43" Type="http://schemas.openxmlformats.org/officeDocument/2006/relationships/tags" Target="../tags/tag115.xml"/><Relationship Id="rId64" Type="http://schemas.openxmlformats.org/officeDocument/2006/relationships/tags" Target="../tags/tag136.xml"/><Relationship Id="rId118" Type="http://schemas.openxmlformats.org/officeDocument/2006/relationships/tags" Target="../tags/tag190.xml"/><Relationship Id="rId139" Type="http://schemas.openxmlformats.org/officeDocument/2006/relationships/tags" Target="../tags/tag211.xml"/><Relationship Id="rId85" Type="http://schemas.openxmlformats.org/officeDocument/2006/relationships/tags" Target="../tags/tag157.xml"/><Relationship Id="rId150" Type="http://schemas.openxmlformats.org/officeDocument/2006/relationships/tags" Target="../tags/tag222.xml"/><Relationship Id="rId171" Type="http://schemas.openxmlformats.org/officeDocument/2006/relationships/slideLayout" Target="../slideLayouts/slideLayout2.xml"/><Relationship Id="rId12" Type="http://schemas.openxmlformats.org/officeDocument/2006/relationships/tags" Target="../tags/tag84.xml"/><Relationship Id="rId33" Type="http://schemas.openxmlformats.org/officeDocument/2006/relationships/tags" Target="../tags/tag105.xml"/><Relationship Id="rId108" Type="http://schemas.openxmlformats.org/officeDocument/2006/relationships/tags" Target="../tags/tag180.xml"/><Relationship Id="rId129" Type="http://schemas.openxmlformats.org/officeDocument/2006/relationships/tags" Target="../tags/tag201.xml"/><Relationship Id="rId54" Type="http://schemas.openxmlformats.org/officeDocument/2006/relationships/tags" Target="../tags/tag126.xml"/><Relationship Id="rId70" Type="http://schemas.openxmlformats.org/officeDocument/2006/relationships/tags" Target="../tags/tag142.xml"/><Relationship Id="rId75" Type="http://schemas.openxmlformats.org/officeDocument/2006/relationships/tags" Target="../tags/tag147.xml"/><Relationship Id="rId91" Type="http://schemas.openxmlformats.org/officeDocument/2006/relationships/tags" Target="../tags/tag163.xml"/><Relationship Id="rId96" Type="http://schemas.openxmlformats.org/officeDocument/2006/relationships/tags" Target="../tags/tag168.xml"/><Relationship Id="rId140" Type="http://schemas.openxmlformats.org/officeDocument/2006/relationships/tags" Target="../tags/tag212.xml"/><Relationship Id="rId145" Type="http://schemas.openxmlformats.org/officeDocument/2006/relationships/tags" Target="../tags/tag217.xml"/><Relationship Id="rId161" Type="http://schemas.openxmlformats.org/officeDocument/2006/relationships/tags" Target="../tags/tag233.xml"/><Relationship Id="rId166" Type="http://schemas.openxmlformats.org/officeDocument/2006/relationships/tags" Target="../tags/tag238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23" Type="http://schemas.openxmlformats.org/officeDocument/2006/relationships/tags" Target="../tags/tag95.xml"/><Relationship Id="rId28" Type="http://schemas.openxmlformats.org/officeDocument/2006/relationships/tags" Target="../tags/tag100.xml"/><Relationship Id="rId49" Type="http://schemas.openxmlformats.org/officeDocument/2006/relationships/tags" Target="../tags/tag121.xml"/><Relationship Id="rId114" Type="http://schemas.openxmlformats.org/officeDocument/2006/relationships/tags" Target="../tags/tag186.xml"/><Relationship Id="rId119" Type="http://schemas.openxmlformats.org/officeDocument/2006/relationships/tags" Target="../tags/tag191.xml"/><Relationship Id="rId44" Type="http://schemas.openxmlformats.org/officeDocument/2006/relationships/tags" Target="../tags/tag116.xml"/><Relationship Id="rId60" Type="http://schemas.openxmlformats.org/officeDocument/2006/relationships/tags" Target="../tags/tag132.xml"/><Relationship Id="rId65" Type="http://schemas.openxmlformats.org/officeDocument/2006/relationships/tags" Target="../tags/tag137.xml"/><Relationship Id="rId81" Type="http://schemas.openxmlformats.org/officeDocument/2006/relationships/tags" Target="../tags/tag153.xml"/><Relationship Id="rId86" Type="http://schemas.openxmlformats.org/officeDocument/2006/relationships/tags" Target="../tags/tag158.xml"/><Relationship Id="rId130" Type="http://schemas.openxmlformats.org/officeDocument/2006/relationships/tags" Target="../tags/tag202.xml"/><Relationship Id="rId135" Type="http://schemas.openxmlformats.org/officeDocument/2006/relationships/tags" Target="../tags/tag207.xml"/><Relationship Id="rId151" Type="http://schemas.openxmlformats.org/officeDocument/2006/relationships/tags" Target="../tags/tag223.xml"/><Relationship Id="rId156" Type="http://schemas.openxmlformats.org/officeDocument/2006/relationships/tags" Target="../tags/tag228.xml"/><Relationship Id="rId172" Type="http://schemas.openxmlformats.org/officeDocument/2006/relationships/image" Target="../media/image11.png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9" Type="http://schemas.openxmlformats.org/officeDocument/2006/relationships/tags" Target="../tags/tag111.xml"/><Relationship Id="rId109" Type="http://schemas.openxmlformats.org/officeDocument/2006/relationships/tags" Target="../tags/tag181.xml"/><Relationship Id="rId34" Type="http://schemas.openxmlformats.org/officeDocument/2006/relationships/tags" Target="../tags/tag106.xml"/><Relationship Id="rId50" Type="http://schemas.openxmlformats.org/officeDocument/2006/relationships/tags" Target="../tags/tag122.xml"/><Relationship Id="rId55" Type="http://schemas.openxmlformats.org/officeDocument/2006/relationships/tags" Target="../tags/tag127.xml"/><Relationship Id="rId76" Type="http://schemas.openxmlformats.org/officeDocument/2006/relationships/tags" Target="../tags/tag148.xml"/><Relationship Id="rId97" Type="http://schemas.openxmlformats.org/officeDocument/2006/relationships/tags" Target="../tags/tag169.xml"/><Relationship Id="rId104" Type="http://schemas.openxmlformats.org/officeDocument/2006/relationships/tags" Target="../tags/tag176.xml"/><Relationship Id="rId120" Type="http://schemas.openxmlformats.org/officeDocument/2006/relationships/tags" Target="../tags/tag192.xml"/><Relationship Id="rId125" Type="http://schemas.openxmlformats.org/officeDocument/2006/relationships/tags" Target="../tags/tag197.xml"/><Relationship Id="rId141" Type="http://schemas.openxmlformats.org/officeDocument/2006/relationships/tags" Target="../tags/tag213.xml"/><Relationship Id="rId146" Type="http://schemas.openxmlformats.org/officeDocument/2006/relationships/tags" Target="../tags/tag218.xml"/><Relationship Id="rId167" Type="http://schemas.openxmlformats.org/officeDocument/2006/relationships/tags" Target="../tags/tag239.xml"/><Relationship Id="rId7" Type="http://schemas.openxmlformats.org/officeDocument/2006/relationships/tags" Target="../tags/tag79.xml"/><Relationship Id="rId71" Type="http://schemas.openxmlformats.org/officeDocument/2006/relationships/tags" Target="../tags/tag143.xml"/><Relationship Id="rId92" Type="http://schemas.openxmlformats.org/officeDocument/2006/relationships/tags" Target="../tags/tag164.xml"/><Relationship Id="rId162" Type="http://schemas.openxmlformats.org/officeDocument/2006/relationships/tags" Target="../tags/tag234.xml"/><Relationship Id="rId2" Type="http://schemas.openxmlformats.org/officeDocument/2006/relationships/tags" Target="../tags/tag74.xml"/><Relationship Id="rId29" Type="http://schemas.openxmlformats.org/officeDocument/2006/relationships/tags" Target="../tags/tag101.xml"/><Relationship Id="rId24" Type="http://schemas.openxmlformats.org/officeDocument/2006/relationships/tags" Target="../tags/tag96.xml"/><Relationship Id="rId40" Type="http://schemas.openxmlformats.org/officeDocument/2006/relationships/tags" Target="../tags/tag112.xml"/><Relationship Id="rId45" Type="http://schemas.openxmlformats.org/officeDocument/2006/relationships/tags" Target="../tags/tag117.xml"/><Relationship Id="rId66" Type="http://schemas.openxmlformats.org/officeDocument/2006/relationships/tags" Target="../tags/tag138.xml"/><Relationship Id="rId87" Type="http://schemas.openxmlformats.org/officeDocument/2006/relationships/tags" Target="../tags/tag159.xml"/><Relationship Id="rId110" Type="http://schemas.openxmlformats.org/officeDocument/2006/relationships/tags" Target="../tags/tag182.xml"/><Relationship Id="rId115" Type="http://schemas.openxmlformats.org/officeDocument/2006/relationships/tags" Target="../tags/tag187.xml"/><Relationship Id="rId131" Type="http://schemas.openxmlformats.org/officeDocument/2006/relationships/tags" Target="../tags/tag203.xml"/><Relationship Id="rId136" Type="http://schemas.openxmlformats.org/officeDocument/2006/relationships/tags" Target="../tags/tag208.xml"/><Relationship Id="rId157" Type="http://schemas.openxmlformats.org/officeDocument/2006/relationships/tags" Target="../tags/tag229.xml"/><Relationship Id="rId61" Type="http://schemas.openxmlformats.org/officeDocument/2006/relationships/tags" Target="../tags/tag133.xml"/><Relationship Id="rId82" Type="http://schemas.openxmlformats.org/officeDocument/2006/relationships/tags" Target="../tags/tag154.xml"/><Relationship Id="rId152" Type="http://schemas.openxmlformats.org/officeDocument/2006/relationships/tags" Target="../tags/tag224.xml"/><Relationship Id="rId19" Type="http://schemas.openxmlformats.org/officeDocument/2006/relationships/tags" Target="../tags/tag91.xml"/><Relationship Id="rId14" Type="http://schemas.openxmlformats.org/officeDocument/2006/relationships/tags" Target="../tags/tag86.xml"/><Relationship Id="rId30" Type="http://schemas.openxmlformats.org/officeDocument/2006/relationships/tags" Target="../tags/tag102.xml"/><Relationship Id="rId35" Type="http://schemas.openxmlformats.org/officeDocument/2006/relationships/tags" Target="../tags/tag107.xml"/><Relationship Id="rId56" Type="http://schemas.openxmlformats.org/officeDocument/2006/relationships/tags" Target="../tags/tag128.xml"/><Relationship Id="rId77" Type="http://schemas.openxmlformats.org/officeDocument/2006/relationships/tags" Target="../tags/tag149.xml"/><Relationship Id="rId100" Type="http://schemas.openxmlformats.org/officeDocument/2006/relationships/tags" Target="../tags/tag172.xml"/><Relationship Id="rId105" Type="http://schemas.openxmlformats.org/officeDocument/2006/relationships/tags" Target="../tags/tag177.xml"/><Relationship Id="rId126" Type="http://schemas.openxmlformats.org/officeDocument/2006/relationships/tags" Target="../tags/tag198.xml"/><Relationship Id="rId147" Type="http://schemas.openxmlformats.org/officeDocument/2006/relationships/tags" Target="../tags/tag219.xml"/><Relationship Id="rId168" Type="http://schemas.openxmlformats.org/officeDocument/2006/relationships/tags" Target="../tags/tag240.xml"/><Relationship Id="rId8" Type="http://schemas.openxmlformats.org/officeDocument/2006/relationships/tags" Target="../tags/tag80.xml"/><Relationship Id="rId51" Type="http://schemas.openxmlformats.org/officeDocument/2006/relationships/tags" Target="../tags/tag123.xml"/><Relationship Id="rId72" Type="http://schemas.openxmlformats.org/officeDocument/2006/relationships/tags" Target="../tags/tag144.xml"/><Relationship Id="rId93" Type="http://schemas.openxmlformats.org/officeDocument/2006/relationships/tags" Target="../tags/tag165.xml"/><Relationship Id="rId98" Type="http://schemas.openxmlformats.org/officeDocument/2006/relationships/tags" Target="../tags/tag170.xml"/><Relationship Id="rId121" Type="http://schemas.openxmlformats.org/officeDocument/2006/relationships/tags" Target="../tags/tag193.xml"/><Relationship Id="rId142" Type="http://schemas.openxmlformats.org/officeDocument/2006/relationships/tags" Target="../tags/tag214.xml"/><Relationship Id="rId163" Type="http://schemas.openxmlformats.org/officeDocument/2006/relationships/tags" Target="../tags/tag235.xml"/><Relationship Id="rId3" Type="http://schemas.openxmlformats.org/officeDocument/2006/relationships/tags" Target="../tags/tag75.xml"/><Relationship Id="rId25" Type="http://schemas.openxmlformats.org/officeDocument/2006/relationships/tags" Target="../tags/tag97.xml"/><Relationship Id="rId46" Type="http://schemas.openxmlformats.org/officeDocument/2006/relationships/tags" Target="../tags/tag118.xml"/><Relationship Id="rId67" Type="http://schemas.openxmlformats.org/officeDocument/2006/relationships/tags" Target="../tags/tag139.xml"/><Relationship Id="rId116" Type="http://schemas.openxmlformats.org/officeDocument/2006/relationships/tags" Target="../tags/tag188.xml"/><Relationship Id="rId137" Type="http://schemas.openxmlformats.org/officeDocument/2006/relationships/tags" Target="../tags/tag209.xml"/><Relationship Id="rId158" Type="http://schemas.openxmlformats.org/officeDocument/2006/relationships/tags" Target="../tags/tag230.xml"/><Relationship Id="rId20" Type="http://schemas.openxmlformats.org/officeDocument/2006/relationships/tags" Target="../tags/tag92.xml"/><Relationship Id="rId41" Type="http://schemas.openxmlformats.org/officeDocument/2006/relationships/tags" Target="../tags/tag113.xml"/><Relationship Id="rId62" Type="http://schemas.openxmlformats.org/officeDocument/2006/relationships/tags" Target="../tags/tag134.xml"/><Relationship Id="rId83" Type="http://schemas.openxmlformats.org/officeDocument/2006/relationships/tags" Target="../tags/tag155.xml"/><Relationship Id="rId88" Type="http://schemas.openxmlformats.org/officeDocument/2006/relationships/tags" Target="../tags/tag160.xml"/><Relationship Id="rId111" Type="http://schemas.openxmlformats.org/officeDocument/2006/relationships/tags" Target="../tags/tag183.xml"/><Relationship Id="rId132" Type="http://schemas.openxmlformats.org/officeDocument/2006/relationships/tags" Target="../tags/tag204.xml"/><Relationship Id="rId153" Type="http://schemas.openxmlformats.org/officeDocument/2006/relationships/tags" Target="../tags/tag225.xml"/><Relationship Id="rId15" Type="http://schemas.openxmlformats.org/officeDocument/2006/relationships/tags" Target="../tags/tag87.xml"/><Relationship Id="rId36" Type="http://schemas.openxmlformats.org/officeDocument/2006/relationships/tags" Target="../tags/tag108.xml"/><Relationship Id="rId57" Type="http://schemas.openxmlformats.org/officeDocument/2006/relationships/tags" Target="../tags/tag129.xml"/><Relationship Id="rId106" Type="http://schemas.openxmlformats.org/officeDocument/2006/relationships/tags" Target="../tags/tag178.xml"/><Relationship Id="rId127" Type="http://schemas.openxmlformats.org/officeDocument/2006/relationships/tags" Target="../tags/tag199.xml"/><Relationship Id="rId10" Type="http://schemas.openxmlformats.org/officeDocument/2006/relationships/tags" Target="../tags/tag82.xml"/><Relationship Id="rId31" Type="http://schemas.openxmlformats.org/officeDocument/2006/relationships/tags" Target="../tags/tag103.xml"/><Relationship Id="rId52" Type="http://schemas.openxmlformats.org/officeDocument/2006/relationships/tags" Target="../tags/tag124.xml"/><Relationship Id="rId73" Type="http://schemas.openxmlformats.org/officeDocument/2006/relationships/tags" Target="../tags/tag145.xml"/><Relationship Id="rId78" Type="http://schemas.openxmlformats.org/officeDocument/2006/relationships/tags" Target="../tags/tag150.xml"/><Relationship Id="rId94" Type="http://schemas.openxmlformats.org/officeDocument/2006/relationships/tags" Target="../tags/tag166.xml"/><Relationship Id="rId99" Type="http://schemas.openxmlformats.org/officeDocument/2006/relationships/tags" Target="../tags/tag171.xml"/><Relationship Id="rId101" Type="http://schemas.openxmlformats.org/officeDocument/2006/relationships/tags" Target="../tags/tag173.xml"/><Relationship Id="rId122" Type="http://schemas.openxmlformats.org/officeDocument/2006/relationships/tags" Target="../tags/tag194.xml"/><Relationship Id="rId143" Type="http://schemas.openxmlformats.org/officeDocument/2006/relationships/tags" Target="../tags/tag215.xml"/><Relationship Id="rId148" Type="http://schemas.openxmlformats.org/officeDocument/2006/relationships/tags" Target="../tags/tag220.xml"/><Relationship Id="rId164" Type="http://schemas.openxmlformats.org/officeDocument/2006/relationships/tags" Target="../tags/tag236.xml"/><Relationship Id="rId169" Type="http://schemas.openxmlformats.org/officeDocument/2006/relationships/tags" Target="../tags/tag241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26" Type="http://schemas.openxmlformats.org/officeDocument/2006/relationships/tags" Target="../tags/tag98.xml"/><Relationship Id="rId47" Type="http://schemas.openxmlformats.org/officeDocument/2006/relationships/tags" Target="../tags/tag119.xml"/><Relationship Id="rId68" Type="http://schemas.openxmlformats.org/officeDocument/2006/relationships/tags" Target="../tags/tag140.xml"/><Relationship Id="rId89" Type="http://schemas.openxmlformats.org/officeDocument/2006/relationships/tags" Target="../tags/tag161.xml"/><Relationship Id="rId112" Type="http://schemas.openxmlformats.org/officeDocument/2006/relationships/tags" Target="../tags/tag184.xml"/><Relationship Id="rId133" Type="http://schemas.openxmlformats.org/officeDocument/2006/relationships/tags" Target="../tags/tag205.xml"/><Relationship Id="rId154" Type="http://schemas.openxmlformats.org/officeDocument/2006/relationships/tags" Target="../tags/tag226.xml"/><Relationship Id="rId16" Type="http://schemas.openxmlformats.org/officeDocument/2006/relationships/tags" Target="../tags/tag88.xml"/><Relationship Id="rId37" Type="http://schemas.openxmlformats.org/officeDocument/2006/relationships/tags" Target="../tags/tag109.xml"/><Relationship Id="rId58" Type="http://schemas.openxmlformats.org/officeDocument/2006/relationships/tags" Target="../tags/tag130.xml"/><Relationship Id="rId79" Type="http://schemas.openxmlformats.org/officeDocument/2006/relationships/tags" Target="../tags/tag151.xml"/><Relationship Id="rId102" Type="http://schemas.openxmlformats.org/officeDocument/2006/relationships/tags" Target="../tags/tag174.xml"/><Relationship Id="rId123" Type="http://schemas.openxmlformats.org/officeDocument/2006/relationships/tags" Target="../tags/tag195.xml"/><Relationship Id="rId144" Type="http://schemas.openxmlformats.org/officeDocument/2006/relationships/tags" Target="../tags/tag216.xml"/><Relationship Id="rId90" Type="http://schemas.openxmlformats.org/officeDocument/2006/relationships/tags" Target="../tags/tag162.xml"/><Relationship Id="rId165" Type="http://schemas.openxmlformats.org/officeDocument/2006/relationships/tags" Target="../tags/tag237.xml"/><Relationship Id="rId27" Type="http://schemas.openxmlformats.org/officeDocument/2006/relationships/tags" Target="../tags/tag99.xml"/><Relationship Id="rId48" Type="http://schemas.openxmlformats.org/officeDocument/2006/relationships/tags" Target="../tags/tag120.xml"/><Relationship Id="rId69" Type="http://schemas.openxmlformats.org/officeDocument/2006/relationships/tags" Target="../tags/tag141.xml"/><Relationship Id="rId113" Type="http://schemas.openxmlformats.org/officeDocument/2006/relationships/tags" Target="../tags/tag185.xml"/><Relationship Id="rId134" Type="http://schemas.openxmlformats.org/officeDocument/2006/relationships/tags" Target="../tags/tag206.xml"/><Relationship Id="rId80" Type="http://schemas.openxmlformats.org/officeDocument/2006/relationships/tags" Target="../tags/tag152.xml"/><Relationship Id="rId155" Type="http://schemas.openxmlformats.org/officeDocument/2006/relationships/tags" Target="../tags/tag227.xml"/><Relationship Id="rId17" Type="http://schemas.openxmlformats.org/officeDocument/2006/relationships/tags" Target="../tags/tag89.xml"/><Relationship Id="rId38" Type="http://schemas.openxmlformats.org/officeDocument/2006/relationships/tags" Target="../tags/tag110.xml"/><Relationship Id="rId59" Type="http://schemas.openxmlformats.org/officeDocument/2006/relationships/tags" Target="../tags/tag131.xml"/><Relationship Id="rId103" Type="http://schemas.openxmlformats.org/officeDocument/2006/relationships/tags" Target="../tags/tag175.xml"/><Relationship Id="rId124" Type="http://schemas.openxmlformats.org/officeDocument/2006/relationships/tags" Target="../tags/tag19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94AA-ABCE-BD33-2DE6-06C0BCC11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Root-Finding: Fixed Point Iterations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82A99-E0E2-F65D-836A-366206C1D0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15313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6A108-E1D7-48EC-1A51-0EBD8DB7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6725-95BD-5A08-43C3-9615ABC9E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263BCC-A405-2E1F-A4D9-76F5AD1DB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2421" y="1117501"/>
                <a:ext cx="10267197" cy="5216577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>
                    <a:latin typeface="+mj-lt"/>
                  </a:rPr>
                  <a:t>open methods employ a formula to predict the root. Such a formula can be developed for simple </a:t>
                </a:r>
                <a:r>
                  <a:rPr lang="en-US" sz="2400" b="0" i="1" u="none" strike="noStrike" baseline="0" dirty="0">
                    <a:latin typeface="+mj-lt"/>
                  </a:rPr>
                  <a:t>fixed-point iteration </a:t>
                </a:r>
                <a:r>
                  <a:rPr lang="en-US" sz="2400" b="0" i="0" u="none" strike="noStrike" baseline="0" dirty="0">
                    <a:latin typeface="+mj-lt"/>
                  </a:rPr>
                  <a:t>(or, as it is also called, one-point iteration or successive substitution) by rearranging the function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u="none" strike="noStrike" baseline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1" i="1" u="none" strike="noStrike" baseline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u="none" strike="noStrike" baseline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b="1" i="1" u="none" strike="noStrike" baseline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u="none" strike="noStrike" baseline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u="none" strike="noStrike" baseline="0" dirty="0">
                    <a:latin typeface="+mj-lt"/>
                  </a:rPr>
                  <a:t>so that </a:t>
                </a:r>
                <a:r>
                  <a:rPr lang="en-US" sz="2400" b="0" i="1" u="none" strike="noStrike" baseline="0" dirty="0">
                    <a:latin typeface="+mj-lt"/>
                  </a:rPr>
                  <a:t>x </a:t>
                </a:r>
                <a:r>
                  <a:rPr lang="en-US" sz="2400" b="0" i="0" u="none" strike="noStrike" baseline="0" dirty="0" smtClean="0">
                    <a:latin typeface="+mj-lt"/>
                  </a:rPr>
                  <a:t>is </a:t>
                </a:r>
                <a:r>
                  <a:rPr lang="en-US" sz="2400" b="0" i="0" u="none" strike="noStrike" baseline="0" dirty="0">
                    <a:latin typeface="+mj-lt"/>
                  </a:rPr>
                  <a:t>on the left-hand side of the equation: 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u="none" strike="noStrike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i="0" u="none" strike="noStrike" baseline="0" dirty="0">
                  <a:latin typeface="+mj-lt"/>
                </a:endParaRPr>
              </a:p>
              <a:p>
                <a:pPr algn="l"/>
                <a:r>
                  <a:rPr lang="en-US" sz="2400" b="0" i="0" u="none" strike="noStrike" baseline="0" dirty="0">
                    <a:latin typeface="+mj-lt"/>
                  </a:rPr>
                  <a:t>This transformation can be accomplished either by algebraic manipulation or by simply adding </a:t>
                </a:r>
                <a:r>
                  <a:rPr lang="en-US" sz="2400" b="0" i="1" u="none" strike="noStrike" baseline="0" dirty="0">
                    <a:latin typeface="+mj-lt"/>
                  </a:rPr>
                  <a:t>x </a:t>
                </a:r>
                <a:r>
                  <a:rPr lang="en-US" sz="2400" b="0" i="0" u="none" strike="noStrike" baseline="0" dirty="0">
                    <a:latin typeface="+mj-lt"/>
                  </a:rPr>
                  <a:t>to both sides of the original equation. For example:</a:t>
                </a:r>
                <a:endParaRPr lang="en-US" sz="24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263BCC-A405-2E1F-A4D9-76F5AD1DB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2421" y="1117501"/>
                <a:ext cx="10267197" cy="5216577"/>
              </a:xfrm>
              <a:blipFill>
                <a:blip r:embed="rId63"/>
                <a:stretch>
                  <a:fillRect l="-831" t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^2-2x+3=0 \quad \Rightarrow \quad x = \underbrace{(x^2+3)/2}_{g(x)}&#10;\end{align*}&#10;%%}&#10;\end{document}" title="IguanaTex Vector Display">
            <a:extLst>
              <a:ext uri="{FF2B5EF4-FFF2-40B4-BE49-F238E27FC236}">
                <a16:creationId xmlns:a16="http://schemas.microsoft.com/office/drawing/2014/main" id="{612177CB-92DC-099D-6DBB-7CBF4DB266F5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723720" y="4646497"/>
            <a:ext cx="5967688" cy="961370"/>
            <a:chOff x="9295655" y="6700408"/>
            <a:chExt cx="5967688" cy="96137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860492F-0FB7-D373-4FF7-10A9B8EE8B17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295655" y="6854761"/>
              <a:ext cx="176427" cy="160484"/>
            </a:xfrm>
            <a:custGeom>
              <a:avLst/>
              <a:gdLst>
                <a:gd name="connsiteX0" fmla="*/ 108203 w 176427"/>
                <a:gd name="connsiteY0" fmla="*/ 49653 h 160484"/>
                <a:gd name="connsiteX1" fmla="*/ 143276 w 176427"/>
                <a:gd name="connsiteY1" fmla="*/ 7849 h 160484"/>
                <a:gd name="connsiteX2" fmla="*/ 160989 w 176427"/>
                <a:gd name="connsiteY2" fmla="*/ 12454 h 160484"/>
                <a:gd name="connsiteX3" fmla="*/ 143984 w 176427"/>
                <a:gd name="connsiteY3" fmla="*/ 31585 h 160484"/>
                <a:gd name="connsiteX4" fmla="*/ 157447 w 176427"/>
                <a:gd name="connsiteY4" fmla="*/ 43985 h 160484"/>
                <a:gd name="connsiteX5" fmla="*/ 176577 w 176427"/>
                <a:gd name="connsiteY5" fmla="*/ 23437 h 160484"/>
                <a:gd name="connsiteX6" fmla="*/ 143630 w 176427"/>
                <a:gd name="connsiteY6" fmla="*/ 55 h 160484"/>
                <a:gd name="connsiteX7" fmla="*/ 106432 w 176427"/>
                <a:gd name="connsiteY7" fmla="*/ 26980 h 160484"/>
                <a:gd name="connsiteX8" fmla="*/ 68170 w 176427"/>
                <a:gd name="connsiteY8" fmla="*/ 55 h 160484"/>
                <a:gd name="connsiteX9" fmla="*/ 11132 w 176427"/>
                <a:gd name="connsiteY9" fmla="*/ 54613 h 160484"/>
                <a:gd name="connsiteX10" fmla="*/ 15384 w 176427"/>
                <a:gd name="connsiteY10" fmla="*/ 58155 h 160484"/>
                <a:gd name="connsiteX11" fmla="*/ 19989 w 176427"/>
                <a:gd name="connsiteY11" fmla="*/ 54258 h 160484"/>
                <a:gd name="connsiteX12" fmla="*/ 67462 w 176427"/>
                <a:gd name="connsiteY12" fmla="*/ 7849 h 160484"/>
                <a:gd name="connsiteX13" fmla="*/ 86592 w 176427"/>
                <a:gd name="connsiteY13" fmla="*/ 31585 h 160484"/>
                <a:gd name="connsiteX14" fmla="*/ 67462 w 176427"/>
                <a:gd name="connsiteY14" fmla="*/ 115902 h 160484"/>
                <a:gd name="connsiteX15" fmla="*/ 33806 w 176427"/>
                <a:gd name="connsiteY15" fmla="*/ 152746 h 160484"/>
                <a:gd name="connsiteX16" fmla="*/ 16092 w 176427"/>
                <a:gd name="connsiteY16" fmla="*/ 148140 h 160484"/>
                <a:gd name="connsiteX17" fmla="*/ 32743 w 176427"/>
                <a:gd name="connsiteY17" fmla="*/ 129010 h 160484"/>
                <a:gd name="connsiteX18" fmla="*/ 19635 w 176427"/>
                <a:gd name="connsiteY18" fmla="*/ 116610 h 160484"/>
                <a:gd name="connsiteX19" fmla="*/ 150 w 176427"/>
                <a:gd name="connsiteY19" fmla="*/ 137158 h 160484"/>
                <a:gd name="connsiteX20" fmla="*/ 33452 w 176427"/>
                <a:gd name="connsiteY20" fmla="*/ 160540 h 160484"/>
                <a:gd name="connsiteX21" fmla="*/ 70650 w 176427"/>
                <a:gd name="connsiteY21" fmla="*/ 133615 h 160484"/>
                <a:gd name="connsiteX22" fmla="*/ 108911 w 176427"/>
                <a:gd name="connsiteY22" fmla="*/ 160540 h 160484"/>
                <a:gd name="connsiteX23" fmla="*/ 165595 w 176427"/>
                <a:gd name="connsiteY23" fmla="*/ 105982 h 160484"/>
                <a:gd name="connsiteX24" fmla="*/ 161344 w 176427"/>
                <a:gd name="connsiteY24" fmla="*/ 102439 h 160484"/>
                <a:gd name="connsiteX25" fmla="*/ 156738 w 176427"/>
                <a:gd name="connsiteY25" fmla="*/ 106336 h 160484"/>
                <a:gd name="connsiteX26" fmla="*/ 109620 w 176427"/>
                <a:gd name="connsiteY26" fmla="*/ 152746 h 160484"/>
                <a:gd name="connsiteX27" fmla="*/ 90135 w 176427"/>
                <a:gd name="connsiteY27" fmla="*/ 129364 h 160484"/>
                <a:gd name="connsiteX28" fmla="*/ 96158 w 176427"/>
                <a:gd name="connsiteY28" fmla="*/ 98188 h 160484"/>
                <a:gd name="connsiteX29" fmla="*/ 108203 w 176427"/>
                <a:gd name="connsiteY29" fmla="*/ 4965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0484">
                  <a:moveTo>
                    <a:pt x="108203" y="49653"/>
                  </a:moveTo>
                  <a:cubicBezTo>
                    <a:pt x="110329" y="40442"/>
                    <a:pt x="118477" y="7849"/>
                    <a:pt x="143276" y="7849"/>
                  </a:cubicBezTo>
                  <a:cubicBezTo>
                    <a:pt x="145047" y="7849"/>
                    <a:pt x="153550" y="7849"/>
                    <a:pt x="160989" y="12454"/>
                  </a:cubicBezTo>
                  <a:cubicBezTo>
                    <a:pt x="151070" y="14226"/>
                    <a:pt x="143984" y="23083"/>
                    <a:pt x="143984" y="31585"/>
                  </a:cubicBezTo>
                  <a:cubicBezTo>
                    <a:pt x="143984" y="37253"/>
                    <a:pt x="147881" y="43985"/>
                    <a:pt x="157447" y="43985"/>
                  </a:cubicBezTo>
                  <a:cubicBezTo>
                    <a:pt x="165241" y="43985"/>
                    <a:pt x="176577" y="37608"/>
                    <a:pt x="176577" y="23437"/>
                  </a:cubicBezTo>
                  <a:cubicBezTo>
                    <a:pt x="176577" y="5015"/>
                    <a:pt x="155675" y="55"/>
                    <a:pt x="143630" y="55"/>
                  </a:cubicBezTo>
                  <a:cubicBezTo>
                    <a:pt x="123082" y="55"/>
                    <a:pt x="110683" y="18831"/>
                    <a:pt x="106432" y="26980"/>
                  </a:cubicBezTo>
                  <a:cubicBezTo>
                    <a:pt x="97575" y="3598"/>
                    <a:pt x="78444" y="55"/>
                    <a:pt x="68170" y="55"/>
                  </a:cubicBezTo>
                  <a:cubicBezTo>
                    <a:pt x="31326" y="55"/>
                    <a:pt x="11132" y="45756"/>
                    <a:pt x="11132" y="54613"/>
                  </a:cubicBezTo>
                  <a:cubicBezTo>
                    <a:pt x="11132" y="58155"/>
                    <a:pt x="14675" y="58155"/>
                    <a:pt x="15384" y="58155"/>
                  </a:cubicBezTo>
                  <a:cubicBezTo>
                    <a:pt x="18218" y="58155"/>
                    <a:pt x="19281" y="57447"/>
                    <a:pt x="19989" y="54258"/>
                  </a:cubicBezTo>
                  <a:cubicBezTo>
                    <a:pt x="32034" y="16706"/>
                    <a:pt x="55416" y="7849"/>
                    <a:pt x="67462" y="7849"/>
                  </a:cubicBezTo>
                  <a:cubicBezTo>
                    <a:pt x="74193" y="7849"/>
                    <a:pt x="86592" y="11037"/>
                    <a:pt x="86592" y="31585"/>
                  </a:cubicBezTo>
                  <a:cubicBezTo>
                    <a:pt x="86592" y="42568"/>
                    <a:pt x="80570" y="66304"/>
                    <a:pt x="67462" y="115902"/>
                  </a:cubicBezTo>
                  <a:cubicBezTo>
                    <a:pt x="61793" y="137867"/>
                    <a:pt x="49394" y="152746"/>
                    <a:pt x="33806" y="152746"/>
                  </a:cubicBezTo>
                  <a:cubicBezTo>
                    <a:pt x="31680" y="152746"/>
                    <a:pt x="23532" y="152746"/>
                    <a:pt x="16092" y="148140"/>
                  </a:cubicBezTo>
                  <a:cubicBezTo>
                    <a:pt x="24949" y="146369"/>
                    <a:pt x="32743" y="138929"/>
                    <a:pt x="32743" y="129010"/>
                  </a:cubicBezTo>
                  <a:cubicBezTo>
                    <a:pt x="32743" y="119444"/>
                    <a:pt x="24949" y="116610"/>
                    <a:pt x="19635" y="116610"/>
                  </a:cubicBezTo>
                  <a:cubicBezTo>
                    <a:pt x="9007" y="116610"/>
                    <a:pt x="150" y="125821"/>
                    <a:pt x="150" y="137158"/>
                  </a:cubicBezTo>
                  <a:cubicBezTo>
                    <a:pt x="150" y="153454"/>
                    <a:pt x="17864" y="160540"/>
                    <a:pt x="33452" y="160540"/>
                  </a:cubicBezTo>
                  <a:cubicBezTo>
                    <a:pt x="56833" y="160540"/>
                    <a:pt x="69587" y="135741"/>
                    <a:pt x="70650" y="133615"/>
                  </a:cubicBezTo>
                  <a:cubicBezTo>
                    <a:pt x="74901" y="146723"/>
                    <a:pt x="87655" y="160540"/>
                    <a:pt x="108911" y="160540"/>
                  </a:cubicBezTo>
                  <a:cubicBezTo>
                    <a:pt x="145401" y="160540"/>
                    <a:pt x="165595" y="114839"/>
                    <a:pt x="165595" y="105982"/>
                  </a:cubicBezTo>
                  <a:cubicBezTo>
                    <a:pt x="165595" y="102439"/>
                    <a:pt x="162406" y="102439"/>
                    <a:pt x="161344" y="102439"/>
                  </a:cubicBezTo>
                  <a:cubicBezTo>
                    <a:pt x="158155" y="102439"/>
                    <a:pt x="157447" y="103856"/>
                    <a:pt x="156738" y="106336"/>
                  </a:cubicBezTo>
                  <a:cubicBezTo>
                    <a:pt x="145047" y="144243"/>
                    <a:pt x="120957" y="152746"/>
                    <a:pt x="109620" y="152746"/>
                  </a:cubicBezTo>
                  <a:cubicBezTo>
                    <a:pt x="95803" y="152746"/>
                    <a:pt x="90135" y="141409"/>
                    <a:pt x="90135" y="129364"/>
                  </a:cubicBezTo>
                  <a:cubicBezTo>
                    <a:pt x="90135" y="121570"/>
                    <a:pt x="92261" y="113776"/>
                    <a:pt x="96158" y="98188"/>
                  </a:cubicBezTo>
                  <a:lnTo>
                    <a:pt x="108203" y="49653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C099A3E-6064-C0B4-0D11-059B8A6DB1A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503481" y="6700408"/>
              <a:ext cx="109611" cy="164665"/>
            </a:xfrm>
            <a:custGeom>
              <a:avLst/>
              <a:gdLst>
                <a:gd name="connsiteX0" fmla="*/ 109767 w 109611"/>
                <a:gd name="connsiteY0" fmla="*/ 119582 h 164665"/>
                <a:gd name="connsiteX1" fmla="*/ 101336 w 109611"/>
                <a:gd name="connsiteY1" fmla="*/ 119582 h 164665"/>
                <a:gd name="connsiteX2" fmla="*/ 94888 w 109611"/>
                <a:gd name="connsiteY2" fmla="*/ 142149 h 164665"/>
                <a:gd name="connsiteX3" fmla="*/ 70337 w 109611"/>
                <a:gd name="connsiteY3" fmla="*/ 143637 h 164665"/>
                <a:gd name="connsiteX4" fmla="*/ 24707 w 109611"/>
                <a:gd name="connsiteY4" fmla="*/ 143637 h 164665"/>
                <a:gd name="connsiteX5" fmla="*/ 74305 w 109611"/>
                <a:gd name="connsiteY5" fmla="*/ 101975 h 164665"/>
                <a:gd name="connsiteX6" fmla="*/ 109767 w 109611"/>
                <a:gd name="connsiteY6" fmla="*/ 48409 h 164665"/>
                <a:gd name="connsiteX7" fmla="*/ 51738 w 109611"/>
                <a:gd name="connsiteY7" fmla="*/ 51 h 164665"/>
                <a:gd name="connsiteX8" fmla="*/ 156 w 109611"/>
                <a:gd name="connsiteY8" fmla="*/ 44441 h 164665"/>
                <a:gd name="connsiteX9" fmla="*/ 13299 w 109611"/>
                <a:gd name="connsiteY9" fmla="*/ 58328 h 164665"/>
                <a:gd name="connsiteX10" fmla="*/ 26443 w 109611"/>
                <a:gd name="connsiteY10" fmla="*/ 45185 h 164665"/>
                <a:gd name="connsiteX11" fmla="*/ 11811 w 109611"/>
                <a:gd name="connsiteY11" fmla="*/ 32042 h 164665"/>
                <a:gd name="connsiteX12" fmla="*/ 48018 w 109611"/>
                <a:gd name="connsiteY12" fmla="*/ 8978 h 164665"/>
                <a:gd name="connsiteX13" fmla="*/ 85712 w 109611"/>
                <a:gd name="connsiteY13" fmla="*/ 48409 h 164665"/>
                <a:gd name="connsiteX14" fmla="*/ 62401 w 109611"/>
                <a:gd name="connsiteY14" fmla="*/ 96023 h 164665"/>
                <a:gd name="connsiteX15" fmla="*/ 2636 w 109611"/>
                <a:gd name="connsiteY15" fmla="*/ 155045 h 164665"/>
                <a:gd name="connsiteX16" fmla="*/ 156 w 109611"/>
                <a:gd name="connsiteY16" fmla="*/ 164716 h 164665"/>
                <a:gd name="connsiteX17" fmla="*/ 102328 w 109611"/>
                <a:gd name="connsiteY17" fmla="*/ 164716 h 164665"/>
                <a:gd name="connsiteX18" fmla="*/ 109767 w 109611"/>
                <a:gd name="connsiteY18" fmla="*/ 119582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611" h="164665">
                  <a:moveTo>
                    <a:pt x="109767" y="119582"/>
                  </a:moveTo>
                  <a:lnTo>
                    <a:pt x="101336" y="119582"/>
                  </a:lnTo>
                  <a:cubicBezTo>
                    <a:pt x="100592" y="125038"/>
                    <a:pt x="98112" y="139669"/>
                    <a:pt x="94888" y="142149"/>
                  </a:cubicBezTo>
                  <a:cubicBezTo>
                    <a:pt x="92904" y="143637"/>
                    <a:pt x="73809" y="143637"/>
                    <a:pt x="70337" y="143637"/>
                  </a:cubicBezTo>
                  <a:lnTo>
                    <a:pt x="24707" y="143637"/>
                  </a:lnTo>
                  <a:cubicBezTo>
                    <a:pt x="50746" y="120574"/>
                    <a:pt x="59425" y="113630"/>
                    <a:pt x="74305" y="101975"/>
                  </a:cubicBezTo>
                  <a:cubicBezTo>
                    <a:pt x="92656" y="87343"/>
                    <a:pt x="109767" y="71968"/>
                    <a:pt x="109767" y="48409"/>
                  </a:cubicBezTo>
                  <a:cubicBezTo>
                    <a:pt x="109767" y="18402"/>
                    <a:pt x="83480" y="51"/>
                    <a:pt x="51738" y="51"/>
                  </a:cubicBezTo>
                  <a:cubicBezTo>
                    <a:pt x="20987" y="51"/>
                    <a:pt x="156" y="21626"/>
                    <a:pt x="156" y="44441"/>
                  </a:cubicBezTo>
                  <a:cubicBezTo>
                    <a:pt x="156" y="57089"/>
                    <a:pt x="10819" y="58328"/>
                    <a:pt x="13299" y="58328"/>
                  </a:cubicBezTo>
                  <a:cubicBezTo>
                    <a:pt x="19251" y="58328"/>
                    <a:pt x="26443" y="54113"/>
                    <a:pt x="26443" y="45185"/>
                  </a:cubicBezTo>
                  <a:cubicBezTo>
                    <a:pt x="26443" y="40721"/>
                    <a:pt x="24707" y="32042"/>
                    <a:pt x="11811" y="32042"/>
                  </a:cubicBezTo>
                  <a:cubicBezTo>
                    <a:pt x="19499" y="14434"/>
                    <a:pt x="36362" y="8978"/>
                    <a:pt x="48018" y="8978"/>
                  </a:cubicBezTo>
                  <a:cubicBezTo>
                    <a:pt x="72817" y="8978"/>
                    <a:pt x="85712" y="28322"/>
                    <a:pt x="85712" y="48409"/>
                  </a:cubicBezTo>
                  <a:cubicBezTo>
                    <a:pt x="85712" y="69984"/>
                    <a:pt x="70337" y="87095"/>
                    <a:pt x="62401" y="96023"/>
                  </a:cubicBezTo>
                  <a:lnTo>
                    <a:pt x="2636" y="155045"/>
                  </a:lnTo>
                  <a:cubicBezTo>
                    <a:pt x="156" y="157277"/>
                    <a:pt x="156" y="157772"/>
                    <a:pt x="156" y="164716"/>
                  </a:cubicBezTo>
                  <a:lnTo>
                    <a:pt x="102328" y="164716"/>
                  </a:lnTo>
                  <a:lnTo>
                    <a:pt x="109767" y="119582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87D8257-28B4-1F31-06DC-B79D16A50C1D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754918" y="6915696"/>
              <a:ext cx="216459" cy="14170"/>
            </a:xfrm>
            <a:custGeom>
              <a:avLst/>
              <a:gdLst>
                <a:gd name="connsiteX0" fmla="*/ 204223 w 216459"/>
                <a:gd name="connsiteY0" fmla="*/ 14226 h 14170"/>
                <a:gd name="connsiteX1" fmla="*/ 216622 w 216459"/>
                <a:gd name="connsiteY1" fmla="*/ 7140 h 14170"/>
                <a:gd name="connsiteX2" fmla="*/ 204223 w 216459"/>
                <a:gd name="connsiteY2" fmla="*/ 55 h 14170"/>
                <a:gd name="connsiteX3" fmla="*/ 12562 w 216459"/>
                <a:gd name="connsiteY3" fmla="*/ 55 h 14170"/>
                <a:gd name="connsiteX4" fmla="*/ 162 w 216459"/>
                <a:gd name="connsiteY4" fmla="*/ 7140 h 14170"/>
                <a:gd name="connsiteX5" fmla="*/ 12562 w 216459"/>
                <a:gd name="connsiteY5" fmla="*/ 14226 h 14170"/>
                <a:gd name="connsiteX6" fmla="*/ 204223 w 216459"/>
                <a:gd name="connsiteY6" fmla="*/ 14226 h 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459" h="14170">
                  <a:moveTo>
                    <a:pt x="204223" y="14226"/>
                  </a:moveTo>
                  <a:cubicBezTo>
                    <a:pt x="210245" y="14226"/>
                    <a:pt x="216622" y="14226"/>
                    <a:pt x="216622" y="7140"/>
                  </a:cubicBezTo>
                  <a:cubicBezTo>
                    <a:pt x="216622" y="55"/>
                    <a:pt x="210245" y="55"/>
                    <a:pt x="204223" y="55"/>
                  </a:cubicBezTo>
                  <a:lnTo>
                    <a:pt x="12562" y="55"/>
                  </a:lnTo>
                  <a:cubicBezTo>
                    <a:pt x="6539" y="55"/>
                    <a:pt x="162" y="55"/>
                    <a:pt x="162" y="7140"/>
                  </a:cubicBezTo>
                  <a:cubicBezTo>
                    <a:pt x="162" y="14226"/>
                    <a:pt x="6539" y="14226"/>
                    <a:pt x="12562" y="14226"/>
                  </a:cubicBezTo>
                  <a:lnTo>
                    <a:pt x="204223" y="14226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8B3C5EC-2DC5-210A-2230-38D4EE3CB33C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097497" y="6775405"/>
              <a:ext cx="141354" cy="235944"/>
            </a:xfrm>
            <a:custGeom>
              <a:avLst/>
              <a:gdLst>
                <a:gd name="connsiteX0" fmla="*/ 27451 w 141354"/>
                <a:gd name="connsiteY0" fmla="*/ 208721 h 235944"/>
                <a:gd name="connsiteX1" fmla="*/ 65004 w 141354"/>
                <a:gd name="connsiteY1" fmla="*/ 172231 h 235944"/>
                <a:gd name="connsiteX2" fmla="*/ 141527 w 141354"/>
                <a:gd name="connsiteY2" fmla="*/ 68784 h 235944"/>
                <a:gd name="connsiteX3" fmla="*/ 66421 w 141354"/>
                <a:gd name="connsiteY3" fmla="*/ 55 h 235944"/>
                <a:gd name="connsiteX4" fmla="*/ 172 w 141354"/>
                <a:gd name="connsiteY4" fmla="*/ 64178 h 235944"/>
                <a:gd name="connsiteX5" fmla="*/ 18949 w 141354"/>
                <a:gd name="connsiteY5" fmla="*/ 84017 h 235944"/>
                <a:gd name="connsiteX6" fmla="*/ 37371 w 141354"/>
                <a:gd name="connsiteY6" fmla="*/ 65241 h 235944"/>
                <a:gd name="connsiteX7" fmla="*/ 18595 w 141354"/>
                <a:gd name="connsiteY7" fmla="*/ 46819 h 235944"/>
                <a:gd name="connsiteX8" fmla="*/ 13989 w 141354"/>
                <a:gd name="connsiteY8" fmla="*/ 47173 h 235944"/>
                <a:gd name="connsiteX9" fmla="*/ 61816 w 141354"/>
                <a:gd name="connsiteY9" fmla="*/ 11037 h 235944"/>
                <a:gd name="connsiteX10" fmla="*/ 109288 w 141354"/>
                <a:gd name="connsiteY10" fmla="*/ 68784 h 235944"/>
                <a:gd name="connsiteX11" fmla="*/ 72090 w 141354"/>
                <a:gd name="connsiteY11" fmla="*/ 147078 h 235944"/>
                <a:gd name="connsiteX12" fmla="*/ 4069 w 141354"/>
                <a:gd name="connsiteY12" fmla="*/ 222892 h 235944"/>
                <a:gd name="connsiteX13" fmla="*/ 172 w 141354"/>
                <a:gd name="connsiteY13" fmla="*/ 236000 h 235944"/>
                <a:gd name="connsiteX14" fmla="*/ 131607 w 141354"/>
                <a:gd name="connsiteY14" fmla="*/ 236000 h 235944"/>
                <a:gd name="connsiteX15" fmla="*/ 141527 w 141354"/>
                <a:gd name="connsiteY15" fmla="*/ 174356 h 235944"/>
                <a:gd name="connsiteX16" fmla="*/ 132670 w 141354"/>
                <a:gd name="connsiteY16" fmla="*/ 174356 h 235944"/>
                <a:gd name="connsiteX17" fmla="*/ 124876 w 141354"/>
                <a:gd name="connsiteY17" fmla="*/ 205887 h 235944"/>
                <a:gd name="connsiteX18" fmla="*/ 91220 w 141354"/>
                <a:gd name="connsiteY18" fmla="*/ 208721 h 235944"/>
                <a:gd name="connsiteX19" fmla="*/ 27451 w 141354"/>
                <a:gd name="connsiteY19" fmla="*/ 208721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354" h="235944">
                  <a:moveTo>
                    <a:pt x="27451" y="208721"/>
                  </a:moveTo>
                  <a:lnTo>
                    <a:pt x="65004" y="172231"/>
                  </a:lnTo>
                  <a:cubicBezTo>
                    <a:pt x="120270" y="123341"/>
                    <a:pt x="141527" y="104211"/>
                    <a:pt x="141527" y="68784"/>
                  </a:cubicBezTo>
                  <a:cubicBezTo>
                    <a:pt x="141527" y="28397"/>
                    <a:pt x="109642" y="55"/>
                    <a:pt x="66421" y="55"/>
                  </a:cubicBezTo>
                  <a:cubicBezTo>
                    <a:pt x="26388" y="55"/>
                    <a:pt x="172" y="32648"/>
                    <a:pt x="172" y="64178"/>
                  </a:cubicBezTo>
                  <a:cubicBezTo>
                    <a:pt x="172" y="84017"/>
                    <a:pt x="17886" y="84017"/>
                    <a:pt x="18949" y="84017"/>
                  </a:cubicBezTo>
                  <a:cubicBezTo>
                    <a:pt x="24971" y="84017"/>
                    <a:pt x="37371" y="79766"/>
                    <a:pt x="37371" y="65241"/>
                  </a:cubicBezTo>
                  <a:cubicBezTo>
                    <a:pt x="37371" y="56030"/>
                    <a:pt x="30994" y="46819"/>
                    <a:pt x="18595" y="46819"/>
                  </a:cubicBezTo>
                  <a:cubicBezTo>
                    <a:pt x="15760" y="46819"/>
                    <a:pt x="15052" y="46819"/>
                    <a:pt x="13989" y="47173"/>
                  </a:cubicBezTo>
                  <a:cubicBezTo>
                    <a:pt x="22137" y="24145"/>
                    <a:pt x="41268" y="11037"/>
                    <a:pt x="61816" y="11037"/>
                  </a:cubicBezTo>
                  <a:cubicBezTo>
                    <a:pt x="94054" y="11037"/>
                    <a:pt x="109288" y="39733"/>
                    <a:pt x="109288" y="68784"/>
                  </a:cubicBezTo>
                  <a:cubicBezTo>
                    <a:pt x="109288" y="97125"/>
                    <a:pt x="91574" y="125113"/>
                    <a:pt x="72090" y="147078"/>
                  </a:cubicBezTo>
                  <a:lnTo>
                    <a:pt x="4069" y="222892"/>
                  </a:lnTo>
                  <a:cubicBezTo>
                    <a:pt x="172" y="226789"/>
                    <a:pt x="172" y="227497"/>
                    <a:pt x="172" y="236000"/>
                  </a:cubicBezTo>
                  <a:lnTo>
                    <a:pt x="131607" y="236000"/>
                  </a:lnTo>
                  <a:lnTo>
                    <a:pt x="141527" y="174356"/>
                  </a:lnTo>
                  <a:lnTo>
                    <a:pt x="132670" y="174356"/>
                  </a:lnTo>
                  <a:cubicBezTo>
                    <a:pt x="130899" y="184985"/>
                    <a:pt x="128419" y="200573"/>
                    <a:pt x="124876" y="205887"/>
                  </a:cubicBezTo>
                  <a:cubicBezTo>
                    <a:pt x="122396" y="208721"/>
                    <a:pt x="99014" y="208721"/>
                    <a:pt x="91220" y="208721"/>
                  </a:cubicBezTo>
                  <a:lnTo>
                    <a:pt x="27451" y="208721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2DB0C7E-AFDF-FDF2-7064-6095A9D9A38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267194" y="6854761"/>
              <a:ext cx="176427" cy="160484"/>
            </a:xfrm>
            <a:custGeom>
              <a:avLst/>
              <a:gdLst>
                <a:gd name="connsiteX0" fmla="*/ 108230 w 176427"/>
                <a:gd name="connsiteY0" fmla="*/ 49653 h 160484"/>
                <a:gd name="connsiteX1" fmla="*/ 143303 w 176427"/>
                <a:gd name="connsiteY1" fmla="*/ 7849 h 160484"/>
                <a:gd name="connsiteX2" fmla="*/ 161017 w 176427"/>
                <a:gd name="connsiteY2" fmla="*/ 12454 h 160484"/>
                <a:gd name="connsiteX3" fmla="*/ 144012 w 176427"/>
                <a:gd name="connsiteY3" fmla="*/ 31585 h 160484"/>
                <a:gd name="connsiteX4" fmla="*/ 157474 w 176427"/>
                <a:gd name="connsiteY4" fmla="*/ 43985 h 160484"/>
                <a:gd name="connsiteX5" fmla="*/ 176605 w 176427"/>
                <a:gd name="connsiteY5" fmla="*/ 23437 h 160484"/>
                <a:gd name="connsiteX6" fmla="*/ 143657 w 176427"/>
                <a:gd name="connsiteY6" fmla="*/ 55 h 160484"/>
                <a:gd name="connsiteX7" fmla="*/ 106459 w 176427"/>
                <a:gd name="connsiteY7" fmla="*/ 26980 h 160484"/>
                <a:gd name="connsiteX8" fmla="*/ 68197 w 176427"/>
                <a:gd name="connsiteY8" fmla="*/ 55 h 160484"/>
                <a:gd name="connsiteX9" fmla="*/ 11160 w 176427"/>
                <a:gd name="connsiteY9" fmla="*/ 54613 h 160484"/>
                <a:gd name="connsiteX10" fmla="*/ 15411 w 176427"/>
                <a:gd name="connsiteY10" fmla="*/ 58155 h 160484"/>
                <a:gd name="connsiteX11" fmla="*/ 20017 w 176427"/>
                <a:gd name="connsiteY11" fmla="*/ 54258 h 160484"/>
                <a:gd name="connsiteX12" fmla="*/ 67489 w 176427"/>
                <a:gd name="connsiteY12" fmla="*/ 7849 h 160484"/>
                <a:gd name="connsiteX13" fmla="*/ 86620 w 176427"/>
                <a:gd name="connsiteY13" fmla="*/ 31585 h 160484"/>
                <a:gd name="connsiteX14" fmla="*/ 67489 w 176427"/>
                <a:gd name="connsiteY14" fmla="*/ 115902 h 160484"/>
                <a:gd name="connsiteX15" fmla="*/ 33833 w 176427"/>
                <a:gd name="connsiteY15" fmla="*/ 152746 h 160484"/>
                <a:gd name="connsiteX16" fmla="*/ 16120 w 176427"/>
                <a:gd name="connsiteY16" fmla="*/ 148140 h 160484"/>
                <a:gd name="connsiteX17" fmla="*/ 32770 w 176427"/>
                <a:gd name="connsiteY17" fmla="*/ 129010 h 160484"/>
                <a:gd name="connsiteX18" fmla="*/ 19662 w 176427"/>
                <a:gd name="connsiteY18" fmla="*/ 116610 h 160484"/>
                <a:gd name="connsiteX19" fmla="*/ 177 w 176427"/>
                <a:gd name="connsiteY19" fmla="*/ 137158 h 160484"/>
                <a:gd name="connsiteX20" fmla="*/ 33479 w 176427"/>
                <a:gd name="connsiteY20" fmla="*/ 160540 h 160484"/>
                <a:gd name="connsiteX21" fmla="*/ 70677 w 176427"/>
                <a:gd name="connsiteY21" fmla="*/ 133615 h 160484"/>
                <a:gd name="connsiteX22" fmla="*/ 108939 w 176427"/>
                <a:gd name="connsiteY22" fmla="*/ 160540 h 160484"/>
                <a:gd name="connsiteX23" fmla="*/ 165622 w 176427"/>
                <a:gd name="connsiteY23" fmla="*/ 105982 h 160484"/>
                <a:gd name="connsiteX24" fmla="*/ 161371 w 176427"/>
                <a:gd name="connsiteY24" fmla="*/ 102439 h 160484"/>
                <a:gd name="connsiteX25" fmla="*/ 156765 w 176427"/>
                <a:gd name="connsiteY25" fmla="*/ 106336 h 160484"/>
                <a:gd name="connsiteX26" fmla="*/ 109647 w 176427"/>
                <a:gd name="connsiteY26" fmla="*/ 152746 h 160484"/>
                <a:gd name="connsiteX27" fmla="*/ 90162 w 176427"/>
                <a:gd name="connsiteY27" fmla="*/ 129364 h 160484"/>
                <a:gd name="connsiteX28" fmla="*/ 96185 w 176427"/>
                <a:gd name="connsiteY28" fmla="*/ 98188 h 160484"/>
                <a:gd name="connsiteX29" fmla="*/ 108230 w 176427"/>
                <a:gd name="connsiteY29" fmla="*/ 4965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0484">
                  <a:moveTo>
                    <a:pt x="108230" y="49653"/>
                  </a:moveTo>
                  <a:cubicBezTo>
                    <a:pt x="110356" y="40442"/>
                    <a:pt x="118504" y="7849"/>
                    <a:pt x="143303" y="7849"/>
                  </a:cubicBezTo>
                  <a:cubicBezTo>
                    <a:pt x="145074" y="7849"/>
                    <a:pt x="153577" y="7849"/>
                    <a:pt x="161017" y="12454"/>
                  </a:cubicBezTo>
                  <a:cubicBezTo>
                    <a:pt x="151097" y="14226"/>
                    <a:pt x="144012" y="23083"/>
                    <a:pt x="144012" y="31585"/>
                  </a:cubicBezTo>
                  <a:cubicBezTo>
                    <a:pt x="144012" y="37253"/>
                    <a:pt x="147909" y="43985"/>
                    <a:pt x="157474" y="43985"/>
                  </a:cubicBezTo>
                  <a:cubicBezTo>
                    <a:pt x="165268" y="43985"/>
                    <a:pt x="176605" y="37608"/>
                    <a:pt x="176605" y="23437"/>
                  </a:cubicBezTo>
                  <a:cubicBezTo>
                    <a:pt x="176605" y="5015"/>
                    <a:pt x="155703" y="55"/>
                    <a:pt x="143657" y="55"/>
                  </a:cubicBezTo>
                  <a:cubicBezTo>
                    <a:pt x="123110" y="55"/>
                    <a:pt x="110710" y="18831"/>
                    <a:pt x="106459" y="26980"/>
                  </a:cubicBezTo>
                  <a:cubicBezTo>
                    <a:pt x="97602" y="3598"/>
                    <a:pt x="78471" y="55"/>
                    <a:pt x="68197" y="55"/>
                  </a:cubicBezTo>
                  <a:cubicBezTo>
                    <a:pt x="31353" y="55"/>
                    <a:pt x="11160" y="45756"/>
                    <a:pt x="11160" y="54613"/>
                  </a:cubicBezTo>
                  <a:cubicBezTo>
                    <a:pt x="11160" y="58155"/>
                    <a:pt x="14703" y="58155"/>
                    <a:pt x="15411" y="58155"/>
                  </a:cubicBezTo>
                  <a:cubicBezTo>
                    <a:pt x="18245" y="58155"/>
                    <a:pt x="19308" y="57447"/>
                    <a:pt x="20017" y="54258"/>
                  </a:cubicBezTo>
                  <a:cubicBezTo>
                    <a:pt x="32062" y="16706"/>
                    <a:pt x="55444" y="7849"/>
                    <a:pt x="67489" y="7849"/>
                  </a:cubicBezTo>
                  <a:cubicBezTo>
                    <a:pt x="74220" y="7849"/>
                    <a:pt x="86620" y="11037"/>
                    <a:pt x="86620" y="31585"/>
                  </a:cubicBezTo>
                  <a:cubicBezTo>
                    <a:pt x="86620" y="42568"/>
                    <a:pt x="80597" y="66304"/>
                    <a:pt x="67489" y="115902"/>
                  </a:cubicBezTo>
                  <a:cubicBezTo>
                    <a:pt x="61821" y="137867"/>
                    <a:pt x="49421" y="152746"/>
                    <a:pt x="33833" y="152746"/>
                  </a:cubicBezTo>
                  <a:cubicBezTo>
                    <a:pt x="31708" y="152746"/>
                    <a:pt x="23559" y="152746"/>
                    <a:pt x="16120" y="148140"/>
                  </a:cubicBezTo>
                  <a:cubicBezTo>
                    <a:pt x="24976" y="146369"/>
                    <a:pt x="32770" y="138929"/>
                    <a:pt x="32770" y="129010"/>
                  </a:cubicBezTo>
                  <a:cubicBezTo>
                    <a:pt x="32770" y="119444"/>
                    <a:pt x="24976" y="116610"/>
                    <a:pt x="19662" y="116610"/>
                  </a:cubicBezTo>
                  <a:cubicBezTo>
                    <a:pt x="9034" y="116610"/>
                    <a:pt x="177" y="125821"/>
                    <a:pt x="177" y="137158"/>
                  </a:cubicBezTo>
                  <a:cubicBezTo>
                    <a:pt x="177" y="153454"/>
                    <a:pt x="17891" y="160540"/>
                    <a:pt x="33479" y="160540"/>
                  </a:cubicBezTo>
                  <a:cubicBezTo>
                    <a:pt x="56861" y="160540"/>
                    <a:pt x="69615" y="135741"/>
                    <a:pt x="70677" y="133615"/>
                  </a:cubicBezTo>
                  <a:cubicBezTo>
                    <a:pt x="74929" y="146723"/>
                    <a:pt x="87682" y="160540"/>
                    <a:pt x="108939" y="160540"/>
                  </a:cubicBezTo>
                  <a:cubicBezTo>
                    <a:pt x="145429" y="160540"/>
                    <a:pt x="165622" y="114839"/>
                    <a:pt x="165622" y="105982"/>
                  </a:cubicBezTo>
                  <a:cubicBezTo>
                    <a:pt x="165622" y="102439"/>
                    <a:pt x="162434" y="102439"/>
                    <a:pt x="161371" y="102439"/>
                  </a:cubicBezTo>
                  <a:cubicBezTo>
                    <a:pt x="158182" y="102439"/>
                    <a:pt x="157474" y="103856"/>
                    <a:pt x="156765" y="106336"/>
                  </a:cubicBezTo>
                  <a:cubicBezTo>
                    <a:pt x="145074" y="144243"/>
                    <a:pt x="120984" y="152746"/>
                    <a:pt x="109647" y="152746"/>
                  </a:cubicBezTo>
                  <a:cubicBezTo>
                    <a:pt x="95831" y="152746"/>
                    <a:pt x="90162" y="141409"/>
                    <a:pt x="90162" y="129364"/>
                  </a:cubicBezTo>
                  <a:cubicBezTo>
                    <a:pt x="90162" y="121570"/>
                    <a:pt x="92288" y="113776"/>
                    <a:pt x="96185" y="98188"/>
                  </a:cubicBezTo>
                  <a:lnTo>
                    <a:pt x="108230" y="49653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38FDA9C-33F7-EA55-5DDC-6A2DAA60E7FA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557960" y="6804809"/>
              <a:ext cx="235590" cy="235944"/>
            </a:xfrm>
            <a:custGeom>
              <a:avLst/>
              <a:gdLst>
                <a:gd name="connsiteX0" fmla="*/ 125243 w 235590"/>
                <a:gd name="connsiteY0" fmla="*/ 125113 h 235944"/>
                <a:gd name="connsiteX1" fmla="*/ 224085 w 235590"/>
                <a:gd name="connsiteY1" fmla="*/ 125113 h 235944"/>
                <a:gd name="connsiteX2" fmla="*/ 235776 w 235590"/>
                <a:gd name="connsiteY2" fmla="*/ 118027 h 235944"/>
                <a:gd name="connsiteX3" fmla="*/ 224085 w 235590"/>
                <a:gd name="connsiteY3" fmla="*/ 110942 h 235944"/>
                <a:gd name="connsiteX4" fmla="*/ 125243 w 235590"/>
                <a:gd name="connsiteY4" fmla="*/ 110942 h 235944"/>
                <a:gd name="connsiteX5" fmla="*/ 125243 w 235590"/>
                <a:gd name="connsiteY5" fmla="*/ 11746 h 235944"/>
                <a:gd name="connsiteX6" fmla="*/ 118158 w 235590"/>
                <a:gd name="connsiteY6" fmla="*/ 55 h 235944"/>
                <a:gd name="connsiteX7" fmla="*/ 111072 w 235590"/>
                <a:gd name="connsiteY7" fmla="*/ 11746 h 235944"/>
                <a:gd name="connsiteX8" fmla="*/ 111072 w 235590"/>
                <a:gd name="connsiteY8" fmla="*/ 110942 h 235944"/>
                <a:gd name="connsiteX9" fmla="*/ 11876 w 235590"/>
                <a:gd name="connsiteY9" fmla="*/ 110942 h 235944"/>
                <a:gd name="connsiteX10" fmla="*/ 185 w 235590"/>
                <a:gd name="connsiteY10" fmla="*/ 118027 h 235944"/>
                <a:gd name="connsiteX11" fmla="*/ 11876 w 235590"/>
                <a:gd name="connsiteY11" fmla="*/ 125113 h 235944"/>
                <a:gd name="connsiteX12" fmla="*/ 111072 w 235590"/>
                <a:gd name="connsiteY12" fmla="*/ 125113 h 235944"/>
                <a:gd name="connsiteX13" fmla="*/ 111072 w 235590"/>
                <a:gd name="connsiteY13" fmla="*/ 224309 h 235944"/>
                <a:gd name="connsiteX14" fmla="*/ 118158 w 235590"/>
                <a:gd name="connsiteY14" fmla="*/ 236000 h 235944"/>
                <a:gd name="connsiteX15" fmla="*/ 125243 w 235590"/>
                <a:gd name="connsiteY15" fmla="*/ 224309 h 235944"/>
                <a:gd name="connsiteX16" fmla="*/ 125243 w 235590"/>
                <a:gd name="connsiteY16" fmla="*/ 125113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590" h="235944">
                  <a:moveTo>
                    <a:pt x="125243" y="125113"/>
                  </a:moveTo>
                  <a:lnTo>
                    <a:pt x="224085" y="125113"/>
                  </a:lnTo>
                  <a:cubicBezTo>
                    <a:pt x="229045" y="125113"/>
                    <a:pt x="235776" y="125113"/>
                    <a:pt x="235776" y="118027"/>
                  </a:cubicBezTo>
                  <a:cubicBezTo>
                    <a:pt x="235776" y="110942"/>
                    <a:pt x="229045" y="110942"/>
                    <a:pt x="224085" y="110942"/>
                  </a:cubicBezTo>
                  <a:lnTo>
                    <a:pt x="125243" y="110942"/>
                  </a:lnTo>
                  <a:lnTo>
                    <a:pt x="125243" y="11746"/>
                  </a:lnTo>
                  <a:cubicBezTo>
                    <a:pt x="125243" y="6786"/>
                    <a:pt x="125243" y="55"/>
                    <a:pt x="118158" y="55"/>
                  </a:cubicBezTo>
                  <a:cubicBezTo>
                    <a:pt x="111072" y="55"/>
                    <a:pt x="111072" y="6786"/>
                    <a:pt x="111072" y="11746"/>
                  </a:cubicBezTo>
                  <a:lnTo>
                    <a:pt x="111072" y="110942"/>
                  </a:lnTo>
                  <a:lnTo>
                    <a:pt x="11876" y="110942"/>
                  </a:lnTo>
                  <a:cubicBezTo>
                    <a:pt x="6916" y="110942"/>
                    <a:pt x="185" y="110942"/>
                    <a:pt x="185" y="118027"/>
                  </a:cubicBezTo>
                  <a:cubicBezTo>
                    <a:pt x="185" y="125113"/>
                    <a:pt x="6916" y="125113"/>
                    <a:pt x="11876" y="125113"/>
                  </a:cubicBezTo>
                  <a:lnTo>
                    <a:pt x="111072" y="125113"/>
                  </a:lnTo>
                  <a:lnTo>
                    <a:pt x="111072" y="224309"/>
                  </a:lnTo>
                  <a:cubicBezTo>
                    <a:pt x="111072" y="229269"/>
                    <a:pt x="111072" y="236000"/>
                    <a:pt x="118158" y="236000"/>
                  </a:cubicBezTo>
                  <a:cubicBezTo>
                    <a:pt x="125243" y="236000"/>
                    <a:pt x="125243" y="229269"/>
                    <a:pt x="125243" y="224309"/>
                  </a:cubicBezTo>
                  <a:lnTo>
                    <a:pt x="125243" y="125113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DC3A149-2EC8-A645-8B9A-C1403F5E3B2E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907271" y="6775405"/>
              <a:ext cx="147022" cy="243738"/>
            </a:xfrm>
            <a:custGeom>
              <a:avLst/>
              <a:gdLst>
                <a:gd name="connsiteX0" fmla="*/ 88055 w 147022"/>
                <a:gd name="connsiteY0" fmla="*/ 111296 h 243738"/>
                <a:gd name="connsiteX1" fmla="*/ 137653 w 147022"/>
                <a:gd name="connsiteY1" fmla="*/ 48944 h 243738"/>
                <a:gd name="connsiteX2" fmla="*/ 72467 w 147022"/>
                <a:gd name="connsiteY2" fmla="*/ 55 h 243738"/>
                <a:gd name="connsiteX3" fmla="*/ 9761 w 147022"/>
                <a:gd name="connsiteY3" fmla="*/ 48236 h 243738"/>
                <a:gd name="connsiteX4" fmla="*/ 27828 w 147022"/>
                <a:gd name="connsiteY4" fmla="*/ 66658 h 243738"/>
                <a:gd name="connsiteX5" fmla="*/ 45896 w 147022"/>
                <a:gd name="connsiteY5" fmla="*/ 48590 h 243738"/>
                <a:gd name="connsiteX6" fmla="*/ 23931 w 147022"/>
                <a:gd name="connsiteY6" fmla="*/ 30877 h 243738"/>
                <a:gd name="connsiteX7" fmla="*/ 71050 w 147022"/>
                <a:gd name="connsiteY7" fmla="*/ 8912 h 243738"/>
                <a:gd name="connsiteX8" fmla="*/ 105060 w 147022"/>
                <a:gd name="connsiteY8" fmla="*/ 48590 h 243738"/>
                <a:gd name="connsiteX9" fmla="*/ 95140 w 147022"/>
                <a:gd name="connsiteY9" fmla="*/ 88977 h 243738"/>
                <a:gd name="connsiteX10" fmla="*/ 63610 w 147022"/>
                <a:gd name="connsiteY10" fmla="*/ 107399 h 243738"/>
                <a:gd name="connsiteX11" fmla="*/ 49793 w 147022"/>
                <a:gd name="connsiteY11" fmla="*/ 108462 h 243738"/>
                <a:gd name="connsiteX12" fmla="*/ 44479 w 147022"/>
                <a:gd name="connsiteY12" fmla="*/ 112713 h 243738"/>
                <a:gd name="connsiteX13" fmla="*/ 52982 w 147022"/>
                <a:gd name="connsiteY13" fmla="*/ 116610 h 243738"/>
                <a:gd name="connsiteX14" fmla="*/ 68570 w 147022"/>
                <a:gd name="connsiteY14" fmla="*/ 116610 h 243738"/>
                <a:gd name="connsiteX15" fmla="*/ 110728 w 147022"/>
                <a:gd name="connsiteY15" fmla="*/ 175419 h 243738"/>
                <a:gd name="connsiteX16" fmla="*/ 70695 w 147022"/>
                <a:gd name="connsiteY16" fmla="*/ 233874 h 243738"/>
                <a:gd name="connsiteX17" fmla="*/ 16492 w 147022"/>
                <a:gd name="connsiteY17" fmla="*/ 206949 h 243738"/>
                <a:gd name="connsiteX18" fmla="*/ 39874 w 147022"/>
                <a:gd name="connsiteY18" fmla="*/ 187465 h 243738"/>
                <a:gd name="connsiteX19" fmla="*/ 20034 w 147022"/>
                <a:gd name="connsiteY19" fmla="*/ 167625 h 243738"/>
                <a:gd name="connsiteX20" fmla="*/ 195 w 147022"/>
                <a:gd name="connsiteY20" fmla="*/ 188173 h 243738"/>
                <a:gd name="connsiteX21" fmla="*/ 71758 w 147022"/>
                <a:gd name="connsiteY21" fmla="*/ 243794 h 243738"/>
                <a:gd name="connsiteX22" fmla="*/ 147218 w 147022"/>
                <a:gd name="connsiteY22" fmla="*/ 175419 h 243738"/>
                <a:gd name="connsiteX23" fmla="*/ 88055 w 147022"/>
                <a:gd name="connsiteY23" fmla="*/ 111296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3738">
                  <a:moveTo>
                    <a:pt x="88055" y="111296"/>
                  </a:moveTo>
                  <a:cubicBezTo>
                    <a:pt x="117105" y="101731"/>
                    <a:pt x="137653" y="76932"/>
                    <a:pt x="137653" y="48944"/>
                  </a:cubicBezTo>
                  <a:cubicBezTo>
                    <a:pt x="137653" y="19894"/>
                    <a:pt x="106477" y="55"/>
                    <a:pt x="72467" y="55"/>
                  </a:cubicBezTo>
                  <a:cubicBezTo>
                    <a:pt x="36685" y="55"/>
                    <a:pt x="9761" y="21311"/>
                    <a:pt x="9761" y="48236"/>
                  </a:cubicBezTo>
                  <a:cubicBezTo>
                    <a:pt x="9761" y="59927"/>
                    <a:pt x="17555" y="66658"/>
                    <a:pt x="27828" y="66658"/>
                  </a:cubicBezTo>
                  <a:cubicBezTo>
                    <a:pt x="38811" y="66658"/>
                    <a:pt x="45896" y="58864"/>
                    <a:pt x="45896" y="48590"/>
                  </a:cubicBezTo>
                  <a:cubicBezTo>
                    <a:pt x="45896" y="30877"/>
                    <a:pt x="29245" y="30877"/>
                    <a:pt x="23931" y="30877"/>
                  </a:cubicBezTo>
                  <a:cubicBezTo>
                    <a:pt x="34914" y="13517"/>
                    <a:pt x="58296" y="8912"/>
                    <a:pt x="71050" y="8912"/>
                  </a:cubicBezTo>
                  <a:cubicBezTo>
                    <a:pt x="85575" y="8912"/>
                    <a:pt x="105060" y="16706"/>
                    <a:pt x="105060" y="48590"/>
                  </a:cubicBezTo>
                  <a:cubicBezTo>
                    <a:pt x="105060" y="52841"/>
                    <a:pt x="104351" y="73389"/>
                    <a:pt x="95140" y="88977"/>
                  </a:cubicBezTo>
                  <a:cubicBezTo>
                    <a:pt x="84512" y="105982"/>
                    <a:pt x="72467" y="107045"/>
                    <a:pt x="63610" y="107399"/>
                  </a:cubicBezTo>
                  <a:cubicBezTo>
                    <a:pt x="60776" y="107753"/>
                    <a:pt x="52273" y="108462"/>
                    <a:pt x="49793" y="108462"/>
                  </a:cubicBezTo>
                  <a:cubicBezTo>
                    <a:pt x="46959" y="108816"/>
                    <a:pt x="44479" y="109171"/>
                    <a:pt x="44479" y="112713"/>
                  </a:cubicBezTo>
                  <a:cubicBezTo>
                    <a:pt x="44479" y="116610"/>
                    <a:pt x="46959" y="116610"/>
                    <a:pt x="52982" y="116610"/>
                  </a:cubicBezTo>
                  <a:lnTo>
                    <a:pt x="68570" y="116610"/>
                  </a:lnTo>
                  <a:cubicBezTo>
                    <a:pt x="97620" y="116610"/>
                    <a:pt x="110728" y="140701"/>
                    <a:pt x="110728" y="175419"/>
                  </a:cubicBezTo>
                  <a:cubicBezTo>
                    <a:pt x="110728" y="223600"/>
                    <a:pt x="86283" y="233874"/>
                    <a:pt x="70695" y="233874"/>
                  </a:cubicBezTo>
                  <a:cubicBezTo>
                    <a:pt x="55462" y="233874"/>
                    <a:pt x="28891" y="227851"/>
                    <a:pt x="16492" y="206949"/>
                  </a:cubicBezTo>
                  <a:cubicBezTo>
                    <a:pt x="28891" y="208721"/>
                    <a:pt x="39874" y="200927"/>
                    <a:pt x="39874" y="187465"/>
                  </a:cubicBezTo>
                  <a:cubicBezTo>
                    <a:pt x="39874" y="174711"/>
                    <a:pt x="30308" y="167625"/>
                    <a:pt x="20034" y="167625"/>
                  </a:cubicBezTo>
                  <a:cubicBezTo>
                    <a:pt x="11532" y="167625"/>
                    <a:pt x="195" y="172585"/>
                    <a:pt x="195" y="188173"/>
                  </a:cubicBezTo>
                  <a:cubicBezTo>
                    <a:pt x="195" y="220412"/>
                    <a:pt x="33142" y="243794"/>
                    <a:pt x="71758" y="243794"/>
                  </a:cubicBezTo>
                  <a:cubicBezTo>
                    <a:pt x="114979" y="243794"/>
                    <a:pt x="147218" y="211555"/>
                    <a:pt x="147218" y="175419"/>
                  </a:cubicBezTo>
                  <a:cubicBezTo>
                    <a:pt x="147218" y="146369"/>
                    <a:pt x="124899" y="118736"/>
                    <a:pt x="88055" y="111296"/>
                  </a:cubicBez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F9B4DAC-F613-EAEA-5026-F31CDF060BEA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187774" y="6881332"/>
              <a:ext cx="235590" cy="82899"/>
            </a:xfrm>
            <a:custGeom>
              <a:avLst/>
              <a:gdLst>
                <a:gd name="connsiteX0" fmla="*/ 223748 w 235590"/>
                <a:gd name="connsiteY0" fmla="*/ 14226 h 82899"/>
                <a:gd name="connsiteX1" fmla="*/ 235794 w 235590"/>
                <a:gd name="connsiteY1" fmla="*/ 7140 h 82899"/>
                <a:gd name="connsiteX2" fmla="*/ 224103 w 235590"/>
                <a:gd name="connsiteY2" fmla="*/ 55 h 82899"/>
                <a:gd name="connsiteX3" fmla="*/ 11894 w 235590"/>
                <a:gd name="connsiteY3" fmla="*/ 55 h 82899"/>
                <a:gd name="connsiteX4" fmla="*/ 203 w 235590"/>
                <a:gd name="connsiteY4" fmla="*/ 7140 h 82899"/>
                <a:gd name="connsiteX5" fmla="*/ 12248 w 235590"/>
                <a:gd name="connsiteY5" fmla="*/ 14226 h 82899"/>
                <a:gd name="connsiteX6" fmla="*/ 223748 w 235590"/>
                <a:gd name="connsiteY6" fmla="*/ 14226 h 82899"/>
                <a:gd name="connsiteX7" fmla="*/ 224103 w 235590"/>
                <a:gd name="connsiteY7" fmla="*/ 82954 h 82899"/>
                <a:gd name="connsiteX8" fmla="*/ 235794 w 235590"/>
                <a:gd name="connsiteY8" fmla="*/ 75869 h 82899"/>
                <a:gd name="connsiteX9" fmla="*/ 223748 w 235590"/>
                <a:gd name="connsiteY9" fmla="*/ 68784 h 82899"/>
                <a:gd name="connsiteX10" fmla="*/ 12248 w 235590"/>
                <a:gd name="connsiteY10" fmla="*/ 68784 h 82899"/>
                <a:gd name="connsiteX11" fmla="*/ 203 w 235590"/>
                <a:gd name="connsiteY11" fmla="*/ 75869 h 82899"/>
                <a:gd name="connsiteX12" fmla="*/ 11894 w 235590"/>
                <a:gd name="connsiteY12" fmla="*/ 82954 h 82899"/>
                <a:gd name="connsiteX13" fmla="*/ 224103 w 235590"/>
                <a:gd name="connsiteY13" fmla="*/ 8295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899">
                  <a:moveTo>
                    <a:pt x="223748" y="14226"/>
                  </a:moveTo>
                  <a:cubicBezTo>
                    <a:pt x="229062" y="14226"/>
                    <a:pt x="235794" y="14226"/>
                    <a:pt x="235794" y="7140"/>
                  </a:cubicBezTo>
                  <a:cubicBezTo>
                    <a:pt x="235794" y="55"/>
                    <a:pt x="229062" y="55"/>
                    <a:pt x="224103" y="55"/>
                  </a:cubicBezTo>
                  <a:lnTo>
                    <a:pt x="11894" y="55"/>
                  </a:lnTo>
                  <a:cubicBezTo>
                    <a:pt x="6934" y="55"/>
                    <a:pt x="203" y="55"/>
                    <a:pt x="203" y="7140"/>
                  </a:cubicBezTo>
                  <a:cubicBezTo>
                    <a:pt x="203" y="14226"/>
                    <a:pt x="6934" y="14226"/>
                    <a:pt x="12248" y="14226"/>
                  </a:cubicBezTo>
                  <a:lnTo>
                    <a:pt x="223748" y="14226"/>
                  </a:lnTo>
                  <a:close/>
                  <a:moveTo>
                    <a:pt x="224103" y="82954"/>
                  </a:moveTo>
                  <a:cubicBezTo>
                    <a:pt x="229062" y="82954"/>
                    <a:pt x="235794" y="82954"/>
                    <a:pt x="235794" y="75869"/>
                  </a:cubicBezTo>
                  <a:cubicBezTo>
                    <a:pt x="235794" y="68784"/>
                    <a:pt x="229062" y="68784"/>
                    <a:pt x="223748" y="68784"/>
                  </a:cubicBezTo>
                  <a:lnTo>
                    <a:pt x="12248" y="68784"/>
                  </a:lnTo>
                  <a:cubicBezTo>
                    <a:pt x="6934" y="68784"/>
                    <a:pt x="203" y="68784"/>
                    <a:pt x="203" y="75869"/>
                  </a:cubicBezTo>
                  <a:cubicBezTo>
                    <a:pt x="203" y="82954"/>
                    <a:pt x="6934" y="82954"/>
                    <a:pt x="11894" y="82954"/>
                  </a:cubicBezTo>
                  <a:lnTo>
                    <a:pt x="224103" y="82954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EBFB6CE-D7BE-E992-4BDF-E5335E76090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555703" y="6775405"/>
              <a:ext cx="149148" cy="243738"/>
            </a:xfrm>
            <a:custGeom>
              <a:avLst/>
              <a:gdLst>
                <a:gd name="connsiteX0" fmla="*/ 149362 w 149148"/>
                <a:gd name="connsiteY0" fmla="*/ 122633 h 243738"/>
                <a:gd name="connsiteX1" fmla="*/ 135191 w 149148"/>
                <a:gd name="connsiteY1" fmla="*/ 39733 h 243738"/>
                <a:gd name="connsiteX2" fmla="*/ 74965 w 149148"/>
                <a:gd name="connsiteY2" fmla="*/ 55 h 243738"/>
                <a:gd name="connsiteX3" fmla="*/ 13322 w 149148"/>
                <a:gd name="connsiteY3" fmla="*/ 42213 h 243738"/>
                <a:gd name="connsiteX4" fmla="*/ 214 w 149148"/>
                <a:gd name="connsiteY4" fmla="*/ 122633 h 243738"/>
                <a:gd name="connsiteX5" fmla="*/ 16156 w 149148"/>
                <a:gd name="connsiteY5" fmla="*/ 208012 h 243738"/>
                <a:gd name="connsiteX6" fmla="*/ 74611 w 149148"/>
                <a:gd name="connsiteY6" fmla="*/ 243794 h 243738"/>
                <a:gd name="connsiteX7" fmla="*/ 136254 w 149148"/>
                <a:gd name="connsiteY7" fmla="*/ 202698 h 243738"/>
                <a:gd name="connsiteX8" fmla="*/ 149362 w 149148"/>
                <a:gd name="connsiteY8" fmla="*/ 122633 h 243738"/>
                <a:gd name="connsiteX9" fmla="*/ 74611 w 149148"/>
                <a:gd name="connsiteY9" fmla="*/ 236000 h 243738"/>
                <a:gd name="connsiteX10" fmla="*/ 33515 w 149148"/>
                <a:gd name="connsiteY10" fmla="*/ 193133 h 243738"/>
                <a:gd name="connsiteX11" fmla="*/ 29618 w 149148"/>
                <a:gd name="connsiteY11" fmla="*/ 118382 h 243738"/>
                <a:gd name="connsiteX12" fmla="*/ 32452 w 149148"/>
                <a:gd name="connsiteY12" fmla="*/ 53196 h 243738"/>
                <a:gd name="connsiteX13" fmla="*/ 74611 w 149148"/>
                <a:gd name="connsiteY13" fmla="*/ 7849 h 243738"/>
                <a:gd name="connsiteX14" fmla="*/ 116415 w 149148"/>
                <a:gd name="connsiteY14" fmla="*/ 49299 h 243738"/>
                <a:gd name="connsiteX15" fmla="*/ 119957 w 149148"/>
                <a:gd name="connsiteY15" fmla="*/ 118382 h 243738"/>
                <a:gd name="connsiteX16" fmla="*/ 116060 w 149148"/>
                <a:gd name="connsiteY16" fmla="*/ 191716 h 243738"/>
                <a:gd name="connsiteX17" fmla="*/ 74611 w 149148"/>
                <a:gd name="connsiteY17" fmla="*/ 236000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148" h="243738">
                  <a:moveTo>
                    <a:pt x="149362" y="122633"/>
                  </a:moveTo>
                  <a:cubicBezTo>
                    <a:pt x="149362" y="94291"/>
                    <a:pt x="147590" y="65949"/>
                    <a:pt x="135191" y="39733"/>
                  </a:cubicBezTo>
                  <a:cubicBezTo>
                    <a:pt x="118894" y="5723"/>
                    <a:pt x="89844" y="55"/>
                    <a:pt x="74965" y="55"/>
                  </a:cubicBezTo>
                  <a:cubicBezTo>
                    <a:pt x="53709" y="55"/>
                    <a:pt x="27847" y="9266"/>
                    <a:pt x="13322" y="42213"/>
                  </a:cubicBezTo>
                  <a:cubicBezTo>
                    <a:pt x="1985" y="66658"/>
                    <a:pt x="214" y="94291"/>
                    <a:pt x="214" y="122633"/>
                  </a:cubicBezTo>
                  <a:cubicBezTo>
                    <a:pt x="214" y="149203"/>
                    <a:pt x="1631" y="181088"/>
                    <a:pt x="16156" y="208012"/>
                  </a:cubicBezTo>
                  <a:cubicBezTo>
                    <a:pt x="31389" y="236708"/>
                    <a:pt x="57251" y="243794"/>
                    <a:pt x="74611" y="243794"/>
                  </a:cubicBezTo>
                  <a:cubicBezTo>
                    <a:pt x="93741" y="243794"/>
                    <a:pt x="120666" y="236354"/>
                    <a:pt x="136254" y="202698"/>
                  </a:cubicBezTo>
                  <a:cubicBezTo>
                    <a:pt x="147590" y="178253"/>
                    <a:pt x="149362" y="150620"/>
                    <a:pt x="149362" y="122633"/>
                  </a:cubicBezTo>
                  <a:close/>
                  <a:moveTo>
                    <a:pt x="74611" y="236000"/>
                  </a:moveTo>
                  <a:cubicBezTo>
                    <a:pt x="60794" y="236000"/>
                    <a:pt x="39892" y="227143"/>
                    <a:pt x="33515" y="193133"/>
                  </a:cubicBezTo>
                  <a:cubicBezTo>
                    <a:pt x="29618" y="171877"/>
                    <a:pt x="29618" y="139284"/>
                    <a:pt x="29618" y="118382"/>
                  </a:cubicBezTo>
                  <a:cubicBezTo>
                    <a:pt x="29618" y="95708"/>
                    <a:pt x="29618" y="72326"/>
                    <a:pt x="32452" y="53196"/>
                  </a:cubicBezTo>
                  <a:cubicBezTo>
                    <a:pt x="39183" y="11037"/>
                    <a:pt x="65754" y="7849"/>
                    <a:pt x="74611" y="7849"/>
                  </a:cubicBezTo>
                  <a:cubicBezTo>
                    <a:pt x="86302" y="7849"/>
                    <a:pt x="109683" y="14226"/>
                    <a:pt x="116415" y="49299"/>
                  </a:cubicBezTo>
                  <a:cubicBezTo>
                    <a:pt x="119957" y="69138"/>
                    <a:pt x="119957" y="96062"/>
                    <a:pt x="119957" y="118382"/>
                  </a:cubicBezTo>
                  <a:cubicBezTo>
                    <a:pt x="119957" y="144952"/>
                    <a:pt x="119957" y="169042"/>
                    <a:pt x="116060" y="191716"/>
                  </a:cubicBezTo>
                  <a:cubicBezTo>
                    <a:pt x="110746" y="225372"/>
                    <a:pt x="90553" y="236000"/>
                    <a:pt x="74611" y="236000"/>
                  </a:cubicBez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DFBF46F-CBE1-67B8-9F96-8B1EC6DB1A5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2191186" y="6825357"/>
              <a:ext cx="314593" cy="194849"/>
            </a:xfrm>
            <a:custGeom>
              <a:avLst/>
              <a:gdLst>
                <a:gd name="connsiteX0" fmla="*/ 237947 w 314593"/>
                <a:gd name="connsiteY0" fmla="*/ 70201 h 194849"/>
                <a:gd name="connsiteX1" fmla="*/ 282586 w 314593"/>
                <a:gd name="connsiteY1" fmla="*/ 97480 h 194849"/>
                <a:gd name="connsiteX2" fmla="*/ 237947 w 314593"/>
                <a:gd name="connsiteY2" fmla="*/ 124758 h 194849"/>
                <a:gd name="connsiteX3" fmla="*/ 12985 w 314593"/>
                <a:gd name="connsiteY3" fmla="*/ 124758 h 194849"/>
                <a:gd name="connsiteX4" fmla="*/ 231 w 314593"/>
                <a:gd name="connsiteY4" fmla="*/ 131844 h 194849"/>
                <a:gd name="connsiteX5" fmla="*/ 12631 w 314593"/>
                <a:gd name="connsiteY5" fmla="*/ 138929 h 194849"/>
                <a:gd name="connsiteX6" fmla="*/ 222005 w 314593"/>
                <a:gd name="connsiteY6" fmla="*/ 138929 h 194849"/>
                <a:gd name="connsiteX7" fmla="*/ 186578 w 314593"/>
                <a:gd name="connsiteY7" fmla="*/ 191007 h 194849"/>
                <a:gd name="connsiteX8" fmla="*/ 193309 w 314593"/>
                <a:gd name="connsiteY8" fmla="*/ 194904 h 194849"/>
                <a:gd name="connsiteX9" fmla="*/ 200040 w 314593"/>
                <a:gd name="connsiteY9" fmla="*/ 192070 h 194849"/>
                <a:gd name="connsiteX10" fmla="*/ 240427 w 314593"/>
                <a:gd name="connsiteY10" fmla="*/ 139284 h 194849"/>
                <a:gd name="connsiteX11" fmla="*/ 307030 w 314593"/>
                <a:gd name="connsiteY11" fmla="*/ 102794 h 194849"/>
                <a:gd name="connsiteX12" fmla="*/ 314116 w 314593"/>
                <a:gd name="connsiteY12" fmla="*/ 99605 h 194849"/>
                <a:gd name="connsiteX13" fmla="*/ 314824 w 314593"/>
                <a:gd name="connsiteY13" fmla="*/ 97480 h 194849"/>
                <a:gd name="connsiteX14" fmla="*/ 314470 w 314593"/>
                <a:gd name="connsiteY14" fmla="*/ 95354 h 194849"/>
                <a:gd name="connsiteX15" fmla="*/ 313407 w 314593"/>
                <a:gd name="connsiteY15" fmla="*/ 94645 h 194849"/>
                <a:gd name="connsiteX16" fmla="*/ 305613 w 314593"/>
                <a:gd name="connsiteY16" fmla="*/ 91811 h 194849"/>
                <a:gd name="connsiteX17" fmla="*/ 202520 w 314593"/>
                <a:gd name="connsiteY17" fmla="*/ 7495 h 194849"/>
                <a:gd name="connsiteX18" fmla="*/ 193309 w 314593"/>
                <a:gd name="connsiteY18" fmla="*/ 55 h 194849"/>
                <a:gd name="connsiteX19" fmla="*/ 186578 w 314593"/>
                <a:gd name="connsiteY19" fmla="*/ 3952 h 194849"/>
                <a:gd name="connsiteX20" fmla="*/ 222005 w 314593"/>
                <a:gd name="connsiteY20" fmla="*/ 56030 h 194849"/>
                <a:gd name="connsiteX21" fmla="*/ 12631 w 314593"/>
                <a:gd name="connsiteY21" fmla="*/ 56030 h 194849"/>
                <a:gd name="connsiteX22" fmla="*/ 231 w 314593"/>
                <a:gd name="connsiteY22" fmla="*/ 63115 h 194849"/>
                <a:gd name="connsiteX23" fmla="*/ 12985 w 314593"/>
                <a:gd name="connsiteY23" fmla="*/ 70201 h 194849"/>
                <a:gd name="connsiteX24" fmla="*/ 237947 w 314593"/>
                <a:gd name="connsiteY24" fmla="*/ 70201 h 19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14593" h="194849">
                  <a:moveTo>
                    <a:pt x="237947" y="70201"/>
                  </a:moveTo>
                  <a:cubicBezTo>
                    <a:pt x="252827" y="82954"/>
                    <a:pt x="270895" y="92165"/>
                    <a:pt x="282586" y="97480"/>
                  </a:cubicBezTo>
                  <a:cubicBezTo>
                    <a:pt x="269832" y="103148"/>
                    <a:pt x="252473" y="112359"/>
                    <a:pt x="237947" y="124758"/>
                  </a:cubicBezTo>
                  <a:lnTo>
                    <a:pt x="12985" y="124758"/>
                  </a:lnTo>
                  <a:cubicBezTo>
                    <a:pt x="6962" y="124758"/>
                    <a:pt x="231" y="124758"/>
                    <a:pt x="231" y="131844"/>
                  </a:cubicBezTo>
                  <a:cubicBezTo>
                    <a:pt x="231" y="138929"/>
                    <a:pt x="6608" y="138929"/>
                    <a:pt x="12631" y="138929"/>
                  </a:cubicBezTo>
                  <a:lnTo>
                    <a:pt x="222005" y="138929"/>
                  </a:lnTo>
                  <a:cubicBezTo>
                    <a:pt x="205000" y="155226"/>
                    <a:pt x="186578" y="186402"/>
                    <a:pt x="186578" y="191007"/>
                  </a:cubicBezTo>
                  <a:cubicBezTo>
                    <a:pt x="186578" y="194904"/>
                    <a:pt x="191184" y="194904"/>
                    <a:pt x="193309" y="194904"/>
                  </a:cubicBezTo>
                  <a:cubicBezTo>
                    <a:pt x="196143" y="194904"/>
                    <a:pt x="198623" y="194904"/>
                    <a:pt x="200040" y="192070"/>
                  </a:cubicBezTo>
                  <a:cubicBezTo>
                    <a:pt x="207480" y="178608"/>
                    <a:pt x="217400" y="159831"/>
                    <a:pt x="240427" y="139284"/>
                  </a:cubicBezTo>
                  <a:cubicBezTo>
                    <a:pt x="264872" y="117673"/>
                    <a:pt x="288608" y="108108"/>
                    <a:pt x="307030" y="102794"/>
                  </a:cubicBezTo>
                  <a:cubicBezTo>
                    <a:pt x="313053" y="100668"/>
                    <a:pt x="313407" y="100314"/>
                    <a:pt x="314116" y="99605"/>
                  </a:cubicBezTo>
                  <a:cubicBezTo>
                    <a:pt x="314824" y="99251"/>
                    <a:pt x="314824" y="98188"/>
                    <a:pt x="314824" y="97480"/>
                  </a:cubicBezTo>
                  <a:cubicBezTo>
                    <a:pt x="314824" y="96771"/>
                    <a:pt x="314824" y="96062"/>
                    <a:pt x="314470" y="95354"/>
                  </a:cubicBezTo>
                  <a:lnTo>
                    <a:pt x="313407" y="94645"/>
                  </a:lnTo>
                  <a:cubicBezTo>
                    <a:pt x="312699" y="94291"/>
                    <a:pt x="312344" y="93937"/>
                    <a:pt x="305613" y="91811"/>
                  </a:cubicBezTo>
                  <a:cubicBezTo>
                    <a:pt x="257787" y="77640"/>
                    <a:pt x="222359" y="45402"/>
                    <a:pt x="202520" y="7495"/>
                  </a:cubicBezTo>
                  <a:cubicBezTo>
                    <a:pt x="198623" y="409"/>
                    <a:pt x="198269" y="55"/>
                    <a:pt x="193309" y="55"/>
                  </a:cubicBezTo>
                  <a:cubicBezTo>
                    <a:pt x="191184" y="55"/>
                    <a:pt x="186578" y="55"/>
                    <a:pt x="186578" y="3952"/>
                  </a:cubicBezTo>
                  <a:cubicBezTo>
                    <a:pt x="186578" y="8557"/>
                    <a:pt x="204646" y="39379"/>
                    <a:pt x="222005" y="56030"/>
                  </a:cubicBezTo>
                  <a:lnTo>
                    <a:pt x="12631" y="56030"/>
                  </a:lnTo>
                  <a:cubicBezTo>
                    <a:pt x="6608" y="56030"/>
                    <a:pt x="231" y="56030"/>
                    <a:pt x="231" y="63115"/>
                  </a:cubicBezTo>
                  <a:cubicBezTo>
                    <a:pt x="231" y="70201"/>
                    <a:pt x="6962" y="70201"/>
                    <a:pt x="12985" y="70201"/>
                  </a:cubicBezTo>
                  <a:lnTo>
                    <a:pt x="237947" y="70201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C9B743A-7160-5905-A039-9FB087BF23D8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988926" y="6854761"/>
              <a:ext cx="176427" cy="160484"/>
            </a:xfrm>
            <a:custGeom>
              <a:avLst/>
              <a:gdLst>
                <a:gd name="connsiteX0" fmla="*/ 108307 w 176427"/>
                <a:gd name="connsiteY0" fmla="*/ 49653 h 160484"/>
                <a:gd name="connsiteX1" fmla="*/ 143380 w 176427"/>
                <a:gd name="connsiteY1" fmla="*/ 7849 h 160484"/>
                <a:gd name="connsiteX2" fmla="*/ 161093 w 176427"/>
                <a:gd name="connsiteY2" fmla="*/ 12454 h 160484"/>
                <a:gd name="connsiteX3" fmla="*/ 144088 w 176427"/>
                <a:gd name="connsiteY3" fmla="*/ 31585 h 160484"/>
                <a:gd name="connsiteX4" fmla="*/ 157550 w 176427"/>
                <a:gd name="connsiteY4" fmla="*/ 43985 h 160484"/>
                <a:gd name="connsiteX5" fmla="*/ 176681 w 176427"/>
                <a:gd name="connsiteY5" fmla="*/ 23437 h 160484"/>
                <a:gd name="connsiteX6" fmla="*/ 143734 w 176427"/>
                <a:gd name="connsiteY6" fmla="*/ 55 h 160484"/>
                <a:gd name="connsiteX7" fmla="*/ 106535 w 176427"/>
                <a:gd name="connsiteY7" fmla="*/ 26980 h 160484"/>
                <a:gd name="connsiteX8" fmla="*/ 68274 w 176427"/>
                <a:gd name="connsiteY8" fmla="*/ 55 h 160484"/>
                <a:gd name="connsiteX9" fmla="*/ 11236 w 176427"/>
                <a:gd name="connsiteY9" fmla="*/ 54613 h 160484"/>
                <a:gd name="connsiteX10" fmla="*/ 15488 w 176427"/>
                <a:gd name="connsiteY10" fmla="*/ 58155 h 160484"/>
                <a:gd name="connsiteX11" fmla="*/ 20093 w 176427"/>
                <a:gd name="connsiteY11" fmla="*/ 54258 h 160484"/>
                <a:gd name="connsiteX12" fmla="*/ 67565 w 176427"/>
                <a:gd name="connsiteY12" fmla="*/ 7849 h 160484"/>
                <a:gd name="connsiteX13" fmla="*/ 86696 w 176427"/>
                <a:gd name="connsiteY13" fmla="*/ 31585 h 160484"/>
                <a:gd name="connsiteX14" fmla="*/ 67565 w 176427"/>
                <a:gd name="connsiteY14" fmla="*/ 115902 h 160484"/>
                <a:gd name="connsiteX15" fmla="*/ 33910 w 176427"/>
                <a:gd name="connsiteY15" fmla="*/ 152746 h 160484"/>
                <a:gd name="connsiteX16" fmla="*/ 16196 w 176427"/>
                <a:gd name="connsiteY16" fmla="*/ 148140 h 160484"/>
                <a:gd name="connsiteX17" fmla="*/ 32847 w 176427"/>
                <a:gd name="connsiteY17" fmla="*/ 129010 h 160484"/>
                <a:gd name="connsiteX18" fmla="*/ 19739 w 176427"/>
                <a:gd name="connsiteY18" fmla="*/ 116610 h 160484"/>
                <a:gd name="connsiteX19" fmla="*/ 254 w 176427"/>
                <a:gd name="connsiteY19" fmla="*/ 137158 h 160484"/>
                <a:gd name="connsiteX20" fmla="*/ 33555 w 176427"/>
                <a:gd name="connsiteY20" fmla="*/ 160540 h 160484"/>
                <a:gd name="connsiteX21" fmla="*/ 70754 w 176427"/>
                <a:gd name="connsiteY21" fmla="*/ 133615 h 160484"/>
                <a:gd name="connsiteX22" fmla="*/ 109015 w 176427"/>
                <a:gd name="connsiteY22" fmla="*/ 160540 h 160484"/>
                <a:gd name="connsiteX23" fmla="*/ 165699 w 176427"/>
                <a:gd name="connsiteY23" fmla="*/ 105982 h 160484"/>
                <a:gd name="connsiteX24" fmla="*/ 161447 w 176427"/>
                <a:gd name="connsiteY24" fmla="*/ 102439 h 160484"/>
                <a:gd name="connsiteX25" fmla="*/ 156842 w 176427"/>
                <a:gd name="connsiteY25" fmla="*/ 106336 h 160484"/>
                <a:gd name="connsiteX26" fmla="*/ 109724 w 176427"/>
                <a:gd name="connsiteY26" fmla="*/ 152746 h 160484"/>
                <a:gd name="connsiteX27" fmla="*/ 90239 w 176427"/>
                <a:gd name="connsiteY27" fmla="*/ 129364 h 160484"/>
                <a:gd name="connsiteX28" fmla="*/ 96261 w 176427"/>
                <a:gd name="connsiteY28" fmla="*/ 98188 h 160484"/>
                <a:gd name="connsiteX29" fmla="*/ 108307 w 176427"/>
                <a:gd name="connsiteY29" fmla="*/ 4965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0484">
                  <a:moveTo>
                    <a:pt x="108307" y="49653"/>
                  </a:moveTo>
                  <a:cubicBezTo>
                    <a:pt x="110432" y="40442"/>
                    <a:pt x="118581" y="7849"/>
                    <a:pt x="143380" y="7849"/>
                  </a:cubicBezTo>
                  <a:cubicBezTo>
                    <a:pt x="145151" y="7849"/>
                    <a:pt x="153653" y="7849"/>
                    <a:pt x="161093" y="12454"/>
                  </a:cubicBezTo>
                  <a:cubicBezTo>
                    <a:pt x="151174" y="14226"/>
                    <a:pt x="144088" y="23083"/>
                    <a:pt x="144088" y="31585"/>
                  </a:cubicBezTo>
                  <a:cubicBezTo>
                    <a:pt x="144088" y="37253"/>
                    <a:pt x="147985" y="43985"/>
                    <a:pt x="157550" y="43985"/>
                  </a:cubicBezTo>
                  <a:cubicBezTo>
                    <a:pt x="165344" y="43985"/>
                    <a:pt x="176681" y="37608"/>
                    <a:pt x="176681" y="23437"/>
                  </a:cubicBezTo>
                  <a:cubicBezTo>
                    <a:pt x="176681" y="5015"/>
                    <a:pt x="155779" y="55"/>
                    <a:pt x="143734" y="55"/>
                  </a:cubicBezTo>
                  <a:cubicBezTo>
                    <a:pt x="123186" y="55"/>
                    <a:pt x="110787" y="18831"/>
                    <a:pt x="106535" y="26980"/>
                  </a:cubicBezTo>
                  <a:cubicBezTo>
                    <a:pt x="97679" y="3598"/>
                    <a:pt x="78548" y="55"/>
                    <a:pt x="68274" y="55"/>
                  </a:cubicBezTo>
                  <a:cubicBezTo>
                    <a:pt x="31430" y="55"/>
                    <a:pt x="11236" y="45756"/>
                    <a:pt x="11236" y="54613"/>
                  </a:cubicBezTo>
                  <a:cubicBezTo>
                    <a:pt x="11236" y="58155"/>
                    <a:pt x="14779" y="58155"/>
                    <a:pt x="15488" y="58155"/>
                  </a:cubicBezTo>
                  <a:cubicBezTo>
                    <a:pt x="18322" y="58155"/>
                    <a:pt x="19385" y="57447"/>
                    <a:pt x="20093" y="54258"/>
                  </a:cubicBezTo>
                  <a:cubicBezTo>
                    <a:pt x="32138" y="16706"/>
                    <a:pt x="55520" y="7849"/>
                    <a:pt x="67565" y="7849"/>
                  </a:cubicBezTo>
                  <a:cubicBezTo>
                    <a:pt x="74297" y="7849"/>
                    <a:pt x="86696" y="11037"/>
                    <a:pt x="86696" y="31585"/>
                  </a:cubicBezTo>
                  <a:cubicBezTo>
                    <a:pt x="86696" y="42568"/>
                    <a:pt x="80674" y="66304"/>
                    <a:pt x="67565" y="115902"/>
                  </a:cubicBezTo>
                  <a:cubicBezTo>
                    <a:pt x="61897" y="137867"/>
                    <a:pt x="49498" y="152746"/>
                    <a:pt x="33910" y="152746"/>
                  </a:cubicBezTo>
                  <a:cubicBezTo>
                    <a:pt x="31784" y="152746"/>
                    <a:pt x="23636" y="152746"/>
                    <a:pt x="16196" y="148140"/>
                  </a:cubicBezTo>
                  <a:cubicBezTo>
                    <a:pt x="25053" y="146369"/>
                    <a:pt x="32847" y="138929"/>
                    <a:pt x="32847" y="129010"/>
                  </a:cubicBezTo>
                  <a:cubicBezTo>
                    <a:pt x="32847" y="119444"/>
                    <a:pt x="25053" y="116610"/>
                    <a:pt x="19739" y="116610"/>
                  </a:cubicBezTo>
                  <a:cubicBezTo>
                    <a:pt x="9111" y="116610"/>
                    <a:pt x="254" y="125821"/>
                    <a:pt x="254" y="137158"/>
                  </a:cubicBezTo>
                  <a:cubicBezTo>
                    <a:pt x="254" y="153454"/>
                    <a:pt x="17967" y="160540"/>
                    <a:pt x="33555" y="160540"/>
                  </a:cubicBezTo>
                  <a:cubicBezTo>
                    <a:pt x="56937" y="160540"/>
                    <a:pt x="69691" y="135741"/>
                    <a:pt x="70754" y="133615"/>
                  </a:cubicBezTo>
                  <a:cubicBezTo>
                    <a:pt x="75005" y="146723"/>
                    <a:pt x="87759" y="160540"/>
                    <a:pt x="109015" y="160540"/>
                  </a:cubicBezTo>
                  <a:cubicBezTo>
                    <a:pt x="145505" y="160540"/>
                    <a:pt x="165699" y="114839"/>
                    <a:pt x="165699" y="105982"/>
                  </a:cubicBezTo>
                  <a:cubicBezTo>
                    <a:pt x="165699" y="102439"/>
                    <a:pt x="162510" y="102439"/>
                    <a:pt x="161447" y="102439"/>
                  </a:cubicBezTo>
                  <a:cubicBezTo>
                    <a:pt x="158259" y="102439"/>
                    <a:pt x="157550" y="103856"/>
                    <a:pt x="156842" y="106336"/>
                  </a:cubicBezTo>
                  <a:cubicBezTo>
                    <a:pt x="145151" y="144243"/>
                    <a:pt x="121060" y="152746"/>
                    <a:pt x="109724" y="152746"/>
                  </a:cubicBezTo>
                  <a:cubicBezTo>
                    <a:pt x="95907" y="152746"/>
                    <a:pt x="90239" y="141409"/>
                    <a:pt x="90239" y="129364"/>
                  </a:cubicBezTo>
                  <a:cubicBezTo>
                    <a:pt x="90239" y="121570"/>
                    <a:pt x="92365" y="113776"/>
                    <a:pt x="96261" y="98188"/>
                  </a:cubicBezTo>
                  <a:lnTo>
                    <a:pt x="108307" y="49653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34D3AC2-FDD8-CFA8-86EC-C4A6C4EAA373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3299374" y="6881332"/>
              <a:ext cx="235590" cy="82899"/>
            </a:xfrm>
            <a:custGeom>
              <a:avLst/>
              <a:gdLst>
                <a:gd name="connsiteX0" fmla="*/ 223808 w 235590"/>
                <a:gd name="connsiteY0" fmla="*/ 14226 h 82899"/>
                <a:gd name="connsiteX1" fmla="*/ 235853 w 235590"/>
                <a:gd name="connsiteY1" fmla="*/ 7140 h 82899"/>
                <a:gd name="connsiteX2" fmla="*/ 224162 w 235590"/>
                <a:gd name="connsiteY2" fmla="*/ 55 h 82899"/>
                <a:gd name="connsiteX3" fmla="*/ 11953 w 235590"/>
                <a:gd name="connsiteY3" fmla="*/ 55 h 82899"/>
                <a:gd name="connsiteX4" fmla="*/ 262 w 235590"/>
                <a:gd name="connsiteY4" fmla="*/ 7140 h 82899"/>
                <a:gd name="connsiteX5" fmla="*/ 12308 w 235590"/>
                <a:gd name="connsiteY5" fmla="*/ 14226 h 82899"/>
                <a:gd name="connsiteX6" fmla="*/ 223808 w 235590"/>
                <a:gd name="connsiteY6" fmla="*/ 14226 h 82899"/>
                <a:gd name="connsiteX7" fmla="*/ 224162 w 235590"/>
                <a:gd name="connsiteY7" fmla="*/ 82954 h 82899"/>
                <a:gd name="connsiteX8" fmla="*/ 235853 w 235590"/>
                <a:gd name="connsiteY8" fmla="*/ 75869 h 82899"/>
                <a:gd name="connsiteX9" fmla="*/ 223808 w 235590"/>
                <a:gd name="connsiteY9" fmla="*/ 68784 h 82899"/>
                <a:gd name="connsiteX10" fmla="*/ 12308 w 235590"/>
                <a:gd name="connsiteY10" fmla="*/ 68784 h 82899"/>
                <a:gd name="connsiteX11" fmla="*/ 262 w 235590"/>
                <a:gd name="connsiteY11" fmla="*/ 75869 h 82899"/>
                <a:gd name="connsiteX12" fmla="*/ 11953 w 235590"/>
                <a:gd name="connsiteY12" fmla="*/ 82954 h 82899"/>
                <a:gd name="connsiteX13" fmla="*/ 224162 w 235590"/>
                <a:gd name="connsiteY13" fmla="*/ 82954 h 82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90" h="82899">
                  <a:moveTo>
                    <a:pt x="223808" y="14226"/>
                  </a:moveTo>
                  <a:cubicBezTo>
                    <a:pt x="229122" y="14226"/>
                    <a:pt x="235853" y="14226"/>
                    <a:pt x="235853" y="7140"/>
                  </a:cubicBezTo>
                  <a:cubicBezTo>
                    <a:pt x="235853" y="55"/>
                    <a:pt x="229122" y="55"/>
                    <a:pt x="224162" y="55"/>
                  </a:cubicBezTo>
                  <a:lnTo>
                    <a:pt x="11953" y="55"/>
                  </a:lnTo>
                  <a:cubicBezTo>
                    <a:pt x="6994" y="55"/>
                    <a:pt x="262" y="55"/>
                    <a:pt x="262" y="7140"/>
                  </a:cubicBezTo>
                  <a:cubicBezTo>
                    <a:pt x="262" y="14226"/>
                    <a:pt x="6994" y="14226"/>
                    <a:pt x="12308" y="14226"/>
                  </a:cubicBezTo>
                  <a:lnTo>
                    <a:pt x="223808" y="14226"/>
                  </a:lnTo>
                  <a:close/>
                  <a:moveTo>
                    <a:pt x="224162" y="82954"/>
                  </a:moveTo>
                  <a:cubicBezTo>
                    <a:pt x="229122" y="82954"/>
                    <a:pt x="235853" y="82954"/>
                    <a:pt x="235853" y="75869"/>
                  </a:cubicBezTo>
                  <a:cubicBezTo>
                    <a:pt x="235853" y="68784"/>
                    <a:pt x="229122" y="68784"/>
                    <a:pt x="223808" y="68784"/>
                  </a:cubicBezTo>
                  <a:lnTo>
                    <a:pt x="12308" y="68784"/>
                  </a:lnTo>
                  <a:cubicBezTo>
                    <a:pt x="6994" y="68784"/>
                    <a:pt x="262" y="68784"/>
                    <a:pt x="262" y="75869"/>
                  </a:cubicBezTo>
                  <a:cubicBezTo>
                    <a:pt x="262" y="82954"/>
                    <a:pt x="6994" y="82954"/>
                    <a:pt x="11953" y="82954"/>
                  </a:cubicBezTo>
                  <a:lnTo>
                    <a:pt x="224162" y="82954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9B0ECA8-6C70-6876-1786-F5F839AA0781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3688559" y="6745646"/>
              <a:ext cx="82190" cy="354271"/>
            </a:xfrm>
            <a:custGeom>
              <a:avLst/>
              <a:gdLst>
                <a:gd name="connsiteX0" fmla="*/ 82464 w 82190"/>
                <a:gd name="connsiteY0" fmla="*/ 350784 h 354271"/>
                <a:gd name="connsiteX1" fmla="*/ 76441 w 82190"/>
                <a:gd name="connsiteY1" fmla="*/ 342990 h 354271"/>
                <a:gd name="connsiteX2" fmla="*/ 20821 w 82190"/>
                <a:gd name="connsiteY2" fmla="*/ 177191 h 354271"/>
                <a:gd name="connsiteX3" fmla="*/ 77858 w 82190"/>
                <a:gd name="connsiteY3" fmla="*/ 9620 h 354271"/>
                <a:gd name="connsiteX4" fmla="*/ 82464 w 82190"/>
                <a:gd name="connsiteY4" fmla="*/ 3598 h 354271"/>
                <a:gd name="connsiteX5" fmla="*/ 78921 w 82190"/>
                <a:gd name="connsiteY5" fmla="*/ 55 h 354271"/>
                <a:gd name="connsiteX6" fmla="*/ 22592 w 82190"/>
                <a:gd name="connsiteY6" fmla="*/ 69138 h 354271"/>
                <a:gd name="connsiteX7" fmla="*/ 273 w 82190"/>
                <a:gd name="connsiteY7" fmla="*/ 177191 h 354271"/>
                <a:gd name="connsiteX8" fmla="*/ 23655 w 82190"/>
                <a:gd name="connsiteY8" fmla="*/ 287723 h 354271"/>
                <a:gd name="connsiteX9" fmla="*/ 78921 w 82190"/>
                <a:gd name="connsiteY9" fmla="*/ 354326 h 354271"/>
                <a:gd name="connsiteX10" fmla="*/ 82464 w 82190"/>
                <a:gd name="connsiteY10" fmla="*/ 350784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0" h="354271">
                  <a:moveTo>
                    <a:pt x="82464" y="350784"/>
                  </a:moveTo>
                  <a:cubicBezTo>
                    <a:pt x="82464" y="349721"/>
                    <a:pt x="82464" y="349012"/>
                    <a:pt x="76441" y="342990"/>
                  </a:cubicBezTo>
                  <a:cubicBezTo>
                    <a:pt x="32157" y="298352"/>
                    <a:pt x="20821" y="231394"/>
                    <a:pt x="20821" y="177191"/>
                  </a:cubicBezTo>
                  <a:cubicBezTo>
                    <a:pt x="20821" y="115547"/>
                    <a:pt x="34283" y="53904"/>
                    <a:pt x="77858" y="9620"/>
                  </a:cubicBezTo>
                  <a:cubicBezTo>
                    <a:pt x="82464" y="5369"/>
                    <a:pt x="82464" y="4660"/>
                    <a:pt x="82464" y="3598"/>
                  </a:cubicBezTo>
                  <a:cubicBezTo>
                    <a:pt x="82464" y="1118"/>
                    <a:pt x="81047" y="55"/>
                    <a:pt x="78921" y="55"/>
                  </a:cubicBezTo>
                  <a:cubicBezTo>
                    <a:pt x="75378" y="55"/>
                    <a:pt x="43494" y="24145"/>
                    <a:pt x="22592" y="69138"/>
                  </a:cubicBezTo>
                  <a:cubicBezTo>
                    <a:pt x="4524" y="108108"/>
                    <a:pt x="273" y="147432"/>
                    <a:pt x="273" y="177191"/>
                  </a:cubicBezTo>
                  <a:cubicBezTo>
                    <a:pt x="273" y="204824"/>
                    <a:pt x="4170" y="247691"/>
                    <a:pt x="23655" y="287723"/>
                  </a:cubicBezTo>
                  <a:cubicBezTo>
                    <a:pt x="44911" y="331299"/>
                    <a:pt x="75378" y="354326"/>
                    <a:pt x="78921" y="354326"/>
                  </a:cubicBezTo>
                  <a:cubicBezTo>
                    <a:pt x="81047" y="354326"/>
                    <a:pt x="82464" y="353264"/>
                    <a:pt x="82464" y="350784"/>
                  </a:cubicBez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A745B87-AF02-0A09-749B-80295EE019E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3801533" y="6854761"/>
              <a:ext cx="176427" cy="160484"/>
            </a:xfrm>
            <a:custGeom>
              <a:avLst/>
              <a:gdLst>
                <a:gd name="connsiteX0" fmla="*/ 108330 w 176427"/>
                <a:gd name="connsiteY0" fmla="*/ 49653 h 160484"/>
                <a:gd name="connsiteX1" fmla="*/ 143402 w 176427"/>
                <a:gd name="connsiteY1" fmla="*/ 7849 h 160484"/>
                <a:gd name="connsiteX2" fmla="*/ 161116 w 176427"/>
                <a:gd name="connsiteY2" fmla="*/ 12454 h 160484"/>
                <a:gd name="connsiteX3" fmla="*/ 144111 w 176427"/>
                <a:gd name="connsiteY3" fmla="*/ 31585 h 160484"/>
                <a:gd name="connsiteX4" fmla="*/ 157573 w 176427"/>
                <a:gd name="connsiteY4" fmla="*/ 43985 h 160484"/>
                <a:gd name="connsiteX5" fmla="*/ 176704 w 176427"/>
                <a:gd name="connsiteY5" fmla="*/ 23437 h 160484"/>
                <a:gd name="connsiteX6" fmla="*/ 143757 w 176427"/>
                <a:gd name="connsiteY6" fmla="*/ 55 h 160484"/>
                <a:gd name="connsiteX7" fmla="*/ 106558 w 176427"/>
                <a:gd name="connsiteY7" fmla="*/ 26980 h 160484"/>
                <a:gd name="connsiteX8" fmla="*/ 68297 w 176427"/>
                <a:gd name="connsiteY8" fmla="*/ 55 h 160484"/>
                <a:gd name="connsiteX9" fmla="*/ 11259 w 176427"/>
                <a:gd name="connsiteY9" fmla="*/ 54613 h 160484"/>
                <a:gd name="connsiteX10" fmla="*/ 15510 w 176427"/>
                <a:gd name="connsiteY10" fmla="*/ 58155 h 160484"/>
                <a:gd name="connsiteX11" fmla="*/ 20116 w 176427"/>
                <a:gd name="connsiteY11" fmla="*/ 54258 h 160484"/>
                <a:gd name="connsiteX12" fmla="*/ 67588 w 176427"/>
                <a:gd name="connsiteY12" fmla="*/ 7849 h 160484"/>
                <a:gd name="connsiteX13" fmla="*/ 86719 w 176427"/>
                <a:gd name="connsiteY13" fmla="*/ 31585 h 160484"/>
                <a:gd name="connsiteX14" fmla="*/ 67588 w 176427"/>
                <a:gd name="connsiteY14" fmla="*/ 115902 h 160484"/>
                <a:gd name="connsiteX15" fmla="*/ 33933 w 176427"/>
                <a:gd name="connsiteY15" fmla="*/ 152746 h 160484"/>
                <a:gd name="connsiteX16" fmla="*/ 16219 w 176427"/>
                <a:gd name="connsiteY16" fmla="*/ 148140 h 160484"/>
                <a:gd name="connsiteX17" fmla="*/ 32870 w 176427"/>
                <a:gd name="connsiteY17" fmla="*/ 129010 h 160484"/>
                <a:gd name="connsiteX18" fmla="*/ 19762 w 176427"/>
                <a:gd name="connsiteY18" fmla="*/ 116610 h 160484"/>
                <a:gd name="connsiteX19" fmla="*/ 277 w 176427"/>
                <a:gd name="connsiteY19" fmla="*/ 137158 h 160484"/>
                <a:gd name="connsiteX20" fmla="*/ 33578 w 176427"/>
                <a:gd name="connsiteY20" fmla="*/ 160540 h 160484"/>
                <a:gd name="connsiteX21" fmla="*/ 70777 w 176427"/>
                <a:gd name="connsiteY21" fmla="*/ 133615 h 160484"/>
                <a:gd name="connsiteX22" fmla="*/ 109038 w 176427"/>
                <a:gd name="connsiteY22" fmla="*/ 160540 h 160484"/>
                <a:gd name="connsiteX23" fmla="*/ 165722 w 176427"/>
                <a:gd name="connsiteY23" fmla="*/ 105982 h 160484"/>
                <a:gd name="connsiteX24" fmla="*/ 161470 w 176427"/>
                <a:gd name="connsiteY24" fmla="*/ 102439 h 160484"/>
                <a:gd name="connsiteX25" fmla="*/ 156865 w 176427"/>
                <a:gd name="connsiteY25" fmla="*/ 106336 h 160484"/>
                <a:gd name="connsiteX26" fmla="*/ 109747 w 176427"/>
                <a:gd name="connsiteY26" fmla="*/ 152746 h 160484"/>
                <a:gd name="connsiteX27" fmla="*/ 90262 w 176427"/>
                <a:gd name="connsiteY27" fmla="*/ 129364 h 160484"/>
                <a:gd name="connsiteX28" fmla="*/ 96284 w 176427"/>
                <a:gd name="connsiteY28" fmla="*/ 98188 h 160484"/>
                <a:gd name="connsiteX29" fmla="*/ 108330 w 176427"/>
                <a:gd name="connsiteY29" fmla="*/ 49653 h 16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427" h="160484">
                  <a:moveTo>
                    <a:pt x="108330" y="49653"/>
                  </a:moveTo>
                  <a:cubicBezTo>
                    <a:pt x="110455" y="40442"/>
                    <a:pt x="118603" y="7849"/>
                    <a:pt x="143402" y="7849"/>
                  </a:cubicBezTo>
                  <a:cubicBezTo>
                    <a:pt x="145174" y="7849"/>
                    <a:pt x="153676" y="7849"/>
                    <a:pt x="161116" y="12454"/>
                  </a:cubicBezTo>
                  <a:cubicBezTo>
                    <a:pt x="151196" y="14226"/>
                    <a:pt x="144111" y="23083"/>
                    <a:pt x="144111" y="31585"/>
                  </a:cubicBezTo>
                  <a:cubicBezTo>
                    <a:pt x="144111" y="37253"/>
                    <a:pt x="148008" y="43985"/>
                    <a:pt x="157573" y="43985"/>
                  </a:cubicBezTo>
                  <a:cubicBezTo>
                    <a:pt x="165367" y="43985"/>
                    <a:pt x="176704" y="37608"/>
                    <a:pt x="176704" y="23437"/>
                  </a:cubicBezTo>
                  <a:cubicBezTo>
                    <a:pt x="176704" y="5015"/>
                    <a:pt x="155802" y="55"/>
                    <a:pt x="143757" y="55"/>
                  </a:cubicBezTo>
                  <a:cubicBezTo>
                    <a:pt x="123209" y="55"/>
                    <a:pt x="110809" y="18831"/>
                    <a:pt x="106558" y="26980"/>
                  </a:cubicBezTo>
                  <a:cubicBezTo>
                    <a:pt x="97701" y="3598"/>
                    <a:pt x="78571" y="55"/>
                    <a:pt x="68297" y="55"/>
                  </a:cubicBezTo>
                  <a:cubicBezTo>
                    <a:pt x="31453" y="55"/>
                    <a:pt x="11259" y="45756"/>
                    <a:pt x="11259" y="54613"/>
                  </a:cubicBezTo>
                  <a:cubicBezTo>
                    <a:pt x="11259" y="58155"/>
                    <a:pt x="14802" y="58155"/>
                    <a:pt x="15510" y="58155"/>
                  </a:cubicBezTo>
                  <a:cubicBezTo>
                    <a:pt x="18345" y="58155"/>
                    <a:pt x="19407" y="57447"/>
                    <a:pt x="20116" y="54258"/>
                  </a:cubicBezTo>
                  <a:cubicBezTo>
                    <a:pt x="32161" y="16706"/>
                    <a:pt x="55543" y="7849"/>
                    <a:pt x="67588" y="7849"/>
                  </a:cubicBezTo>
                  <a:cubicBezTo>
                    <a:pt x="74319" y="7849"/>
                    <a:pt x="86719" y="11037"/>
                    <a:pt x="86719" y="31585"/>
                  </a:cubicBezTo>
                  <a:cubicBezTo>
                    <a:pt x="86719" y="42568"/>
                    <a:pt x="80696" y="66304"/>
                    <a:pt x="67588" y="115902"/>
                  </a:cubicBezTo>
                  <a:cubicBezTo>
                    <a:pt x="61920" y="137867"/>
                    <a:pt x="49521" y="152746"/>
                    <a:pt x="33933" y="152746"/>
                  </a:cubicBezTo>
                  <a:cubicBezTo>
                    <a:pt x="31807" y="152746"/>
                    <a:pt x="23659" y="152746"/>
                    <a:pt x="16219" y="148140"/>
                  </a:cubicBezTo>
                  <a:cubicBezTo>
                    <a:pt x="25076" y="146369"/>
                    <a:pt x="32870" y="138929"/>
                    <a:pt x="32870" y="129010"/>
                  </a:cubicBezTo>
                  <a:cubicBezTo>
                    <a:pt x="32870" y="119444"/>
                    <a:pt x="25076" y="116610"/>
                    <a:pt x="19762" y="116610"/>
                  </a:cubicBezTo>
                  <a:cubicBezTo>
                    <a:pt x="9134" y="116610"/>
                    <a:pt x="277" y="125821"/>
                    <a:pt x="277" y="137158"/>
                  </a:cubicBezTo>
                  <a:cubicBezTo>
                    <a:pt x="277" y="153454"/>
                    <a:pt x="17990" y="160540"/>
                    <a:pt x="33578" y="160540"/>
                  </a:cubicBezTo>
                  <a:cubicBezTo>
                    <a:pt x="56960" y="160540"/>
                    <a:pt x="69714" y="135741"/>
                    <a:pt x="70777" y="133615"/>
                  </a:cubicBezTo>
                  <a:cubicBezTo>
                    <a:pt x="75028" y="146723"/>
                    <a:pt x="87782" y="160540"/>
                    <a:pt x="109038" y="160540"/>
                  </a:cubicBezTo>
                  <a:cubicBezTo>
                    <a:pt x="145528" y="160540"/>
                    <a:pt x="165722" y="114839"/>
                    <a:pt x="165722" y="105982"/>
                  </a:cubicBezTo>
                  <a:cubicBezTo>
                    <a:pt x="165722" y="102439"/>
                    <a:pt x="162533" y="102439"/>
                    <a:pt x="161470" y="102439"/>
                  </a:cubicBezTo>
                  <a:cubicBezTo>
                    <a:pt x="158282" y="102439"/>
                    <a:pt x="157573" y="103856"/>
                    <a:pt x="156865" y="106336"/>
                  </a:cubicBezTo>
                  <a:cubicBezTo>
                    <a:pt x="145174" y="144243"/>
                    <a:pt x="121083" y="152746"/>
                    <a:pt x="109747" y="152746"/>
                  </a:cubicBezTo>
                  <a:cubicBezTo>
                    <a:pt x="95930" y="152746"/>
                    <a:pt x="90262" y="141409"/>
                    <a:pt x="90262" y="129364"/>
                  </a:cubicBezTo>
                  <a:cubicBezTo>
                    <a:pt x="90262" y="121570"/>
                    <a:pt x="92387" y="113776"/>
                    <a:pt x="96284" y="98188"/>
                  </a:cubicBezTo>
                  <a:lnTo>
                    <a:pt x="108330" y="49653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F397088-A641-5EDD-3FFD-260A43C1CFC6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4009359" y="6700408"/>
              <a:ext cx="109611" cy="164665"/>
            </a:xfrm>
            <a:custGeom>
              <a:avLst/>
              <a:gdLst>
                <a:gd name="connsiteX0" fmla="*/ 109894 w 109611"/>
                <a:gd name="connsiteY0" fmla="*/ 119582 h 164665"/>
                <a:gd name="connsiteX1" fmla="*/ 101462 w 109611"/>
                <a:gd name="connsiteY1" fmla="*/ 119582 h 164665"/>
                <a:gd name="connsiteX2" fmla="*/ 95015 w 109611"/>
                <a:gd name="connsiteY2" fmla="*/ 142149 h 164665"/>
                <a:gd name="connsiteX3" fmla="*/ 70464 w 109611"/>
                <a:gd name="connsiteY3" fmla="*/ 143637 h 164665"/>
                <a:gd name="connsiteX4" fmla="*/ 24833 w 109611"/>
                <a:gd name="connsiteY4" fmla="*/ 143637 h 164665"/>
                <a:gd name="connsiteX5" fmla="*/ 74432 w 109611"/>
                <a:gd name="connsiteY5" fmla="*/ 101975 h 164665"/>
                <a:gd name="connsiteX6" fmla="*/ 109894 w 109611"/>
                <a:gd name="connsiteY6" fmla="*/ 48409 h 164665"/>
                <a:gd name="connsiteX7" fmla="*/ 51864 w 109611"/>
                <a:gd name="connsiteY7" fmla="*/ 51 h 164665"/>
                <a:gd name="connsiteX8" fmla="*/ 282 w 109611"/>
                <a:gd name="connsiteY8" fmla="*/ 44441 h 164665"/>
                <a:gd name="connsiteX9" fmla="*/ 13426 w 109611"/>
                <a:gd name="connsiteY9" fmla="*/ 58328 h 164665"/>
                <a:gd name="connsiteX10" fmla="*/ 26569 w 109611"/>
                <a:gd name="connsiteY10" fmla="*/ 45185 h 164665"/>
                <a:gd name="connsiteX11" fmla="*/ 11938 w 109611"/>
                <a:gd name="connsiteY11" fmla="*/ 32042 h 164665"/>
                <a:gd name="connsiteX12" fmla="*/ 48145 w 109611"/>
                <a:gd name="connsiteY12" fmla="*/ 8978 h 164665"/>
                <a:gd name="connsiteX13" fmla="*/ 85839 w 109611"/>
                <a:gd name="connsiteY13" fmla="*/ 48409 h 164665"/>
                <a:gd name="connsiteX14" fmla="*/ 62528 w 109611"/>
                <a:gd name="connsiteY14" fmla="*/ 96023 h 164665"/>
                <a:gd name="connsiteX15" fmla="*/ 2762 w 109611"/>
                <a:gd name="connsiteY15" fmla="*/ 155045 h 164665"/>
                <a:gd name="connsiteX16" fmla="*/ 282 w 109611"/>
                <a:gd name="connsiteY16" fmla="*/ 164716 h 164665"/>
                <a:gd name="connsiteX17" fmla="*/ 102454 w 109611"/>
                <a:gd name="connsiteY17" fmla="*/ 164716 h 164665"/>
                <a:gd name="connsiteX18" fmla="*/ 109894 w 109611"/>
                <a:gd name="connsiteY18" fmla="*/ 119582 h 16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611" h="164665">
                  <a:moveTo>
                    <a:pt x="109894" y="119582"/>
                  </a:moveTo>
                  <a:lnTo>
                    <a:pt x="101462" y="119582"/>
                  </a:lnTo>
                  <a:cubicBezTo>
                    <a:pt x="100718" y="125038"/>
                    <a:pt x="98239" y="139669"/>
                    <a:pt x="95015" y="142149"/>
                  </a:cubicBezTo>
                  <a:cubicBezTo>
                    <a:pt x="93031" y="143637"/>
                    <a:pt x="73936" y="143637"/>
                    <a:pt x="70464" y="143637"/>
                  </a:cubicBezTo>
                  <a:lnTo>
                    <a:pt x="24833" y="143637"/>
                  </a:lnTo>
                  <a:cubicBezTo>
                    <a:pt x="50872" y="120574"/>
                    <a:pt x="59552" y="113630"/>
                    <a:pt x="74432" y="101975"/>
                  </a:cubicBezTo>
                  <a:cubicBezTo>
                    <a:pt x="92783" y="87343"/>
                    <a:pt x="109894" y="71968"/>
                    <a:pt x="109894" y="48409"/>
                  </a:cubicBezTo>
                  <a:cubicBezTo>
                    <a:pt x="109894" y="18402"/>
                    <a:pt x="83607" y="51"/>
                    <a:pt x="51864" y="51"/>
                  </a:cubicBezTo>
                  <a:cubicBezTo>
                    <a:pt x="21114" y="51"/>
                    <a:pt x="282" y="21626"/>
                    <a:pt x="282" y="44441"/>
                  </a:cubicBezTo>
                  <a:cubicBezTo>
                    <a:pt x="282" y="57089"/>
                    <a:pt x="10946" y="58328"/>
                    <a:pt x="13426" y="58328"/>
                  </a:cubicBezTo>
                  <a:cubicBezTo>
                    <a:pt x="19378" y="58328"/>
                    <a:pt x="26569" y="54113"/>
                    <a:pt x="26569" y="45185"/>
                  </a:cubicBezTo>
                  <a:cubicBezTo>
                    <a:pt x="26569" y="40721"/>
                    <a:pt x="24833" y="32042"/>
                    <a:pt x="11938" y="32042"/>
                  </a:cubicBezTo>
                  <a:cubicBezTo>
                    <a:pt x="19626" y="14434"/>
                    <a:pt x="36489" y="8978"/>
                    <a:pt x="48145" y="8978"/>
                  </a:cubicBezTo>
                  <a:cubicBezTo>
                    <a:pt x="72944" y="8978"/>
                    <a:pt x="85839" y="28322"/>
                    <a:pt x="85839" y="48409"/>
                  </a:cubicBezTo>
                  <a:cubicBezTo>
                    <a:pt x="85839" y="69984"/>
                    <a:pt x="70464" y="87095"/>
                    <a:pt x="62528" y="96023"/>
                  </a:cubicBezTo>
                  <a:lnTo>
                    <a:pt x="2762" y="155045"/>
                  </a:lnTo>
                  <a:cubicBezTo>
                    <a:pt x="282" y="157277"/>
                    <a:pt x="282" y="157772"/>
                    <a:pt x="282" y="164716"/>
                  </a:cubicBezTo>
                  <a:lnTo>
                    <a:pt x="102454" y="164716"/>
                  </a:lnTo>
                  <a:lnTo>
                    <a:pt x="109894" y="119582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BC0C1E0-D56E-9225-271D-425528D34FE0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4251230" y="6804809"/>
              <a:ext cx="235590" cy="235944"/>
            </a:xfrm>
            <a:custGeom>
              <a:avLst/>
              <a:gdLst>
                <a:gd name="connsiteX0" fmla="*/ 125347 w 235590"/>
                <a:gd name="connsiteY0" fmla="*/ 125113 h 235944"/>
                <a:gd name="connsiteX1" fmla="*/ 224189 w 235590"/>
                <a:gd name="connsiteY1" fmla="*/ 125113 h 235944"/>
                <a:gd name="connsiteX2" fmla="*/ 235880 w 235590"/>
                <a:gd name="connsiteY2" fmla="*/ 118027 h 235944"/>
                <a:gd name="connsiteX3" fmla="*/ 224189 w 235590"/>
                <a:gd name="connsiteY3" fmla="*/ 110942 h 235944"/>
                <a:gd name="connsiteX4" fmla="*/ 125347 w 235590"/>
                <a:gd name="connsiteY4" fmla="*/ 110942 h 235944"/>
                <a:gd name="connsiteX5" fmla="*/ 125347 w 235590"/>
                <a:gd name="connsiteY5" fmla="*/ 11746 h 235944"/>
                <a:gd name="connsiteX6" fmla="*/ 118262 w 235590"/>
                <a:gd name="connsiteY6" fmla="*/ 55 h 235944"/>
                <a:gd name="connsiteX7" fmla="*/ 111176 w 235590"/>
                <a:gd name="connsiteY7" fmla="*/ 11746 h 235944"/>
                <a:gd name="connsiteX8" fmla="*/ 111176 w 235590"/>
                <a:gd name="connsiteY8" fmla="*/ 110942 h 235944"/>
                <a:gd name="connsiteX9" fmla="*/ 11980 w 235590"/>
                <a:gd name="connsiteY9" fmla="*/ 110942 h 235944"/>
                <a:gd name="connsiteX10" fmla="*/ 289 w 235590"/>
                <a:gd name="connsiteY10" fmla="*/ 118027 h 235944"/>
                <a:gd name="connsiteX11" fmla="*/ 11980 w 235590"/>
                <a:gd name="connsiteY11" fmla="*/ 125113 h 235944"/>
                <a:gd name="connsiteX12" fmla="*/ 111176 w 235590"/>
                <a:gd name="connsiteY12" fmla="*/ 125113 h 235944"/>
                <a:gd name="connsiteX13" fmla="*/ 111176 w 235590"/>
                <a:gd name="connsiteY13" fmla="*/ 224309 h 235944"/>
                <a:gd name="connsiteX14" fmla="*/ 118262 w 235590"/>
                <a:gd name="connsiteY14" fmla="*/ 236000 h 235944"/>
                <a:gd name="connsiteX15" fmla="*/ 125347 w 235590"/>
                <a:gd name="connsiteY15" fmla="*/ 224309 h 235944"/>
                <a:gd name="connsiteX16" fmla="*/ 125347 w 235590"/>
                <a:gd name="connsiteY16" fmla="*/ 125113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590" h="235944">
                  <a:moveTo>
                    <a:pt x="125347" y="125113"/>
                  </a:moveTo>
                  <a:lnTo>
                    <a:pt x="224189" y="125113"/>
                  </a:lnTo>
                  <a:cubicBezTo>
                    <a:pt x="229149" y="125113"/>
                    <a:pt x="235880" y="125113"/>
                    <a:pt x="235880" y="118027"/>
                  </a:cubicBezTo>
                  <a:cubicBezTo>
                    <a:pt x="235880" y="110942"/>
                    <a:pt x="229149" y="110942"/>
                    <a:pt x="224189" y="110942"/>
                  </a:cubicBezTo>
                  <a:lnTo>
                    <a:pt x="125347" y="110942"/>
                  </a:lnTo>
                  <a:lnTo>
                    <a:pt x="125347" y="11746"/>
                  </a:lnTo>
                  <a:cubicBezTo>
                    <a:pt x="125347" y="6786"/>
                    <a:pt x="125347" y="55"/>
                    <a:pt x="118262" y="55"/>
                  </a:cubicBezTo>
                  <a:cubicBezTo>
                    <a:pt x="111176" y="55"/>
                    <a:pt x="111176" y="6786"/>
                    <a:pt x="111176" y="11746"/>
                  </a:cubicBezTo>
                  <a:lnTo>
                    <a:pt x="111176" y="110942"/>
                  </a:lnTo>
                  <a:lnTo>
                    <a:pt x="11980" y="110942"/>
                  </a:lnTo>
                  <a:cubicBezTo>
                    <a:pt x="7020" y="110942"/>
                    <a:pt x="289" y="110942"/>
                    <a:pt x="289" y="118027"/>
                  </a:cubicBezTo>
                  <a:cubicBezTo>
                    <a:pt x="289" y="125113"/>
                    <a:pt x="7020" y="125113"/>
                    <a:pt x="11980" y="125113"/>
                  </a:cubicBezTo>
                  <a:lnTo>
                    <a:pt x="111176" y="125113"/>
                  </a:lnTo>
                  <a:lnTo>
                    <a:pt x="111176" y="224309"/>
                  </a:lnTo>
                  <a:cubicBezTo>
                    <a:pt x="111176" y="229269"/>
                    <a:pt x="111176" y="236000"/>
                    <a:pt x="118262" y="236000"/>
                  </a:cubicBezTo>
                  <a:cubicBezTo>
                    <a:pt x="125347" y="236000"/>
                    <a:pt x="125347" y="229269"/>
                    <a:pt x="125347" y="224309"/>
                  </a:cubicBezTo>
                  <a:lnTo>
                    <a:pt x="125347" y="125113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44013FC-BF94-9599-357F-BD8AB3F72608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4600541" y="6775405"/>
              <a:ext cx="147022" cy="243738"/>
            </a:xfrm>
            <a:custGeom>
              <a:avLst/>
              <a:gdLst>
                <a:gd name="connsiteX0" fmla="*/ 88158 w 147022"/>
                <a:gd name="connsiteY0" fmla="*/ 111296 h 243738"/>
                <a:gd name="connsiteX1" fmla="*/ 137756 w 147022"/>
                <a:gd name="connsiteY1" fmla="*/ 48944 h 243738"/>
                <a:gd name="connsiteX2" fmla="*/ 72570 w 147022"/>
                <a:gd name="connsiteY2" fmla="*/ 55 h 243738"/>
                <a:gd name="connsiteX3" fmla="*/ 9864 w 147022"/>
                <a:gd name="connsiteY3" fmla="*/ 48236 h 243738"/>
                <a:gd name="connsiteX4" fmla="*/ 27932 w 147022"/>
                <a:gd name="connsiteY4" fmla="*/ 66658 h 243738"/>
                <a:gd name="connsiteX5" fmla="*/ 46000 w 147022"/>
                <a:gd name="connsiteY5" fmla="*/ 48590 h 243738"/>
                <a:gd name="connsiteX6" fmla="*/ 24035 w 147022"/>
                <a:gd name="connsiteY6" fmla="*/ 30877 h 243738"/>
                <a:gd name="connsiteX7" fmla="*/ 71153 w 147022"/>
                <a:gd name="connsiteY7" fmla="*/ 8912 h 243738"/>
                <a:gd name="connsiteX8" fmla="*/ 105163 w 147022"/>
                <a:gd name="connsiteY8" fmla="*/ 48590 h 243738"/>
                <a:gd name="connsiteX9" fmla="*/ 95244 w 147022"/>
                <a:gd name="connsiteY9" fmla="*/ 88977 h 243738"/>
                <a:gd name="connsiteX10" fmla="*/ 63714 w 147022"/>
                <a:gd name="connsiteY10" fmla="*/ 107399 h 243738"/>
                <a:gd name="connsiteX11" fmla="*/ 49897 w 147022"/>
                <a:gd name="connsiteY11" fmla="*/ 108462 h 243738"/>
                <a:gd name="connsiteX12" fmla="*/ 44583 w 147022"/>
                <a:gd name="connsiteY12" fmla="*/ 112713 h 243738"/>
                <a:gd name="connsiteX13" fmla="*/ 53086 w 147022"/>
                <a:gd name="connsiteY13" fmla="*/ 116610 h 243738"/>
                <a:gd name="connsiteX14" fmla="*/ 68673 w 147022"/>
                <a:gd name="connsiteY14" fmla="*/ 116610 h 243738"/>
                <a:gd name="connsiteX15" fmla="*/ 110832 w 147022"/>
                <a:gd name="connsiteY15" fmla="*/ 175419 h 243738"/>
                <a:gd name="connsiteX16" fmla="*/ 70799 w 147022"/>
                <a:gd name="connsiteY16" fmla="*/ 233874 h 243738"/>
                <a:gd name="connsiteX17" fmla="*/ 16596 w 147022"/>
                <a:gd name="connsiteY17" fmla="*/ 206949 h 243738"/>
                <a:gd name="connsiteX18" fmla="*/ 39978 w 147022"/>
                <a:gd name="connsiteY18" fmla="*/ 187465 h 243738"/>
                <a:gd name="connsiteX19" fmla="*/ 20138 w 147022"/>
                <a:gd name="connsiteY19" fmla="*/ 167625 h 243738"/>
                <a:gd name="connsiteX20" fmla="*/ 299 w 147022"/>
                <a:gd name="connsiteY20" fmla="*/ 188173 h 243738"/>
                <a:gd name="connsiteX21" fmla="*/ 71862 w 147022"/>
                <a:gd name="connsiteY21" fmla="*/ 243794 h 243738"/>
                <a:gd name="connsiteX22" fmla="*/ 147322 w 147022"/>
                <a:gd name="connsiteY22" fmla="*/ 175419 h 243738"/>
                <a:gd name="connsiteX23" fmla="*/ 88158 w 147022"/>
                <a:gd name="connsiteY23" fmla="*/ 111296 h 24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7022" h="243738">
                  <a:moveTo>
                    <a:pt x="88158" y="111296"/>
                  </a:moveTo>
                  <a:cubicBezTo>
                    <a:pt x="117209" y="101731"/>
                    <a:pt x="137756" y="76932"/>
                    <a:pt x="137756" y="48944"/>
                  </a:cubicBezTo>
                  <a:cubicBezTo>
                    <a:pt x="137756" y="19894"/>
                    <a:pt x="106581" y="55"/>
                    <a:pt x="72570" y="55"/>
                  </a:cubicBezTo>
                  <a:cubicBezTo>
                    <a:pt x="36789" y="55"/>
                    <a:pt x="9864" y="21311"/>
                    <a:pt x="9864" y="48236"/>
                  </a:cubicBezTo>
                  <a:cubicBezTo>
                    <a:pt x="9864" y="59927"/>
                    <a:pt x="17658" y="66658"/>
                    <a:pt x="27932" y="66658"/>
                  </a:cubicBezTo>
                  <a:cubicBezTo>
                    <a:pt x="38915" y="66658"/>
                    <a:pt x="46000" y="58864"/>
                    <a:pt x="46000" y="48590"/>
                  </a:cubicBezTo>
                  <a:cubicBezTo>
                    <a:pt x="46000" y="30877"/>
                    <a:pt x="29349" y="30877"/>
                    <a:pt x="24035" y="30877"/>
                  </a:cubicBezTo>
                  <a:cubicBezTo>
                    <a:pt x="35018" y="13517"/>
                    <a:pt x="58400" y="8912"/>
                    <a:pt x="71153" y="8912"/>
                  </a:cubicBezTo>
                  <a:cubicBezTo>
                    <a:pt x="85679" y="8912"/>
                    <a:pt x="105163" y="16706"/>
                    <a:pt x="105163" y="48590"/>
                  </a:cubicBezTo>
                  <a:cubicBezTo>
                    <a:pt x="105163" y="52841"/>
                    <a:pt x="104455" y="73389"/>
                    <a:pt x="95244" y="88977"/>
                  </a:cubicBezTo>
                  <a:cubicBezTo>
                    <a:pt x="84616" y="105982"/>
                    <a:pt x="72570" y="107045"/>
                    <a:pt x="63714" y="107399"/>
                  </a:cubicBezTo>
                  <a:cubicBezTo>
                    <a:pt x="60880" y="107753"/>
                    <a:pt x="52377" y="108462"/>
                    <a:pt x="49897" y="108462"/>
                  </a:cubicBezTo>
                  <a:cubicBezTo>
                    <a:pt x="47063" y="108816"/>
                    <a:pt x="44583" y="109171"/>
                    <a:pt x="44583" y="112713"/>
                  </a:cubicBezTo>
                  <a:cubicBezTo>
                    <a:pt x="44583" y="116610"/>
                    <a:pt x="47063" y="116610"/>
                    <a:pt x="53086" y="116610"/>
                  </a:cubicBezTo>
                  <a:lnTo>
                    <a:pt x="68673" y="116610"/>
                  </a:lnTo>
                  <a:cubicBezTo>
                    <a:pt x="97724" y="116610"/>
                    <a:pt x="110832" y="140701"/>
                    <a:pt x="110832" y="175419"/>
                  </a:cubicBezTo>
                  <a:cubicBezTo>
                    <a:pt x="110832" y="223600"/>
                    <a:pt x="86387" y="233874"/>
                    <a:pt x="70799" y="233874"/>
                  </a:cubicBezTo>
                  <a:cubicBezTo>
                    <a:pt x="55565" y="233874"/>
                    <a:pt x="28995" y="227851"/>
                    <a:pt x="16596" y="206949"/>
                  </a:cubicBezTo>
                  <a:cubicBezTo>
                    <a:pt x="28995" y="208721"/>
                    <a:pt x="39978" y="200927"/>
                    <a:pt x="39978" y="187465"/>
                  </a:cubicBezTo>
                  <a:cubicBezTo>
                    <a:pt x="39978" y="174711"/>
                    <a:pt x="30412" y="167625"/>
                    <a:pt x="20138" y="167625"/>
                  </a:cubicBezTo>
                  <a:cubicBezTo>
                    <a:pt x="11636" y="167625"/>
                    <a:pt x="299" y="172585"/>
                    <a:pt x="299" y="188173"/>
                  </a:cubicBezTo>
                  <a:cubicBezTo>
                    <a:pt x="299" y="220412"/>
                    <a:pt x="33246" y="243794"/>
                    <a:pt x="71862" y="243794"/>
                  </a:cubicBezTo>
                  <a:cubicBezTo>
                    <a:pt x="115083" y="243794"/>
                    <a:pt x="147322" y="211555"/>
                    <a:pt x="147322" y="175419"/>
                  </a:cubicBezTo>
                  <a:cubicBezTo>
                    <a:pt x="147322" y="146369"/>
                    <a:pt x="125003" y="118736"/>
                    <a:pt x="88158" y="111296"/>
                  </a:cubicBez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7E5EE35-9B04-4762-7B9F-423A53352B5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4782992" y="6745646"/>
              <a:ext cx="82191" cy="354271"/>
            </a:xfrm>
            <a:custGeom>
              <a:avLst/>
              <a:gdLst>
                <a:gd name="connsiteX0" fmla="*/ 82495 w 82191"/>
                <a:gd name="connsiteY0" fmla="*/ 177191 h 354271"/>
                <a:gd name="connsiteX1" fmla="*/ 59113 w 82191"/>
                <a:gd name="connsiteY1" fmla="*/ 66658 h 354271"/>
                <a:gd name="connsiteX2" fmla="*/ 3847 w 82191"/>
                <a:gd name="connsiteY2" fmla="*/ 55 h 354271"/>
                <a:gd name="connsiteX3" fmla="*/ 304 w 82191"/>
                <a:gd name="connsiteY3" fmla="*/ 3598 h 354271"/>
                <a:gd name="connsiteX4" fmla="*/ 7035 w 82191"/>
                <a:gd name="connsiteY4" fmla="*/ 11746 h 354271"/>
                <a:gd name="connsiteX5" fmla="*/ 61947 w 82191"/>
                <a:gd name="connsiteY5" fmla="*/ 177191 h 354271"/>
                <a:gd name="connsiteX6" fmla="*/ 4910 w 82191"/>
                <a:gd name="connsiteY6" fmla="*/ 344761 h 354271"/>
                <a:gd name="connsiteX7" fmla="*/ 304 w 82191"/>
                <a:gd name="connsiteY7" fmla="*/ 350784 h 354271"/>
                <a:gd name="connsiteX8" fmla="*/ 3847 w 82191"/>
                <a:gd name="connsiteY8" fmla="*/ 354326 h 354271"/>
                <a:gd name="connsiteX9" fmla="*/ 60176 w 82191"/>
                <a:gd name="connsiteY9" fmla="*/ 285243 h 354271"/>
                <a:gd name="connsiteX10" fmla="*/ 82495 w 82191"/>
                <a:gd name="connsiteY10" fmla="*/ 177191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191" h="354271">
                  <a:moveTo>
                    <a:pt x="82495" y="177191"/>
                  </a:moveTo>
                  <a:cubicBezTo>
                    <a:pt x="82495" y="149557"/>
                    <a:pt x="78598" y="106691"/>
                    <a:pt x="59113" y="66658"/>
                  </a:cubicBezTo>
                  <a:cubicBezTo>
                    <a:pt x="37857" y="23083"/>
                    <a:pt x="7390" y="55"/>
                    <a:pt x="3847" y="55"/>
                  </a:cubicBezTo>
                  <a:cubicBezTo>
                    <a:pt x="1721" y="55"/>
                    <a:pt x="304" y="1472"/>
                    <a:pt x="304" y="3598"/>
                  </a:cubicBezTo>
                  <a:cubicBezTo>
                    <a:pt x="304" y="4660"/>
                    <a:pt x="304" y="5369"/>
                    <a:pt x="7035" y="11746"/>
                  </a:cubicBezTo>
                  <a:cubicBezTo>
                    <a:pt x="41754" y="46819"/>
                    <a:pt x="61947" y="103148"/>
                    <a:pt x="61947" y="177191"/>
                  </a:cubicBezTo>
                  <a:cubicBezTo>
                    <a:pt x="61947" y="237771"/>
                    <a:pt x="48839" y="300123"/>
                    <a:pt x="4910" y="344761"/>
                  </a:cubicBezTo>
                  <a:cubicBezTo>
                    <a:pt x="304" y="349012"/>
                    <a:pt x="304" y="349721"/>
                    <a:pt x="304" y="350784"/>
                  </a:cubicBezTo>
                  <a:cubicBezTo>
                    <a:pt x="304" y="352909"/>
                    <a:pt x="1721" y="354326"/>
                    <a:pt x="3847" y="354326"/>
                  </a:cubicBezTo>
                  <a:cubicBezTo>
                    <a:pt x="7390" y="354326"/>
                    <a:pt x="39274" y="330236"/>
                    <a:pt x="60176" y="285243"/>
                  </a:cubicBezTo>
                  <a:cubicBezTo>
                    <a:pt x="78244" y="246274"/>
                    <a:pt x="82495" y="206949"/>
                    <a:pt x="82495" y="177191"/>
                  </a:cubicBez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DCCBD07-B99F-C10A-046B-875E6B77761B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4920056" y="6745646"/>
              <a:ext cx="137811" cy="354271"/>
            </a:xfrm>
            <a:custGeom>
              <a:avLst/>
              <a:gdLst>
                <a:gd name="connsiteX0" fmla="*/ 136348 w 137811"/>
                <a:gd name="connsiteY0" fmla="*/ 13517 h 354271"/>
                <a:gd name="connsiteX1" fmla="*/ 138120 w 137811"/>
                <a:gd name="connsiteY1" fmla="*/ 7140 h 354271"/>
                <a:gd name="connsiteX2" fmla="*/ 131034 w 137811"/>
                <a:gd name="connsiteY2" fmla="*/ 55 h 354271"/>
                <a:gd name="connsiteX3" fmla="*/ 125012 w 137811"/>
                <a:gd name="connsiteY3" fmla="*/ 3243 h 354271"/>
                <a:gd name="connsiteX4" fmla="*/ 2079 w 137811"/>
                <a:gd name="connsiteY4" fmla="*/ 340864 h 354271"/>
                <a:gd name="connsiteX5" fmla="*/ 308 w 137811"/>
                <a:gd name="connsiteY5" fmla="*/ 347241 h 354271"/>
                <a:gd name="connsiteX6" fmla="*/ 7393 w 137811"/>
                <a:gd name="connsiteY6" fmla="*/ 354326 h 354271"/>
                <a:gd name="connsiteX7" fmla="*/ 15187 w 137811"/>
                <a:gd name="connsiteY7" fmla="*/ 345824 h 354271"/>
                <a:gd name="connsiteX8" fmla="*/ 136348 w 137811"/>
                <a:gd name="connsiteY8" fmla="*/ 13517 h 35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811" h="354271">
                  <a:moveTo>
                    <a:pt x="136348" y="13517"/>
                  </a:moveTo>
                  <a:cubicBezTo>
                    <a:pt x="138120" y="8912"/>
                    <a:pt x="138120" y="7495"/>
                    <a:pt x="138120" y="7140"/>
                  </a:cubicBezTo>
                  <a:cubicBezTo>
                    <a:pt x="138120" y="3243"/>
                    <a:pt x="134931" y="55"/>
                    <a:pt x="131034" y="55"/>
                  </a:cubicBezTo>
                  <a:cubicBezTo>
                    <a:pt x="128554" y="55"/>
                    <a:pt x="126074" y="1118"/>
                    <a:pt x="125012" y="3243"/>
                  </a:cubicBezTo>
                  <a:lnTo>
                    <a:pt x="2079" y="340864"/>
                  </a:lnTo>
                  <a:cubicBezTo>
                    <a:pt x="308" y="345470"/>
                    <a:pt x="308" y="346887"/>
                    <a:pt x="308" y="347241"/>
                  </a:cubicBezTo>
                  <a:cubicBezTo>
                    <a:pt x="308" y="351138"/>
                    <a:pt x="3496" y="354326"/>
                    <a:pt x="7393" y="354326"/>
                  </a:cubicBezTo>
                  <a:cubicBezTo>
                    <a:pt x="11999" y="354326"/>
                    <a:pt x="13062" y="351847"/>
                    <a:pt x="15187" y="345824"/>
                  </a:cubicBezTo>
                  <a:lnTo>
                    <a:pt x="136348" y="13517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5A3467-2D7D-7AE3-F7C2-E83259356455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5095421" y="6775405"/>
              <a:ext cx="141354" cy="235944"/>
            </a:xfrm>
            <a:custGeom>
              <a:avLst/>
              <a:gdLst>
                <a:gd name="connsiteX0" fmla="*/ 27592 w 141354"/>
                <a:gd name="connsiteY0" fmla="*/ 208721 h 235944"/>
                <a:gd name="connsiteX1" fmla="*/ 65145 w 141354"/>
                <a:gd name="connsiteY1" fmla="*/ 172231 h 235944"/>
                <a:gd name="connsiteX2" fmla="*/ 141667 w 141354"/>
                <a:gd name="connsiteY2" fmla="*/ 68784 h 235944"/>
                <a:gd name="connsiteX3" fmla="*/ 66562 w 141354"/>
                <a:gd name="connsiteY3" fmla="*/ 55 h 235944"/>
                <a:gd name="connsiteX4" fmla="*/ 313 w 141354"/>
                <a:gd name="connsiteY4" fmla="*/ 64178 h 235944"/>
                <a:gd name="connsiteX5" fmla="*/ 19089 w 141354"/>
                <a:gd name="connsiteY5" fmla="*/ 84017 h 235944"/>
                <a:gd name="connsiteX6" fmla="*/ 37511 w 141354"/>
                <a:gd name="connsiteY6" fmla="*/ 65241 h 235944"/>
                <a:gd name="connsiteX7" fmla="*/ 18735 w 141354"/>
                <a:gd name="connsiteY7" fmla="*/ 46819 h 235944"/>
                <a:gd name="connsiteX8" fmla="*/ 14130 w 141354"/>
                <a:gd name="connsiteY8" fmla="*/ 47173 h 235944"/>
                <a:gd name="connsiteX9" fmla="*/ 61956 w 141354"/>
                <a:gd name="connsiteY9" fmla="*/ 11037 h 235944"/>
                <a:gd name="connsiteX10" fmla="*/ 109429 w 141354"/>
                <a:gd name="connsiteY10" fmla="*/ 68784 h 235944"/>
                <a:gd name="connsiteX11" fmla="*/ 72230 w 141354"/>
                <a:gd name="connsiteY11" fmla="*/ 147078 h 235944"/>
                <a:gd name="connsiteX12" fmla="*/ 4210 w 141354"/>
                <a:gd name="connsiteY12" fmla="*/ 222892 h 235944"/>
                <a:gd name="connsiteX13" fmla="*/ 313 w 141354"/>
                <a:gd name="connsiteY13" fmla="*/ 236000 h 235944"/>
                <a:gd name="connsiteX14" fmla="*/ 131748 w 141354"/>
                <a:gd name="connsiteY14" fmla="*/ 236000 h 235944"/>
                <a:gd name="connsiteX15" fmla="*/ 141667 w 141354"/>
                <a:gd name="connsiteY15" fmla="*/ 174356 h 235944"/>
                <a:gd name="connsiteX16" fmla="*/ 132810 w 141354"/>
                <a:gd name="connsiteY16" fmla="*/ 174356 h 235944"/>
                <a:gd name="connsiteX17" fmla="*/ 125017 w 141354"/>
                <a:gd name="connsiteY17" fmla="*/ 205887 h 235944"/>
                <a:gd name="connsiteX18" fmla="*/ 91361 w 141354"/>
                <a:gd name="connsiteY18" fmla="*/ 208721 h 235944"/>
                <a:gd name="connsiteX19" fmla="*/ 27592 w 141354"/>
                <a:gd name="connsiteY19" fmla="*/ 208721 h 23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1354" h="235944">
                  <a:moveTo>
                    <a:pt x="27592" y="208721"/>
                  </a:moveTo>
                  <a:lnTo>
                    <a:pt x="65145" y="172231"/>
                  </a:lnTo>
                  <a:cubicBezTo>
                    <a:pt x="120411" y="123341"/>
                    <a:pt x="141667" y="104211"/>
                    <a:pt x="141667" y="68784"/>
                  </a:cubicBezTo>
                  <a:cubicBezTo>
                    <a:pt x="141667" y="28397"/>
                    <a:pt x="109783" y="55"/>
                    <a:pt x="66562" y="55"/>
                  </a:cubicBezTo>
                  <a:cubicBezTo>
                    <a:pt x="26529" y="55"/>
                    <a:pt x="313" y="32648"/>
                    <a:pt x="313" y="64178"/>
                  </a:cubicBezTo>
                  <a:cubicBezTo>
                    <a:pt x="313" y="84017"/>
                    <a:pt x="18027" y="84017"/>
                    <a:pt x="19089" y="84017"/>
                  </a:cubicBezTo>
                  <a:cubicBezTo>
                    <a:pt x="25112" y="84017"/>
                    <a:pt x="37511" y="79766"/>
                    <a:pt x="37511" y="65241"/>
                  </a:cubicBezTo>
                  <a:cubicBezTo>
                    <a:pt x="37511" y="56030"/>
                    <a:pt x="31135" y="46819"/>
                    <a:pt x="18735" y="46819"/>
                  </a:cubicBezTo>
                  <a:cubicBezTo>
                    <a:pt x="15901" y="46819"/>
                    <a:pt x="15192" y="46819"/>
                    <a:pt x="14130" y="47173"/>
                  </a:cubicBezTo>
                  <a:cubicBezTo>
                    <a:pt x="22278" y="24145"/>
                    <a:pt x="41408" y="11037"/>
                    <a:pt x="61956" y="11037"/>
                  </a:cubicBezTo>
                  <a:cubicBezTo>
                    <a:pt x="94195" y="11037"/>
                    <a:pt x="109429" y="39733"/>
                    <a:pt x="109429" y="68784"/>
                  </a:cubicBezTo>
                  <a:cubicBezTo>
                    <a:pt x="109429" y="97125"/>
                    <a:pt x="91715" y="125113"/>
                    <a:pt x="72230" y="147078"/>
                  </a:cubicBezTo>
                  <a:lnTo>
                    <a:pt x="4210" y="222892"/>
                  </a:lnTo>
                  <a:cubicBezTo>
                    <a:pt x="313" y="226789"/>
                    <a:pt x="313" y="227497"/>
                    <a:pt x="313" y="236000"/>
                  </a:cubicBezTo>
                  <a:lnTo>
                    <a:pt x="131748" y="236000"/>
                  </a:lnTo>
                  <a:lnTo>
                    <a:pt x="141667" y="174356"/>
                  </a:lnTo>
                  <a:lnTo>
                    <a:pt x="132810" y="174356"/>
                  </a:lnTo>
                  <a:cubicBezTo>
                    <a:pt x="131039" y="184985"/>
                    <a:pt x="128559" y="200573"/>
                    <a:pt x="125017" y="205887"/>
                  </a:cubicBezTo>
                  <a:cubicBezTo>
                    <a:pt x="122537" y="208721"/>
                    <a:pt x="99155" y="208721"/>
                    <a:pt x="91361" y="208721"/>
                  </a:cubicBezTo>
                  <a:lnTo>
                    <a:pt x="27592" y="208721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91703D5-E844-FA7E-8ABA-BB9FF324647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3644984" y="7130383"/>
              <a:ext cx="171467" cy="118326"/>
            </a:xfrm>
            <a:custGeom>
              <a:avLst/>
              <a:gdLst>
                <a:gd name="connsiteX0" fmla="*/ 171740 w 171467"/>
                <a:gd name="connsiteY0" fmla="*/ 85795 h 118326"/>
                <a:gd name="connsiteX1" fmla="*/ 166780 w 171467"/>
                <a:gd name="connsiteY1" fmla="*/ 75876 h 118326"/>
                <a:gd name="connsiteX2" fmla="*/ 78213 w 171467"/>
                <a:gd name="connsiteY2" fmla="*/ 57099 h 118326"/>
                <a:gd name="connsiteX3" fmla="*/ 16569 w 171467"/>
                <a:gd name="connsiteY3" fmla="*/ 1833 h 118326"/>
                <a:gd name="connsiteX4" fmla="*/ 8775 w 171467"/>
                <a:gd name="connsiteY4" fmla="*/ 62 h 118326"/>
                <a:gd name="connsiteX5" fmla="*/ 273 w 171467"/>
                <a:gd name="connsiteY5" fmla="*/ 9273 h 118326"/>
                <a:gd name="connsiteX6" fmla="*/ 273 w 171467"/>
                <a:gd name="connsiteY6" fmla="*/ 14941 h 118326"/>
                <a:gd name="connsiteX7" fmla="*/ 164301 w 171467"/>
                <a:gd name="connsiteY7" fmla="*/ 118388 h 118326"/>
                <a:gd name="connsiteX8" fmla="*/ 171740 w 171467"/>
                <a:gd name="connsiteY8" fmla="*/ 108469 h 118326"/>
                <a:gd name="connsiteX9" fmla="*/ 171740 w 171467"/>
                <a:gd name="connsiteY9" fmla="*/ 85795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467" h="118326">
                  <a:moveTo>
                    <a:pt x="171740" y="85795"/>
                  </a:moveTo>
                  <a:cubicBezTo>
                    <a:pt x="171740" y="77647"/>
                    <a:pt x="171740" y="75876"/>
                    <a:pt x="166780" y="75876"/>
                  </a:cubicBezTo>
                  <a:cubicBezTo>
                    <a:pt x="145170" y="75521"/>
                    <a:pt x="110097" y="72687"/>
                    <a:pt x="78213" y="57099"/>
                  </a:cubicBezTo>
                  <a:cubicBezTo>
                    <a:pt x="39951" y="37969"/>
                    <a:pt x="25426" y="15650"/>
                    <a:pt x="16569" y="1833"/>
                  </a:cubicBezTo>
                  <a:cubicBezTo>
                    <a:pt x="15507" y="62"/>
                    <a:pt x="13381" y="62"/>
                    <a:pt x="8775" y="62"/>
                  </a:cubicBezTo>
                  <a:cubicBezTo>
                    <a:pt x="627" y="62"/>
                    <a:pt x="273" y="416"/>
                    <a:pt x="273" y="9273"/>
                  </a:cubicBezTo>
                  <a:lnTo>
                    <a:pt x="273" y="14941"/>
                  </a:lnTo>
                  <a:cubicBezTo>
                    <a:pt x="48454" y="101738"/>
                    <a:pt x="128165" y="118388"/>
                    <a:pt x="164301" y="118388"/>
                  </a:cubicBezTo>
                  <a:cubicBezTo>
                    <a:pt x="171740" y="118388"/>
                    <a:pt x="171740" y="118034"/>
                    <a:pt x="171740" y="108469"/>
                  </a:cubicBezTo>
                  <a:lnTo>
                    <a:pt x="171740" y="85795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1E442A0-730A-4CFD-9076-DE6BF29FC101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3812910" y="7206199"/>
              <a:ext cx="481830" cy="42511"/>
            </a:xfrm>
            <a:custGeom>
              <a:avLst/>
              <a:gdLst>
                <a:gd name="connsiteX0" fmla="*/ 0 w 481830"/>
                <a:gd name="connsiteY0" fmla="*/ 0 h 42511"/>
                <a:gd name="connsiteX1" fmla="*/ 481829 w 481830"/>
                <a:gd name="connsiteY1" fmla="*/ 0 h 42511"/>
                <a:gd name="connsiteX2" fmla="*/ 481829 w 481830"/>
                <a:gd name="connsiteY2" fmla="*/ 42511 h 42511"/>
                <a:gd name="connsiteX3" fmla="*/ 0 w 481830"/>
                <a:gd name="connsiteY3" fmla="*/ 42511 h 4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830" h="42511">
                  <a:moveTo>
                    <a:pt x="0" y="0"/>
                  </a:moveTo>
                  <a:lnTo>
                    <a:pt x="481829" y="0"/>
                  </a:lnTo>
                  <a:lnTo>
                    <a:pt x="481829" y="42511"/>
                  </a:lnTo>
                  <a:lnTo>
                    <a:pt x="0" y="42511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32DD7D3-F498-1191-D015-12A40B5C7D6F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4291198" y="7206197"/>
              <a:ext cx="171467" cy="118326"/>
            </a:xfrm>
            <a:custGeom>
              <a:avLst/>
              <a:gdLst>
                <a:gd name="connsiteX0" fmla="*/ 171758 w 171467"/>
                <a:gd name="connsiteY0" fmla="*/ 103509 h 118326"/>
                <a:gd name="connsiteX1" fmla="*/ 7731 w 171467"/>
                <a:gd name="connsiteY1" fmla="*/ 62 h 118326"/>
                <a:gd name="connsiteX2" fmla="*/ 291 w 171467"/>
                <a:gd name="connsiteY2" fmla="*/ 9981 h 118326"/>
                <a:gd name="connsiteX3" fmla="*/ 291 w 171467"/>
                <a:gd name="connsiteY3" fmla="*/ 32655 h 118326"/>
                <a:gd name="connsiteX4" fmla="*/ 5251 w 171467"/>
                <a:gd name="connsiteY4" fmla="*/ 42574 h 118326"/>
                <a:gd name="connsiteX5" fmla="*/ 93819 w 171467"/>
                <a:gd name="connsiteY5" fmla="*/ 61351 h 118326"/>
                <a:gd name="connsiteX6" fmla="*/ 155462 w 171467"/>
                <a:gd name="connsiteY6" fmla="*/ 116617 h 118326"/>
                <a:gd name="connsiteX7" fmla="*/ 163256 w 171467"/>
                <a:gd name="connsiteY7" fmla="*/ 118388 h 118326"/>
                <a:gd name="connsiteX8" fmla="*/ 171758 w 171467"/>
                <a:gd name="connsiteY8" fmla="*/ 109177 h 118326"/>
                <a:gd name="connsiteX9" fmla="*/ 171758 w 171467"/>
                <a:gd name="connsiteY9" fmla="*/ 103509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1467" h="118326">
                  <a:moveTo>
                    <a:pt x="171758" y="103509"/>
                  </a:moveTo>
                  <a:cubicBezTo>
                    <a:pt x="123577" y="16712"/>
                    <a:pt x="43866" y="62"/>
                    <a:pt x="7731" y="62"/>
                  </a:cubicBezTo>
                  <a:cubicBezTo>
                    <a:pt x="291" y="62"/>
                    <a:pt x="291" y="416"/>
                    <a:pt x="291" y="9981"/>
                  </a:cubicBezTo>
                  <a:lnTo>
                    <a:pt x="291" y="32655"/>
                  </a:lnTo>
                  <a:cubicBezTo>
                    <a:pt x="291" y="40803"/>
                    <a:pt x="291" y="42574"/>
                    <a:pt x="5251" y="42574"/>
                  </a:cubicBezTo>
                  <a:cubicBezTo>
                    <a:pt x="26861" y="42928"/>
                    <a:pt x="61934" y="45763"/>
                    <a:pt x="93819" y="61351"/>
                  </a:cubicBezTo>
                  <a:cubicBezTo>
                    <a:pt x="132080" y="80481"/>
                    <a:pt x="146605" y="102800"/>
                    <a:pt x="155462" y="116617"/>
                  </a:cubicBezTo>
                  <a:cubicBezTo>
                    <a:pt x="156525" y="118388"/>
                    <a:pt x="158650" y="118388"/>
                    <a:pt x="163256" y="118388"/>
                  </a:cubicBezTo>
                  <a:cubicBezTo>
                    <a:pt x="171404" y="118388"/>
                    <a:pt x="171758" y="118034"/>
                    <a:pt x="171758" y="109177"/>
                  </a:cubicBezTo>
                  <a:lnTo>
                    <a:pt x="171758" y="103509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7CD7F26-A05B-3DA4-C687-0F7AE9139CC0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4445662" y="7206197"/>
              <a:ext cx="171467" cy="118326"/>
            </a:xfrm>
            <a:custGeom>
              <a:avLst/>
              <a:gdLst>
                <a:gd name="connsiteX0" fmla="*/ 171763 w 171467"/>
                <a:gd name="connsiteY0" fmla="*/ 9981 h 118326"/>
                <a:gd name="connsiteX1" fmla="*/ 164323 w 171467"/>
                <a:gd name="connsiteY1" fmla="*/ 62 h 118326"/>
                <a:gd name="connsiteX2" fmla="*/ 295 w 171467"/>
                <a:gd name="connsiteY2" fmla="*/ 103509 h 118326"/>
                <a:gd name="connsiteX3" fmla="*/ 295 w 171467"/>
                <a:gd name="connsiteY3" fmla="*/ 109177 h 118326"/>
                <a:gd name="connsiteX4" fmla="*/ 8798 w 171467"/>
                <a:gd name="connsiteY4" fmla="*/ 118388 h 118326"/>
                <a:gd name="connsiteX5" fmla="*/ 17655 w 171467"/>
                <a:gd name="connsiteY5" fmla="*/ 115554 h 118326"/>
                <a:gd name="connsiteX6" fmla="*/ 167512 w 171467"/>
                <a:gd name="connsiteY6" fmla="*/ 42574 h 118326"/>
                <a:gd name="connsiteX7" fmla="*/ 171763 w 171467"/>
                <a:gd name="connsiteY7" fmla="*/ 32655 h 118326"/>
                <a:gd name="connsiteX8" fmla="*/ 171763 w 171467"/>
                <a:gd name="connsiteY8" fmla="*/ 9981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467" h="118326">
                  <a:moveTo>
                    <a:pt x="171763" y="9981"/>
                  </a:moveTo>
                  <a:cubicBezTo>
                    <a:pt x="171763" y="416"/>
                    <a:pt x="171763" y="62"/>
                    <a:pt x="164323" y="62"/>
                  </a:cubicBezTo>
                  <a:cubicBezTo>
                    <a:pt x="128187" y="62"/>
                    <a:pt x="48476" y="17067"/>
                    <a:pt x="295" y="103509"/>
                  </a:cubicBezTo>
                  <a:lnTo>
                    <a:pt x="295" y="109177"/>
                  </a:lnTo>
                  <a:cubicBezTo>
                    <a:pt x="295" y="118034"/>
                    <a:pt x="650" y="118388"/>
                    <a:pt x="8798" y="118388"/>
                  </a:cubicBezTo>
                  <a:cubicBezTo>
                    <a:pt x="15529" y="118388"/>
                    <a:pt x="15883" y="118034"/>
                    <a:pt x="17655" y="115554"/>
                  </a:cubicBezTo>
                  <a:cubicBezTo>
                    <a:pt x="46705" y="69145"/>
                    <a:pt x="95594" y="43991"/>
                    <a:pt x="167512" y="42574"/>
                  </a:cubicBezTo>
                  <a:cubicBezTo>
                    <a:pt x="171763" y="42574"/>
                    <a:pt x="171763" y="40094"/>
                    <a:pt x="171763" y="32655"/>
                  </a:cubicBezTo>
                  <a:lnTo>
                    <a:pt x="171763" y="9981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F4D240B-CDF7-3CCA-24A8-B9D453EF53A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4613588" y="7206199"/>
              <a:ext cx="481830" cy="42511"/>
            </a:xfrm>
            <a:custGeom>
              <a:avLst/>
              <a:gdLst>
                <a:gd name="connsiteX0" fmla="*/ 0 w 481830"/>
                <a:gd name="connsiteY0" fmla="*/ 0 h 42511"/>
                <a:gd name="connsiteX1" fmla="*/ 481830 w 481830"/>
                <a:gd name="connsiteY1" fmla="*/ 0 h 42511"/>
                <a:gd name="connsiteX2" fmla="*/ 481830 w 481830"/>
                <a:gd name="connsiteY2" fmla="*/ 42511 h 42511"/>
                <a:gd name="connsiteX3" fmla="*/ 0 w 481830"/>
                <a:gd name="connsiteY3" fmla="*/ 42511 h 42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830" h="42511">
                  <a:moveTo>
                    <a:pt x="0" y="0"/>
                  </a:moveTo>
                  <a:lnTo>
                    <a:pt x="481830" y="0"/>
                  </a:lnTo>
                  <a:lnTo>
                    <a:pt x="481830" y="42511"/>
                  </a:lnTo>
                  <a:lnTo>
                    <a:pt x="0" y="42511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5F2FBD6-0EC3-D117-A19A-E49D2E27AD80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5091876" y="7130383"/>
              <a:ext cx="171467" cy="118326"/>
            </a:xfrm>
            <a:custGeom>
              <a:avLst/>
              <a:gdLst>
                <a:gd name="connsiteX0" fmla="*/ 171781 w 171467"/>
                <a:gd name="connsiteY0" fmla="*/ 9273 h 118326"/>
                <a:gd name="connsiteX1" fmla="*/ 163278 w 171467"/>
                <a:gd name="connsiteY1" fmla="*/ 62 h 118326"/>
                <a:gd name="connsiteX2" fmla="*/ 154422 w 171467"/>
                <a:gd name="connsiteY2" fmla="*/ 2896 h 118326"/>
                <a:gd name="connsiteX3" fmla="*/ 4565 w 171467"/>
                <a:gd name="connsiteY3" fmla="*/ 75876 h 118326"/>
                <a:gd name="connsiteX4" fmla="*/ 313 w 171467"/>
                <a:gd name="connsiteY4" fmla="*/ 85795 h 118326"/>
                <a:gd name="connsiteX5" fmla="*/ 313 w 171467"/>
                <a:gd name="connsiteY5" fmla="*/ 108469 h 118326"/>
                <a:gd name="connsiteX6" fmla="*/ 7753 w 171467"/>
                <a:gd name="connsiteY6" fmla="*/ 118388 h 118326"/>
                <a:gd name="connsiteX7" fmla="*/ 171781 w 171467"/>
                <a:gd name="connsiteY7" fmla="*/ 14941 h 118326"/>
                <a:gd name="connsiteX8" fmla="*/ 171781 w 171467"/>
                <a:gd name="connsiteY8" fmla="*/ 9273 h 118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467" h="118326">
                  <a:moveTo>
                    <a:pt x="171781" y="9273"/>
                  </a:moveTo>
                  <a:cubicBezTo>
                    <a:pt x="171781" y="416"/>
                    <a:pt x="171427" y="62"/>
                    <a:pt x="163278" y="62"/>
                  </a:cubicBezTo>
                  <a:cubicBezTo>
                    <a:pt x="156547" y="62"/>
                    <a:pt x="156193" y="416"/>
                    <a:pt x="154422" y="2896"/>
                  </a:cubicBezTo>
                  <a:cubicBezTo>
                    <a:pt x="125371" y="49305"/>
                    <a:pt x="76482" y="74459"/>
                    <a:pt x="4565" y="75876"/>
                  </a:cubicBezTo>
                  <a:cubicBezTo>
                    <a:pt x="313" y="75876"/>
                    <a:pt x="313" y="78356"/>
                    <a:pt x="313" y="85795"/>
                  </a:cubicBezTo>
                  <a:lnTo>
                    <a:pt x="313" y="108469"/>
                  </a:lnTo>
                  <a:cubicBezTo>
                    <a:pt x="313" y="118034"/>
                    <a:pt x="313" y="118388"/>
                    <a:pt x="7753" y="118388"/>
                  </a:cubicBezTo>
                  <a:cubicBezTo>
                    <a:pt x="43889" y="118388"/>
                    <a:pt x="123600" y="101383"/>
                    <a:pt x="171781" y="14941"/>
                  </a:cubicBezTo>
                  <a:lnTo>
                    <a:pt x="171781" y="9273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049B1AC-903C-77BF-EC1F-5319D86FD1F5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4200237" y="7490665"/>
              <a:ext cx="122259" cy="159953"/>
            </a:xfrm>
            <a:custGeom>
              <a:avLst/>
              <a:gdLst>
                <a:gd name="connsiteX0" fmla="*/ 121555 w 122259"/>
                <a:gd name="connsiteY0" fmla="*/ 17927 h 159953"/>
                <a:gd name="connsiteX1" fmla="*/ 122547 w 122259"/>
                <a:gd name="connsiteY1" fmla="*/ 12719 h 159953"/>
                <a:gd name="connsiteX2" fmla="*/ 114115 w 122259"/>
                <a:gd name="connsiteY2" fmla="*/ 4783 h 159953"/>
                <a:gd name="connsiteX3" fmla="*/ 102708 w 122259"/>
                <a:gd name="connsiteY3" fmla="*/ 14207 h 159953"/>
                <a:gd name="connsiteX4" fmla="*/ 77165 w 122259"/>
                <a:gd name="connsiteY4" fmla="*/ 71 h 159953"/>
                <a:gd name="connsiteX5" fmla="*/ 13679 w 122259"/>
                <a:gd name="connsiteY5" fmla="*/ 68765 h 159953"/>
                <a:gd name="connsiteX6" fmla="*/ 51374 w 122259"/>
                <a:gd name="connsiteY6" fmla="*/ 109435 h 159953"/>
                <a:gd name="connsiteX7" fmla="*/ 82373 w 122259"/>
                <a:gd name="connsiteY7" fmla="*/ 96044 h 159953"/>
                <a:gd name="connsiteX8" fmla="*/ 76917 w 122259"/>
                <a:gd name="connsiteY8" fmla="*/ 118363 h 159953"/>
                <a:gd name="connsiteX9" fmla="*/ 63029 w 122259"/>
                <a:gd name="connsiteY9" fmla="*/ 143906 h 159953"/>
                <a:gd name="connsiteX10" fmla="*/ 35255 w 122259"/>
                <a:gd name="connsiteY10" fmla="*/ 153081 h 159953"/>
                <a:gd name="connsiteX11" fmla="*/ 16159 w 122259"/>
                <a:gd name="connsiteY11" fmla="*/ 151345 h 159953"/>
                <a:gd name="connsiteX12" fmla="*/ 24095 w 122259"/>
                <a:gd name="connsiteY12" fmla="*/ 138946 h 159953"/>
                <a:gd name="connsiteX13" fmla="*/ 14423 w 122259"/>
                <a:gd name="connsiteY13" fmla="*/ 129770 h 159953"/>
                <a:gd name="connsiteX14" fmla="*/ 288 w 122259"/>
                <a:gd name="connsiteY14" fmla="*/ 144898 h 159953"/>
                <a:gd name="connsiteX15" fmla="*/ 35503 w 122259"/>
                <a:gd name="connsiteY15" fmla="*/ 160025 h 159953"/>
                <a:gd name="connsiteX16" fmla="*/ 94524 w 122259"/>
                <a:gd name="connsiteY16" fmla="*/ 126050 h 159953"/>
                <a:gd name="connsiteX17" fmla="*/ 121555 w 122259"/>
                <a:gd name="connsiteY17" fmla="*/ 17927 h 159953"/>
                <a:gd name="connsiteX18" fmla="*/ 87332 w 122259"/>
                <a:gd name="connsiteY18" fmla="*/ 76452 h 159953"/>
                <a:gd name="connsiteX19" fmla="*/ 82125 w 122259"/>
                <a:gd name="connsiteY19" fmla="*/ 85628 h 159953"/>
                <a:gd name="connsiteX20" fmla="*/ 52118 w 122259"/>
                <a:gd name="connsiteY20" fmla="*/ 102491 h 159953"/>
                <a:gd name="connsiteX21" fmla="*/ 33519 w 122259"/>
                <a:gd name="connsiteY21" fmla="*/ 78932 h 159953"/>
                <a:gd name="connsiteX22" fmla="*/ 46662 w 122259"/>
                <a:gd name="connsiteY22" fmla="*/ 29334 h 159953"/>
                <a:gd name="connsiteX23" fmla="*/ 77165 w 122259"/>
                <a:gd name="connsiteY23" fmla="*/ 7015 h 159953"/>
                <a:gd name="connsiteX24" fmla="*/ 99236 w 122259"/>
                <a:gd name="connsiteY24" fmla="*/ 28094 h 159953"/>
                <a:gd name="connsiteX25" fmla="*/ 98492 w 122259"/>
                <a:gd name="connsiteY25" fmla="*/ 31814 h 159953"/>
                <a:gd name="connsiteX26" fmla="*/ 87332 w 122259"/>
                <a:gd name="connsiteY26" fmla="*/ 76452 h 159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2259" h="159953">
                  <a:moveTo>
                    <a:pt x="121555" y="17927"/>
                  </a:moveTo>
                  <a:cubicBezTo>
                    <a:pt x="122547" y="14207"/>
                    <a:pt x="122547" y="12967"/>
                    <a:pt x="122547" y="12719"/>
                  </a:cubicBezTo>
                  <a:cubicBezTo>
                    <a:pt x="122547" y="7263"/>
                    <a:pt x="118083" y="4783"/>
                    <a:pt x="114115" y="4783"/>
                  </a:cubicBezTo>
                  <a:cubicBezTo>
                    <a:pt x="108412" y="4783"/>
                    <a:pt x="103700" y="9495"/>
                    <a:pt x="102708" y="14207"/>
                  </a:cubicBezTo>
                  <a:cubicBezTo>
                    <a:pt x="98492" y="7511"/>
                    <a:pt x="90060" y="71"/>
                    <a:pt x="77165" y="71"/>
                  </a:cubicBezTo>
                  <a:cubicBezTo>
                    <a:pt x="46166" y="71"/>
                    <a:pt x="13679" y="33302"/>
                    <a:pt x="13679" y="68765"/>
                  </a:cubicBezTo>
                  <a:cubicBezTo>
                    <a:pt x="13679" y="94308"/>
                    <a:pt x="31039" y="109435"/>
                    <a:pt x="51374" y="109435"/>
                  </a:cubicBezTo>
                  <a:cubicBezTo>
                    <a:pt x="62781" y="109435"/>
                    <a:pt x="73693" y="103731"/>
                    <a:pt x="82373" y="96044"/>
                  </a:cubicBezTo>
                  <a:lnTo>
                    <a:pt x="76917" y="118363"/>
                  </a:lnTo>
                  <a:cubicBezTo>
                    <a:pt x="74189" y="128778"/>
                    <a:pt x="72453" y="135474"/>
                    <a:pt x="63029" y="143906"/>
                  </a:cubicBezTo>
                  <a:cubicBezTo>
                    <a:pt x="52118" y="153081"/>
                    <a:pt x="41454" y="153081"/>
                    <a:pt x="35255" y="153081"/>
                  </a:cubicBezTo>
                  <a:cubicBezTo>
                    <a:pt x="23847" y="153081"/>
                    <a:pt x="20623" y="152337"/>
                    <a:pt x="16159" y="151345"/>
                  </a:cubicBezTo>
                  <a:cubicBezTo>
                    <a:pt x="22359" y="148370"/>
                    <a:pt x="24095" y="142418"/>
                    <a:pt x="24095" y="138946"/>
                  </a:cubicBezTo>
                  <a:cubicBezTo>
                    <a:pt x="24095" y="132994"/>
                    <a:pt x="19383" y="129770"/>
                    <a:pt x="14423" y="129770"/>
                  </a:cubicBezTo>
                  <a:cubicBezTo>
                    <a:pt x="7480" y="129770"/>
                    <a:pt x="288" y="135474"/>
                    <a:pt x="288" y="144898"/>
                  </a:cubicBezTo>
                  <a:cubicBezTo>
                    <a:pt x="288" y="159777"/>
                    <a:pt x="21615" y="160025"/>
                    <a:pt x="35503" y="160025"/>
                  </a:cubicBezTo>
                  <a:cubicBezTo>
                    <a:pt x="74437" y="160025"/>
                    <a:pt x="91052" y="140186"/>
                    <a:pt x="94524" y="126050"/>
                  </a:cubicBezTo>
                  <a:lnTo>
                    <a:pt x="121555" y="17927"/>
                  </a:lnTo>
                  <a:close/>
                  <a:moveTo>
                    <a:pt x="87332" y="76452"/>
                  </a:moveTo>
                  <a:cubicBezTo>
                    <a:pt x="86341" y="80172"/>
                    <a:pt x="86341" y="80668"/>
                    <a:pt x="82125" y="85628"/>
                  </a:cubicBezTo>
                  <a:cubicBezTo>
                    <a:pt x="73445" y="96044"/>
                    <a:pt x="61542" y="102491"/>
                    <a:pt x="52118" y="102491"/>
                  </a:cubicBezTo>
                  <a:cubicBezTo>
                    <a:pt x="39470" y="102491"/>
                    <a:pt x="33519" y="91828"/>
                    <a:pt x="33519" y="78932"/>
                  </a:cubicBezTo>
                  <a:cubicBezTo>
                    <a:pt x="33519" y="68021"/>
                    <a:pt x="40214" y="40246"/>
                    <a:pt x="46662" y="29334"/>
                  </a:cubicBezTo>
                  <a:cubicBezTo>
                    <a:pt x="57078" y="11975"/>
                    <a:pt x="68733" y="7015"/>
                    <a:pt x="77165" y="7015"/>
                  </a:cubicBezTo>
                  <a:cubicBezTo>
                    <a:pt x="94524" y="7015"/>
                    <a:pt x="99236" y="25614"/>
                    <a:pt x="99236" y="28094"/>
                  </a:cubicBezTo>
                  <a:cubicBezTo>
                    <a:pt x="99236" y="28590"/>
                    <a:pt x="99236" y="29086"/>
                    <a:pt x="98492" y="31814"/>
                  </a:cubicBezTo>
                  <a:lnTo>
                    <a:pt x="87332" y="76452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F9122DB-3BF0-368A-069E-BE06CDFC9212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4365202" y="7414036"/>
              <a:ext cx="64477" cy="247742"/>
            </a:xfrm>
            <a:custGeom>
              <a:avLst/>
              <a:gdLst>
                <a:gd name="connsiteX0" fmla="*/ 59810 w 64477"/>
                <a:gd name="connsiteY0" fmla="*/ 71 h 247742"/>
                <a:gd name="connsiteX1" fmla="*/ 292 w 64477"/>
                <a:gd name="connsiteY1" fmla="*/ 123818 h 247742"/>
                <a:gd name="connsiteX2" fmla="*/ 59810 w 64477"/>
                <a:gd name="connsiteY2" fmla="*/ 247814 h 247742"/>
                <a:gd name="connsiteX3" fmla="*/ 64770 w 64477"/>
                <a:gd name="connsiteY3" fmla="*/ 244838 h 247742"/>
                <a:gd name="connsiteX4" fmla="*/ 62290 w 64477"/>
                <a:gd name="connsiteY4" fmla="*/ 241118 h 247742"/>
                <a:gd name="connsiteX5" fmla="*/ 17155 w 64477"/>
                <a:gd name="connsiteY5" fmla="*/ 124066 h 247742"/>
                <a:gd name="connsiteX6" fmla="*/ 63034 w 64477"/>
                <a:gd name="connsiteY6" fmla="*/ 6023 h 247742"/>
                <a:gd name="connsiteX7" fmla="*/ 64770 w 64477"/>
                <a:gd name="connsiteY7" fmla="*/ 3047 h 247742"/>
                <a:gd name="connsiteX8" fmla="*/ 59810 w 64477"/>
                <a:gd name="connsiteY8" fmla="*/ 71 h 24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4477" h="247742">
                  <a:moveTo>
                    <a:pt x="59810" y="71"/>
                  </a:moveTo>
                  <a:cubicBezTo>
                    <a:pt x="12692" y="33302"/>
                    <a:pt x="292" y="85876"/>
                    <a:pt x="292" y="123818"/>
                  </a:cubicBezTo>
                  <a:cubicBezTo>
                    <a:pt x="292" y="158785"/>
                    <a:pt x="10708" y="213095"/>
                    <a:pt x="59810" y="247814"/>
                  </a:cubicBezTo>
                  <a:cubicBezTo>
                    <a:pt x="61794" y="247814"/>
                    <a:pt x="64770" y="247814"/>
                    <a:pt x="64770" y="244838"/>
                  </a:cubicBezTo>
                  <a:cubicBezTo>
                    <a:pt x="64770" y="243350"/>
                    <a:pt x="64026" y="242854"/>
                    <a:pt x="62290" y="241118"/>
                  </a:cubicBezTo>
                  <a:cubicBezTo>
                    <a:pt x="29307" y="211359"/>
                    <a:pt x="17155" y="169201"/>
                    <a:pt x="17155" y="124066"/>
                  </a:cubicBezTo>
                  <a:cubicBezTo>
                    <a:pt x="17155" y="57109"/>
                    <a:pt x="42698" y="24374"/>
                    <a:pt x="63034" y="6023"/>
                  </a:cubicBezTo>
                  <a:cubicBezTo>
                    <a:pt x="64026" y="5031"/>
                    <a:pt x="64770" y="4287"/>
                    <a:pt x="64770" y="3047"/>
                  </a:cubicBezTo>
                  <a:cubicBezTo>
                    <a:pt x="64770" y="71"/>
                    <a:pt x="61794" y="71"/>
                    <a:pt x="59810" y="71"/>
                  </a:cubicBez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30D2B75-9B1E-F3BE-8489-271358C54DD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4459297" y="7490665"/>
              <a:ext cx="132674" cy="111843"/>
            </a:xfrm>
            <a:custGeom>
              <a:avLst/>
              <a:gdLst>
                <a:gd name="connsiteX0" fmla="*/ 50141 w 132674"/>
                <a:gd name="connsiteY0" fmla="*/ 83148 h 111843"/>
                <a:gd name="connsiteX1" fmla="*/ 26830 w 132674"/>
                <a:gd name="connsiteY1" fmla="*/ 104971 h 111843"/>
                <a:gd name="connsiteX2" fmla="*/ 13439 w 132674"/>
                <a:gd name="connsiteY2" fmla="*/ 101499 h 111843"/>
                <a:gd name="connsiteX3" fmla="*/ 24350 w 132674"/>
                <a:gd name="connsiteY3" fmla="*/ 87860 h 111843"/>
                <a:gd name="connsiteX4" fmla="*/ 14431 w 132674"/>
                <a:gd name="connsiteY4" fmla="*/ 78684 h 111843"/>
                <a:gd name="connsiteX5" fmla="*/ 295 w 132674"/>
                <a:gd name="connsiteY5" fmla="*/ 93812 h 111843"/>
                <a:gd name="connsiteX6" fmla="*/ 26334 w 132674"/>
                <a:gd name="connsiteY6" fmla="*/ 111915 h 111843"/>
                <a:gd name="connsiteX7" fmla="*/ 54109 w 132674"/>
                <a:gd name="connsiteY7" fmla="*/ 94308 h 111843"/>
                <a:gd name="connsiteX8" fmla="*/ 83620 w 132674"/>
                <a:gd name="connsiteY8" fmla="*/ 111915 h 111843"/>
                <a:gd name="connsiteX9" fmla="*/ 127266 w 132674"/>
                <a:gd name="connsiteY9" fmla="*/ 73973 h 111843"/>
                <a:gd name="connsiteX10" fmla="*/ 123298 w 132674"/>
                <a:gd name="connsiteY10" fmla="*/ 70749 h 111843"/>
                <a:gd name="connsiteX11" fmla="*/ 118586 w 132674"/>
                <a:gd name="connsiteY11" fmla="*/ 74964 h 111843"/>
                <a:gd name="connsiteX12" fmla="*/ 84612 w 132674"/>
                <a:gd name="connsiteY12" fmla="*/ 104971 h 111843"/>
                <a:gd name="connsiteX13" fmla="*/ 69484 w 132674"/>
                <a:gd name="connsiteY13" fmla="*/ 88852 h 111843"/>
                <a:gd name="connsiteX14" fmla="*/ 82380 w 132674"/>
                <a:gd name="connsiteY14" fmla="*/ 32310 h 111843"/>
                <a:gd name="connsiteX15" fmla="*/ 106683 w 132674"/>
                <a:gd name="connsiteY15" fmla="*/ 7015 h 111843"/>
                <a:gd name="connsiteX16" fmla="*/ 120074 w 132674"/>
                <a:gd name="connsiteY16" fmla="*/ 10487 h 111843"/>
                <a:gd name="connsiteX17" fmla="*/ 109163 w 132674"/>
                <a:gd name="connsiteY17" fmla="*/ 24127 h 111843"/>
                <a:gd name="connsiteX18" fmla="*/ 119082 w 132674"/>
                <a:gd name="connsiteY18" fmla="*/ 33302 h 111843"/>
                <a:gd name="connsiteX19" fmla="*/ 132970 w 132674"/>
                <a:gd name="connsiteY19" fmla="*/ 18175 h 111843"/>
                <a:gd name="connsiteX20" fmla="*/ 107179 w 132674"/>
                <a:gd name="connsiteY20" fmla="*/ 71 h 111843"/>
                <a:gd name="connsiteX21" fmla="*/ 79404 w 132674"/>
                <a:gd name="connsiteY21" fmla="*/ 17679 h 111843"/>
                <a:gd name="connsiteX22" fmla="*/ 49645 w 132674"/>
                <a:gd name="connsiteY22" fmla="*/ 71 h 111843"/>
                <a:gd name="connsiteX23" fmla="*/ 5999 w 132674"/>
                <a:gd name="connsiteY23" fmla="*/ 38014 h 111843"/>
                <a:gd name="connsiteX24" fmla="*/ 10215 w 132674"/>
                <a:gd name="connsiteY24" fmla="*/ 41238 h 111843"/>
                <a:gd name="connsiteX25" fmla="*/ 14927 w 132674"/>
                <a:gd name="connsiteY25" fmla="*/ 37022 h 111843"/>
                <a:gd name="connsiteX26" fmla="*/ 48901 w 132674"/>
                <a:gd name="connsiteY26" fmla="*/ 7015 h 111843"/>
                <a:gd name="connsiteX27" fmla="*/ 63781 w 132674"/>
                <a:gd name="connsiteY27" fmla="*/ 23383 h 111843"/>
                <a:gd name="connsiteX28" fmla="*/ 58573 w 132674"/>
                <a:gd name="connsiteY28" fmla="*/ 49174 h 111843"/>
                <a:gd name="connsiteX29" fmla="*/ 50141 w 132674"/>
                <a:gd name="connsiteY29" fmla="*/ 83148 h 11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32674" h="111843">
                  <a:moveTo>
                    <a:pt x="50141" y="83148"/>
                  </a:moveTo>
                  <a:cubicBezTo>
                    <a:pt x="47661" y="91580"/>
                    <a:pt x="39478" y="104971"/>
                    <a:pt x="26830" y="104971"/>
                  </a:cubicBezTo>
                  <a:cubicBezTo>
                    <a:pt x="26086" y="104971"/>
                    <a:pt x="18646" y="104971"/>
                    <a:pt x="13439" y="101499"/>
                  </a:cubicBezTo>
                  <a:cubicBezTo>
                    <a:pt x="23606" y="98276"/>
                    <a:pt x="24350" y="89348"/>
                    <a:pt x="24350" y="87860"/>
                  </a:cubicBezTo>
                  <a:cubicBezTo>
                    <a:pt x="24350" y="82404"/>
                    <a:pt x="20134" y="78684"/>
                    <a:pt x="14431" y="78684"/>
                  </a:cubicBezTo>
                  <a:cubicBezTo>
                    <a:pt x="7487" y="78684"/>
                    <a:pt x="295" y="84636"/>
                    <a:pt x="295" y="93812"/>
                  </a:cubicBezTo>
                  <a:cubicBezTo>
                    <a:pt x="295" y="106211"/>
                    <a:pt x="14183" y="111915"/>
                    <a:pt x="26334" y="111915"/>
                  </a:cubicBezTo>
                  <a:cubicBezTo>
                    <a:pt x="37742" y="111915"/>
                    <a:pt x="47909" y="104723"/>
                    <a:pt x="54109" y="94308"/>
                  </a:cubicBezTo>
                  <a:cubicBezTo>
                    <a:pt x="60061" y="107451"/>
                    <a:pt x="73700" y="111915"/>
                    <a:pt x="83620" y="111915"/>
                  </a:cubicBezTo>
                  <a:cubicBezTo>
                    <a:pt x="112139" y="111915"/>
                    <a:pt x="127266" y="80916"/>
                    <a:pt x="127266" y="73973"/>
                  </a:cubicBezTo>
                  <a:cubicBezTo>
                    <a:pt x="127266" y="70749"/>
                    <a:pt x="124042" y="70749"/>
                    <a:pt x="123298" y="70749"/>
                  </a:cubicBezTo>
                  <a:cubicBezTo>
                    <a:pt x="119826" y="70749"/>
                    <a:pt x="119578" y="71989"/>
                    <a:pt x="118586" y="74964"/>
                  </a:cubicBezTo>
                  <a:cubicBezTo>
                    <a:pt x="113379" y="92076"/>
                    <a:pt x="98499" y="104971"/>
                    <a:pt x="84612" y="104971"/>
                  </a:cubicBezTo>
                  <a:cubicBezTo>
                    <a:pt x="74692" y="104971"/>
                    <a:pt x="69484" y="98276"/>
                    <a:pt x="69484" y="88852"/>
                  </a:cubicBezTo>
                  <a:cubicBezTo>
                    <a:pt x="69484" y="82404"/>
                    <a:pt x="75436" y="59837"/>
                    <a:pt x="82380" y="32310"/>
                  </a:cubicBezTo>
                  <a:cubicBezTo>
                    <a:pt x="87340" y="13215"/>
                    <a:pt x="98499" y="7015"/>
                    <a:pt x="106683" y="7015"/>
                  </a:cubicBezTo>
                  <a:cubicBezTo>
                    <a:pt x="107179" y="7015"/>
                    <a:pt x="114867" y="7015"/>
                    <a:pt x="120074" y="10487"/>
                  </a:cubicBezTo>
                  <a:cubicBezTo>
                    <a:pt x="112139" y="12719"/>
                    <a:pt x="109163" y="19663"/>
                    <a:pt x="109163" y="24127"/>
                  </a:cubicBezTo>
                  <a:cubicBezTo>
                    <a:pt x="109163" y="29582"/>
                    <a:pt x="113379" y="33302"/>
                    <a:pt x="119082" y="33302"/>
                  </a:cubicBezTo>
                  <a:cubicBezTo>
                    <a:pt x="124786" y="33302"/>
                    <a:pt x="132970" y="28590"/>
                    <a:pt x="132970" y="18175"/>
                  </a:cubicBezTo>
                  <a:cubicBezTo>
                    <a:pt x="132970" y="4287"/>
                    <a:pt x="117099" y="71"/>
                    <a:pt x="107179" y="71"/>
                  </a:cubicBezTo>
                  <a:cubicBezTo>
                    <a:pt x="94779" y="71"/>
                    <a:pt x="84860" y="8255"/>
                    <a:pt x="79404" y="17679"/>
                  </a:cubicBezTo>
                  <a:cubicBezTo>
                    <a:pt x="74940" y="7511"/>
                    <a:pt x="63533" y="71"/>
                    <a:pt x="49645" y="71"/>
                  </a:cubicBezTo>
                  <a:cubicBezTo>
                    <a:pt x="21870" y="71"/>
                    <a:pt x="5999" y="30574"/>
                    <a:pt x="5999" y="38014"/>
                  </a:cubicBezTo>
                  <a:cubicBezTo>
                    <a:pt x="5999" y="41238"/>
                    <a:pt x="9471" y="41238"/>
                    <a:pt x="10215" y="41238"/>
                  </a:cubicBezTo>
                  <a:cubicBezTo>
                    <a:pt x="13439" y="41238"/>
                    <a:pt x="13687" y="40246"/>
                    <a:pt x="14927" y="37022"/>
                  </a:cubicBezTo>
                  <a:cubicBezTo>
                    <a:pt x="21126" y="17679"/>
                    <a:pt x="36750" y="7015"/>
                    <a:pt x="48901" y="7015"/>
                  </a:cubicBezTo>
                  <a:cubicBezTo>
                    <a:pt x="57085" y="7015"/>
                    <a:pt x="63781" y="11479"/>
                    <a:pt x="63781" y="23383"/>
                  </a:cubicBezTo>
                  <a:cubicBezTo>
                    <a:pt x="63781" y="28342"/>
                    <a:pt x="60805" y="40742"/>
                    <a:pt x="58573" y="49174"/>
                  </a:cubicBezTo>
                  <a:lnTo>
                    <a:pt x="50141" y="83148"/>
                  </a:ln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0597DA0-6388-6977-E2C4-7C688DEFCFDD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4625654" y="7414036"/>
              <a:ext cx="64229" cy="247742"/>
            </a:xfrm>
            <a:custGeom>
              <a:avLst/>
              <a:gdLst>
                <a:gd name="connsiteX0" fmla="*/ 5012 w 64229"/>
                <a:gd name="connsiteY0" fmla="*/ 71 h 247742"/>
                <a:gd name="connsiteX1" fmla="*/ 300 w 64229"/>
                <a:gd name="connsiteY1" fmla="*/ 3047 h 247742"/>
                <a:gd name="connsiteX2" fmla="*/ 2532 w 64229"/>
                <a:gd name="connsiteY2" fmla="*/ 6767 h 247742"/>
                <a:gd name="connsiteX3" fmla="*/ 47666 w 64229"/>
                <a:gd name="connsiteY3" fmla="*/ 123818 h 247742"/>
                <a:gd name="connsiteX4" fmla="*/ 4764 w 64229"/>
                <a:gd name="connsiteY4" fmla="*/ 239134 h 247742"/>
                <a:gd name="connsiteX5" fmla="*/ 300 w 64229"/>
                <a:gd name="connsiteY5" fmla="*/ 244838 h 247742"/>
                <a:gd name="connsiteX6" fmla="*/ 3524 w 64229"/>
                <a:gd name="connsiteY6" fmla="*/ 247814 h 247742"/>
                <a:gd name="connsiteX7" fmla="*/ 46426 w 64229"/>
                <a:gd name="connsiteY7" fmla="*/ 200447 h 247742"/>
                <a:gd name="connsiteX8" fmla="*/ 64529 w 64229"/>
                <a:gd name="connsiteY8" fmla="*/ 124066 h 247742"/>
                <a:gd name="connsiteX9" fmla="*/ 5012 w 64229"/>
                <a:gd name="connsiteY9" fmla="*/ 71 h 247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229" h="247742">
                  <a:moveTo>
                    <a:pt x="5012" y="71"/>
                  </a:moveTo>
                  <a:cubicBezTo>
                    <a:pt x="3276" y="71"/>
                    <a:pt x="300" y="71"/>
                    <a:pt x="300" y="3047"/>
                  </a:cubicBezTo>
                  <a:cubicBezTo>
                    <a:pt x="300" y="4287"/>
                    <a:pt x="1044" y="5031"/>
                    <a:pt x="2532" y="6767"/>
                  </a:cubicBezTo>
                  <a:cubicBezTo>
                    <a:pt x="23859" y="26358"/>
                    <a:pt x="47666" y="59837"/>
                    <a:pt x="47666" y="123818"/>
                  </a:cubicBezTo>
                  <a:cubicBezTo>
                    <a:pt x="47666" y="175648"/>
                    <a:pt x="31546" y="214831"/>
                    <a:pt x="4764" y="239134"/>
                  </a:cubicBezTo>
                  <a:cubicBezTo>
                    <a:pt x="548" y="243350"/>
                    <a:pt x="300" y="243598"/>
                    <a:pt x="300" y="244838"/>
                  </a:cubicBezTo>
                  <a:cubicBezTo>
                    <a:pt x="300" y="246078"/>
                    <a:pt x="1044" y="247814"/>
                    <a:pt x="3524" y="247814"/>
                  </a:cubicBezTo>
                  <a:cubicBezTo>
                    <a:pt x="6499" y="247814"/>
                    <a:pt x="30059" y="231446"/>
                    <a:pt x="46426" y="200447"/>
                  </a:cubicBezTo>
                  <a:cubicBezTo>
                    <a:pt x="57337" y="179864"/>
                    <a:pt x="64529" y="153081"/>
                    <a:pt x="64529" y="124066"/>
                  </a:cubicBezTo>
                  <a:cubicBezTo>
                    <a:pt x="64529" y="89100"/>
                    <a:pt x="54114" y="34790"/>
                    <a:pt x="5012" y="71"/>
                  </a:cubicBezTo>
                  <a:close/>
                </a:path>
              </a:pathLst>
            </a:custGeom>
            <a:solidFill>
              <a:schemeClr val="tx1"/>
            </a:solidFill>
            <a:ln w="356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052AC19-1D7B-E7C7-50E2-3F92897BE703}"/>
              </a:ext>
            </a:extLst>
          </p:cNvPr>
          <p:cNvSpPr txBox="1"/>
          <p:nvPr/>
        </p:nvSpPr>
        <p:spPr>
          <a:xfrm>
            <a:off x="1765732" y="337172"/>
            <a:ext cx="5975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Fixed Point Iterations</a:t>
            </a:r>
          </a:p>
        </p:txBody>
      </p:sp>
      <p:grpSp>
        <p:nvGrpSpPr>
          <p:cNvPr id="68" name="Group 67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_{i+1} = g(x_{i}); \quad \text{Error: } \,\, &#10;\epsilon_i = |x_{i+1}-x_i|&#10;\end{align*}&#10;%%}&#10;\end{document}" title="IguanaTex Vector Display">
            <a:extLst>
              <a:ext uri="{FF2B5EF4-FFF2-40B4-BE49-F238E27FC236}">
                <a16:creationId xmlns:a16="http://schemas.microsoft.com/office/drawing/2014/main" id="{7BFA79A6-8347-4570-9557-98045992D833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642546" y="5778739"/>
            <a:ext cx="5951617" cy="345414"/>
            <a:chOff x="7857042" y="4185118"/>
            <a:chExt cx="5951617" cy="345414"/>
          </a:xfrm>
          <a:solidFill>
            <a:srgbClr val="00B0F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DA49CBB-0AAE-E7C3-D6A6-AD4948416CF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857042" y="4291506"/>
              <a:ext cx="176166" cy="156472"/>
            </a:xfrm>
            <a:custGeom>
              <a:avLst/>
              <a:gdLst>
                <a:gd name="connsiteX0" fmla="*/ 108042 w 176166"/>
                <a:gd name="connsiteY0" fmla="*/ 48413 h 156472"/>
                <a:gd name="connsiteX1" fmla="*/ 143063 w 176166"/>
                <a:gd name="connsiteY1" fmla="*/ 7654 h 156472"/>
                <a:gd name="connsiteX2" fmla="*/ 160751 w 176166"/>
                <a:gd name="connsiteY2" fmla="*/ 12144 h 156472"/>
                <a:gd name="connsiteX3" fmla="*/ 143771 w 176166"/>
                <a:gd name="connsiteY3" fmla="*/ 30797 h 156472"/>
                <a:gd name="connsiteX4" fmla="*/ 157213 w 176166"/>
                <a:gd name="connsiteY4" fmla="*/ 42886 h 156472"/>
                <a:gd name="connsiteX5" fmla="*/ 176316 w 176166"/>
                <a:gd name="connsiteY5" fmla="*/ 22852 h 156472"/>
                <a:gd name="connsiteX6" fmla="*/ 143417 w 176166"/>
                <a:gd name="connsiteY6" fmla="*/ 55 h 156472"/>
                <a:gd name="connsiteX7" fmla="*/ 106274 w 176166"/>
                <a:gd name="connsiteY7" fmla="*/ 26306 h 156472"/>
                <a:gd name="connsiteX8" fmla="*/ 68069 w 176166"/>
                <a:gd name="connsiteY8" fmla="*/ 55 h 156472"/>
                <a:gd name="connsiteX9" fmla="*/ 11116 w 176166"/>
                <a:gd name="connsiteY9" fmla="*/ 53249 h 156472"/>
                <a:gd name="connsiteX10" fmla="*/ 15361 w 176166"/>
                <a:gd name="connsiteY10" fmla="*/ 56703 h 156472"/>
                <a:gd name="connsiteX11" fmla="*/ 19959 w 176166"/>
                <a:gd name="connsiteY11" fmla="*/ 52903 h 156472"/>
                <a:gd name="connsiteX12" fmla="*/ 67361 w 176166"/>
                <a:gd name="connsiteY12" fmla="*/ 7654 h 156472"/>
                <a:gd name="connsiteX13" fmla="*/ 86464 w 176166"/>
                <a:gd name="connsiteY13" fmla="*/ 30797 h 156472"/>
                <a:gd name="connsiteX14" fmla="*/ 67361 w 176166"/>
                <a:gd name="connsiteY14" fmla="*/ 113006 h 156472"/>
                <a:gd name="connsiteX15" fmla="*/ 33755 w 176166"/>
                <a:gd name="connsiteY15" fmla="*/ 148929 h 156472"/>
                <a:gd name="connsiteX16" fmla="*/ 16068 w 176166"/>
                <a:gd name="connsiteY16" fmla="*/ 144438 h 156472"/>
                <a:gd name="connsiteX17" fmla="*/ 32694 w 176166"/>
                <a:gd name="connsiteY17" fmla="*/ 125786 h 156472"/>
                <a:gd name="connsiteX18" fmla="*/ 19606 w 176166"/>
                <a:gd name="connsiteY18" fmla="*/ 113696 h 156472"/>
                <a:gd name="connsiteX19" fmla="*/ 149 w 176166"/>
                <a:gd name="connsiteY19" fmla="*/ 133730 h 156472"/>
                <a:gd name="connsiteX20" fmla="*/ 33402 w 176166"/>
                <a:gd name="connsiteY20" fmla="*/ 156528 h 156472"/>
                <a:gd name="connsiteX21" fmla="*/ 70545 w 176166"/>
                <a:gd name="connsiteY21" fmla="*/ 130276 h 156472"/>
                <a:gd name="connsiteX22" fmla="*/ 108750 w 176166"/>
                <a:gd name="connsiteY22" fmla="*/ 156528 h 156472"/>
                <a:gd name="connsiteX23" fmla="*/ 165349 w 176166"/>
                <a:gd name="connsiteY23" fmla="*/ 103334 h 156472"/>
                <a:gd name="connsiteX24" fmla="*/ 161105 w 176166"/>
                <a:gd name="connsiteY24" fmla="*/ 99880 h 156472"/>
                <a:gd name="connsiteX25" fmla="*/ 156506 w 176166"/>
                <a:gd name="connsiteY25" fmla="*/ 103679 h 156472"/>
                <a:gd name="connsiteX26" fmla="*/ 109457 w 176166"/>
                <a:gd name="connsiteY26" fmla="*/ 148929 h 156472"/>
                <a:gd name="connsiteX27" fmla="*/ 90001 w 176166"/>
                <a:gd name="connsiteY27" fmla="*/ 126131 h 156472"/>
                <a:gd name="connsiteX28" fmla="*/ 96015 w 176166"/>
                <a:gd name="connsiteY28" fmla="*/ 95735 h 156472"/>
                <a:gd name="connsiteX29" fmla="*/ 108042 w 176166"/>
                <a:gd name="connsiteY29" fmla="*/ 48413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166" h="156472">
                  <a:moveTo>
                    <a:pt x="108042" y="48413"/>
                  </a:moveTo>
                  <a:cubicBezTo>
                    <a:pt x="110165" y="39432"/>
                    <a:pt x="118301" y="7654"/>
                    <a:pt x="143063" y="7654"/>
                  </a:cubicBezTo>
                  <a:cubicBezTo>
                    <a:pt x="144832" y="7654"/>
                    <a:pt x="153322" y="7654"/>
                    <a:pt x="160751" y="12144"/>
                  </a:cubicBezTo>
                  <a:cubicBezTo>
                    <a:pt x="150846" y="13872"/>
                    <a:pt x="143771" y="22507"/>
                    <a:pt x="143771" y="30797"/>
                  </a:cubicBezTo>
                  <a:cubicBezTo>
                    <a:pt x="143771" y="36323"/>
                    <a:pt x="147662" y="42886"/>
                    <a:pt x="157213" y="42886"/>
                  </a:cubicBezTo>
                  <a:cubicBezTo>
                    <a:pt x="164996" y="42886"/>
                    <a:pt x="176316" y="36669"/>
                    <a:pt x="176316" y="22852"/>
                  </a:cubicBezTo>
                  <a:cubicBezTo>
                    <a:pt x="176316" y="4891"/>
                    <a:pt x="155445" y="55"/>
                    <a:pt x="143417" y="55"/>
                  </a:cubicBezTo>
                  <a:cubicBezTo>
                    <a:pt x="122900" y="55"/>
                    <a:pt x="110519" y="18362"/>
                    <a:pt x="106274" y="26306"/>
                  </a:cubicBezTo>
                  <a:cubicBezTo>
                    <a:pt x="97430" y="3509"/>
                    <a:pt x="78328" y="55"/>
                    <a:pt x="68069" y="55"/>
                  </a:cubicBezTo>
                  <a:cubicBezTo>
                    <a:pt x="31279" y="55"/>
                    <a:pt x="11116" y="44613"/>
                    <a:pt x="11116" y="53249"/>
                  </a:cubicBezTo>
                  <a:cubicBezTo>
                    <a:pt x="11116" y="56703"/>
                    <a:pt x="14653" y="56703"/>
                    <a:pt x="15361" y="56703"/>
                  </a:cubicBezTo>
                  <a:cubicBezTo>
                    <a:pt x="18191" y="56703"/>
                    <a:pt x="19252" y="56012"/>
                    <a:pt x="19959" y="52903"/>
                  </a:cubicBezTo>
                  <a:cubicBezTo>
                    <a:pt x="31987" y="16289"/>
                    <a:pt x="55334" y="7654"/>
                    <a:pt x="67361" y="7654"/>
                  </a:cubicBezTo>
                  <a:cubicBezTo>
                    <a:pt x="74083" y="7654"/>
                    <a:pt x="86464" y="10763"/>
                    <a:pt x="86464" y="30797"/>
                  </a:cubicBezTo>
                  <a:cubicBezTo>
                    <a:pt x="86464" y="41505"/>
                    <a:pt x="80450" y="64647"/>
                    <a:pt x="67361" y="113006"/>
                  </a:cubicBezTo>
                  <a:cubicBezTo>
                    <a:pt x="61701" y="134421"/>
                    <a:pt x="49320" y="148929"/>
                    <a:pt x="33755" y="148929"/>
                  </a:cubicBezTo>
                  <a:cubicBezTo>
                    <a:pt x="31633" y="148929"/>
                    <a:pt x="23497" y="148929"/>
                    <a:pt x="16068" y="144438"/>
                  </a:cubicBezTo>
                  <a:cubicBezTo>
                    <a:pt x="24912" y="142711"/>
                    <a:pt x="32694" y="135457"/>
                    <a:pt x="32694" y="125786"/>
                  </a:cubicBezTo>
                  <a:cubicBezTo>
                    <a:pt x="32694" y="116460"/>
                    <a:pt x="24912" y="113696"/>
                    <a:pt x="19606" y="113696"/>
                  </a:cubicBezTo>
                  <a:cubicBezTo>
                    <a:pt x="8993" y="113696"/>
                    <a:pt x="149" y="122677"/>
                    <a:pt x="149" y="133730"/>
                  </a:cubicBezTo>
                  <a:cubicBezTo>
                    <a:pt x="149" y="149619"/>
                    <a:pt x="17837" y="156528"/>
                    <a:pt x="33402" y="156528"/>
                  </a:cubicBezTo>
                  <a:cubicBezTo>
                    <a:pt x="56749" y="156528"/>
                    <a:pt x="69484" y="132349"/>
                    <a:pt x="70545" y="130276"/>
                  </a:cubicBezTo>
                  <a:cubicBezTo>
                    <a:pt x="74790" y="143057"/>
                    <a:pt x="87525" y="156528"/>
                    <a:pt x="108750" y="156528"/>
                  </a:cubicBezTo>
                  <a:cubicBezTo>
                    <a:pt x="145186" y="156528"/>
                    <a:pt x="165349" y="111969"/>
                    <a:pt x="165349" y="103334"/>
                  </a:cubicBezTo>
                  <a:cubicBezTo>
                    <a:pt x="165349" y="99880"/>
                    <a:pt x="162166" y="99880"/>
                    <a:pt x="161105" y="99880"/>
                  </a:cubicBezTo>
                  <a:cubicBezTo>
                    <a:pt x="157921" y="99880"/>
                    <a:pt x="157213" y="101261"/>
                    <a:pt x="156506" y="103679"/>
                  </a:cubicBezTo>
                  <a:cubicBezTo>
                    <a:pt x="144832" y="140639"/>
                    <a:pt x="120777" y="148929"/>
                    <a:pt x="109457" y="148929"/>
                  </a:cubicBezTo>
                  <a:cubicBezTo>
                    <a:pt x="95661" y="148929"/>
                    <a:pt x="90001" y="137875"/>
                    <a:pt x="90001" y="126131"/>
                  </a:cubicBezTo>
                  <a:cubicBezTo>
                    <a:pt x="90001" y="118532"/>
                    <a:pt x="92124" y="110933"/>
                    <a:pt x="96015" y="95735"/>
                  </a:cubicBezTo>
                  <a:lnTo>
                    <a:pt x="108042" y="48413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596AA39-16C7-2451-ABB2-F2F7411A156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060598" y="4335684"/>
              <a:ext cx="75029" cy="162724"/>
            </a:xfrm>
            <a:custGeom>
              <a:avLst/>
              <a:gdLst>
                <a:gd name="connsiteX0" fmla="*/ 68747 w 75029"/>
                <a:gd name="connsiteY0" fmla="*/ 9244 h 162724"/>
                <a:gd name="connsiteX1" fmla="*/ 58842 w 75029"/>
                <a:gd name="connsiteY1" fmla="*/ 56 h 162724"/>
                <a:gd name="connsiteX2" fmla="*/ 44975 w 75029"/>
                <a:gd name="connsiteY2" fmla="*/ 13355 h 162724"/>
                <a:gd name="connsiteX3" fmla="*/ 54880 w 75029"/>
                <a:gd name="connsiteY3" fmla="*/ 22543 h 162724"/>
                <a:gd name="connsiteX4" fmla="*/ 68747 w 75029"/>
                <a:gd name="connsiteY4" fmla="*/ 9244 h 162724"/>
                <a:gd name="connsiteX5" fmla="*/ 18232 w 75029"/>
                <a:gd name="connsiteY5" fmla="*/ 132074 h 162724"/>
                <a:gd name="connsiteX6" fmla="*/ 16003 w 75029"/>
                <a:gd name="connsiteY6" fmla="*/ 142229 h 162724"/>
                <a:gd name="connsiteX7" fmla="*/ 39527 w 75029"/>
                <a:gd name="connsiteY7" fmla="*/ 162781 h 162724"/>
                <a:gd name="connsiteX8" fmla="*/ 75185 w 75029"/>
                <a:gd name="connsiteY8" fmla="*/ 125787 h 162724"/>
                <a:gd name="connsiteX9" fmla="*/ 71223 w 75029"/>
                <a:gd name="connsiteY9" fmla="*/ 122644 h 162724"/>
                <a:gd name="connsiteX10" fmla="*/ 66518 w 75029"/>
                <a:gd name="connsiteY10" fmla="*/ 126755 h 162724"/>
                <a:gd name="connsiteX11" fmla="*/ 40270 w 75029"/>
                <a:gd name="connsiteY11" fmla="*/ 156011 h 162724"/>
                <a:gd name="connsiteX12" fmla="*/ 34080 w 75029"/>
                <a:gd name="connsiteY12" fmla="*/ 147548 h 162724"/>
                <a:gd name="connsiteX13" fmla="*/ 38042 w 75029"/>
                <a:gd name="connsiteY13" fmla="*/ 132074 h 162724"/>
                <a:gd name="connsiteX14" fmla="*/ 45965 w 75029"/>
                <a:gd name="connsiteY14" fmla="*/ 112731 h 162724"/>
                <a:gd name="connsiteX15" fmla="*/ 58099 w 75029"/>
                <a:gd name="connsiteY15" fmla="*/ 82023 h 162724"/>
                <a:gd name="connsiteX16" fmla="*/ 59585 w 75029"/>
                <a:gd name="connsiteY16" fmla="*/ 74286 h 162724"/>
                <a:gd name="connsiteX17" fmla="*/ 36061 w 75029"/>
                <a:gd name="connsiteY17" fmla="*/ 53734 h 162724"/>
                <a:gd name="connsiteX18" fmla="*/ 155 w 75029"/>
                <a:gd name="connsiteY18" fmla="*/ 90728 h 162724"/>
                <a:gd name="connsiteX19" fmla="*/ 4365 w 75029"/>
                <a:gd name="connsiteY19" fmla="*/ 93871 h 162724"/>
                <a:gd name="connsiteX20" fmla="*/ 8822 w 75029"/>
                <a:gd name="connsiteY20" fmla="*/ 90002 h 162724"/>
                <a:gd name="connsiteX21" fmla="*/ 35318 w 75029"/>
                <a:gd name="connsiteY21" fmla="*/ 60504 h 162724"/>
                <a:gd name="connsiteX22" fmla="*/ 41508 w 75029"/>
                <a:gd name="connsiteY22" fmla="*/ 68967 h 162724"/>
                <a:gd name="connsiteX23" fmla="*/ 33832 w 75029"/>
                <a:gd name="connsiteY23" fmla="*/ 93146 h 162724"/>
                <a:gd name="connsiteX24" fmla="*/ 18232 w 75029"/>
                <a:gd name="connsiteY24" fmla="*/ 132074 h 16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029" h="162724">
                  <a:moveTo>
                    <a:pt x="68747" y="9244"/>
                  </a:moveTo>
                  <a:cubicBezTo>
                    <a:pt x="68747" y="5376"/>
                    <a:pt x="65775" y="56"/>
                    <a:pt x="58842" y="56"/>
                  </a:cubicBezTo>
                  <a:cubicBezTo>
                    <a:pt x="52156" y="56"/>
                    <a:pt x="44975" y="6343"/>
                    <a:pt x="44975" y="13355"/>
                  </a:cubicBezTo>
                  <a:cubicBezTo>
                    <a:pt x="44975" y="17465"/>
                    <a:pt x="48194" y="22543"/>
                    <a:pt x="54880" y="22543"/>
                  </a:cubicBezTo>
                  <a:cubicBezTo>
                    <a:pt x="62061" y="22543"/>
                    <a:pt x="68747" y="15773"/>
                    <a:pt x="68747" y="9244"/>
                  </a:cubicBezTo>
                  <a:close/>
                  <a:moveTo>
                    <a:pt x="18232" y="132074"/>
                  </a:moveTo>
                  <a:cubicBezTo>
                    <a:pt x="17241" y="135217"/>
                    <a:pt x="16003" y="138119"/>
                    <a:pt x="16003" y="142229"/>
                  </a:cubicBezTo>
                  <a:cubicBezTo>
                    <a:pt x="16003" y="153593"/>
                    <a:pt x="25908" y="162781"/>
                    <a:pt x="39527" y="162781"/>
                  </a:cubicBezTo>
                  <a:cubicBezTo>
                    <a:pt x="64290" y="162781"/>
                    <a:pt x="75185" y="129414"/>
                    <a:pt x="75185" y="125787"/>
                  </a:cubicBezTo>
                  <a:cubicBezTo>
                    <a:pt x="75185" y="122644"/>
                    <a:pt x="71966" y="122644"/>
                    <a:pt x="71223" y="122644"/>
                  </a:cubicBezTo>
                  <a:cubicBezTo>
                    <a:pt x="67756" y="122644"/>
                    <a:pt x="67509" y="124095"/>
                    <a:pt x="66518" y="126755"/>
                  </a:cubicBezTo>
                  <a:cubicBezTo>
                    <a:pt x="60823" y="146098"/>
                    <a:pt x="49927" y="156011"/>
                    <a:pt x="40270" y="156011"/>
                  </a:cubicBezTo>
                  <a:cubicBezTo>
                    <a:pt x="35318" y="156011"/>
                    <a:pt x="34080" y="152868"/>
                    <a:pt x="34080" y="147548"/>
                  </a:cubicBezTo>
                  <a:cubicBezTo>
                    <a:pt x="34080" y="141987"/>
                    <a:pt x="35813" y="137393"/>
                    <a:pt x="38042" y="132074"/>
                  </a:cubicBezTo>
                  <a:cubicBezTo>
                    <a:pt x="40518" y="125546"/>
                    <a:pt x="43242" y="119017"/>
                    <a:pt x="45965" y="112731"/>
                  </a:cubicBezTo>
                  <a:cubicBezTo>
                    <a:pt x="48194" y="106928"/>
                    <a:pt x="57108" y="84925"/>
                    <a:pt x="58099" y="82023"/>
                  </a:cubicBezTo>
                  <a:cubicBezTo>
                    <a:pt x="58842" y="79605"/>
                    <a:pt x="59585" y="76704"/>
                    <a:pt x="59585" y="74286"/>
                  </a:cubicBezTo>
                  <a:cubicBezTo>
                    <a:pt x="59585" y="62922"/>
                    <a:pt x="49680" y="53734"/>
                    <a:pt x="36061" y="53734"/>
                  </a:cubicBezTo>
                  <a:cubicBezTo>
                    <a:pt x="11546" y="53734"/>
                    <a:pt x="155" y="86617"/>
                    <a:pt x="155" y="90728"/>
                  </a:cubicBezTo>
                  <a:cubicBezTo>
                    <a:pt x="155" y="93871"/>
                    <a:pt x="3622" y="93871"/>
                    <a:pt x="4365" y="93871"/>
                  </a:cubicBezTo>
                  <a:cubicBezTo>
                    <a:pt x="7831" y="93871"/>
                    <a:pt x="8079" y="92662"/>
                    <a:pt x="8822" y="90002"/>
                  </a:cubicBezTo>
                  <a:cubicBezTo>
                    <a:pt x="15260" y="69208"/>
                    <a:pt x="26156" y="60504"/>
                    <a:pt x="35318" y="60504"/>
                  </a:cubicBezTo>
                  <a:cubicBezTo>
                    <a:pt x="39280" y="60504"/>
                    <a:pt x="41508" y="62438"/>
                    <a:pt x="41508" y="68967"/>
                  </a:cubicBezTo>
                  <a:cubicBezTo>
                    <a:pt x="41508" y="74528"/>
                    <a:pt x="40022" y="78155"/>
                    <a:pt x="33832" y="93146"/>
                  </a:cubicBezTo>
                  <a:lnTo>
                    <a:pt x="18232" y="132074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1F24235-279B-F969-6FC3-EF9E21F5D82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166379" y="4346323"/>
              <a:ext cx="182250" cy="178199"/>
            </a:xfrm>
            <a:custGeom>
              <a:avLst/>
              <a:gdLst>
                <a:gd name="connsiteX0" fmla="*/ 97474 w 182250"/>
                <a:gd name="connsiteY0" fmla="*/ 95080 h 178199"/>
                <a:gd name="connsiteX1" fmla="*/ 173247 w 182250"/>
                <a:gd name="connsiteY1" fmla="*/ 95080 h 178199"/>
                <a:gd name="connsiteX2" fmla="*/ 182409 w 182250"/>
                <a:gd name="connsiteY2" fmla="*/ 89277 h 178199"/>
                <a:gd name="connsiteX3" fmla="*/ 173247 w 182250"/>
                <a:gd name="connsiteY3" fmla="*/ 83232 h 178199"/>
                <a:gd name="connsiteX4" fmla="*/ 97474 w 182250"/>
                <a:gd name="connsiteY4" fmla="*/ 83232 h 178199"/>
                <a:gd name="connsiteX5" fmla="*/ 97474 w 182250"/>
                <a:gd name="connsiteY5" fmla="*/ 9003 h 178199"/>
                <a:gd name="connsiteX6" fmla="*/ 91531 w 182250"/>
                <a:gd name="connsiteY6" fmla="*/ 56 h 178199"/>
                <a:gd name="connsiteX7" fmla="*/ 85340 w 182250"/>
                <a:gd name="connsiteY7" fmla="*/ 9003 h 178199"/>
                <a:gd name="connsiteX8" fmla="*/ 85340 w 182250"/>
                <a:gd name="connsiteY8" fmla="*/ 83232 h 178199"/>
                <a:gd name="connsiteX9" fmla="*/ 9320 w 182250"/>
                <a:gd name="connsiteY9" fmla="*/ 83232 h 178199"/>
                <a:gd name="connsiteX10" fmla="*/ 158 w 182250"/>
                <a:gd name="connsiteY10" fmla="*/ 89035 h 178199"/>
                <a:gd name="connsiteX11" fmla="*/ 9320 w 182250"/>
                <a:gd name="connsiteY11" fmla="*/ 95080 h 178199"/>
                <a:gd name="connsiteX12" fmla="*/ 85340 w 182250"/>
                <a:gd name="connsiteY12" fmla="*/ 95080 h 178199"/>
                <a:gd name="connsiteX13" fmla="*/ 85340 w 182250"/>
                <a:gd name="connsiteY13" fmla="*/ 169310 h 178199"/>
                <a:gd name="connsiteX14" fmla="*/ 91283 w 182250"/>
                <a:gd name="connsiteY14" fmla="*/ 178256 h 178199"/>
                <a:gd name="connsiteX15" fmla="*/ 97474 w 182250"/>
                <a:gd name="connsiteY15" fmla="*/ 169310 h 178199"/>
                <a:gd name="connsiteX16" fmla="*/ 97474 w 182250"/>
                <a:gd name="connsiteY16" fmla="*/ 95080 h 178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2250" h="178199">
                  <a:moveTo>
                    <a:pt x="97474" y="95080"/>
                  </a:moveTo>
                  <a:lnTo>
                    <a:pt x="173247" y="95080"/>
                  </a:lnTo>
                  <a:cubicBezTo>
                    <a:pt x="176466" y="95080"/>
                    <a:pt x="182409" y="95080"/>
                    <a:pt x="182409" y="89277"/>
                  </a:cubicBezTo>
                  <a:cubicBezTo>
                    <a:pt x="182409" y="83232"/>
                    <a:pt x="176713" y="83232"/>
                    <a:pt x="173247" y="83232"/>
                  </a:cubicBezTo>
                  <a:lnTo>
                    <a:pt x="97474" y="83232"/>
                  </a:lnTo>
                  <a:lnTo>
                    <a:pt x="97474" y="9003"/>
                  </a:lnTo>
                  <a:cubicBezTo>
                    <a:pt x="97474" y="5859"/>
                    <a:pt x="97474" y="56"/>
                    <a:pt x="91531" y="56"/>
                  </a:cubicBezTo>
                  <a:cubicBezTo>
                    <a:pt x="85340" y="56"/>
                    <a:pt x="85340" y="5618"/>
                    <a:pt x="85340" y="9003"/>
                  </a:cubicBezTo>
                  <a:lnTo>
                    <a:pt x="85340" y="83232"/>
                  </a:lnTo>
                  <a:lnTo>
                    <a:pt x="9320" y="83232"/>
                  </a:lnTo>
                  <a:cubicBezTo>
                    <a:pt x="6101" y="83232"/>
                    <a:pt x="158" y="83232"/>
                    <a:pt x="158" y="89035"/>
                  </a:cubicBezTo>
                  <a:cubicBezTo>
                    <a:pt x="158" y="95080"/>
                    <a:pt x="5853" y="95080"/>
                    <a:pt x="9320" y="95080"/>
                  </a:cubicBezTo>
                  <a:lnTo>
                    <a:pt x="85340" y="95080"/>
                  </a:lnTo>
                  <a:lnTo>
                    <a:pt x="85340" y="169310"/>
                  </a:lnTo>
                  <a:cubicBezTo>
                    <a:pt x="85340" y="172453"/>
                    <a:pt x="85340" y="178256"/>
                    <a:pt x="91283" y="178256"/>
                  </a:cubicBezTo>
                  <a:cubicBezTo>
                    <a:pt x="97474" y="178256"/>
                    <a:pt x="97474" y="172695"/>
                    <a:pt x="97474" y="169310"/>
                  </a:cubicBezTo>
                  <a:lnTo>
                    <a:pt x="97474" y="95080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58D124-5E78-B308-0A05-FC05DB803D1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393199" y="4335442"/>
              <a:ext cx="90134" cy="160548"/>
            </a:xfrm>
            <a:custGeom>
              <a:avLst/>
              <a:gdLst>
                <a:gd name="connsiteX0" fmla="*/ 56127 w 90134"/>
                <a:gd name="connsiteY0" fmla="*/ 6827 h 160548"/>
                <a:gd name="connsiteX1" fmla="*/ 48698 w 90134"/>
                <a:gd name="connsiteY1" fmla="*/ 56 h 160548"/>
                <a:gd name="connsiteX2" fmla="*/ 164 w 90134"/>
                <a:gd name="connsiteY2" fmla="*/ 15531 h 160548"/>
                <a:gd name="connsiteX3" fmla="*/ 164 w 90134"/>
                <a:gd name="connsiteY3" fmla="*/ 24235 h 160548"/>
                <a:gd name="connsiteX4" fmla="*/ 36069 w 90134"/>
                <a:gd name="connsiteY4" fmla="*/ 17465 h 160548"/>
                <a:gd name="connsiteX5" fmla="*/ 36069 w 90134"/>
                <a:gd name="connsiteY5" fmla="*/ 140778 h 160548"/>
                <a:gd name="connsiteX6" fmla="*/ 11307 w 90134"/>
                <a:gd name="connsiteY6" fmla="*/ 151901 h 160548"/>
                <a:gd name="connsiteX7" fmla="*/ 1897 w 90134"/>
                <a:gd name="connsiteY7" fmla="*/ 151901 h 160548"/>
                <a:gd name="connsiteX8" fmla="*/ 1897 w 90134"/>
                <a:gd name="connsiteY8" fmla="*/ 160605 h 160548"/>
                <a:gd name="connsiteX9" fmla="*/ 45974 w 90134"/>
                <a:gd name="connsiteY9" fmla="*/ 159638 h 160548"/>
                <a:gd name="connsiteX10" fmla="*/ 90299 w 90134"/>
                <a:gd name="connsiteY10" fmla="*/ 160605 h 160548"/>
                <a:gd name="connsiteX11" fmla="*/ 90299 w 90134"/>
                <a:gd name="connsiteY11" fmla="*/ 151901 h 160548"/>
                <a:gd name="connsiteX12" fmla="*/ 80889 w 90134"/>
                <a:gd name="connsiteY12" fmla="*/ 151901 h 160548"/>
                <a:gd name="connsiteX13" fmla="*/ 56127 w 90134"/>
                <a:gd name="connsiteY13" fmla="*/ 140778 h 160548"/>
                <a:gd name="connsiteX14" fmla="*/ 56127 w 90134"/>
                <a:gd name="connsiteY14" fmla="*/ 6827 h 160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134" h="160548">
                  <a:moveTo>
                    <a:pt x="56127" y="6827"/>
                  </a:moveTo>
                  <a:cubicBezTo>
                    <a:pt x="56127" y="298"/>
                    <a:pt x="55632" y="56"/>
                    <a:pt x="48698" y="56"/>
                  </a:cubicBezTo>
                  <a:cubicBezTo>
                    <a:pt x="32850" y="15289"/>
                    <a:pt x="10317" y="15531"/>
                    <a:pt x="164" y="15531"/>
                  </a:cubicBezTo>
                  <a:lnTo>
                    <a:pt x="164" y="24235"/>
                  </a:lnTo>
                  <a:cubicBezTo>
                    <a:pt x="6107" y="24235"/>
                    <a:pt x="22450" y="24235"/>
                    <a:pt x="36069" y="17465"/>
                  </a:cubicBezTo>
                  <a:lnTo>
                    <a:pt x="36069" y="140778"/>
                  </a:lnTo>
                  <a:cubicBezTo>
                    <a:pt x="36069" y="148757"/>
                    <a:pt x="36069" y="151901"/>
                    <a:pt x="11307" y="151901"/>
                  </a:cubicBezTo>
                  <a:lnTo>
                    <a:pt x="1897" y="151901"/>
                  </a:lnTo>
                  <a:lnTo>
                    <a:pt x="1897" y="160605"/>
                  </a:lnTo>
                  <a:cubicBezTo>
                    <a:pt x="6355" y="160363"/>
                    <a:pt x="36812" y="159638"/>
                    <a:pt x="45974" y="159638"/>
                  </a:cubicBezTo>
                  <a:cubicBezTo>
                    <a:pt x="53651" y="159638"/>
                    <a:pt x="84851" y="160363"/>
                    <a:pt x="90299" y="160605"/>
                  </a:cubicBezTo>
                  <a:lnTo>
                    <a:pt x="90299" y="151901"/>
                  </a:lnTo>
                  <a:lnTo>
                    <a:pt x="80889" y="151901"/>
                  </a:lnTo>
                  <a:cubicBezTo>
                    <a:pt x="56127" y="151901"/>
                    <a:pt x="56127" y="148757"/>
                    <a:pt x="56127" y="140778"/>
                  </a:cubicBezTo>
                  <a:lnTo>
                    <a:pt x="56127" y="6827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76141C-8418-7C79-2316-D62B13A4A27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642974" y="4317412"/>
              <a:ext cx="235242" cy="80827"/>
            </a:xfrm>
            <a:custGeom>
              <a:avLst/>
              <a:gdLst>
                <a:gd name="connsiteX0" fmla="*/ 223386 w 235242"/>
                <a:gd name="connsiteY0" fmla="*/ 13872 h 80827"/>
                <a:gd name="connsiteX1" fmla="*/ 235413 w 235242"/>
                <a:gd name="connsiteY1" fmla="*/ 6963 h 80827"/>
                <a:gd name="connsiteX2" fmla="*/ 223740 w 235242"/>
                <a:gd name="connsiteY2" fmla="*/ 55 h 80827"/>
                <a:gd name="connsiteX3" fmla="*/ 11845 w 235242"/>
                <a:gd name="connsiteY3" fmla="*/ 55 h 80827"/>
                <a:gd name="connsiteX4" fmla="*/ 171 w 235242"/>
                <a:gd name="connsiteY4" fmla="*/ 6963 h 80827"/>
                <a:gd name="connsiteX5" fmla="*/ 12199 w 235242"/>
                <a:gd name="connsiteY5" fmla="*/ 13872 h 80827"/>
                <a:gd name="connsiteX6" fmla="*/ 223386 w 235242"/>
                <a:gd name="connsiteY6" fmla="*/ 13872 h 80827"/>
                <a:gd name="connsiteX7" fmla="*/ 223740 w 235242"/>
                <a:gd name="connsiteY7" fmla="*/ 80882 h 80827"/>
                <a:gd name="connsiteX8" fmla="*/ 235413 w 235242"/>
                <a:gd name="connsiteY8" fmla="*/ 73974 h 80827"/>
                <a:gd name="connsiteX9" fmla="*/ 223386 w 235242"/>
                <a:gd name="connsiteY9" fmla="*/ 67065 h 80827"/>
                <a:gd name="connsiteX10" fmla="*/ 12199 w 235242"/>
                <a:gd name="connsiteY10" fmla="*/ 67065 h 80827"/>
                <a:gd name="connsiteX11" fmla="*/ 171 w 235242"/>
                <a:gd name="connsiteY11" fmla="*/ 73974 h 80827"/>
                <a:gd name="connsiteX12" fmla="*/ 11845 w 235242"/>
                <a:gd name="connsiteY12" fmla="*/ 80882 h 80827"/>
                <a:gd name="connsiteX13" fmla="*/ 223740 w 235242"/>
                <a:gd name="connsiteY13" fmla="*/ 80882 h 8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42" h="80827">
                  <a:moveTo>
                    <a:pt x="223386" y="13872"/>
                  </a:moveTo>
                  <a:cubicBezTo>
                    <a:pt x="228692" y="13872"/>
                    <a:pt x="235413" y="13872"/>
                    <a:pt x="235413" y="6963"/>
                  </a:cubicBezTo>
                  <a:cubicBezTo>
                    <a:pt x="235413" y="55"/>
                    <a:pt x="228692" y="55"/>
                    <a:pt x="223740" y="55"/>
                  </a:cubicBezTo>
                  <a:lnTo>
                    <a:pt x="11845" y="55"/>
                  </a:lnTo>
                  <a:cubicBezTo>
                    <a:pt x="6893" y="55"/>
                    <a:pt x="171" y="55"/>
                    <a:pt x="171" y="6963"/>
                  </a:cubicBezTo>
                  <a:cubicBezTo>
                    <a:pt x="171" y="13872"/>
                    <a:pt x="6893" y="13872"/>
                    <a:pt x="12199" y="13872"/>
                  </a:cubicBezTo>
                  <a:lnTo>
                    <a:pt x="223386" y="13872"/>
                  </a:lnTo>
                  <a:close/>
                  <a:moveTo>
                    <a:pt x="223740" y="80882"/>
                  </a:moveTo>
                  <a:cubicBezTo>
                    <a:pt x="228692" y="80882"/>
                    <a:pt x="235413" y="80882"/>
                    <a:pt x="235413" y="73974"/>
                  </a:cubicBezTo>
                  <a:cubicBezTo>
                    <a:pt x="235413" y="67065"/>
                    <a:pt x="228692" y="67065"/>
                    <a:pt x="223386" y="67065"/>
                  </a:cubicBezTo>
                  <a:lnTo>
                    <a:pt x="12199" y="67065"/>
                  </a:lnTo>
                  <a:cubicBezTo>
                    <a:pt x="6893" y="67065"/>
                    <a:pt x="171" y="67065"/>
                    <a:pt x="171" y="73974"/>
                  </a:cubicBezTo>
                  <a:cubicBezTo>
                    <a:pt x="171" y="80882"/>
                    <a:pt x="6893" y="80882"/>
                    <a:pt x="11845" y="80882"/>
                  </a:cubicBezTo>
                  <a:lnTo>
                    <a:pt x="223740" y="80882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D64E4AE-FD6B-E091-AA30-F28DB4E96CA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001869" y="4291506"/>
              <a:ext cx="162370" cy="223483"/>
            </a:xfrm>
            <a:custGeom>
              <a:avLst/>
              <a:gdLst>
                <a:gd name="connsiteX0" fmla="*/ 161491 w 162370"/>
                <a:gd name="connsiteY0" fmla="*/ 22507 h 223483"/>
                <a:gd name="connsiteX1" fmla="*/ 162552 w 162370"/>
                <a:gd name="connsiteY1" fmla="*/ 16289 h 223483"/>
                <a:gd name="connsiteX2" fmla="*/ 152293 w 162370"/>
                <a:gd name="connsiteY2" fmla="*/ 6963 h 223483"/>
                <a:gd name="connsiteX3" fmla="*/ 137790 w 162370"/>
                <a:gd name="connsiteY3" fmla="*/ 21816 h 223483"/>
                <a:gd name="connsiteX4" fmla="*/ 104891 w 162370"/>
                <a:gd name="connsiteY4" fmla="*/ 55 h 223483"/>
                <a:gd name="connsiteX5" fmla="*/ 20699 w 162370"/>
                <a:gd name="connsiteY5" fmla="*/ 98153 h 223483"/>
                <a:gd name="connsiteX6" fmla="*/ 67748 w 162370"/>
                <a:gd name="connsiteY6" fmla="*/ 152728 h 223483"/>
                <a:gd name="connsiteX7" fmla="*/ 108782 w 162370"/>
                <a:gd name="connsiteY7" fmla="*/ 132694 h 223483"/>
                <a:gd name="connsiteX8" fmla="*/ 109136 w 162370"/>
                <a:gd name="connsiteY8" fmla="*/ 133040 h 223483"/>
                <a:gd name="connsiteX9" fmla="*/ 97462 w 162370"/>
                <a:gd name="connsiteY9" fmla="*/ 178634 h 223483"/>
                <a:gd name="connsiteX10" fmla="*/ 46523 w 162370"/>
                <a:gd name="connsiteY10" fmla="*/ 215939 h 223483"/>
                <a:gd name="connsiteX11" fmla="*/ 18223 w 162370"/>
                <a:gd name="connsiteY11" fmla="*/ 212485 h 223483"/>
                <a:gd name="connsiteX12" fmla="*/ 32727 w 162370"/>
                <a:gd name="connsiteY12" fmla="*/ 194523 h 223483"/>
                <a:gd name="connsiteX13" fmla="*/ 19284 w 162370"/>
                <a:gd name="connsiteY13" fmla="*/ 182434 h 223483"/>
                <a:gd name="connsiteX14" fmla="*/ 182 w 162370"/>
                <a:gd name="connsiteY14" fmla="*/ 202468 h 223483"/>
                <a:gd name="connsiteX15" fmla="*/ 47230 w 162370"/>
                <a:gd name="connsiteY15" fmla="*/ 223538 h 223483"/>
                <a:gd name="connsiteX16" fmla="*/ 122225 w 162370"/>
                <a:gd name="connsiteY16" fmla="*/ 175871 h 223483"/>
                <a:gd name="connsiteX17" fmla="*/ 161491 w 162370"/>
                <a:gd name="connsiteY17" fmla="*/ 22507 h 223483"/>
                <a:gd name="connsiteX18" fmla="*/ 115503 w 162370"/>
                <a:gd name="connsiteY18" fmla="*/ 108515 h 223483"/>
                <a:gd name="connsiteX19" fmla="*/ 97462 w 162370"/>
                <a:gd name="connsiteY19" fmla="*/ 132694 h 223483"/>
                <a:gd name="connsiteX20" fmla="*/ 68809 w 162370"/>
                <a:gd name="connsiteY20" fmla="*/ 145129 h 223483"/>
                <a:gd name="connsiteX21" fmla="*/ 45815 w 162370"/>
                <a:gd name="connsiteY21" fmla="*/ 113351 h 223483"/>
                <a:gd name="connsiteX22" fmla="*/ 65625 w 162370"/>
                <a:gd name="connsiteY22" fmla="*/ 38396 h 223483"/>
                <a:gd name="connsiteX23" fmla="*/ 105245 w 162370"/>
                <a:gd name="connsiteY23" fmla="*/ 7654 h 223483"/>
                <a:gd name="connsiteX24" fmla="*/ 133545 w 162370"/>
                <a:gd name="connsiteY24" fmla="*/ 37360 h 223483"/>
                <a:gd name="connsiteX25" fmla="*/ 132483 w 162370"/>
                <a:gd name="connsiteY25" fmla="*/ 42541 h 223483"/>
                <a:gd name="connsiteX26" fmla="*/ 115503 w 162370"/>
                <a:gd name="connsiteY26" fmla="*/ 108515 h 223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370" h="223483">
                  <a:moveTo>
                    <a:pt x="161491" y="22507"/>
                  </a:moveTo>
                  <a:cubicBezTo>
                    <a:pt x="161844" y="20434"/>
                    <a:pt x="162552" y="18707"/>
                    <a:pt x="162552" y="16289"/>
                  </a:cubicBezTo>
                  <a:cubicBezTo>
                    <a:pt x="162552" y="10417"/>
                    <a:pt x="158307" y="6963"/>
                    <a:pt x="152293" y="6963"/>
                  </a:cubicBezTo>
                  <a:cubicBezTo>
                    <a:pt x="148756" y="6963"/>
                    <a:pt x="139205" y="9381"/>
                    <a:pt x="137790" y="21816"/>
                  </a:cubicBezTo>
                  <a:cubicBezTo>
                    <a:pt x="131422" y="9036"/>
                    <a:pt x="119041" y="55"/>
                    <a:pt x="104891" y="55"/>
                  </a:cubicBezTo>
                  <a:cubicBezTo>
                    <a:pt x="64564" y="55"/>
                    <a:pt x="20699" y="48413"/>
                    <a:pt x="20699" y="98153"/>
                  </a:cubicBezTo>
                  <a:cubicBezTo>
                    <a:pt x="20699" y="132349"/>
                    <a:pt x="42278" y="152728"/>
                    <a:pt x="67748" y="152728"/>
                  </a:cubicBezTo>
                  <a:cubicBezTo>
                    <a:pt x="88619" y="152728"/>
                    <a:pt x="105245" y="136494"/>
                    <a:pt x="108782" y="132694"/>
                  </a:cubicBezTo>
                  <a:lnTo>
                    <a:pt x="109136" y="133040"/>
                  </a:lnTo>
                  <a:cubicBezTo>
                    <a:pt x="101707" y="163781"/>
                    <a:pt x="97462" y="177944"/>
                    <a:pt x="97462" y="178634"/>
                  </a:cubicBezTo>
                  <a:cubicBezTo>
                    <a:pt x="96047" y="181743"/>
                    <a:pt x="84020" y="215939"/>
                    <a:pt x="46523" y="215939"/>
                  </a:cubicBezTo>
                  <a:cubicBezTo>
                    <a:pt x="39802" y="215939"/>
                    <a:pt x="28128" y="215594"/>
                    <a:pt x="18223" y="212485"/>
                  </a:cubicBezTo>
                  <a:cubicBezTo>
                    <a:pt x="28835" y="209376"/>
                    <a:pt x="32727" y="200395"/>
                    <a:pt x="32727" y="194523"/>
                  </a:cubicBezTo>
                  <a:cubicBezTo>
                    <a:pt x="32727" y="188997"/>
                    <a:pt x="28835" y="182434"/>
                    <a:pt x="19284" y="182434"/>
                  </a:cubicBezTo>
                  <a:cubicBezTo>
                    <a:pt x="11502" y="182434"/>
                    <a:pt x="182" y="188651"/>
                    <a:pt x="182" y="202468"/>
                  </a:cubicBezTo>
                  <a:cubicBezTo>
                    <a:pt x="182" y="216630"/>
                    <a:pt x="13270" y="223538"/>
                    <a:pt x="47230" y="223538"/>
                  </a:cubicBezTo>
                  <a:cubicBezTo>
                    <a:pt x="91449" y="223538"/>
                    <a:pt x="116918" y="196596"/>
                    <a:pt x="122225" y="175871"/>
                  </a:cubicBezTo>
                  <a:lnTo>
                    <a:pt x="161491" y="22507"/>
                  </a:lnTo>
                  <a:close/>
                  <a:moveTo>
                    <a:pt x="115503" y="108515"/>
                  </a:moveTo>
                  <a:cubicBezTo>
                    <a:pt x="113381" y="117496"/>
                    <a:pt x="105245" y="126131"/>
                    <a:pt x="97462" y="132694"/>
                  </a:cubicBezTo>
                  <a:cubicBezTo>
                    <a:pt x="90034" y="138912"/>
                    <a:pt x="79067" y="145129"/>
                    <a:pt x="68809" y="145129"/>
                  </a:cubicBezTo>
                  <a:cubicBezTo>
                    <a:pt x="51121" y="145129"/>
                    <a:pt x="45815" y="127168"/>
                    <a:pt x="45815" y="113351"/>
                  </a:cubicBezTo>
                  <a:cubicBezTo>
                    <a:pt x="45815" y="96771"/>
                    <a:pt x="56074" y="56012"/>
                    <a:pt x="65625" y="38396"/>
                  </a:cubicBezTo>
                  <a:cubicBezTo>
                    <a:pt x="75176" y="21471"/>
                    <a:pt x="90387" y="7654"/>
                    <a:pt x="105245" y="7654"/>
                  </a:cubicBezTo>
                  <a:cubicBezTo>
                    <a:pt x="128592" y="7654"/>
                    <a:pt x="133545" y="35633"/>
                    <a:pt x="133545" y="37360"/>
                  </a:cubicBezTo>
                  <a:cubicBezTo>
                    <a:pt x="133545" y="39087"/>
                    <a:pt x="132837" y="41159"/>
                    <a:pt x="132483" y="42541"/>
                  </a:cubicBezTo>
                  <a:lnTo>
                    <a:pt x="115503" y="108515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6BD3CD8-EB83-271E-0C00-0D855CE88B8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213002" y="4185118"/>
              <a:ext cx="82069" cy="345414"/>
            </a:xfrm>
            <a:custGeom>
              <a:avLst/>
              <a:gdLst>
                <a:gd name="connsiteX0" fmla="*/ 82256 w 82069"/>
                <a:gd name="connsiteY0" fmla="*/ 342015 h 345414"/>
                <a:gd name="connsiteX1" fmla="*/ 76243 w 82069"/>
                <a:gd name="connsiteY1" fmla="*/ 334416 h 345414"/>
                <a:gd name="connsiteX2" fmla="*/ 20704 w 82069"/>
                <a:gd name="connsiteY2" fmla="*/ 172762 h 345414"/>
                <a:gd name="connsiteX3" fmla="*/ 77658 w 82069"/>
                <a:gd name="connsiteY3" fmla="*/ 9381 h 345414"/>
                <a:gd name="connsiteX4" fmla="*/ 82256 w 82069"/>
                <a:gd name="connsiteY4" fmla="*/ 3509 h 345414"/>
                <a:gd name="connsiteX5" fmla="*/ 78719 w 82069"/>
                <a:gd name="connsiteY5" fmla="*/ 55 h 345414"/>
                <a:gd name="connsiteX6" fmla="*/ 22473 w 82069"/>
                <a:gd name="connsiteY6" fmla="*/ 67411 h 345414"/>
                <a:gd name="connsiteX7" fmla="*/ 187 w 82069"/>
                <a:gd name="connsiteY7" fmla="*/ 172762 h 345414"/>
                <a:gd name="connsiteX8" fmla="*/ 23534 w 82069"/>
                <a:gd name="connsiteY8" fmla="*/ 280532 h 345414"/>
                <a:gd name="connsiteX9" fmla="*/ 78719 w 82069"/>
                <a:gd name="connsiteY9" fmla="*/ 345470 h 345414"/>
                <a:gd name="connsiteX10" fmla="*/ 82256 w 82069"/>
                <a:gd name="connsiteY10" fmla="*/ 342015 h 34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45414">
                  <a:moveTo>
                    <a:pt x="82256" y="342015"/>
                  </a:moveTo>
                  <a:cubicBezTo>
                    <a:pt x="82256" y="340979"/>
                    <a:pt x="82256" y="340288"/>
                    <a:pt x="76243" y="334416"/>
                  </a:cubicBezTo>
                  <a:cubicBezTo>
                    <a:pt x="32024" y="290894"/>
                    <a:pt x="20704" y="225611"/>
                    <a:pt x="20704" y="172762"/>
                  </a:cubicBezTo>
                  <a:cubicBezTo>
                    <a:pt x="20704" y="112660"/>
                    <a:pt x="34147" y="52558"/>
                    <a:pt x="77658" y="9381"/>
                  </a:cubicBezTo>
                  <a:cubicBezTo>
                    <a:pt x="82256" y="5236"/>
                    <a:pt x="82256" y="4545"/>
                    <a:pt x="82256" y="3509"/>
                  </a:cubicBezTo>
                  <a:cubicBezTo>
                    <a:pt x="82256" y="1091"/>
                    <a:pt x="80841" y="55"/>
                    <a:pt x="78719" y="55"/>
                  </a:cubicBezTo>
                  <a:cubicBezTo>
                    <a:pt x="75181" y="55"/>
                    <a:pt x="43344" y="23543"/>
                    <a:pt x="22473" y="67411"/>
                  </a:cubicBezTo>
                  <a:cubicBezTo>
                    <a:pt x="4432" y="105406"/>
                    <a:pt x="187" y="143747"/>
                    <a:pt x="187" y="172762"/>
                  </a:cubicBezTo>
                  <a:cubicBezTo>
                    <a:pt x="187" y="199705"/>
                    <a:pt x="4078" y="241500"/>
                    <a:pt x="23534" y="280532"/>
                  </a:cubicBezTo>
                  <a:cubicBezTo>
                    <a:pt x="44759" y="323018"/>
                    <a:pt x="75181" y="345470"/>
                    <a:pt x="78719" y="345470"/>
                  </a:cubicBezTo>
                  <a:cubicBezTo>
                    <a:pt x="80841" y="345470"/>
                    <a:pt x="82256" y="344433"/>
                    <a:pt x="82256" y="342015"/>
                  </a:cubicBez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82ED4-C7BD-E1F9-4A27-EBCE2E397FB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325809" y="4291506"/>
              <a:ext cx="176166" cy="156472"/>
            </a:xfrm>
            <a:custGeom>
              <a:avLst/>
              <a:gdLst>
                <a:gd name="connsiteX0" fmla="*/ 108084 w 176166"/>
                <a:gd name="connsiteY0" fmla="*/ 48413 h 156472"/>
                <a:gd name="connsiteX1" fmla="*/ 143105 w 176166"/>
                <a:gd name="connsiteY1" fmla="*/ 7654 h 156472"/>
                <a:gd name="connsiteX2" fmla="*/ 160792 w 176166"/>
                <a:gd name="connsiteY2" fmla="*/ 12144 h 156472"/>
                <a:gd name="connsiteX3" fmla="*/ 143812 w 176166"/>
                <a:gd name="connsiteY3" fmla="*/ 30797 h 156472"/>
                <a:gd name="connsiteX4" fmla="*/ 157255 w 176166"/>
                <a:gd name="connsiteY4" fmla="*/ 42886 h 156472"/>
                <a:gd name="connsiteX5" fmla="*/ 176357 w 176166"/>
                <a:gd name="connsiteY5" fmla="*/ 22852 h 156472"/>
                <a:gd name="connsiteX6" fmla="*/ 143459 w 176166"/>
                <a:gd name="connsiteY6" fmla="*/ 55 h 156472"/>
                <a:gd name="connsiteX7" fmla="*/ 106315 w 176166"/>
                <a:gd name="connsiteY7" fmla="*/ 26306 h 156472"/>
                <a:gd name="connsiteX8" fmla="*/ 68110 w 176166"/>
                <a:gd name="connsiteY8" fmla="*/ 55 h 156472"/>
                <a:gd name="connsiteX9" fmla="*/ 11157 w 176166"/>
                <a:gd name="connsiteY9" fmla="*/ 53249 h 156472"/>
                <a:gd name="connsiteX10" fmla="*/ 15402 w 176166"/>
                <a:gd name="connsiteY10" fmla="*/ 56703 h 156472"/>
                <a:gd name="connsiteX11" fmla="*/ 20001 w 176166"/>
                <a:gd name="connsiteY11" fmla="*/ 52903 h 156472"/>
                <a:gd name="connsiteX12" fmla="*/ 67403 w 176166"/>
                <a:gd name="connsiteY12" fmla="*/ 7654 h 156472"/>
                <a:gd name="connsiteX13" fmla="*/ 86505 w 176166"/>
                <a:gd name="connsiteY13" fmla="*/ 30797 h 156472"/>
                <a:gd name="connsiteX14" fmla="*/ 67403 w 176166"/>
                <a:gd name="connsiteY14" fmla="*/ 113006 h 156472"/>
                <a:gd name="connsiteX15" fmla="*/ 33797 w 176166"/>
                <a:gd name="connsiteY15" fmla="*/ 148929 h 156472"/>
                <a:gd name="connsiteX16" fmla="*/ 16109 w 176166"/>
                <a:gd name="connsiteY16" fmla="*/ 144438 h 156472"/>
                <a:gd name="connsiteX17" fmla="*/ 32736 w 176166"/>
                <a:gd name="connsiteY17" fmla="*/ 125786 h 156472"/>
                <a:gd name="connsiteX18" fmla="*/ 19647 w 176166"/>
                <a:gd name="connsiteY18" fmla="*/ 113696 h 156472"/>
                <a:gd name="connsiteX19" fmla="*/ 191 w 176166"/>
                <a:gd name="connsiteY19" fmla="*/ 133730 h 156472"/>
                <a:gd name="connsiteX20" fmla="*/ 33443 w 176166"/>
                <a:gd name="connsiteY20" fmla="*/ 156528 h 156472"/>
                <a:gd name="connsiteX21" fmla="*/ 70587 w 176166"/>
                <a:gd name="connsiteY21" fmla="*/ 130276 h 156472"/>
                <a:gd name="connsiteX22" fmla="*/ 108791 w 176166"/>
                <a:gd name="connsiteY22" fmla="*/ 156528 h 156472"/>
                <a:gd name="connsiteX23" fmla="*/ 165391 w 176166"/>
                <a:gd name="connsiteY23" fmla="*/ 103334 h 156472"/>
                <a:gd name="connsiteX24" fmla="*/ 161146 w 176166"/>
                <a:gd name="connsiteY24" fmla="*/ 99880 h 156472"/>
                <a:gd name="connsiteX25" fmla="*/ 156547 w 176166"/>
                <a:gd name="connsiteY25" fmla="*/ 103679 h 156472"/>
                <a:gd name="connsiteX26" fmla="*/ 109499 w 176166"/>
                <a:gd name="connsiteY26" fmla="*/ 148929 h 156472"/>
                <a:gd name="connsiteX27" fmla="*/ 90043 w 176166"/>
                <a:gd name="connsiteY27" fmla="*/ 126131 h 156472"/>
                <a:gd name="connsiteX28" fmla="*/ 96056 w 176166"/>
                <a:gd name="connsiteY28" fmla="*/ 95735 h 156472"/>
                <a:gd name="connsiteX29" fmla="*/ 108084 w 176166"/>
                <a:gd name="connsiteY29" fmla="*/ 48413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166" h="156472">
                  <a:moveTo>
                    <a:pt x="108084" y="48413"/>
                  </a:moveTo>
                  <a:cubicBezTo>
                    <a:pt x="110206" y="39432"/>
                    <a:pt x="118342" y="7654"/>
                    <a:pt x="143105" y="7654"/>
                  </a:cubicBezTo>
                  <a:cubicBezTo>
                    <a:pt x="144873" y="7654"/>
                    <a:pt x="153363" y="7654"/>
                    <a:pt x="160792" y="12144"/>
                  </a:cubicBezTo>
                  <a:cubicBezTo>
                    <a:pt x="150887" y="13872"/>
                    <a:pt x="143812" y="22507"/>
                    <a:pt x="143812" y="30797"/>
                  </a:cubicBezTo>
                  <a:cubicBezTo>
                    <a:pt x="143812" y="36323"/>
                    <a:pt x="147703" y="42886"/>
                    <a:pt x="157255" y="42886"/>
                  </a:cubicBezTo>
                  <a:cubicBezTo>
                    <a:pt x="165037" y="42886"/>
                    <a:pt x="176357" y="36669"/>
                    <a:pt x="176357" y="22852"/>
                  </a:cubicBezTo>
                  <a:cubicBezTo>
                    <a:pt x="176357" y="4891"/>
                    <a:pt x="155486" y="55"/>
                    <a:pt x="143459" y="55"/>
                  </a:cubicBezTo>
                  <a:cubicBezTo>
                    <a:pt x="122941" y="55"/>
                    <a:pt x="110560" y="18362"/>
                    <a:pt x="106315" y="26306"/>
                  </a:cubicBezTo>
                  <a:cubicBezTo>
                    <a:pt x="97471" y="3509"/>
                    <a:pt x="78369" y="55"/>
                    <a:pt x="68110" y="55"/>
                  </a:cubicBezTo>
                  <a:cubicBezTo>
                    <a:pt x="31321" y="55"/>
                    <a:pt x="11157" y="44613"/>
                    <a:pt x="11157" y="53249"/>
                  </a:cubicBezTo>
                  <a:cubicBezTo>
                    <a:pt x="11157" y="56703"/>
                    <a:pt x="14694" y="56703"/>
                    <a:pt x="15402" y="56703"/>
                  </a:cubicBezTo>
                  <a:cubicBezTo>
                    <a:pt x="18232" y="56703"/>
                    <a:pt x="19293" y="56012"/>
                    <a:pt x="20001" y="52903"/>
                  </a:cubicBezTo>
                  <a:cubicBezTo>
                    <a:pt x="32028" y="16289"/>
                    <a:pt x="55375" y="7654"/>
                    <a:pt x="67403" y="7654"/>
                  </a:cubicBezTo>
                  <a:cubicBezTo>
                    <a:pt x="74124" y="7654"/>
                    <a:pt x="86505" y="10763"/>
                    <a:pt x="86505" y="30797"/>
                  </a:cubicBezTo>
                  <a:cubicBezTo>
                    <a:pt x="86505" y="41505"/>
                    <a:pt x="80491" y="64647"/>
                    <a:pt x="67403" y="113006"/>
                  </a:cubicBezTo>
                  <a:cubicBezTo>
                    <a:pt x="61743" y="134421"/>
                    <a:pt x="49362" y="148929"/>
                    <a:pt x="33797" y="148929"/>
                  </a:cubicBezTo>
                  <a:cubicBezTo>
                    <a:pt x="31674" y="148929"/>
                    <a:pt x="23538" y="148929"/>
                    <a:pt x="16109" y="144438"/>
                  </a:cubicBezTo>
                  <a:cubicBezTo>
                    <a:pt x="24953" y="142711"/>
                    <a:pt x="32736" y="135457"/>
                    <a:pt x="32736" y="125786"/>
                  </a:cubicBezTo>
                  <a:cubicBezTo>
                    <a:pt x="32736" y="116460"/>
                    <a:pt x="24953" y="113696"/>
                    <a:pt x="19647" y="113696"/>
                  </a:cubicBezTo>
                  <a:cubicBezTo>
                    <a:pt x="9035" y="113696"/>
                    <a:pt x="191" y="122677"/>
                    <a:pt x="191" y="133730"/>
                  </a:cubicBezTo>
                  <a:cubicBezTo>
                    <a:pt x="191" y="149619"/>
                    <a:pt x="17878" y="156528"/>
                    <a:pt x="33443" y="156528"/>
                  </a:cubicBezTo>
                  <a:cubicBezTo>
                    <a:pt x="56790" y="156528"/>
                    <a:pt x="69525" y="132349"/>
                    <a:pt x="70587" y="130276"/>
                  </a:cubicBezTo>
                  <a:cubicBezTo>
                    <a:pt x="74832" y="143057"/>
                    <a:pt x="87566" y="156528"/>
                    <a:pt x="108791" y="156528"/>
                  </a:cubicBezTo>
                  <a:cubicBezTo>
                    <a:pt x="145227" y="156528"/>
                    <a:pt x="165391" y="111969"/>
                    <a:pt x="165391" y="103334"/>
                  </a:cubicBezTo>
                  <a:cubicBezTo>
                    <a:pt x="165391" y="99880"/>
                    <a:pt x="162207" y="99880"/>
                    <a:pt x="161146" y="99880"/>
                  </a:cubicBezTo>
                  <a:cubicBezTo>
                    <a:pt x="157962" y="99880"/>
                    <a:pt x="157255" y="101261"/>
                    <a:pt x="156547" y="103679"/>
                  </a:cubicBezTo>
                  <a:cubicBezTo>
                    <a:pt x="144873" y="140639"/>
                    <a:pt x="120819" y="148929"/>
                    <a:pt x="109499" y="148929"/>
                  </a:cubicBezTo>
                  <a:cubicBezTo>
                    <a:pt x="95703" y="148929"/>
                    <a:pt x="90043" y="137875"/>
                    <a:pt x="90043" y="126131"/>
                  </a:cubicBezTo>
                  <a:cubicBezTo>
                    <a:pt x="90043" y="118532"/>
                    <a:pt x="92165" y="110933"/>
                    <a:pt x="96056" y="95735"/>
                  </a:cubicBezTo>
                  <a:lnTo>
                    <a:pt x="108084" y="48413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C874220-B1D1-847F-2621-8E4B4E60BFD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529365" y="4335684"/>
              <a:ext cx="75029" cy="162724"/>
            </a:xfrm>
            <a:custGeom>
              <a:avLst/>
              <a:gdLst>
                <a:gd name="connsiteX0" fmla="*/ 68788 w 75029"/>
                <a:gd name="connsiteY0" fmla="*/ 9244 h 162724"/>
                <a:gd name="connsiteX1" fmla="*/ 58883 w 75029"/>
                <a:gd name="connsiteY1" fmla="*/ 56 h 162724"/>
                <a:gd name="connsiteX2" fmla="*/ 45016 w 75029"/>
                <a:gd name="connsiteY2" fmla="*/ 13355 h 162724"/>
                <a:gd name="connsiteX3" fmla="*/ 54921 w 75029"/>
                <a:gd name="connsiteY3" fmla="*/ 22543 h 162724"/>
                <a:gd name="connsiteX4" fmla="*/ 68788 w 75029"/>
                <a:gd name="connsiteY4" fmla="*/ 9244 h 162724"/>
                <a:gd name="connsiteX5" fmla="*/ 18273 w 75029"/>
                <a:gd name="connsiteY5" fmla="*/ 132074 h 162724"/>
                <a:gd name="connsiteX6" fmla="*/ 16044 w 75029"/>
                <a:gd name="connsiteY6" fmla="*/ 142229 h 162724"/>
                <a:gd name="connsiteX7" fmla="*/ 39569 w 75029"/>
                <a:gd name="connsiteY7" fmla="*/ 162781 h 162724"/>
                <a:gd name="connsiteX8" fmla="*/ 75226 w 75029"/>
                <a:gd name="connsiteY8" fmla="*/ 125787 h 162724"/>
                <a:gd name="connsiteX9" fmla="*/ 71264 w 75029"/>
                <a:gd name="connsiteY9" fmla="*/ 122644 h 162724"/>
                <a:gd name="connsiteX10" fmla="*/ 66560 w 75029"/>
                <a:gd name="connsiteY10" fmla="*/ 126755 h 162724"/>
                <a:gd name="connsiteX11" fmla="*/ 40311 w 75029"/>
                <a:gd name="connsiteY11" fmla="*/ 156011 h 162724"/>
                <a:gd name="connsiteX12" fmla="*/ 34121 w 75029"/>
                <a:gd name="connsiteY12" fmla="*/ 147548 h 162724"/>
                <a:gd name="connsiteX13" fmla="*/ 38083 w 75029"/>
                <a:gd name="connsiteY13" fmla="*/ 132074 h 162724"/>
                <a:gd name="connsiteX14" fmla="*/ 46007 w 75029"/>
                <a:gd name="connsiteY14" fmla="*/ 112731 h 162724"/>
                <a:gd name="connsiteX15" fmla="*/ 58140 w 75029"/>
                <a:gd name="connsiteY15" fmla="*/ 82023 h 162724"/>
                <a:gd name="connsiteX16" fmla="*/ 59626 w 75029"/>
                <a:gd name="connsiteY16" fmla="*/ 74286 h 162724"/>
                <a:gd name="connsiteX17" fmla="*/ 36102 w 75029"/>
                <a:gd name="connsiteY17" fmla="*/ 53734 h 162724"/>
                <a:gd name="connsiteX18" fmla="*/ 197 w 75029"/>
                <a:gd name="connsiteY18" fmla="*/ 90728 h 162724"/>
                <a:gd name="connsiteX19" fmla="*/ 4406 w 75029"/>
                <a:gd name="connsiteY19" fmla="*/ 93871 h 162724"/>
                <a:gd name="connsiteX20" fmla="*/ 8863 w 75029"/>
                <a:gd name="connsiteY20" fmla="*/ 90002 h 162724"/>
                <a:gd name="connsiteX21" fmla="*/ 35359 w 75029"/>
                <a:gd name="connsiteY21" fmla="*/ 60504 h 162724"/>
                <a:gd name="connsiteX22" fmla="*/ 41550 w 75029"/>
                <a:gd name="connsiteY22" fmla="*/ 68967 h 162724"/>
                <a:gd name="connsiteX23" fmla="*/ 33873 w 75029"/>
                <a:gd name="connsiteY23" fmla="*/ 93146 h 162724"/>
                <a:gd name="connsiteX24" fmla="*/ 18273 w 75029"/>
                <a:gd name="connsiteY24" fmla="*/ 132074 h 16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029" h="162724">
                  <a:moveTo>
                    <a:pt x="68788" y="9244"/>
                  </a:moveTo>
                  <a:cubicBezTo>
                    <a:pt x="68788" y="5376"/>
                    <a:pt x="65817" y="56"/>
                    <a:pt x="58883" y="56"/>
                  </a:cubicBezTo>
                  <a:cubicBezTo>
                    <a:pt x="52197" y="56"/>
                    <a:pt x="45016" y="6343"/>
                    <a:pt x="45016" y="13355"/>
                  </a:cubicBezTo>
                  <a:cubicBezTo>
                    <a:pt x="45016" y="17465"/>
                    <a:pt x="48235" y="22543"/>
                    <a:pt x="54921" y="22543"/>
                  </a:cubicBezTo>
                  <a:cubicBezTo>
                    <a:pt x="62102" y="22543"/>
                    <a:pt x="68788" y="15773"/>
                    <a:pt x="68788" y="9244"/>
                  </a:cubicBezTo>
                  <a:close/>
                  <a:moveTo>
                    <a:pt x="18273" y="132074"/>
                  </a:moveTo>
                  <a:cubicBezTo>
                    <a:pt x="17282" y="135217"/>
                    <a:pt x="16044" y="138119"/>
                    <a:pt x="16044" y="142229"/>
                  </a:cubicBezTo>
                  <a:cubicBezTo>
                    <a:pt x="16044" y="153593"/>
                    <a:pt x="25949" y="162781"/>
                    <a:pt x="39569" y="162781"/>
                  </a:cubicBezTo>
                  <a:cubicBezTo>
                    <a:pt x="64331" y="162781"/>
                    <a:pt x="75226" y="129414"/>
                    <a:pt x="75226" y="125787"/>
                  </a:cubicBezTo>
                  <a:cubicBezTo>
                    <a:pt x="75226" y="122644"/>
                    <a:pt x="72007" y="122644"/>
                    <a:pt x="71264" y="122644"/>
                  </a:cubicBezTo>
                  <a:cubicBezTo>
                    <a:pt x="67798" y="122644"/>
                    <a:pt x="67550" y="124095"/>
                    <a:pt x="66560" y="126755"/>
                  </a:cubicBezTo>
                  <a:cubicBezTo>
                    <a:pt x="60864" y="146098"/>
                    <a:pt x="49969" y="156011"/>
                    <a:pt x="40311" y="156011"/>
                  </a:cubicBezTo>
                  <a:cubicBezTo>
                    <a:pt x="35359" y="156011"/>
                    <a:pt x="34121" y="152868"/>
                    <a:pt x="34121" y="147548"/>
                  </a:cubicBezTo>
                  <a:cubicBezTo>
                    <a:pt x="34121" y="141987"/>
                    <a:pt x="35854" y="137393"/>
                    <a:pt x="38083" y="132074"/>
                  </a:cubicBezTo>
                  <a:cubicBezTo>
                    <a:pt x="40559" y="125546"/>
                    <a:pt x="43283" y="119017"/>
                    <a:pt x="46007" y="112731"/>
                  </a:cubicBezTo>
                  <a:cubicBezTo>
                    <a:pt x="48235" y="106928"/>
                    <a:pt x="57150" y="84925"/>
                    <a:pt x="58140" y="82023"/>
                  </a:cubicBezTo>
                  <a:cubicBezTo>
                    <a:pt x="58883" y="79605"/>
                    <a:pt x="59626" y="76704"/>
                    <a:pt x="59626" y="74286"/>
                  </a:cubicBezTo>
                  <a:cubicBezTo>
                    <a:pt x="59626" y="62922"/>
                    <a:pt x="49721" y="53734"/>
                    <a:pt x="36102" y="53734"/>
                  </a:cubicBezTo>
                  <a:cubicBezTo>
                    <a:pt x="11587" y="53734"/>
                    <a:pt x="197" y="86617"/>
                    <a:pt x="197" y="90728"/>
                  </a:cubicBezTo>
                  <a:cubicBezTo>
                    <a:pt x="197" y="93871"/>
                    <a:pt x="3663" y="93871"/>
                    <a:pt x="4406" y="93871"/>
                  </a:cubicBezTo>
                  <a:cubicBezTo>
                    <a:pt x="7873" y="93871"/>
                    <a:pt x="8120" y="92662"/>
                    <a:pt x="8863" y="90002"/>
                  </a:cubicBezTo>
                  <a:cubicBezTo>
                    <a:pt x="15302" y="69208"/>
                    <a:pt x="26197" y="60504"/>
                    <a:pt x="35359" y="60504"/>
                  </a:cubicBezTo>
                  <a:cubicBezTo>
                    <a:pt x="39321" y="60504"/>
                    <a:pt x="41550" y="62438"/>
                    <a:pt x="41550" y="68967"/>
                  </a:cubicBezTo>
                  <a:cubicBezTo>
                    <a:pt x="41550" y="74528"/>
                    <a:pt x="40064" y="78155"/>
                    <a:pt x="33873" y="93146"/>
                  </a:cubicBezTo>
                  <a:lnTo>
                    <a:pt x="18273" y="132074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F2279AB-3792-2C1C-5E26-F6AD4F73496C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655663" y="4185118"/>
              <a:ext cx="82069" cy="345414"/>
            </a:xfrm>
            <a:custGeom>
              <a:avLst/>
              <a:gdLst>
                <a:gd name="connsiteX0" fmla="*/ 82269 w 82069"/>
                <a:gd name="connsiteY0" fmla="*/ 172762 h 345414"/>
                <a:gd name="connsiteX1" fmla="*/ 58922 w 82069"/>
                <a:gd name="connsiteY1" fmla="*/ 64993 h 345414"/>
                <a:gd name="connsiteX2" fmla="*/ 3737 w 82069"/>
                <a:gd name="connsiteY2" fmla="*/ 55 h 345414"/>
                <a:gd name="connsiteX3" fmla="*/ 200 w 82069"/>
                <a:gd name="connsiteY3" fmla="*/ 3509 h 345414"/>
                <a:gd name="connsiteX4" fmla="*/ 6921 w 82069"/>
                <a:gd name="connsiteY4" fmla="*/ 11454 h 345414"/>
                <a:gd name="connsiteX5" fmla="*/ 61752 w 82069"/>
                <a:gd name="connsiteY5" fmla="*/ 172762 h 345414"/>
                <a:gd name="connsiteX6" fmla="*/ 4799 w 82069"/>
                <a:gd name="connsiteY6" fmla="*/ 336143 h 345414"/>
                <a:gd name="connsiteX7" fmla="*/ 200 w 82069"/>
                <a:gd name="connsiteY7" fmla="*/ 342015 h 345414"/>
                <a:gd name="connsiteX8" fmla="*/ 3737 w 82069"/>
                <a:gd name="connsiteY8" fmla="*/ 345470 h 345414"/>
                <a:gd name="connsiteX9" fmla="*/ 59983 w 82069"/>
                <a:gd name="connsiteY9" fmla="*/ 278114 h 345414"/>
                <a:gd name="connsiteX10" fmla="*/ 82269 w 82069"/>
                <a:gd name="connsiteY10" fmla="*/ 172762 h 34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69" h="345414">
                  <a:moveTo>
                    <a:pt x="82269" y="172762"/>
                  </a:moveTo>
                  <a:cubicBezTo>
                    <a:pt x="82269" y="145820"/>
                    <a:pt x="78378" y="104025"/>
                    <a:pt x="58922" y="64993"/>
                  </a:cubicBezTo>
                  <a:cubicBezTo>
                    <a:pt x="37697" y="22507"/>
                    <a:pt x="7275" y="55"/>
                    <a:pt x="3737" y="55"/>
                  </a:cubicBezTo>
                  <a:cubicBezTo>
                    <a:pt x="1615" y="55"/>
                    <a:pt x="200" y="1437"/>
                    <a:pt x="200" y="3509"/>
                  </a:cubicBezTo>
                  <a:cubicBezTo>
                    <a:pt x="200" y="4545"/>
                    <a:pt x="200" y="5236"/>
                    <a:pt x="6921" y="11454"/>
                  </a:cubicBezTo>
                  <a:cubicBezTo>
                    <a:pt x="41588" y="45650"/>
                    <a:pt x="61752" y="100571"/>
                    <a:pt x="61752" y="172762"/>
                  </a:cubicBezTo>
                  <a:cubicBezTo>
                    <a:pt x="61752" y="231828"/>
                    <a:pt x="48663" y="292621"/>
                    <a:pt x="4799" y="336143"/>
                  </a:cubicBezTo>
                  <a:cubicBezTo>
                    <a:pt x="200" y="340288"/>
                    <a:pt x="200" y="340979"/>
                    <a:pt x="200" y="342015"/>
                  </a:cubicBezTo>
                  <a:cubicBezTo>
                    <a:pt x="200" y="344088"/>
                    <a:pt x="1615" y="345470"/>
                    <a:pt x="3737" y="345470"/>
                  </a:cubicBezTo>
                  <a:cubicBezTo>
                    <a:pt x="7275" y="345470"/>
                    <a:pt x="39112" y="321981"/>
                    <a:pt x="59983" y="278114"/>
                  </a:cubicBezTo>
                  <a:cubicBezTo>
                    <a:pt x="78024" y="240118"/>
                    <a:pt x="82269" y="201777"/>
                    <a:pt x="82269" y="172762"/>
                  </a:cubicBez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23CE57F-9CDD-499C-FBB8-2C0100B202C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803491" y="4295305"/>
              <a:ext cx="38558" cy="215538"/>
            </a:xfrm>
            <a:custGeom>
              <a:avLst/>
              <a:gdLst>
                <a:gd name="connsiteX0" fmla="*/ 37701 w 38558"/>
                <a:gd name="connsiteY0" fmla="*/ 18362 h 215538"/>
                <a:gd name="connsiteX1" fmla="*/ 18952 w 38558"/>
                <a:gd name="connsiteY1" fmla="*/ 55 h 215538"/>
                <a:gd name="connsiteX2" fmla="*/ 204 w 38558"/>
                <a:gd name="connsiteY2" fmla="*/ 18362 h 215538"/>
                <a:gd name="connsiteX3" fmla="*/ 18952 w 38558"/>
                <a:gd name="connsiteY3" fmla="*/ 36669 h 215538"/>
                <a:gd name="connsiteX4" fmla="*/ 37701 w 38558"/>
                <a:gd name="connsiteY4" fmla="*/ 18362 h 215538"/>
                <a:gd name="connsiteX5" fmla="*/ 30980 w 38558"/>
                <a:gd name="connsiteY5" fmla="*/ 145129 h 215538"/>
                <a:gd name="connsiteX6" fmla="*/ 8340 w 38558"/>
                <a:gd name="connsiteY6" fmla="*/ 207304 h 215538"/>
                <a:gd name="connsiteX7" fmla="*/ 5864 w 38558"/>
                <a:gd name="connsiteY7" fmla="*/ 211794 h 215538"/>
                <a:gd name="connsiteX8" fmla="*/ 9401 w 38558"/>
                <a:gd name="connsiteY8" fmla="*/ 215594 h 215538"/>
                <a:gd name="connsiteX9" fmla="*/ 38762 w 38558"/>
                <a:gd name="connsiteY9" fmla="*/ 147892 h 215538"/>
                <a:gd name="connsiteX10" fmla="*/ 18952 w 38558"/>
                <a:gd name="connsiteY10" fmla="*/ 112315 h 215538"/>
                <a:gd name="connsiteX11" fmla="*/ 204 w 38558"/>
                <a:gd name="connsiteY11" fmla="*/ 130622 h 215538"/>
                <a:gd name="connsiteX12" fmla="*/ 18952 w 38558"/>
                <a:gd name="connsiteY12" fmla="*/ 148929 h 215538"/>
                <a:gd name="connsiteX13" fmla="*/ 21782 w 38558"/>
                <a:gd name="connsiteY13" fmla="*/ 148583 h 215538"/>
                <a:gd name="connsiteX14" fmla="*/ 30980 w 38558"/>
                <a:gd name="connsiteY14" fmla="*/ 145129 h 215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558" h="215538">
                  <a:moveTo>
                    <a:pt x="37701" y="18362"/>
                  </a:moveTo>
                  <a:cubicBezTo>
                    <a:pt x="37701" y="8345"/>
                    <a:pt x="29211" y="55"/>
                    <a:pt x="18952" y="55"/>
                  </a:cubicBezTo>
                  <a:cubicBezTo>
                    <a:pt x="8694" y="55"/>
                    <a:pt x="204" y="8345"/>
                    <a:pt x="204" y="18362"/>
                  </a:cubicBezTo>
                  <a:cubicBezTo>
                    <a:pt x="204" y="28379"/>
                    <a:pt x="8694" y="36669"/>
                    <a:pt x="18952" y="36669"/>
                  </a:cubicBezTo>
                  <a:cubicBezTo>
                    <a:pt x="29211" y="36669"/>
                    <a:pt x="37701" y="28379"/>
                    <a:pt x="37701" y="18362"/>
                  </a:cubicBezTo>
                  <a:close/>
                  <a:moveTo>
                    <a:pt x="30980" y="145129"/>
                  </a:moveTo>
                  <a:cubicBezTo>
                    <a:pt x="30980" y="154801"/>
                    <a:pt x="30980" y="181743"/>
                    <a:pt x="8340" y="207304"/>
                  </a:cubicBezTo>
                  <a:cubicBezTo>
                    <a:pt x="5864" y="210067"/>
                    <a:pt x="5864" y="210758"/>
                    <a:pt x="5864" y="211794"/>
                  </a:cubicBezTo>
                  <a:cubicBezTo>
                    <a:pt x="5864" y="214212"/>
                    <a:pt x="7632" y="215594"/>
                    <a:pt x="9401" y="215594"/>
                  </a:cubicBezTo>
                  <a:cubicBezTo>
                    <a:pt x="13292" y="215594"/>
                    <a:pt x="38762" y="187961"/>
                    <a:pt x="38762" y="147892"/>
                  </a:cubicBezTo>
                  <a:cubicBezTo>
                    <a:pt x="38762" y="137875"/>
                    <a:pt x="38055" y="112315"/>
                    <a:pt x="18952" y="112315"/>
                  </a:cubicBezTo>
                  <a:cubicBezTo>
                    <a:pt x="6571" y="112315"/>
                    <a:pt x="204" y="121641"/>
                    <a:pt x="204" y="130622"/>
                  </a:cubicBezTo>
                  <a:cubicBezTo>
                    <a:pt x="204" y="139602"/>
                    <a:pt x="6217" y="148929"/>
                    <a:pt x="18952" y="148929"/>
                  </a:cubicBezTo>
                  <a:cubicBezTo>
                    <a:pt x="20721" y="148929"/>
                    <a:pt x="21429" y="148929"/>
                    <a:pt x="21782" y="148583"/>
                  </a:cubicBezTo>
                  <a:cubicBezTo>
                    <a:pt x="24259" y="148238"/>
                    <a:pt x="28150" y="147547"/>
                    <a:pt x="30980" y="145129"/>
                  </a:cubicBez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65CFBBC-E305-7A45-DCD1-7E16F8580C5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295710" y="4209297"/>
              <a:ext cx="218969" cy="234881"/>
            </a:xfrm>
            <a:custGeom>
              <a:avLst/>
              <a:gdLst>
                <a:gd name="connsiteX0" fmla="*/ 36654 w 218969"/>
                <a:gd name="connsiteY0" fmla="*/ 207995 h 234881"/>
                <a:gd name="connsiteX1" fmla="*/ 8708 w 218969"/>
                <a:gd name="connsiteY1" fmla="*/ 224229 h 234881"/>
                <a:gd name="connsiteX2" fmla="*/ 218 w 218969"/>
                <a:gd name="connsiteY2" fmla="*/ 224229 h 234881"/>
                <a:gd name="connsiteX3" fmla="*/ 218 w 218969"/>
                <a:gd name="connsiteY3" fmla="*/ 234937 h 234881"/>
                <a:gd name="connsiteX4" fmla="*/ 204330 w 218969"/>
                <a:gd name="connsiteY4" fmla="*/ 234937 h 234881"/>
                <a:gd name="connsiteX5" fmla="*/ 219188 w 218969"/>
                <a:gd name="connsiteY5" fmla="*/ 145820 h 234881"/>
                <a:gd name="connsiteX6" fmla="*/ 210344 w 218969"/>
                <a:gd name="connsiteY6" fmla="*/ 145820 h 234881"/>
                <a:gd name="connsiteX7" fmla="*/ 132520 w 218969"/>
                <a:gd name="connsiteY7" fmla="*/ 224229 h 234881"/>
                <a:gd name="connsiteX8" fmla="*/ 85471 w 218969"/>
                <a:gd name="connsiteY8" fmla="*/ 224229 h 234881"/>
                <a:gd name="connsiteX9" fmla="*/ 68138 w 218969"/>
                <a:gd name="connsiteY9" fmla="*/ 210412 h 234881"/>
                <a:gd name="connsiteX10" fmla="*/ 68138 w 218969"/>
                <a:gd name="connsiteY10" fmla="*/ 118187 h 234881"/>
                <a:gd name="connsiteX11" fmla="*/ 99975 w 218969"/>
                <a:gd name="connsiteY11" fmla="*/ 118187 h 234881"/>
                <a:gd name="connsiteX12" fmla="*/ 138180 w 218969"/>
                <a:gd name="connsiteY12" fmla="*/ 158600 h 234881"/>
                <a:gd name="connsiteX13" fmla="*/ 147023 w 218969"/>
                <a:gd name="connsiteY13" fmla="*/ 158600 h 234881"/>
                <a:gd name="connsiteX14" fmla="*/ 147023 w 218969"/>
                <a:gd name="connsiteY14" fmla="*/ 67065 h 234881"/>
                <a:gd name="connsiteX15" fmla="*/ 138180 w 218969"/>
                <a:gd name="connsiteY15" fmla="*/ 67065 h 234881"/>
                <a:gd name="connsiteX16" fmla="*/ 99975 w 218969"/>
                <a:gd name="connsiteY16" fmla="*/ 107479 h 234881"/>
                <a:gd name="connsiteX17" fmla="*/ 68138 w 218969"/>
                <a:gd name="connsiteY17" fmla="*/ 107479 h 234881"/>
                <a:gd name="connsiteX18" fmla="*/ 68138 w 218969"/>
                <a:gd name="connsiteY18" fmla="*/ 24579 h 234881"/>
                <a:gd name="connsiteX19" fmla="*/ 85471 w 218969"/>
                <a:gd name="connsiteY19" fmla="*/ 10763 h 234881"/>
                <a:gd name="connsiteX20" fmla="*/ 131105 w 218969"/>
                <a:gd name="connsiteY20" fmla="*/ 10763 h 234881"/>
                <a:gd name="connsiteX21" fmla="*/ 200439 w 218969"/>
                <a:gd name="connsiteY21" fmla="*/ 77773 h 234881"/>
                <a:gd name="connsiteX22" fmla="*/ 209283 w 218969"/>
                <a:gd name="connsiteY22" fmla="*/ 77773 h 234881"/>
                <a:gd name="connsiteX23" fmla="*/ 199378 w 218969"/>
                <a:gd name="connsiteY23" fmla="*/ 55 h 234881"/>
                <a:gd name="connsiteX24" fmla="*/ 218 w 218969"/>
                <a:gd name="connsiteY24" fmla="*/ 55 h 234881"/>
                <a:gd name="connsiteX25" fmla="*/ 218 w 218969"/>
                <a:gd name="connsiteY25" fmla="*/ 10763 h 234881"/>
                <a:gd name="connsiteX26" fmla="*/ 8708 w 218969"/>
                <a:gd name="connsiteY26" fmla="*/ 10763 h 234881"/>
                <a:gd name="connsiteX27" fmla="*/ 36654 w 218969"/>
                <a:gd name="connsiteY27" fmla="*/ 26997 h 234881"/>
                <a:gd name="connsiteX28" fmla="*/ 36654 w 218969"/>
                <a:gd name="connsiteY28" fmla="*/ 207995 h 23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8969" h="234881">
                  <a:moveTo>
                    <a:pt x="36654" y="207995"/>
                  </a:moveTo>
                  <a:cubicBezTo>
                    <a:pt x="36654" y="220429"/>
                    <a:pt x="35947" y="224229"/>
                    <a:pt x="8708" y="224229"/>
                  </a:cubicBezTo>
                  <a:lnTo>
                    <a:pt x="218" y="224229"/>
                  </a:lnTo>
                  <a:lnTo>
                    <a:pt x="218" y="234937"/>
                  </a:lnTo>
                  <a:lnTo>
                    <a:pt x="204330" y="234937"/>
                  </a:lnTo>
                  <a:lnTo>
                    <a:pt x="219188" y="145820"/>
                  </a:lnTo>
                  <a:lnTo>
                    <a:pt x="210344" y="145820"/>
                  </a:lnTo>
                  <a:cubicBezTo>
                    <a:pt x="201500" y="199014"/>
                    <a:pt x="193364" y="224229"/>
                    <a:pt x="132520" y="224229"/>
                  </a:cubicBezTo>
                  <a:lnTo>
                    <a:pt x="85471" y="224229"/>
                  </a:lnTo>
                  <a:cubicBezTo>
                    <a:pt x="68845" y="224229"/>
                    <a:pt x="68138" y="221811"/>
                    <a:pt x="68138" y="210412"/>
                  </a:cubicBezTo>
                  <a:lnTo>
                    <a:pt x="68138" y="118187"/>
                  </a:lnTo>
                  <a:lnTo>
                    <a:pt x="99975" y="118187"/>
                  </a:lnTo>
                  <a:cubicBezTo>
                    <a:pt x="134288" y="118187"/>
                    <a:pt x="138180" y="129240"/>
                    <a:pt x="138180" y="158600"/>
                  </a:cubicBezTo>
                  <a:lnTo>
                    <a:pt x="147023" y="158600"/>
                  </a:lnTo>
                  <a:lnTo>
                    <a:pt x="147023" y="67065"/>
                  </a:lnTo>
                  <a:lnTo>
                    <a:pt x="138180" y="67065"/>
                  </a:lnTo>
                  <a:cubicBezTo>
                    <a:pt x="138180" y="96771"/>
                    <a:pt x="134288" y="107479"/>
                    <a:pt x="99975" y="107479"/>
                  </a:cubicBezTo>
                  <a:lnTo>
                    <a:pt x="68138" y="107479"/>
                  </a:lnTo>
                  <a:lnTo>
                    <a:pt x="68138" y="24579"/>
                  </a:lnTo>
                  <a:cubicBezTo>
                    <a:pt x="68138" y="13181"/>
                    <a:pt x="68845" y="10763"/>
                    <a:pt x="85471" y="10763"/>
                  </a:cubicBezTo>
                  <a:lnTo>
                    <a:pt x="131105" y="10763"/>
                  </a:lnTo>
                  <a:cubicBezTo>
                    <a:pt x="185228" y="10763"/>
                    <a:pt x="194779" y="29761"/>
                    <a:pt x="200439" y="77773"/>
                  </a:cubicBezTo>
                  <a:lnTo>
                    <a:pt x="209283" y="77773"/>
                  </a:lnTo>
                  <a:lnTo>
                    <a:pt x="199378" y="55"/>
                  </a:lnTo>
                  <a:lnTo>
                    <a:pt x="218" y="55"/>
                  </a:lnTo>
                  <a:lnTo>
                    <a:pt x="218" y="10763"/>
                  </a:lnTo>
                  <a:lnTo>
                    <a:pt x="8708" y="10763"/>
                  </a:lnTo>
                  <a:cubicBezTo>
                    <a:pt x="35947" y="10763"/>
                    <a:pt x="36654" y="14562"/>
                    <a:pt x="36654" y="26997"/>
                  </a:cubicBezTo>
                  <a:lnTo>
                    <a:pt x="36654" y="207995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49A059C-1A38-CE7E-E7F5-99C4DBCA328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534687" y="4291506"/>
              <a:ext cx="118859" cy="152673"/>
            </a:xfrm>
            <a:custGeom>
              <a:avLst/>
              <a:gdLst>
                <a:gd name="connsiteX0" fmla="*/ 49396 w 118859"/>
                <a:gd name="connsiteY0" fmla="*/ 38051 h 152673"/>
                <a:gd name="connsiteX1" fmla="*/ 49396 w 118859"/>
                <a:gd name="connsiteY1" fmla="*/ 55 h 152673"/>
                <a:gd name="connsiteX2" fmla="*/ 225 w 118859"/>
                <a:gd name="connsiteY2" fmla="*/ 3854 h 152673"/>
                <a:gd name="connsiteX3" fmla="*/ 225 w 118859"/>
                <a:gd name="connsiteY3" fmla="*/ 14562 h 152673"/>
                <a:gd name="connsiteX4" fmla="*/ 27817 w 118859"/>
                <a:gd name="connsiteY4" fmla="*/ 33906 h 152673"/>
                <a:gd name="connsiteX5" fmla="*/ 27817 w 118859"/>
                <a:gd name="connsiteY5" fmla="*/ 126477 h 152673"/>
                <a:gd name="connsiteX6" fmla="*/ 225 w 118859"/>
                <a:gd name="connsiteY6" fmla="*/ 142020 h 152673"/>
                <a:gd name="connsiteX7" fmla="*/ 225 w 118859"/>
                <a:gd name="connsiteY7" fmla="*/ 152728 h 152673"/>
                <a:gd name="connsiteX8" fmla="*/ 40552 w 118859"/>
                <a:gd name="connsiteY8" fmla="*/ 151692 h 152673"/>
                <a:gd name="connsiteX9" fmla="*/ 85478 w 118859"/>
                <a:gd name="connsiteY9" fmla="*/ 152728 h 152673"/>
                <a:gd name="connsiteX10" fmla="*/ 85478 w 118859"/>
                <a:gd name="connsiteY10" fmla="*/ 142020 h 152673"/>
                <a:gd name="connsiteX11" fmla="*/ 78049 w 118859"/>
                <a:gd name="connsiteY11" fmla="*/ 142020 h 152673"/>
                <a:gd name="connsiteX12" fmla="*/ 51165 w 118859"/>
                <a:gd name="connsiteY12" fmla="*/ 125786 h 152673"/>
                <a:gd name="connsiteX13" fmla="*/ 51165 w 118859"/>
                <a:gd name="connsiteY13" fmla="*/ 72592 h 152673"/>
                <a:gd name="connsiteX14" fmla="*/ 92907 w 118859"/>
                <a:gd name="connsiteY14" fmla="*/ 7654 h 152673"/>
                <a:gd name="connsiteX15" fmla="*/ 96798 w 118859"/>
                <a:gd name="connsiteY15" fmla="*/ 7999 h 152673"/>
                <a:gd name="connsiteX16" fmla="*/ 88662 w 118859"/>
                <a:gd name="connsiteY16" fmla="*/ 21471 h 152673"/>
                <a:gd name="connsiteX17" fmla="*/ 103873 w 118859"/>
                <a:gd name="connsiteY17" fmla="*/ 36323 h 152673"/>
                <a:gd name="connsiteX18" fmla="*/ 119084 w 118859"/>
                <a:gd name="connsiteY18" fmla="*/ 21125 h 152673"/>
                <a:gd name="connsiteX19" fmla="*/ 92907 w 118859"/>
                <a:gd name="connsiteY19" fmla="*/ 55 h 152673"/>
                <a:gd name="connsiteX20" fmla="*/ 49396 w 118859"/>
                <a:gd name="connsiteY20" fmla="*/ 38051 h 15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2673">
                  <a:moveTo>
                    <a:pt x="49396" y="38051"/>
                  </a:moveTo>
                  <a:lnTo>
                    <a:pt x="49396" y="55"/>
                  </a:lnTo>
                  <a:lnTo>
                    <a:pt x="225" y="3854"/>
                  </a:lnTo>
                  <a:lnTo>
                    <a:pt x="225" y="14562"/>
                  </a:lnTo>
                  <a:cubicBezTo>
                    <a:pt x="24987" y="14562"/>
                    <a:pt x="27817" y="16980"/>
                    <a:pt x="27817" y="33906"/>
                  </a:cubicBezTo>
                  <a:lnTo>
                    <a:pt x="27817" y="126477"/>
                  </a:lnTo>
                  <a:cubicBezTo>
                    <a:pt x="27817" y="142020"/>
                    <a:pt x="23926" y="142020"/>
                    <a:pt x="225" y="142020"/>
                  </a:cubicBezTo>
                  <a:lnTo>
                    <a:pt x="225" y="152728"/>
                  </a:lnTo>
                  <a:cubicBezTo>
                    <a:pt x="14021" y="152383"/>
                    <a:pt x="30647" y="151692"/>
                    <a:pt x="40552" y="151692"/>
                  </a:cubicBezTo>
                  <a:cubicBezTo>
                    <a:pt x="54702" y="151692"/>
                    <a:pt x="71328" y="151692"/>
                    <a:pt x="85478" y="152728"/>
                  </a:cubicBezTo>
                  <a:lnTo>
                    <a:pt x="85478" y="142020"/>
                  </a:lnTo>
                  <a:lnTo>
                    <a:pt x="78049" y="142020"/>
                  </a:lnTo>
                  <a:cubicBezTo>
                    <a:pt x="51872" y="142020"/>
                    <a:pt x="51165" y="138221"/>
                    <a:pt x="51165" y="125786"/>
                  </a:cubicBezTo>
                  <a:lnTo>
                    <a:pt x="51165" y="72592"/>
                  </a:lnTo>
                  <a:cubicBezTo>
                    <a:pt x="51165" y="38396"/>
                    <a:pt x="66022" y="7654"/>
                    <a:pt x="92907" y="7654"/>
                  </a:cubicBezTo>
                  <a:cubicBezTo>
                    <a:pt x="95383" y="7654"/>
                    <a:pt x="96090" y="7654"/>
                    <a:pt x="96798" y="7999"/>
                  </a:cubicBezTo>
                  <a:cubicBezTo>
                    <a:pt x="95737" y="8345"/>
                    <a:pt x="88662" y="12490"/>
                    <a:pt x="88662" y="21471"/>
                  </a:cubicBezTo>
                  <a:cubicBezTo>
                    <a:pt x="88662" y="31142"/>
                    <a:pt x="96090" y="36323"/>
                    <a:pt x="103873" y="36323"/>
                  </a:cubicBezTo>
                  <a:cubicBezTo>
                    <a:pt x="110240" y="36323"/>
                    <a:pt x="119084" y="32179"/>
                    <a:pt x="119084" y="21125"/>
                  </a:cubicBezTo>
                  <a:cubicBezTo>
                    <a:pt x="119084" y="10072"/>
                    <a:pt x="108118" y="55"/>
                    <a:pt x="92907" y="55"/>
                  </a:cubicBezTo>
                  <a:cubicBezTo>
                    <a:pt x="67083" y="55"/>
                    <a:pt x="54348" y="23198"/>
                    <a:pt x="49396" y="38051"/>
                  </a:cubicBez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5091BB-3B5A-6145-8CEE-77B8BBC12E1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673238" y="4291506"/>
              <a:ext cx="118859" cy="152673"/>
            </a:xfrm>
            <a:custGeom>
              <a:avLst/>
              <a:gdLst>
                <a:gd name="connsiteX0" fmla="*/ 49400 w 118859"/>
                <a:gd name="connsiteY0" fmla="*/ 38051 h 152673"/>
                <a:gd name="connsiteX1" fmla="*/ 49400 w 118859"/>
                <a:gd name="connsiteY1" fmla="*/ 55 h 152673"/>
                <a:gd name="connsiteX2" fmla="*/ 229 w 118859"/>
                <a:gd name="connsiteY2" fmla="*/ 3854 h 152673"/>
                <a:gd name="connsiteX3" fmla="*/ 229 w 118859"/>
                <a:gd name="connsiteY3" fmla="*/ 14562 h 152673"/>
                <a:gd name="connsiteX4" fmla="*/ 27821 w 118859"/>
                <a:gd name="connsiteY4" fmla="*/ 33906 h 152673"/>
                <a:gd name="connsiteX5" fmla="*/ 27821 w 118859"/>
                <a:gd name="connsiteY5" fmla="*/ 126477 h 152673"/>
                <a:gd name="connsiteX6" fmla="*/ 229 w 118859"/>
                <a:gd name="connsiteY6" fmla="*/ 142020 h 152673"/>
                <a:gd name="connsiteX7" fmla="*/ 229 w 118859"/>
                <a:gd name="connsiteY7" fmla="*/ 152728 h 152673"/>
                <a:gd name="connsiteX8" fmla="*/ 40556 w 118859"/>
                <a:gd name="connsiteY8" fmla="*/ 151692 h 152673"/>
                <a:gd name="connsiteX9" fmla="*/ 85482 w 118859"/>
                <a:gd name="connsiteY9" fmla="*/ 152728 h 152673"/>
                <a:gd name="connsiteX10" fmla="*/ 85482 w 118859"/>
                <a:gd name="connsiteY10" fmla="*/ 142020 h 152673"/>
                <a:gd name="connsiteX11" fmla="*/ 78053 w 118859"/>
                <a:gd name="connsiteY11" fmla="*/ 142020 h 152673"/>
                <a:gd name="connsiteX12" fmla="*/ 51168 w 118859"/>
                <a:gd name="connsiteY12" fmla="*/ 125786 h 152673"/>
                <a:gd name="connsiteX13" fmla="*/ 51168 w 118859"/>
                <a:gd name="connsiteY13" fmla="*/ 72592 h 152673"/>
                <a:gd name="connsiteX14" fmla="*/ 92911 w 118859"/>
                <a:gd name="connsiteY14" fmla="*/ 7654 h 152673"/>
                <a:gd name="connsiteX15" fmla="*/ 96802 w 118859"/>
                <a:gd name="connsiteY15" fmla="*/ 7999 h 152673"/>
                <a:gd name="connsiteX16" fmla="*/ 88666 w 118859"/>
                <a:gd name="connsiteY16" fmla="*/ 21471 h 152673"/>
                <a:gd name="connsiteX17" fmla="*/ 103877 w 118859"/>
                <a:gd name="connsiteY17" fmla="*/ 36323 h 152673"/>
                <a:gd name="connsiteX18" fmla="*/ 119088 w 118859"/>
                <a:gd name="connsiteY18" fmla="*/ 21125 h 152673"/>
                <a:gd name="connsiteX19" fmla="*/ 92911 w 118859"/>
                <a:gd name="connsiteY19" fmla="*/ 55 h 152673"/>
                <a:gd name="connsiteX20" fmla="*/ 49400 w 118859"/>
                <a:gd name="connsiteY20" fmla="*/ 38051 h 15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2673">
                  <a:moveTo>
                    <a:pt x="49400" y="38051"/>
                  </a:moveTo>
                  <a:lnTo>
                    <a:pt x="49400" y="55"/>
                  </a:lnTo>
                  <a:lnTo>
                    <a:pt x="229" y="3854"/>
                  </a:lnTo>
                  <a:lnTo>
                    <a:pt x="229" y="14562"/>
                  </a:lnTo>
                  <a:cubicBezTo>
                    <a:pt x="24991" y="14562"/>
                    <a:pt x="27821" y="16980"/>
                    <a:pt x="27821" y="33906"/>
                  </a:cubicBezTo>
                  <a:lnTo>
                    <a:pt x="27821" y="126477"/>
                  </a:lnTo>
                  <a:cubicBezTo>
                    <a:pt x="27821" y="142020"/>
                    <a:pt x="23930" y="142020"/>
                    <a:pt x="229" y="142020"/>
                  </a:cubicBezTo>
                  <a:lnTo>
                    <a:pt x="229" y="152728"/>
                  </a:lnTo>
                  <a:cubicBezTo>
                    <a:pt x="14025" y="152383"/>
                    <a:pt x="30651" y="151692"/>
                    <a:pt x="40556" y="151692"/>
                  </a:cubicBezTo>
                  <a:cubicBezTo>
                    <a:pt x="54706" y="151692"/>
                    <a:pt x="71332" y="151692"/>
                    <a:pt x="85482" y="152728"/>
                  </a:cubicBezTo>
                  <a:lnTo>
                    <a:pt x="85482" y="142020"/>
                  </a:lnTo>
                  <a:lnTo>
                    <a:pt x="78053" y="142020"/>
                  </a:lnTo>
                  <a:cubicBezTo>
                    <a:pt x="51876" y="142020"/>
                    <a:pt x="51168" y="138221"/>
                    <a:pt x="51168" y="125786"/>
                  </a:cubicBezTo>
                  <a:lnTo>
                    <a:pt x="51168" y="72592"/>
                  </a:lnTo>
                  <a:cubicBezTo>
                    <a:pt x="51168" y="38396"/>
                    <a:pt x="66026" y="7654"/>
                    <a:pt x="92911" y="7654"/>
                  </a:cubicBezTo>
                  <a:cubicBezTo>
                    <a:pt x="95387" y="7654"/>
                    <a:pt x="96094" y="7654"/>
                    <a:pt x="96802" y="7999"/>
                  </a:cubicBezTo>
                  <a:cubicBezTo>
                    <a:pt x="95741" y="8345"/>
                    <a:pt x="88666" y="12490"/>
                    <a:pt x="88666" y="21471"/>
                  </a:cubicBezTo>
                  <a:cubicBezTo>
                    <a:pt x="88666" y="31142"/>
                    <a:pt x="96094" y="36323"/>
                    <a:pt x="103877" y="36323"/>
                  </a:cubicBezTo>
                  <a:cubicBezTo>
                    <a:pt x="110244" y="36323"/>
                    <a:pt x="119088" y="32179"/>
                    <a:pt x="119088" y="21125"/>
                  </a:cubicBezTo>
                  <a:cubicBezTo>
                    <a:pt x="119088" y="10072"/>
                    <a:pt x="108122" y="55"/>
                    <a:pt x="92911" y="55"/>
                  </a:cubicBezTo>
                  <a:cubicBezTo>
                    <a:pt x="67087" y="55"/>
                    <a:pt x="54352" y="23198"/>
                    <a:pt x="49400" y="38051"/>
                  </a:cubicBez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7E5954-4706-DE0B-C975-C266DDEDB4E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811790" y="4289433"/>
              <a:ext cx="156710" cy="158545"/>
            </a:xfrm>
            <a:custGeom>
              <a:avLst/>
              <a:gdLst>
                <a:gd name="connsiteX0" fmla="*/ 156943 w 156710"/>
                <a:gd name="connsiteY0" fmla="*/ 80882 h 158545"/>
                <a:gd name="connsiteX1" fmla="*/ 78765 w 156710"/>
                <a:gd name="connsiteY1" fmla="*/ 55 h 158545"/>
                <a:gd name="connsiteX2" fmla="*/ 233 w 156710"/>
                <a:gd name="connsiteY2" fmla="*/ 80882 h 158545"/>
                <a:gd name="connsiteX3" fmla="*/ 78411 w 156710"/>
                <a:gd name="connsiteY3" fmla="*/ 158600 h 158545"/>
                <a:gd name="connsiteX4" fmla="*/ 156943 w 156710"/>
                <a:gd name="connsiteY4" fmla="*/ 80882 h 158545"/>
                <a:gd name="connsiteX5" fmla="*/ 78765 w 156710"/>
                <a:gd name="connsiteY5" fmla="*/ 149965 h 158545"/>
                <a:gd name="connsiteX6" fmla="*/ 38437 w 156710"/>
                <a:gd name="connsiteY6" fmla="*/ 126822 h 158545"/>
                <a:gd name="connsiteX7" fmla="*/ 29594 w 156710"/>
                <a:gd name="connsiteY7" fmla="*/ 78119 h 158545"/>
                <a:gd name="connsiteX8" fmla="*/ 38084 w 156710"/>
                <a:gd name="connsiteY8" fmla="*/ 30797 h 158545"/>
                <a:gd name="connsiteX9" fmla="*/ 78411 w 156710"/>
                <a:gd name="connsiteY9" fmla="*/ 7654 h 158545"/>
                <a:gd name="connsiteX10" fmla="*/ 118384 w 156710"/>
                <a:gd name="connsiteY10" fmla="*/ 30106 h 158545"/>
                <a:gd name="connsiteX11" fmla="*/ 127582 w 156710"/>
                <a:gd name="connsiteY11" fmla="*/ 78119 h 158545"/>
                <a:gd name="connsiteX12" fmla="*/ 119799 w 156710"/>
                <a:gd name="connsiteY12" fmla="*/ 124404 h 158545"/>
                <a:gd name="connsiteX13" fmla="*/ 78765 w 156710"/>
                <a:gd name="connsiteY13" fmla="*/ 149965 h 158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710" h="158545">
                  <a:moveTo>
                    <a:pt x="156943" y="80882"/>
                  </a:moveTo>
                  <a:cubicBezTo>
                    <a:pt x="156943" y="36669"/>
                    <a:pt x="121568" y="55"/>
                    <a:pt x="78765" y="55"/>
                  </a:cubicBezTo>
                  <a:cubicBezTo>
                    <a:pt x="34546" y="55"/>
                    <a:pt x="233" y="37705"/>
                    <a:pt x="233" y="80882"/>
                  </a:cubicBezTo>
                  <a:cubicBezTo>
                    <a:pt x="233" y="125440"/>
                    <a:pt x="37022" y="158600"/>
                    <a:pt x="78411" y="158600"/>
                  </a:cubicBezTo>
                  <a:cubicBezTo>
                    <a:pt x="121214" y="158600"/>
                    <a:pt x="156943" y="124750"/>
                    <a:pt x="156943" y="80882"/>
                  </a:cubicBezTo>
                  <a:close/>
                  <a:moveTo>
                    <a:pt x="78765" y="149965"/>
                  </a:moveTo>
                  <a:cubicBezTo>
                    <a:pt x="63553" y="149965"/>
                    <a:pt x="47989" y="142711"/>
                    <a:pt x="38437" y="126822"/>
                  </a:cubicBezTo>
                  <a:cubicBezTo>
                    <a:pt x="29594" y="111624"/>
                    <a:pt x="29594" y="90554"/>
                    <a:pt x="29594" y="78119"/>
                  </a:cubicBezTo>
                  <a:cubicBezTo>
                    <a:pt x="29594" y="64647"/>
                    <a:pt x="29594" y="45995"/>
                    <a:pt x="38084" y="30797"/>
                  </a:cubicBezTo>
                  <a:cubicBezTo>
                    <a:pt x="47635" y="14908"/>
                    <a:pt x="64261" y="7654"/>
                    <a:pt x="78411" y="7654"/>
                  </a:cubicBezTo>
                  <a:cubicBezTo>
                    <a:pt x="93976" y="7654"/>
                    <a:pt x="109187" y="15253"/>
                    <a:pt x="118384" y="30106"/>
                  </a:cubicBezTo>
                  <a:cubicBezTo>
                    <a:pt x="127582" y="44959"/>
                    <a:pt x="127582" y="64993"/>
                    <a:pt x="127582" y="78119"/>
                  </a:cubicBezTo>
                  <a:cubicBezTo>
                    <a:pt x="127582" y="90554"/>
                    <a:pt x="127582" y="109206"/>
                    <a:pt x="119799" y="124404"/>
                  </a:cubicBezTo>
                  <a:cubicBezTo>
                    <a:pt x="112017" y="139948"/>
                    <a:pt x="96452" y="149965"/>
                    <a:pt x="78765" y="149965"/>
                  </a:cubicBez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FA5CEBD-0692-7393-4F3D-C6B7930F37E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988664" y="4291506"/>
              <a:ext cx="118859" cy="152673"/>
            </a:xfrm>
            <a:custGeom>
              <a:avLst/>
              <a:gdLst>
                <a:gd name="connsiteX0" fmla="*/ 49409 w 118859"/>
                <a:gd name="connsiteY0" fmla="*/ 38051 h 152673"/>
                <a:gd name="connsiteX1" fmla="*/ 49409 w 118859"/>
                <a:gd name="connsiteY1" fmla="*/ 55 h 152673"/>
                <a:gd name="connsiteX2" fmla="*/ 238 w 118859"/>
                <a:gd name="connsiteY2" fmla="*/ 3854 h 152673"/>
                <a:gd name="connsiteX3" fmla="*/ 238 w 118859"/>
                <a:gd name="connsiteY3" fmla="*/ 14562 h 152673"/>
                <a:gd name="connsiteX4" fmla="*/ 27830 w 118859"/>
                <a:gd name="connsiteY4" fmla="*/ 33906 h 152673"/>
                <a:gd name="connsiteX5" fmla="*/ 27830 w 118859"/>
                <a:gd name="connsiteY5" fmla="*/ 126477 h 152673"/>
                <a:gd name="connsiteX6" fmla="*/ 238 w 118859"/>
                <a:gd name="connsiteY6" fmla="*/ 142020 h 152673"/>
                <a:gd name="connsiteX7" fmla="*/ 238 w 118859"/>
                <a:gd name="connsiteY7" fmla="*/ 152728 h 152673"/>
                <a:gd name="connsiteX8" fmla="*/ 40565 w 118859"/>
                <a:gd name="connsiteY8" fmla="*/ 151692 h 152673"/>
                <a:gd name="connsiteX9" fmla="*/ 85491 w 118859"/>
                <a:gd name="connsiteY9" fmla="*/ 152728 h 152673"/>
                <a:gd name="connsiteX10" fmla="*/ 85491 w 118859"/>
                <a:gd name="connsiteY10" fmla="*/ 142020 h 152673"/>
                <a:gd name="connsiteX11" fmla="*/ 78062 w 118859"/>
                <a:gd name="connsiteY11" fmla="*/ 142020 h 152673"/>
                <a:gd name="connsiteX12" fmla="*/ 51177 w 118859"/>
                <a:gd name="connsiteY12" fmla="*/ 125786 h 152673"/>
                <a:gd name="connsiteX13" fmla="*/ 51177 w 118859"/>
                <a:gd name="connsiteY13" fmla="*/ 72592 h 152673"/>
                <a:gd name="connsiteX14" fmla="*/ 92920 w 118859"/>
                <a:gd name="connsiteY14" fmla="*/ 7654 h 152673"/>
                <a:gd name="connsiteX15" fmla="*/ 96811 w 118859"/>
                <a:gd name="connsiteY15" fmla="*/ 7999 h 152673"/>
                <a:gd name="connsiteX16" fmla="*/ 88675 w 118859"/>
                <a:gd name="connsiteY16" fmla="*/ 21471 h 152673"/>
                <a:gd name="connsiteX17" fmla="*/ 103886 w 118859"/>
                <a:gd name="connsiteY17" fmla="*/ 36323 h 152673"/>
                <a:gd name="connsiteX18" fmla="*/ 119097 w 118859"/>
                <a:gd name="connsiteY18" fmla="*/ 21125 h 152673"/>
                <a:gd name="connsiteX19" fmla="*/ 92920 w 118859"/>
                <a:gd name="connsiteY19" fmla="*/ 55 h 152673"/>
                <a:gd name="connsiteX20" fmla="*/ 49409 w 118859"/>
                <a:gd name="connsiteY20" fmla="*/ 38051 h 15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859" h="152673">
                  <a:moveTo>
                    <a:pt x="49409" y="38051"/>
                  </a:moveTo>
                  <a:lnTo>
                    <a:pt x="49409" y="55"/>
                  </a:lnTo>
                  <a:lnTo>
                    <a:pt x="238" y="3854"/>
                  </a:lnTo>
                  <a:lnTo>
                    <a:pt x="238" y="14562"/>
                  </a:lnTo>
                  <a:cubicBezTo>
                    <a:pt x="25000" y="14562"/>
                    <a:pt x="27830" y="16980"/>
                    <a:pt x="27830" y="33906"/>
                  </a:cubicBezTo>
                  <a:lnTo>
                    <a:pt x="27830" y="126477"/>
                  </a:lnTo>
                  <a:cubicBezTo>
                    <a:pt x="27830" y="142020"/>
                    <a:pt x="23939" y="142020"/>
                    <a:pt x="238" y="142020"/>
                  </a:cubicBezTo>
                  <a:lnTo>
                    <a:pt x="238" y="152728"/>
                  </a:lnTo>
                  <a:cubicBezTo>
                    <a:pt x="14034" y="152383"/>
                    <a:pt x="30660" y="151692"/>
                    <a:pt x="40565" y="151692"/>
                  </a:cubicBezTo>
                  <a:cubicBezTo>
                    <a:pt x="54715" y="151692"/>
                    <a:pt x="71341" y="151692"/>
                    <a:pt x="85491" y="152728"/>
                  </a:cubicBezTo>
                  <a:lnTo>
                    <a:pt x="85491" y="142020"/>
                  </a:lnTo>
                  <a:lnTo>
                    <a:pt x="78062" y="142020"/>
                  </a:lnTo>
                  <a:cubicBezTo>
                    <a:pt x="51885" y="142020"/>
                    <a:pt x="51177" y="138221"/>
                    <a:pt x="51177" y="125786"/>
                  </a:cubicBezTo>
                  <a:lnTo>
                    <a:pt x="51177" y="72592"/>
                  </a:lnTo>
                  <a:cubicBezTo>
                    <a:pt x="51177" y="38396"/>
                    <a:pt x="66035" y="7654"/>
                    <a:pt x="92920" y="7654"/>
                  </a:cubicBezTo>
                  <a:cubicBezTo>
                    <a:pt x="95396" y="7654"/>
                    <a:pt x="96103" y="7654"/>
                    <a:pt x="96811" y="7999"/>
                  </a:cubicBezTo>
                  <a:cubicBezTo>
                    <a:pt x="95749" y="8345"/>
                    <a:pt x="88675" y="12490"/>
                    <a:pt x="88675" y="21471"/>
                  </a:cubicBezTo>
                  <a:cubicBezTo>
                    <a:pt x="88675" y="31142"/>
                    <a:pt x="96103" y="36323"/>
                    <a:pt x="103886" y="36323"/>
                  </a:cubicBezTo>
                  <a:cubicBezTo>
                    <a:pt x="110253" y="36323"/>
                    <a:pt x="119097" y="32179"/>
                    <a:pt x="119097" y="21125"/>
                  </a:cubicBezTo>
                  <a:cubicBezTo>
                    <a:pt x="119097" y="10072"/>
                    <a:pt x="108131" y="55"/>
                    <a:pt x="92920" y="55"/>
                  </a:cubicBezTo>
                  <a:cubicBezTo>
                    <a:pt x="67096" y="55"/>
                    <a:pt x="54361" y="23198"/>
                    <a:pt x="49409" y="38051"/>
                  </a:cubicBez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D784528-1B39-1F49-93FC-9D77CDE08FF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147733" y="4295305"/>
              <a:ext cx="37497" cy="148873"/>
            </a:xfrm>
            <a:custGeom>
              <a:avLst/>
              <a:gdLst>
                <a:gd name="connsiteX0" fmla="*/ 37739 w 37497"/>
                <a:gd name="connsiteY0" fmla="*/ 18362 h 148873"/>
                <a:gd name="connsiteX1" fmla="*/ 18990 w 37497"/>
                <a:gd name="connsiteY1" fmla="*/ 55 h 148873"/>
                <a:gd name="connsiteX2" fmla="*/ 242 w 37497"/>
                <a:gd name="connsiteY2" fmla="*/ 18362 h 148873"/>
                <a:gd name="connsiteX3" fmla="*/ 18990 w 37497"/>
                <a:gd name="connsiteY3" fmla="*/ 36669 h 148873"/>
                <a:gd name="connsiteX4" fmla="*/ 37739 w 37497"/>
                <a:gd name="connsiteY4" fmla="*/ 18362 h 148873"/>
                <a:gd name="connsiteX5" fmla="*/ 37739 w 37497"/>
                <a:gd name="connsiteY5" fmla="*/ 130622 h 148873"/>
                <a:gd name="connsiteX6" fmla="*/ 18990 w 37497"/>
                <a:gd name="connsiteY6" fmla="*/ 112315 h 148873"/>
                <a:gd name="connsiteX7" fmla="*/ 242 w 37497"/>
                <a:gd name="connsiteY7" fmla="*/ 130622 h 148873"/>
                <a:gd name="connsiteX8" fmla="*/ 18990 w 37497"/>
                <a:gd name="connsiteY8" fmla="*/ 148929 h 148873"/>
                <a:gd name="connsiteX9" fmla="*/ 37739 w 37497"/>
                <a:gd name="connsiteY9" fmla="*/ 130622 h 148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497" h="148873">
                  <a:moveTo>
                    <a:pt x="37739" y="18362"/>
                  </a:moveTo>
                  <a:cubicBezTo>
                    <a:pt x="37739" y="8345"/>
                    <a:pt x="29249" y="55"/>
                    <a:pt x="18990" y="55"/>
                  </a:cubicBezTo>
                  <a:cubicBezTo>
                    <a:pt x="8731" y="55"/>
                    <a:pt x="242" y="8345"/>
                    <a:pt x="242" y="18362"/>
                  </a:cubicBezTo>
                  <a:cubicBezTo>
                    <a:pt x="242" y="28379"/>
                    <a:pt x="8731" y="36669"/>
                    <a:pt x="18990" y="36669"/>
                  </a:cubicBezTo>
                  <a:cubicBezTo>
                    <a:pt x="29249" y="36669"/>
                    <a:pt x="37739" y="28379"/>
                    <a:pt x="37739" y="18362"/>
                  </a:cubicBezTo>
                  <a:close/>
                  <a:moveTo>
                    <a:pt x="37739" y="130622"/>
                  </a:moveTo>
                  <a:cubicBezTo>
                    <a:pt x="37739" y="120605"/>
                    <a:pt x="29249" y="112315"/>
                    <a:pt x="18990" y="112315"/>
                  </a:cubicBezTo>
                  <a:cubicBezTo>
                    <a:pt x="8731" y="112315"/>
                    <a:pt x="242" y="120605"/>
                    <a:pt x="242" y="130622"/>
                  </a:cubicBezTo>
                  <a:cubicBezTo>
                    <a:pt x="242" y="140639"/>
                    <a:pt x="8731" y="148929"/>
                    <a:pt x="18990" y="148929"/>
                  </a:cubicBezTo>
                  <a:cubicBezTo>
                    <a:pt x="29249" y="148929"/>
                    <a:pt x="37739" y="140639"/>
                    <a:pt x="37739" y="130622"/>
                  </a:cubicBez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CBD854-4646-81CF-532C-1448A9F9AFA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1507333" y="4295305"/>
              <a:ext cx="116382" cy="152673"/>
            </a:xfrm>
            <a:custGeom>
              <a:avLst/>
              <a:gdLst>
                <a:gd name="connsiteX0" fmla="*/ 89043 w 116382"/>
                <a:gd name="connsiteY0" fmla="*/ 70865 h 152673"/>
                <a:gd name="connsiteX1" fmla="*/ 101070 w 116382"/>
                <a:gd name="connsiteY1" fmla="*/ 64993 h 152673"/>
                <a:gd name="connsiteX2" fmla="*/ 90811 w 116382"/>
                <a:gd name="connsiteY2" fmla="*/ 60157 h 152673"/>
                <a:gd name="connsiteX3" fmla="*/ 33504 w 116382"/>
                <a:gd name="connsiteY3" fmla="*/ 60157 h 152673"/>
                <a:gd name="connsiteX4" fmla="*/ 93995 w 116382"/>
                <a:gd name="connsiteY4" fmla="*/ 10763 h 152673"/>
                <a:gd name="connsiteX5" fmla="*/ 104961 w 116382"/>
                <a:gd name="connsiteY5" fmla="*/ 10763 h 152673"/>
                <a:gd name="connsiteX6" fmla="*/ 116635 w 116382"/>
                <a:gd name="connsiteY6" fmla="*/ 4891 h 152673"/>
                <a:gd name="connsiteX7" fmla="*/ 106023 w 116382"/>
                <a:gd name="connsiteY7" fmla="*/ 55 h 152673"/>
                <a:gd name="connsiteX8" fmla="*/ 93641 w 116382"/>
                <a:gd name="connsiteY8" fmla="*/ 55 h 152673"/>
                <a:gd name="connsiteX9" fmla="*/ 252 w 116382"/>
                <a:gd name="connsiteY9" fmla="*/ 87445 h 152673"/>
                <a:gd name="connsiteX10" fmla="*/ 64280 w 116382"/>
                <a:gd name="connsiteY10" fmla="*/ 152728 h 152673"/>
                <a:gd name="connsiteX11" fmla="*/ 110268 w 116382"/>
                <a:gd name="connsiteY11" fmla="*/ 135112 h 152673"/>
                <a:gd name="connsiteX12" fmla="*/ 106730 w 116382"/>
                <a:gd name="connsiteY12" fmla="*/ 130276 h 152673"/>
                <a:gd name="connsiteX13" fmla="*/ 102131 w 116382"/>
                <a:gd name="connsiteY13" fmla="*/ 132349 h 152673"/>
                <a:gd name="connsiteX14" fmla="*/ 64988 w 116382"/>
                <a:gd name="connsiteY14" fmla="*/ 145129 h 152673"/>
                <a:gd name="connsiteX15" fmla="*/ 26783 w 116382"/>
                <a:gd name="connsiteY15" fmla="*/ 100225 h 152673"/>
                <a:gd name="connsiteX16" fmla="*/ 30674 w 116382"/>
                <a:gd name="connsiteY16" fmla="*/ 70865 h 152673"/>
                <a:gd name="connsiteX17" fmla="*/ 89043 w 116382"/>
                <a:gd name="connsiteY17" fmla="*/ 70865 h 152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6382" h="152673">
                  <a:moveTo>
                    <a:pt x="89043" y="70865"/>
                  </a:moveTo>
                  <a:cubicBezTo>
                    <a:pt x="94703" y="70865"/>
                    <a:pt x="101070" y="70865"/>
                    <a:pt x="101070" y="64993"/>
                  </a:cubicBezTo>
                  <a:cubicBezTo>
                    <a:pt x="101070" y="60157"/>
                    <a:pt x="96825" y="60157"/>
                    <a:pt x="90811" y="60157"/>
                  </a:cubicBezTo>
                  <a:lnTo>
                    <a:pt x="33504" y="60157"/>
                  </a:lnTo>
                  <a:cubicBezTo>
                    <a:pt x="41994" y="30797"/>
                    <a:pt x="61804" y="10763"/>
                    <a:pt x="93995" y="10763"/>
                  </a:cubicBezTo>
                  <a:lnTo>
                    <a:pt x="104961" y="10763"/>
                  </a:lnTo>
                  <a:cubicBezTo>
                    <a:pt x="110975" y="10763"/>
                    <a:pt x="116635" y="10763"/>
                    <a:pt x="116635" y="4891"/>
                  </a:cubicBezTo>
                  <a:cubicBezTo>
                    <a:pt x="116635" y="55"/>
                    <a:pt x="112036" y="55"/>
                    <a:pt x="106023" y="55"/>
                  </a:cubicBezTo>
                  <a:lnTo>
                    <a:pt x="93641" y="55"/>
                  </a:lnTo>
                  <a:cubicBezTo>
                    <a:pt x="47654" y="55"/>
                    <a:pt x="252" y="34596"/>
                    <a:pt x="252" y="87445"/>
                  </a:cubicBezTo>
                  <a:cubicBezTo>
                    <a:pt x="252" y="125440"/>
                    <a:pt x="26783" y="152728"/>
                    <a:pt x="64280" y="152728"/>
                  </a:cubicBezTo>
                  <a:cubicBezTo>
                    <a:pt x="87274" y="152728"/>
                    <a:pt x="110268" y="138912"/>
                    <a:pt x="110268" y="135112"/>
                  </a:cubicBezTo>
                  <a:cubicBezTo>
                    <a:pt x="110268" y="134076"/>
                    <a:pt x="109914" y="130276"/>
                    <a:pt x="106730" y="130276"/>
                  </a:cubicBezTo>
                  <a:cubicBezTo>
                    <a:pt x="106023" y="130276"/>
                    <a:pt x="105315" y="130276"/>
                    <a:pt x="102131" y="132349"/>
                  </a:cubicBezTo>
                  <a:cubicBezTo>
                    <a:pt x="91165" y="139257"/>
                    <a:pt x="78077" y="145129"/>
                    <a:pt x="64988" y="145129"/>
                  </a:cubicBezTo>
                  <a:cubicBezTo>
                    <a:pt x="44471" y="145129"/>
                    <a:pt x="26783" y="130622"/>
                    <a:pt x="26783" y="100225"/>
                  </a:cubicBezTo>
                  <a:cubicBezTo>
                    <a:pt x="26783" y="88136"/>
                    <a:pt x="29613" y="75010"/>
                    <a:pt x="30674" y="70865"/>
                  </a:cubicBezTo>
                  <a:lnTo>
                    <a:pt x="89043" y="70865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3998650-15B4-9733-3684-6B92C03CABC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1645933" y="4335684"/>
              <a:ext cx="75029" cy="162724"/>
            </a:xfrm>
            <a:custGeom>
              <a:avLst/>
              <a:gdLst>
                <a:gd name="connsiteX0" fmla="*/ 68848 w 75029"/>
                <a:gd name="connsiteY0" fmla="*/ 9244 h 162724"/>
                <a:gd name="connsiteX1" fmla="*/ 58943 w 75029"/>
                <a:gd name="connsiteY1" fmla="*/ 56 h 162724"/>
                <a:gd name="connsiteX2" fmla="*/ 45076 w 75029"/>
                <a:gd name="connsiteY2" fmla="*/ 13355 h 162724"/>
                <a:gd name="connsiteX3" fmla="*/ 54981 w 75029"/>
                <a:gd name="connsiteY3" fmla="*/ 22543 h 162724"/>
                <a:gd name="connsiteX4" fmla="*/ 68848 w 75029"/>
                <a:gd name="connsiteY4" fmla="*/ 9244 h 162724"/>
                <a:gd name="connsiteX5" fmla="*/ 18333 w 75029"/>
                <a:gd name="connsiteY5" fmla="*/ 132074 h 162724"/>
                <a:gd name="connsiteX6" fmla="*/ 16104 w 75029"/>
                <a:gd name="connsiteY6" fmla="*/ 142229 h 162724"/>
                <a:gd name="connsiteX7" fmla="*/ 39628 w 75029"/>
                <a:gd name="connsiteY7" fmla="*/ 162781 h 162724"/>
                <a:gd name="connsiteX8" fmla="*/ 75286 w 75029"/>
                <a:gd name="connsiteY8" fmla="*/ 125787 h 162724"/>
                <a:gd name="connsiteX9" fmla="*/ 71324 w 75029"/>
                <a:gd name="connsiteY9" fmla="*/ 122644 h 162724"/>
                <a:gd name="connsiteX10" fmla="*/ 66619 w 75029"/>
                <a:gd name="connsiteY10" fmla="*/ 126755 h 162724"/>
                <a:gd name="connsiteX11" fmla="*/ 40371 w 75029"/>
                <a:gd name="connsiteY11" fmla="*/ 156011 h 162724"/>
                <a:gd name="connsiteX12" fmla="*/ 34180 w 75029"/>
                <a:gd name="connsiteY12" fmla="*/ 147548 h 162724"/>
                <a:gd name="connsiteX13" fmla="*/ 38142 w 75029"/>
                <a:gd name="connsiteY13" fmla="*/ 132074 h 162724"/>
                <a:gd name="connsiteX14" fmla="*/ 46066 w 75029"/>
                <a:gd name="connsiteY14" fmla="*/ 112731 h 162724"/>
                <a:gd name="connsiteX15" fmla="*/ 58200 w 75029"/>
                <a:gd name="connsiteY15" fmla="*/ 82023 h 162724"/>
                <a:gd name="connsiteX16" fmla="*/ 59686 w 75029"/>
                <a:gd name="connsiteY16" fmla="*/ 74286 h 162724"/>
                <a:gd name="connsiteX17" fmla="*/ 36161 w 75029"/>
                <a:gd name="connsiteY17" fmla="*/ 53734 h 162724"/>
                <a:gd name="connsiteX18" fmla="*/ 256 w 75029"/>
                <a:gd name="connsiteY18" fmla="*/ 90728 h 162724"/>
                <a:gd name="connsiteX19" fmla="*/ 4466 w 75029"/>
                <a:gd name="connsiteY19" fmla="*/ 93871 h 162724"/>
                <a:gd name="connsiteX20" fmla="*/ 8923 w 75029"/>
                <a:gd name="connsiteY20" fmla="*/ 90002 h 162724"/>
                <a:gd name="connsiteX21" fmla="*/ 35419 w 75029"/>
                <a:gd name="connsiteY21" fmla="*/ 60504 h 162724"/>
                <a:gd name="connsiteX22" fmla="*/ 41609 w 75029"/>
                <a:gd name="connsiteY22" fmla="*/ 68967 h 162724"/>
                <a:gd name="connsiteX23" fmla="*/ 33933 w 75029"/>
                <a:gd name="connsiteY23" fmla="*/ 93146 h 162724"/>
                <a:gd name="connsiteX24" fmla="*/ 18333 w 75029"/>
                <a:gd name="connsiteY24" fmla="*/ 132074 h 16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029" h="162724">
                  <a:moveTo>
                    <a:pt x="68848" y="9244"/>
                  </a:moveTo>
                  <a:cubicBezTo>
                    <a:pt x="68848" y="5376"/>
                    <a:pt x="65876" y="56"/>
                    <a:pt x="58943" y="56"/>
                  </a:cubicBezTo>
                  <a:cubicBezTo>
                    <a:pt x="52257" y="56"/>
                    <a:pt x="45076" y="6343"/>
                    <a:pt x="45076" y="13355"/>
                  </a:cubicBezTo>
                  <a:cubicBezTo>
                    <a:pt x="45076" y="17465"/>
                    <a:pt x="48295" y="22543"/>
                    <a:pt x="54981" y="22543"/>
                  </a:cubicBezTo>
                  <a:cubicBezTo>
                    <a:pt x="62162" y="22543"/>
                    <a:pt x="68848" y="15773"/>
                    <a:pt x="68848" y="9244"/>
                  </a:cubicBezTo>
                  <a:close/>
                  <a:moveTo>
                    <a:pt x="18333" y="132074"/>
                  </a:moveTo>
                  <a:cubicBezTo>
                    <a:pt x="17342" y="135217"/>
                    <a:pt x="16104" y="138119"/>
                    <a:pt x="16104" y="142229"/>
                  </a:cubicBezTo>
                  <a:cubicBezTo>
                    <a:pt x="16104" y="153593"/>
                    <a:pt x="26009" y="162781"/>
                    <a:pt x="39628" y="162781"/>
                  </a:cubicBezTo>
                  <a:cubicBezTo>
                    <a:pt x="64391" y="162781"/>
                    <a:pt x="75286" y="129414"/>
                    <a:pt x="75286" y="125787"/>
                  </a:cubicBezTo>
                  <a:cubicBezTo>
                    <a:pt x="75286" y="122644"/>
                    <a:pt x="72067" y="122644"/>
                    <a:pt x="71324" y="122644"/>
                  </a:cubicBezTo>
                  <a:cubicBezTo>
                    <a:pt x="67857" y="122644"/>
                    <a:pt x="67610" y="124095"/>
                    <a:pt x="66619" y="126755"/>
                  </a:cubicBezTo>
                  <a:cubicBezTo>
                    <a:pt x="60924" y="146098"/>
                    <a:pt x="50028" y="156011"/>
                    <a:pt x="40371" y="156011"/>
                  </a:cubicBezTo>
                  <a:cubicBezTo>
                    <a:pt x="35419" y="156011"/>
                    <a:pt x="34180" y="152868"/>
                    <a:pt x="34180" y="147548"/>
                  </a:cubicBezTo>
                  <a:cubicBezTo>
                    <a:pt x="34180" y="141987"/>
                    <a:pt x="35914" y="137393"/>
                    <a:pt x="38142" y="132074"/>
                  </a:cubicBezTo>
                  <a:cubicBezTo>
                    <a:pt x="40619" y="125546"/>
                    <a:pt x="43343" y="119017"/>
                    <a:pt x="46066" y="112731"/>
                  </a:cubicBezTo>
                  <a:cubicBezTo>
                    <a:pt x="48295" y="106928"/>
                    <a:pt x="57209" y="84925"/>
                    <a:pt x="58200" y="82023"/>
                  </a:cubicBezTo>
                  <a:cubicBezTo>
                    <a:pt x="58943" y="79605"/>
                    <a:pt x="59686" y="76704"/>
                    <a:pt x="59686" y="74286"/>
                  </a:cubicBezTo>
                  <a:cubicBezTo>
                    <a:pt x="59686" y="62922"/>
                    <a:pt x="49781" y="53734"/>
                    <a:pt x="36161" y="53734"/>
                  </a:cubicBezTo>
                  <a:cubicBezTo>
                    <a:pt x="11647" y="53734"/>
                    <a:pt x="256" y="86617"/>
                    <a:pt x="256" y="90728"/>
                  </a:cubicBezTo>
                  <a:cubicBezTo>
                    <a:pt x="256" y="93871"/>
                    <a:pt x="3723" y="93871"/>
                    <a:pt x="4466" y="93871"/>
                  </a:cubicBezTo>
                  <a:cubicBezTo>
                    <a:pt x="7932" y="93871"/>
                    <a:pt x="8180" y="92662"/>
                    <a:pt x="8923" y="90002"/>
                  </a:cubicBezTo>
                  <a:cubicBezTo>
                    <a:pt x="15361" y="69208"/>
                    <a:pt x="26257" y="60504"/>
                    <a:pt x="35419" y="60504"/>
                  </a:cubicBezTo>
                  <a:cubicBezTo>
                    <a:pt x="39381" y="60504"/>
                    <a:pt x="41609" y="62438"/>
                    <a:pt x="41609" y="68967"/>
                  </a:cubicBezTo>
                  <a:cubicBezTo>
                    <a:pt x="41609" y="74528"/>
                    <a:pt x="40123" y="78155"/>
                    <a:pt x="33933" y="93146"/>
                  </a:cubicBezTo>
                  <a:lnTo>
                    <a:pt x="18333" y="132074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FD704B-4D3F-E3AA-0B88-6B848AEF70C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870138" y="4317412"/>
              <a:ext cx="235242" cy="80827"/>
            </a:xfrm>
            <a:custGeom>
              <a:avLst/>
              <a:gdLst>
                <a:gd name="connsiteX0" fmla="*/ 223477 w 235242"/>
                <a:gd name="connsiteY0" fmla="*/ 13872 h 80827"/>
                <a:gd name="connsiteX1" fmla="*/ 235504 w 235242"/>
                <a:gd name="connsiteY1" fmla="*/ 6963 h 80827"/>
                <a:gd name="connsiteX2" fmla="*/ 223831 w 235242"/>
                <a:gd name="connsiteY2" fmla="*/ 55 h 80827"/>
                <a:gd name="connsiteX3" fmla="*/ 11936 w 235242"/>
                <a:gd name="connsiteY3" fmla="*/ 55 h 80827"/>
                <a:gd name="connsiteX4" fmla="*/ 262 w 235242"/>
                <a:gd name="connsiteY4" fmla="*/ 6963 h 80827"/>
                <a:gd name="connsiteX5" fmla="*/ 12290 w 235242"/>
                <a:gd name="connsiteY5" fmla="*/ 13872 h 80827"/>
                <a:gd name="connsiteX6" fmla="*/ 223477 w 235242"/>
                <a:gd name="connsiteY6" fmla="*/ 13872 h 80827"/>
                <a:gd name="connsiteX7" fmla="*/ 223831 w 235242"/>
                <a:gd name="connsiteY7" fmla="*/ 80882 h 80827"/>
                <a:gd name="connsiteX8" fmla="*/ 235504 w 235242"/>
                <a:gd name="connsiteY8" fmla="*/ 73974 h 80827"/>
                <a:gd name="connsiteX9" fmla="*/ 223477 w 235242"/>
                <a:gd name="connsiteY9" fmla="*/ 67065 h 80827"/>
                <a:gd name="connsiteX10" fmla="*/ 12290 w 235242"/>
                <a:gd name="connsiteY10" fmla="*/ 67065 h 80827"/>
                <a:gd name="connsiteX11" fmla="*/ 262 w 235242"/>
                <a:gd name="connsiteY11" fmla="*/ 73974 h 80827"/>
                <a:gd name="connsiteX12" fmla="*/ 11936 w 235242"/>
                <a:gd name="connsiteY12" fmla="*/ 80882 h 80827"/>
                <a:gd name="connsiteX13" fmla="*/ 223831 w 235242"/>
                <a:gd name="connsiteY13" fmla="*/ 80882 h 8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42" h="80827">
                  <a:moveTo>
                    <a:pt x="223477" y="13872"/>
                  </a:moveTo>
                  <a:cubicBezTo>
                    <a:pt x="228783" y="13872"/>
                    <a:pt x="235504" y="13872"/>
                    <a:pt x="235504" y="6963"/>
                  </a:cubicBezTo>
                  <a:cubicBezTo>
                    <a:pt x="235504" y="55"/>
                    <a:pt x="228783" y="55"/>
                    <a:pt x="223831" y="55"/>
                  </a:cubicBezTo>
                  <a:lnTo>
                    <a:pt x="11936" y="55"/>
                  </a:lnTo>
                  <a:cubicBezTo>
                    <a:pt x="6983" y="55"/>
                    <a:pt x="262" y="55"/>
                    <a:pt x="262" y="6963"/>
                  </a:cubicBezTo>
                  <a:cubicBezTo>
                    <a:pt x="262" y="13872"/>
                    <a:pt x="6983" y="13872"/>
                    <a:pt x="12290" y="13872"/>
                  </a:cubicBezTo>
                  <a:lnTo>
                    <a:pt x="223477" y="13872"/>
                  </a:lnTo>
                  <a:close/>
                  <a:moveTo>
                    <a:pt x="223831" y="80882"/>
                  </a:moveTo>
                  <a:cubicBezTo>
                    <a:pt x="228783" y="80882"/>
                    <a:pt x="235504" y="80882"/>
                    <a:pt x="235504" y="73974"/>
                  </a:cubicBezTo>
                  <a:cubicBezTo>
                    <a:pt x="235504" y="67065"/>
                    <a:pt x="228783" y="67065"/>
                    <a:pt x="223477" y="67065"/>
                  </a:cubicBezTo>
                  <a:lnTo>
                    <a:pt x="12290" y="67065"/>
                  </a:lnTo>
                  <a:cubicBezTo>
                    <a:pt x="6983" y="67065"/>
                    <a:pt x="262" y="67065"/>
                    <a:pt x="262" y="73974"/>
                  </a:cubicBezTo>
                  <a:cubicBezTo>
                    <a:pt x="262" y="80882"/>
                    <a:pt x="6983" y="80882"/>
                    <a:pt x="11936" y="80882"/>
                  </a:cubicBezTo>
                  <a:lnTo>
                    <a:pt x="223831" y="80882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49041F6-1EE4-C749-070C-5C2FFA41BF4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265822" y="4185118"/>
              <a:ext cx="14149" cy="345414"/>
            </a:xfrm>
            <a:custGeom>
              <a:avLst/>
              <a:gdLst>
                <a:gd name="connsiteX0" fmla="*/ 14423 w 14149"/>
                <a:gd name="connsiteY0" fmla="*/ 12490 h 345414"/>
                <a:gd name="connsiteX1" fmla="*/ 7348 w 14149"/>
                <a:gd name="connsiteY1" fmla="*/ 55 h 345414"/>
                <a:gd name="connsiteX2" fmla="*/ 273 w 14149"/>
                <a:gd name="connsiteY2" fmla="*/ 12490 h 345414"/>
                <a:gd name="connsiteX3" fmla="*/ 273 w 14149"/>
                <a:gd name="connsiteY3" fmla="*/ 333035 h 345414"/>
                <a:gd name="connsiteX4" fmla="*/ 7348 w 14149"/>
                <a:gd name="connsiteY4" fmla="*/ 345470 h 345414"/>
                <a:gd name="connsiteX5" fmla="*/ 14423 w 14149"/>
                <a:gd name="connsiteY5" fmla="*/ 333035 h 345414"/>
                <a:gd name="connsiteX6" fmla="*/ 14423 w 14149"/>
                <a:gd name="connsiteY6" fmla="*/ 12490 h 34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9" h="345414">
                  <a:moveTo>
                    <a:pt x="14423" y="12490"/>
                  </a:moveTo>
                  <a:cubicBezTo>
                    <a:pt x="14423" y="6272"/>
                    <a:pt x="14423" y="55"/>
                    <a:pt x="7348" y="55"/>
                  </a:cubicBezTo>
                  <a:cubicBezTo>
                    <a:pt x="273" y="55"/>
                    <a:pt x="273" y="6272"/>
                    <a:pt x="273" y="12490"/>
                  </a:cubicBezTo>
                  <a:lnTo>
                    <a:pt x="273" y="333035"/>
                  </a:lnTo>
                  <a:cubicBezTo>
                    <a:pt x="273" y="339252"/>
                    <a:pt x="273" y="345470"/>
                    <a:pt x="7348" y="345470"/>
                  </a:cubicBezTo>
                  <a:cubicBezTo>
                    <a:pt x="14423" y="345470"/>
                    <a:pt x="14423" y="339252"/>
                    <a:pt x="14423" y="333035"/>
                  </a:cubicBezTo>
                  <a:lnTo>
                    <a:pt x="14423" y="12490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B4C0BBD-66B4-6AFB-A96E-2F4D069DA44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332249" y="4291506"/>
              <a:ext cx="176166" cy="156472"/>
            </a:xfrm>
            <a:custGeom>
              <a:avLst/>
              <a:gdLst>
                <a:gd name="connsiteX0" fmla="*/ 108168 w 176166"/>
                <a:gd name="connsiteY0" fmla="*/ 48413 h 156472"/>
                <a:gd name="connsiteX1" fmla="*/ 143189 w 176166"/>
                <a:gd name="connsiteY1" fmla="*/ 7654 h 156472"/>
                <a:gd name="connsiteX2" fmla="*/ 160877 w 176166"/>
                <a:gd name="connsiteY2" fmla="*/ 12144 h 156472"/>
                <a:gd name="connsiteX3" fmla="*/ 143897 w 176166"/>
                <a:gd name="connsiteY3" fmla="*/ 30797 h 156472"/>
                <a:gd name="connsiteX4" fmla="*/ 157339 w 176166"/>
                <a:gd name="connsiteY4" fmla="*/ 42886 h 156472"/>
                <a:gd name="connsiteX5" fmla="*/ 176442 w 176166"/>
                <a:gd name="connsiteY5" fmla="*/ 22852 h 156472"/>
                <a:gd name="connsiteX6" fmla="*/ 143543 w 176166"/>
                <a:gd name="connsiteY6" fmla="*/ 55 h 156472"/>
                <a:gd name="connsiteX7" fmla="*/ 106400 w 176166"/>
                <a:gd name="connsiteY7" fmla="*/ 26306 h 156472"/>
                <a:gd name="connsiteX8" fmla="*/ 68195 w 176166"/>
                <a:gd name="connsiteY8" fmla="*/ 55 h 156472"/>
                <a:gd name="connsiteX9" fmla="*/ 11242 w 176166"/>
                <a:gd name="connsiteY9" fmla="*/ 53249 h 156472"/>
                <a:gd name="connsiteX10" fmla="*/ 15487 w 176166"/>
                <a:gd name="connsiteY10" fmla="*/ 56703 h 156472"/>
                <a:gd name="connsiteX11" fmla="*/ 20085 w 176166"/>
                <a:gd name="connsiteY11" fmla="*/ 52903 h 156472"/>
                <a:gd name="connsiteX12" fmla="*/ 67487 w 176166"/>
                <a:gd name="connsiteY12" fmla="*/ 7654 h 156472"/>
                <a:gd name="connsiteX13" fmla="*/ 86590 w 176166"/>
                <a:gd name="connsiteY13" fmla="*/ 30797 h 156472"/>
                <a:gd name="connsiteX14" fmla="*/ 67487 w 176166"/>
                <a:gd name="connsiteY14" fmla="*/ 113006 h 156472"/>
                <a:gd name="connsiteX15" fmla="*/ 33881 w 176166"/>
                <a:gd name="connsiteY15" fmla="*/ 148929 h 156472"/>
                <a:gd name="connsiteX16" fmla="*/ 16194 w 176166"/>
                <a:gd name="connsiteY16" fmla="*/ 144438 h 156472"/>
                <a:gd name="connsiteX17" fmla="*/ 32820 w 176166"/>
                <a:gd name="connsiteY17" fmla="*/ 125786 h 156472"/>
                <a:gd name="connsiteX18" fmla="*/ 19732 w 176166"/>
                <a:gd name="connsiteY18" fmla="*/ 113696 h 156472"/>
                <a:gd name="connsiteX19" fmla="*/ 275 w 176166"/>
                <a:gd name="connsiteY19" fmla="*/ 133730 h 156472"/>
                <a:gd name="connsiteX20" fmla="*/ 33528 w 176166"/>
                <a:gd name="connsiteY20" fmla="*/ 156528 h 156472"/>
                <a:gd name="connsiteX21" fmla="*/ 70671 w 176166"/>
                <a:gd name="connsiteY21" fmla="*/ 130276 h 156472"/>
                <a:gd name="connsiteX22" fmla="*/ 108876 w 176166"/>
                <a:gd name="connsiteY22" fmla="*/ 156528 h 156472"/>
                <a:gd name="connsiteX23" fmla="*/ 165476 w 176166"/>
                <a:gd name="connsiteY23" fmla="*/ 103334 h 156472"/>
                <a:gd name="connsiteX24" fmla="*/ 161231 w 176166"/>
                <a:gd name="connsiteY24" fmla="*/ 99880 h 156472"/>
                <a:gd name="connsiteX25" fmla="*/ 156632 w 176166"/>
                <a:gd name="connsiteY25" fmla="*/ 103679 h 156472"/>
                <a:gd name="connsiteX26" fmla="*/ 109583 w 176166"/>
                <a:gd name="connsiteY26" fmla="*/ 148929 h 156472"/>
                <a:gd name="connsiteX27" fmla="*/ 90127 w 176166"/>
                <a:gd name="connsiteY27" fmla="*/ 126131 h 156472"/>
                <a:gd name="connsiteX28" fmla="*/ 96141 w 176166"/>
                <a:gd name="connsiteY28" fmla="*/ 95735 h 156472"/>
                <a:gd name="connsiteX29" fmla="*/ 108168 w 176166"/>
                <a:gd name="connsiteY29" fmla="*/ 48413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166" h="156472">
                  <a:moveTo>
                    <a:pt x="108168" y="48413"/>
                  </a:moveTo>
                  <a:cubicBezTo>
                    <a:pt x="110291" y="39432"/>
                    <a:pt x="118427" y="7654"/>
                    <a:pt x="143189" y="7654"/>
                  </a:cubicBezTo>
                  <a:cubicBezTo>
                    <a:pt x="144958" y="7654"/>
                    <a:pt x="153448" y="7654"/>
                    <a:pt x="160877" y="12144"/>
                  </a:cubicBezTo>
                  <a:cubicBezTo>
                    <a:pt x="150972" y="13872"/>
                    <a:pt x="143897" y="22507"/>
                    <a:pt x="143897" y="30797"/>
                  </a:cubicBezTo>
                  <a:cubicBezTo>
                    <a:pt x="143897" y="36323"/>
                    <a:pt x="147788" y="42886"/>
                    <a:pt x="157339" y="42886"/>
                  </a:cubicBezTo>
                  <a:cubicBezTo>
                    <a:pt x="165122" y="42886"/>
                    <a:pt x="176442" y="36669"/>
                    <a:pt x="176442" y="22852"/>
                  </a:cubicBezTo>
                  <a:cubicBezTo>
                    <a:pt x="176442" y="4891"/>
                    <a:pt x="155571" y="55"/>
                    <a:pt x="143543" y="55"/>
                  </a:cubicBezTo>
                  <a:cubicBezTo>
                    <a:pt x="123026" y="55"/>
                    <a:pt x="110645" y="18362"/>
                    <a:pt x="106400" y="26306"/>
                  </a:cubicBezTo>
                  <a:cubicBezTo>
                    <a:pt x="97556" y="3509"/>
                    <a:pt x="78454" y="55"/>
                    <a:pt x="68195" y="55"/>
                  </a:cubicBezTo>
                  <a:cubicBezTo>
                    <a:pt x="31405" y="55"/>
                    <a:pt x="11242" y="44613"/>
                    <a:pt x="11242" y="53249"/>
                  </a:cubicBezTo>
                  <a:cubicBezTo>
                    <a:pt x="11242" y="56703"/>
                    <a:pt x="14779" y="56703"/>
                    <a:pt x="15487" y="56703"/>
                  </a:cubicBezTo>
                  <a:cubicBezTo>
                    <a:pt x="18317" y="56703"/>
                    <a:pt x="19378" y="56012"/>
                    <a:pt x="20085" y="52903"/>
                  </a:cubicBezTo>
                  <a:cubicBezTo>
                    <a:pt x="32113" y="16289"/>
                    <a:pt x="55460" y="7654"/>
                    <a:pt x="67487" y="7654"/>
                  </a:cubicBezTo>
                  <a:cubicBezTo>
                    <a:pt x="74209" y="7654"/>
                    <a:pt x="86590" y="10763"/>
                    <a:pt x="86590" y="30797"/>
                  </a:cubicBezTo>
                  <a:cubicBezTo>
                    <a:pt x="86590" y="41505"/>
                    <a:pt x="80576" y="64647"/>
                    <a:pt x="67487" y="113006"/>
                  </a:cubicBezTo>
                  <a:cubicBezTo>
                    <a:pt x="61828" y="134421"/>
                    <a:pt x="49446" y="148929"/>
                    <a:pt x="33881" y="148929"/>
                  </a:cubicBezTo>
                  <a:cubicBezTo>
                    <a:pt x="31759" y="148929"/>
                    <a:pt x="23623" y="148929"/>
                    <a:pt x="16194" y="144438"/>
                  </a:cubicBezTo>
                  <a:cubicBezTo>
                    <a:pt x="25038" y="142711"/>
                    <a:pt x="32820" y="135457"/>
                    <a:pt x="32820" y="125786"/>
                  </a:cubicBezTo>
                  <a:cubicBezTo>
                    <a:pt x="32820" y="116460"/>
                    <a:pt x="25038" y="113696"/>
                    <a:pt x="19732" y="113696"/>
                  </a:cubicBezTo>
                  <a:cubicBezTo>
                    <a:pt x="9119" y="113696"/>
                    <a:pt x="275" y="122677"/>
                    <a:pt x="275" y="133730"/>
                  </a:cubicBezTo>
                  <a:cubicBezTo>
                    <a:pt x="275" y="149619"/>
                    <a:pt x="17963" y="156528"/>
                    <a:pt x="33528" y="156528"/>
                  </a:cubicBezTo>
                  <a:cubicBezTo>
                    <a:pt x="56875" y="156528"/>
                    <a:pt x="69610" y="132349"/>
                    <a:pt x="70671" y="130276"/>
                  </a:cubicBezTo>
                  <a:cubicBezTo>
                    <a:pt x="74916" y="143057"/>
                    <a:pt x="87651" y="156528"/>
                    <a:pt x="108876" y="156528"/>
                  </a:cubicBezTo>
                  <a:cubicBezTo>
                    <a:pt x="145312" y="156528"/>
                    <a:pt x="165476" y="111969"/>
                    <a:pt x="165476" y="103334"/>
                  </a:cubicBezTo>
                  <a:cubicBezTo>
                    <a:pt x="165476" y="99880"/>
                    <a:pt x="162292" y="99880"/>
                    <a:pt x="161231" y="99880"/>
                  </a:cubicBezTo>
                  <a:cubicBezTo>
                    <a:pt x="158047" y="99880"/>
                    <a:pt x="157339" y="101261"/>
                    <a:pt x="156632" y="103679"/>
                  </a:cubicBezTo>
                  <a:cubicBezTo>
                    <a:pt x="144958" y="140639"/>
                    <a:pt x="120903" y="148929"/>
                    <a:pt x="109583" y="148929"/>
                  </a:cubicBezTo>
                  <a:cubicBezTo>
                    <a:pt x="95787" y="148929"/>
                    <a:pt x="90127" y="137875"/>
                    <a:pt x="90127" y="126131"/>
                  </a:cubicBezTo>
                  <a:cubicBezTo>
                    <a:pt x="90127" y="118532"/>
                    <a:pt x="92250" y="110933"/>
                    <a:pt x="96141" y="95735"/>
                  </a:cubicBezTo>
                  <a:lnTo>
                    <a:pt x="108168" y="48413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60B79A0-6642-CAA7-29A1-2C33BE9C4D9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535805" y="4335684"/>
              <a:ext cx="75029" cy="162724"/>
            </a:xfrm>
            <a:custGeom>
              <a:avLst/>
              <a:gdLst>
                <a:gd name="connsiteX0" fmla="*/ 68873 w 75029"/>
                <a:gd name="connsiteY0" fmla="*/ 9244 h 162724"/>
                <a:gd name="connsiteX1" fmla="*/ 58968 w 75029"/>
                <a:gd name="connsiteY1" fmla="*/ 56 h 162724"/>
                <a:gd name="connsiteX2" fmla="*/ 45101 w 75029"/>
                <a:gd name="connsiteY2" fmla="*/ 13355 h 162724"/>
                <a:gd name="connsiteX3" fmla="*/ 55006 w 75029"/>
                <a:gd name="connsiteY3" fmla="*/ 22543 h 162724"/>
                <a:gd name="connsiteX4" fmla="*/ 68873 w 75029"/>
                <a:gd name="connsiteY4" fmla="*/ 9244 h 162724"/>
                <a:gd name="connsiteX5" fmla="*/ 18358 w 75029"/>
                <a:gd name="connsiteY5" fmla="*/ 132074 h 162724"/>
                <a:gd name="connsiteX6" fmla="*/ 16129 w 75029"/>
                <a:gd name="connsiteY6" fmla="*/ 142229 h 162724"/>
                <a:gd name="connsiteX7" fmla="*/ 39653 w 75029"/>
                <a:gd name="connsiteY7" fmla="*/ 162781 h 162724"/>
                <a:gd name="connsiteX8" fmla="*/ 75311 w 75029"/>
                <a:gd name="connsiteY8" fmla="*/ 125787 h 162724"/>
                <a:gd name="connsiteX9" fmla="*/ 71349 w 75029"/>
                <a:gd name="connsiteY9" fmla="*/ 122644 h 162724"/>
                <a:gd name="connsiteX10" fmla="*/ 66644 w 75029"/>
                <a:gd name="connsiteY10" fmla="*/ 126755 h 162724"/>
                <a:gd name="connsiteX11" fmla="*/ 40396 w 75029"/>
                <a:gd name="connsiteY11" fmla="*/ 156011 h 162724"/>
                <a:gd name="connsiteX12" fmla="*/ 34206 w 75029"/>
                <a:gd name="connsiteY12" fmla="*/ 147548 h 162724"/>
                <a:gd name="connsiteX13" fmla="*/ 38168 w 75029"/>
                <a:gd name="connsiteY13" fmla="*/ 132074 h 162724"/>
                <a:gd name="connsiteX14" fmla="*/ 46091 w 75029"/>
                <a:gd name="connsiteY14" fmla="*/ 112731 h 162724"/>
                <a:gd name="connsiteX15" fmla="*/ 58225 w 75029"/>
                <a:gd name="connsiteY15" fmla="*/ 82023 h 162724"/>
                <a:gd name="connsiteX16" fmla="*/ 59711 w 75029"/>
                <a:gd name="connsiteY16" fmla="*/ 74286 h 162724"/>
                <a:gd name="connsiteX17" fmla="*/ 36187 w 75029"/>
                <a:gd name="connsiteY17" fmla="*/ 53734 h 162724"/>
                <a:gd name="connsiteX18" fmla="*/ 281 w 75029"/>
                <a:gd name="connsiteY18" fmla="*/ 90728 h 162724"/>
                <a:gd name="connsiteX19" fmla="*/ 4491 w 75029"/>
                <a:gd name="connsiteY19" fmla="*/ 93871 h 162724"/>
                <a:gd name="connsiteX20" fmla="*/ 8948 w 75029"/>
                <a:gd name="connsiteY20" fmla="*/ 90002 h 162724"/>
                <a:gd name="connsiteX21" fmla="*/ 35444 w 75029"/>
                <a:gd name="connsiteY21" fmla="*/ 60504 h 162724"/>
                <a:gd name="connsiteX22" fmla="*/ 41634 w 75029"/>
                <a:gd name="connsiteY22" fmla="*/ 68967 h 162724"/>
                <a:gd name="connsiteX23" fmla="*/ 33958 w 75029"/>
                <a:gd name="connsiteY23" fmla="*/ 93146 h 162724"/>
                <a:gd name="connsiteX24" fmla="*/ 18358 w 75029"/>
                <a:gd name="connsiteY24" fmla="*/ 132074 h 16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029" h="162724">
                  <a:moveTo>
                    <a:pt x="68873" y="9244"/>
                  </a:moveTo>
                  <a:cubicBezTo>
                    <a:pt x="68873" y="5376"/>
                    <a:pt x="65901" y="56"/>
                    <a:pt x="58968" y="56"/>
                  </a:cubicBezTo>
                  <a:cubicBezTo>
                    <a:pt x="52282" y="56"/>
                    <a:pt x="45101" y="6343"/>
                    <a:pt x="45101" y="13355"/>
                  </a:cubicBezTo>
                  <a:cubicBezTo>
                    <a:pt x="45101" y="17465"/>
                    <a:pt x="48320" y="22543"/>
                    <a:pt x="55006" y="22543"/>
                  </a:cubicBezTo>
                  <a:cubicBezTo>
                    <a:pt x="62187" y="22543"/>
                    <a:pt x="68873" y="15773"/>
                    <a:pt x="68873" y="9244"/>
                  </a:cubicBezTo>
                  <a:close/>
                  <a:moveTo>
                    <a:pt x="18358" y="132074"/>
                  </a:moveTo>
                  <a:cubicBezTo>
                    <a:pt x="17367" y="135217"/>
                    <a:pt x="16129" y="138119"/>
                    <a:pt x="16129" y="142229"/>
                  </a:cubicBezTo>
                  <a:cubicBezTo>
                    <a:pt x="16129" y="153593"/>
                    <a:pt x="26034" y="162781"/>
                    <a:pt x="39653" y="162781"/>
                  </a:cubicBezTo>
                  <a:cubicBezTo>
                    <a:pt x="64416" y="162781"/>
                    <a:pt x="75311" y="129414"/>
                    <a:pt x="75311" y="125787"/>
                  </a:cubicBezTo>
                  <a:cubicBezTo>
                    <a:pt x="75311" y="122644"/>
                    <a:pt x="72092" y="122644"/>
                    <a:pt x="71349" y="122644"/>
                  </a:cubicBezTo>
                  <a:cubicBezTo>
                    <a:pt x="67882" y="122644"/>
                    <a:pt x="67635" y="124095"/>
                    <a:pt x="66644" y="126755"/>
                  </a:cubicBezTo>
                  <a:cubicBezTo>
                    <a:pt x="60949" y="146098"/>
                    <a:pt x="50053" y="156011"/>
                    <a:pt x="40396" y="156011"/>
                  </a:cubicBezTo>
                  <a:cubicBezTo>
                    <a:pt x="35444" y="156011"/>
                    <a:pt x="34206" y="152868"/>
                    <a:pt x="34206" y="147548"/>
                  </a:cubicBezTo>
                  <a:cubicBezTo>
                    <a:pt x="34206" y="141987"/>
                    <a:pt x="35939" y="137393"/>
                    <a:pt x="38168" y="132074"/>
                  </a:cubicBezTo>
                  <a:cubicBezTo>
                    <a:pt x="40644" y="125546"/>
                    <a:pt x="43368" y="119017"/>
                    <a:pt x="46091" y="112731"/>
                  </a:cubicBezTo>
                  <a:cubicBezTo>
                    <a:pt x="48320" y="106928"/>
                    <a:pt x="57235" y="84925"/>
                    <a:pt x="58225" y="82023"/>
                  </a:cubicBezTo>
                  <a:cubicBezTo>
                    <a:pt x="58968" y="79605"/>
                    <a:pt x="59711" y="76704"/>
                    <a:pt x="59711" y="74286"/>
                  </a:cubicBezTo>
                  <a:cubicBezTo>
                    <a:pt x="59711" y="62922"/>
                    <a:pt x="49806" y="53734"/>
                    <a:pt x="36187" y="53734"/>
                  </a:cubicBezTo>
                  <a:cubicBezTo>
                    <a:pt x="11672" y="53734"/>
                    <a:pt x="281" y="86617"/>
                    <a:pt x="281" y="90728"/>
                  </a:cubicBezTo>
                  <a:cubicBezTo>
                    <a:pt x="281" y="93871"/>
                    <a:pt x="3748" y="93871"/>
                    <a:pt x="4491" y="93871"/>
                  </a:cubicBezTo>
                  <a:cubicBezTo>
                    <a:pt x="7957" y="93871"/>
                    <a:pt x="8205" y="92662"/>
                    <a:pt x="8948" y="90002"/>
                  </a:cubicBezTo>
                  <a:cubicBezTo>
                    <a:pt x="15386" y="69208"/>
                    <a:pt x="26282" y="60504"/>
                    <a:pt x="35444" y="60504"/>
                  </a:cubicBezTo>
                  <a:cubicBezTo>
                    <a:pt x="39406" y="60504"/>
                    <a:pt x="41634" y="62438"/>
                    <a:pt x="41634" y="68967"/>
                  </a:cubicBezTo>
                  <a:cubicBezTo>
                    <a:pt x="41634" y="74528"/>
                    <a:pt x="40149" y="78155"/>
                    <a:pt x="33958" y="93146"/>
                  </a:cubicBezTo>
                  <a:lnTo>
                    <a:pt x="18358" y="132074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8A93046-9A8E-8A16-7A64-D684EA590E6D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641586" y="4346323"/>
              <a:ext cx="182250" cy="178199"/>
            </a:xfrm>
            <a:custGeom>
              <a:avLst/>
              <a:gdLst>
                <a:gd name="connsiteX0" fmla="*/ 97600 w 182250"/>
                <a:gd name="connsiteY0" fmla="*/ 95080 h 178199"/>
                <a:gd name="connsiteX1" fmla="*/ 173373 w 182250"/>
                <a:gd name="connsiteY1" fmla="*/ 95080 h 178199"/>
                <a:gd name="connsiteX2" fmla="*/ 182535 w 182250"/>
                <a:gd name="connsiteY2" fmla="*/ 89277 h 178199"/>
                <a:gd name="connsiteX3" fmla="*/ 173373 w 182250"/>
                <a:gd name="connsiteY3" fmla="*/ 83232 h 178199"/>
                <a:gd name="connsiteX4" fmla="*/ 97600 w 182250"/>
                <a:gd name="connsiteY4" fmla="*/ 83232 h 178199"/>
                <a:gd name="connsiteX5" fmla="*/ 97600 w 182250"/>
                <a:gd name="connsiteY5" fmla="*/ 9003 h 178199"/>
                <a:gd name="connsiteX6" fmla="*/ 91657 w 182250"/>
                <a:gd name="connsiteY6" fmla="*/ 56 h 178199"/>
                <a:gd name="connsiteX7" fmla="*/ 85466 w 182250"/>
                <a:gd name="connsiteY7" fmla="*/ 9003 h 178199"/>
                <a:gd name="connsiteX8" fmla="*/ 85466 w 182250"/>
                <a:gd name="connsiteY8" fmla="*/ 83232 h 178199"/>
                <a:gd name="connsiteX9" fmla="*/ 9446 w 182250"/>
                <a:gd name="connsiteY9" fmla="*/ 83232 h 178199"/>
                <a:gd name="connsiteX10" fmla="*/ 284 w 182250"/>
                <a:gd name="connsiteY10" fmla="*/ 89035 h 178199"/>
                <a:gd name="connsiteX11" fmla="*/ 9446 w 182250"/>
                <a:gd name="connsiteY11" fmla="*/ 95080 h 178199"/>
                <a:gd name="connsiteX12" fmla="*/ 85466 w 182250"/>
                <a:gd name="connsiteY12" fmla="*/ 95080 h 178199"/>
                <a:gd name="connsiteX13" fmla="*/ 85466 w 182250"/>
                <a:gd name="connsiteY13" fmla="*/ 169310 h 178199"/>
                <a:gd name="connsiteX14" fmla="*/ 91409 w 182250"/>
                <a:gd name="connsiteY14" fmla="*/ 178256 h 178199"/>
                <a:gd name="connsiteX15" fmla="*/ 97600 w 182250"/>
                <a:gd name="connsiteY15" fmla="*/ 169310 h 178199"/>
                <a:gd name="connsiteX16" fmla="*/ 97600 w 182250"/>
                <a:gd name="connsiteY16" fmla="*/ 95080 h 178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2250" h="178199">
                  <a:moveTo>
                    <a:pt x="97600" y="95080"/>
                  </a:moveTo>
                  <a:lnTo>
                    <a:pt x="173373" y="95080"/>
                  </a:lnTo>
                  <a:cubicBezTo>
                    <a:pt x="176592" y="95080"/>
                    <a:pt x="182535" y="95080"/>
                    <a:pt x="182535" y="89277"/>
                  </a:cubicBezTo>
                  <a:cubicBezTo>
                    <a:pt x="182535" y="83232"/>
                    <a:pt x="176839" y="83232"/>
                    <a:pt x="173373" y="83232"/>
                  </a:cubicBezTo>
                  <a:lnTo>
                    <a:pt x="97600" y="83232"/>
                  </a:lnTo>
                  <a:lnTo>
                    <a:pt x="97600" y="9003"/>
                  </a:lnTo>
                  <a:cubicBezTo>
                    <a:pt x="97600" y="5859"/>
                    <a:pt x="97600" y="56"/>
                    <a:pt x="91657" y="56"/>
                  </a:cubicBezTo>
                  <a:cubicBezTo>
                    <a:pt x="85466" y="56"/>
                    <a:pt x="85466" y="5618"/>
                    <a:pt x="85466" y="9003"/>
                  </a:cubicBezTo>
                  <a:lnTo>
                    <a:pt x="85466" y="83232"/>
                  </a:lnTo>
                  <a:lnTo>
                    <a:pt x="9446" y="83232"/>
                  </a:lnTo>
                  <a:cubicBezTo>
                    <a:pt x="6227" y="83232"/>
                    <a:pt x="284" y="83232"/>
                    <a:pt x="284" y="89035"/>
                  </a:cubicBezTo>
                  <a:cubicBezTo>
                    <a:pt x="284" y="95080"/>
                    <a:pt x="5979" y="95080"/>
                    <a:pt x="9446" y="95080"/>
                  </a:cubicBezTo>
                  <a:lnTo>
                    <a:pt x="85466" y="95080"/>
                  </a:lnTo>
                  <a:lnTo>
                    <a:pt x="85466" y="169310"/>
                  </a:lnTo>
                  <a:cubicBezTo>
                    <a:pt x="85466" y="172453"/>
                    <a:pt x="85466" y="178256"/>
                    <a:pt x="91409" y="178256"/>
                  </a:cubicBezTo>
                  <a:cubicBezTo>
                    <a:pt x="97600" y="178256"/>
                    <a:pt x="97600" y="172695"/>
                    <a:pt x="97600" y="169310"/>
                  </a:cubicBezTo>
                  <a:lnTo>
                    <a:pt x="97600" y="95080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FF1B8F8-CEAE-6961-4F6E-D72D93D1885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2868406" y="4335442"/>
              <a:ext cx="90134" cy="160548"/>
            </a:xfrm>
            <a:custGeom>
              <a:avLst/>
              <a:gdLst>
                <a:gd name="connsiteX0" fmla="*/ 56253 w 90134"/>
                <a:gd name="connsiteY0" fmla="*/ 6827 h 160548"/>
                <a:gd name="connsiteX1" fmla="*/ 48824 w 90134"/>
                <a:gd name="connsiteY1" fmla="*/ 56 h 160548"/>
                <a:gd name="connsiteX2" fmla="*/ 290 w 90134"/>
                <a:gd name="connsiteY2" fmla="*/ 15531 h 160548"/>
                <a:gd name="connsiteX3" fmla="*/ 290 w 90134"/>
                <a:gd name="connsiteY3" fmla="*/ 24235 h 160548"/>
                <a:gd name="connsiteX4" fmla="*/ 36195 w 90134"/>
                <a:gd name="connsiteY4" fmla="*/ 17465 h 160548"/>
                <a:gd name="connsiteX5" fmla="*/ 36195 w 90134"/>
                <a:gd name="connsiteY5" fmla="*/ 140778 h 160548"/>
                <a:gd name="connsiteX6" fmla="*/ 11433 w 90134"/>
                <a:gd name="connsiteY6" fmla="*/ 151901 h 160548"/>
                <a:gd name="connsiteX7" fmla="*/ 2023 w 90134"/>
                <a:gd name="connsiteY7" fmla="*/ 151901 h 160548"/>
                <a:gd name="connsiteX8" fmla="*/ 2023 w 90134"/>
                <a:gd name="connsiteY8" fmla="*/ 160605 h 160548"/>
                <a:gd name="connsiteX9" fmla="*/ 46100 w 90134"/>
                <a:gd name="connsiteY9" fmla="*/ 159638 h 160548"/>
                <a:gd name="connsiteX10" fmla="*/ 90425 w 90134"/>
                <a:gd name="connsiteY10" fmla="*/ 160605 h 160548"/>
                <a:gd name="connsiteX11" fmla="*/ 90425 w 90134"/>
                <a:gd name="connsiteY11" fmla="*/ 151901 h 160548"/>
                <a:gd name="connsiteX12" fmla="*/ 81015 w 90134"/>
                <a:gd name="connsiteY12" fmla="*/ 151901 h 160548"/>
                <a:gd name="connsiteX13" fmla="*/ 56253 w 90134"/>
                <a:gd name="connsiteY13" fmla="*/ 140778 h 160548"/>
                <a:gd name="connsiteX14" fmla="*/ 56253 w 90134"/>
                <a:gd name="connsiteY14" fmla="*/ 6827 h 160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134" h="160548">
                  <a:moveTo>
                    <a:pt x="56253" y="6827"/>
                  </a:moveTo>
                  <a:cubicBezTo>
                    <a:pt x="56253" y="298"/>
                    <a:pt x="55758" y="56"/>
                    <a:pt x="48824" y="56"/>
                  </a:cubicBezTo>
                  <a:cubicBezTo>
                    <a:pt x="32976" y="15289"/>
                    <a:pt x="10443" y="15531"/>
                    <a:pt x="290" y="15531"/>
                  </a:cubicBezTo>
                  <a:lnTo>
                    <a:pt x="290" y="24235"/>
                  </a:lnTo>
                  <a:cubicBezTo>
                    <a:pt x="6233" y="24235"/>
                    <a:pt x="22576" y="24235"/>
                    <a:pt x="36195" y="17465"/>
                  </a:cubicBezTo>
                  <a:lnTo>
                    <a:pt x="36195" y="140778"/>
                  </a:lnTo>
                  <a:cubicBezTo>
                    <a:pt x="36195" y="148757"/>
                    <a:pt x="36195" y="151901"/>
                    <a:pt x="11433" y="151901"/>
                  </a:cubicBezTo>
                  <a:lnTo>
                    <a:pt x="2023" y="151901"/>
                  </a:lnTo>
                  <a:lnTo>
                    <a:pt x="2023" y="160605"/>
                  </a:lnTo>
                  <a:cubicBezTo>
                    <a:pt x="6481" y="160363"/>
                    <a:pt x="36938" y="159638"/>
                    <a:pt x="46100" y="159638"/>
                  </a:cubicBezTo>
                  <a:cubicBezTo>
                    <a:pt x="53777" y="159638"/>
                    <a:pt x="84977" y="160363"/>
                    <a:pt x="90425" y="160605"/>
                  </a:cubicBezTo>
                  <a:lnTo>
                    <a:pt x="90425" y="151901"/>
                  </a:lnTo>
                  <a:lnTo>
                    <a:pt x="81015" y="151901"/>
                  </a:lnTo>
                  <a:cubicBezTo>
                    <a:pt x="56253" y="151901"/>
                    <a:pt x="56253" y="148757"/>
                    <a:pt x="56253" y="140778"/>
                  </a:cubicBezTo>
                  <a:lnTo>
                    <a:pt x="56253" y="6827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833FE66-8AFC-04D8-3406-17DDBD44087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108080" y="4350917"/>
              <a:ext cx="216139" cy="13816"/>
            </a:xfrm>
            <a:custGeom>
              <a:avLst/>
              <a:gdLst>
                <a:gd name="connsiteX0" fmla="*/ 204055 w 216139"/>
                <a:gd name="connsiteY0" fmla="*/ 13872 h 13816"/>
                <a:gd name="connsiteX1" fmla="*/ 216436 w 216139"/>
                <a:gd name="connsiteY1" fmla="*/ 6963 h 13816"/>
                <a:gd name="connsiteX2" fmla="*/ 204055 w 216139"/>
                <a:gd name="connsiteY2" fmla="*/ 55 h 13816"/>
                <a:gd name="connsiteX3" fmla="*/ 12678 w 216139"/>
                <a:gd name="connsiteY3" fmla="*/ 55 h 13816"/>
                <a:gd name="connsiteX4" fmla="*/ 297 w 216139"/>
                <a:gd name="connsiteY4" fmla="*/ 6963 h 13816"/>
                <a:gd name="connsiteX5" fmla="*/ 12678 w 216139"/>
                <a:gd name="connsiteY5" fmla="*/ 13872 h 13816"/>
                <a:gd name="connsiteX6" fmla="*/ 204055 w 216139"/>
                <a:gd name="connsiteY6" fmla="*/ 13872 h 13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139" h="13816">
                  <a:moveTo>
                    <a:pt x="204055" y="13872"/>
                  </a:moveTo>
                  <a:cubicBezTo>
                    <a:pt x="210069" y="13872"/>
                    <a:pt x="216436" y="13872"/>
                    <a:pt x="216436" y="6963"/>
                  </a:cubicBezTo>
                  <a:cubicBezTo>
                    <a:pt x="216436" y="55"/>
                    <a:pt x="210069" y="55"/>
                    <a:pt x="204055" y="55"/>
                  </a:cubicBezTo>
                  <a:lnTo>
                    <a:pt x="12678" y="55"/>
                  </a:lnTo>
                  <a:cubicBezTo>
                    <a:pt x="6664" y="55"/>
                    <a:pt x="297" y="55"/>
                    <a:pt x="297" y="6963"/>
                  </a:cubicBezTo>
                  <a:cubicBezTo>
                    <a:pt x="297" y="13872"/>
                    <a:pt x="6664" y="13872"/>
                    <a:pt x="12678" y="13872"/>
                  </a:cubicBezTo>
                  <a:lnTo>
                    <a:pt x="204055" y="13872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73C7BAB-3761-8267-B5EA-B6598F92282B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3442724" y="4291506"/>
              <a:ext cx="176166" cy="156472"/>
            </a:xfrm>
            <a:custGeom>
              <a:avLst/>
              <a:gdLst>
                <a:gd name="connsiteX0" fmla="*/ 108200 w 176166"/>
                <a:gd name="connsiteY0" fmla="*/ 48413 h 156472"/>
                <a:gd name="connsiteX1" fmla="*/ 143221 w 176166"/>
                <a:gd name="connsiteY1" fmla="*/ 7654 h 156472"/>
                <a:gd name="connsiteX2" fmla="*/ 160908 w 176166"/>
                <a:gd name="connsiteY2" fmla="*/ 12144 h 156472"/>
                <a:gd name="connsiteX3" fmla="*/ 143928 w 176166"/>
                <a:gd name="connsiteY3" fmla="*/ 30797 h 156472"/>
                <a:gd name="connsiteX4" fmla="*/ 157371 w 176166"/>
                <a:gd name="connsiteY4" fmla="*/ 42886 h 156472"/>
                <a:gd name="connsiteX5" fmla="*/ 176473 w 176166"/>
                <a:gd name="connsiteY5" fmla="*/ 22852 h 156472"/>
                <a:gd name="connsiteX6" fmla="*/ 143574 w 176166"/>
                <a:gd name="connsiteY6" fmla="*/ 55 h 156472"/>
                <a:gd name="connsiteX7" fmla="*/ 106431 w 176166"/>
                <a:gd name="connsiteY7" fmla="*/ 26306 h 156472"/>
                <a:gd name="connsiteX8" fmla="*/ 68226 w 176166"/>
                <a:gd name="connsiteY8" fmla="*/ 55 h 156472"/>
                <a:gd name="connsiteX9" fmla="*/ 11273 w 176166"/>
                <a:gd name="connsiteY9" fmla="*/ 53249 h 156472"/>
                <a:gd name="connsiteX10" fmla="*/ 15518 w 176166"/>
                <a:gd name="connsiteY10" fmla="*/ 56703 h 156472"/>
                <a:gd name="connsiteX11" fmla="*/ 20117 w 176166"/>
                <a:gd name="connsiteY11" fmla="*/ 52903 h 156472"/>
                <a:gd name="connsiteX12" fmla="*/ 67519 w 176166"/>
                <a:gd name="connsiteY12" fmla="*/ 7654 h 156472"/>
                <a:gd name="connsiteX13" fmla="*/ 86621 w 176166"/>
                <a:gd name="connsiteY13" fmla="*/ 30797 h 156472"/>
                <a:gd name="connsiteX14" fmla="*/ 67519 w 176166"/>
                <a:gd name="connsiteY14" fmla="*/ 113006 h 156472"/>
                <a:gd name="connsiteX15" fmla="*/ 33913 w 176166"/>
                <a:gd name="connsiteY15" fmla="*/ 148929 h 156472"/>
                <a:gd name="connsiteX16" fmla="*/ 16225 w 176166"/>
                <a:gd name="connsiteY16" fmla="*/ 144438 h 156472"/>
                <a:gd name="connsiteX17" fmla="*/ 32851 w 176166"/>
                <a:gd name="connsiteY17" fmla="*/ 125786 h 156472"/>
                <a:gd name="connsiteX18" fmla="*/ 19763 w 176166"/>
                <a:gd name="connsiteY18" fmla="*/ 113696 h 156472"/>
                <a:gd name="connsiteX19" fmla="*/ 307 w 176166"/>
                <a:gd name="connsiteY19" fmla="*/ 133730 h 156472"/>
                <a:gd name="connsiteX20" fmla="*/ 33559 w 176166"/>
                <a:gd name="connsiteY20" fmla="*/ 156528 h 156472"/>
                <a:gd name="connsiteX21" fmla="*/ 70702 w 176166"/>
                <a:gd name="connsiteY21" fmla="*/ 130276 h 156472"/>
                <a:gd name="connsiteX22" fmla="*/ 108907 w 176166"/>
                <a:gd name="connsiteY22" fmla="*/ 156528 h 156472"/>
                <a:gd name="connsiteX23" fmla="*/ 165507 w 176166"/>
                <a:gd name="connsiteY23" fmla="*/ 103334 h 156472"/>
                <a:gd name="connsiteX24" fmla="*/ 161262 w 176166"/>
                <a:gd name="connsiteY24" fmla="*/ 99880 h 156472"/>
                <a:gd name="connsiteX25" fmla="*/ 156663 w 176166"/>
                <a:gd name="connsiteY25" fmla="*/ 103679 h 156472"/>
                <a:gd name="connsiteX26" fmla="*/ 109615 w 176166"/>
                <a:gd name="connsiteY26" fmla="*/ 148929 h 156472"/>
                <a:gd name="connsiteX27" fmla="*/ 90159 w 176166"/>
                <a:gd name="connsiteY27" fmla="*/ 126131 h 156472"/>
                <a:gd name="connsiteX28" fmla="*/ 96172 w 176166"/>
                <a:gd name="connsiteY28" fmla="*/ 95735 h 156472"/>
                <a:gd name="connsiteX29" fmla="*/ 108200 w 176166"/>
                <a:gd name="connsiteY29" fmla="*/ 48413 h 156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166" h="156472">
                  <a:moveTo>
                    <a:pt x="108200" y="48413"/>
                  </a:moveTo>
                  <a:cubicBezTo>
                    <a:pt x="110322" y="39432"/>
                    <a:pt x="118458" y="7654"/>
                    <a:pt x="143221" y="7654"/>
                  </a:cubicBezTo>
                  <a:cubicBezTo>
                    <a:pt x="144989" y="7654"/>
                    <a:pt x="153479" y="7654"/>
                    <a:pt x="160908" y="12144"/>
                  </a:cubicBezTo>
                  <a:cubicBezTo>
                    <a:pt x="151003" y="13872"/>
                    <a:pt x="143928" y="22507"/>
                    <a:pt x="143928" y="30797"/>
                  </a:cubicBezTo>
                  <a:cubicBezTo>
                    <a:pt x="143928" y="36323"/>
                    <a:pt x="147819" y="42886"/>
                    <a:pt x="157371" y="42886"/>
                  </a:cubicBezTo>
                  <a:cubicBezTo>
                    <a:pt x="165153" y="42886"/>
                    <a:pt x="176473" y="36669"/>
                    <a:pt x="176473" y="22852"/>
                  </a:cubicBezTo>
                  <a:cubicBezTo>
                    <a:pt x="176473" y="4891"/>
                    <a:pt x="155602" y="55"/>
                    <a:pt x="143574" y="55"/>
                  </a:cubicBezTo>
                  <a:cubicBezTo>
                    <a:pt x="123057" y="55"/>
                    <a:pt x="110676" y="18362"/>
                    <a:pt x="106431" y="26306"/>
                  </a:cubicBezTo>
                  <a:cubicBezTo>
                    <a:pt x="97587" y="3509"/>
                    <a:pt x="78485" y="55"/>
                    <a:pt x="68226" y="55"/>
                  </a:cubicBezTo>
                  <a:cubicBezTo>
                    <a:pt x="31437" y="55"/>
                    <a:pt x="11273" y="44613"/>
                    <a:pt x="11273" y="53249"/>
                  </a:cubicBezTo>
                  <a:cubicBezTo>
                    <a:pt x="11273" y="56703"/>
                    <a:pt x="14810" y="56703"/>
                    <a:pt x="15518" y="56703"/>
                  </a:cubicBezTo>
                  <a:cubicBezTo>
                    <a:pt x="18348" y="56703"/>
                    <a:pt x="19409" y="56012"/>
                    <a:pt x="20117" y="52903"/>
                  </a:cubicBezTo>
                  <a:cubicBezTo>
                    <a:pt x="32144" y="16289"/>
                    <a:pt x="55491" y="7654"/>
                    <a:pt x="67519" y="7654"/>
                  </a:cubicBezTo>
                  <a:cubicBezTo>
                    <a:pt x="74240" y="7654"/>
                    <a:pt x="86621" y="10763"/>
                    <a:pt x="86621" y="30797"/>
                  </a:cubicBezTo>
                  <a:cubicBezTo>
                    <a:pt x="86621" y="41505"/>
                    <a:pt x="80607" y="64647"/>
                    <a:pt x="67519" y="113006"/>
                  </a:cubicBezTo>
                  <a:cubicBezTo>
                    <a:pt x="61859" y="134421"/>
                    <a:pt x="49478" y="148929"/>
                    <a:pt x="33913" y="148929"/>
                  </a:cubicBezTo>
                  <a:cubicBezTo>
                    <a:pt x="31790" y="148929"/>
                    <a:pt x="23654" y="148929"/>
                    <a:pt x="16225" y="144438"/>
                  </a:cubicBezTo>
                  <a:cubicBezTo>
                    <a:pt x="25069" y="142711"/>
                    <a:pt x="32851" y="135457"/>
                    <a:pt x="32851" y="125786"/>
                  </a:cubicBezTo>
                  <a:cubicBezTo>
                    <a:pt x="32851" y="116460"/>
                    <a:pt x="25069" y="113696"/>
                    <a:pt x="19763" y="113696"/>
                  </a:cubicBezTo>
                  <a:cubicBezTo>
                    <a:pt x="9150" y="113696"/>
                    <a:pt x="307" y="122677"/>
                    <a:pt x="307" y="133730"/>
                  </a:cubicBezTo>
                  <a:cubicBezTo>
                    <a:pt x="307" y="149619"/>
                    <a:pt x="17994" y="156528"/>
                    <a:pt x="33559" y="156528"/>
                  </a:cubicBezTo>
                  <a:cubicBezTo>
                    <a:pt x="56906" y="156528"/>
                    <a:pt x="69641" y="132349"/>
                    <a:pt x="70702" y="130276"/>
                  </a:cubicBezTo>
                  <a:cubicBezTo>
                    <a:pt x="74947" y="143057"/>
                    <a:pt x="87682" y="156528"/>
                    <a:pt x="108907" y="156528"/>
                  </a:cubicBezTo>
                  <a:cubicBezTo>
                    <a:pt x="145343" y="156528"/>
                    <a:pt x="165507" y="111969"/>
                    <a:pt x="165507" y="103334"/>
                  </a:cubicBezTo>
                  <a:cubicBezTo>
                    <a:pt x="165507" y="99880"/>
                    <a:pt x="162323" y="99880"/>
                    <a:pt x="161262" y="99880"/>
                  </a:cubicBezTo>
                  <a:cubicBezTo>
                    <a:pt x="158078" y="99880"/>
                    <a:pt x="157371" y="101261"/>
                    <a:pt x="156663" y="103679"/>
                  </a:cubicBezTo>
                  <a:cubicBezTo>
                    <a:pt x="144989" y="140639"/>
                    <a:pt x="120935" y="148929"/>
                    <a:pt x="109615" y="148929"/>
                  </a:cubicBezTo>
                  <a:cubicBezTo>
                    <a:pt x="95819" y="148929"/>
                    <a:pt x="90159" y="137875"/>
                    <a:pt x="90159" y="126131"/>
                  </a:cubicBezTo>
                  <a:cubicBezTo>
                    <a:pt x="90159" y="118532"/>
                    <a:pt x="92281" y="110933"/>
                    <a:pt x="96172" y="95735"/>
                  </a:cubicBezTo>
                  <a:lnTo>
                    <a:pt x="108200" y="48413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FACD6EE-8735-D360-9381-D96E1E9364AD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3646280" y="4335684"/>
              <a:ext cx="75029" cy="162724"/>
            </a:xfrm>
            <a:custGeom>
              <a:avLst/>
              <a:gdLst>
                <a:gd name="connsiteX0" fmla="*/ 68904 w 75029"/>
                <a:gd name="connsiteY0" fmla="*/ 9244 h 162724"/>
                <a:gd name="connsiteX1" fmla="*/ 58999 w 75029"/>
                <a:gd name="connsiteY1" fmla="*/ 56 h 162724"/>
                <a:gd name="connsiteX2" fmla="*/ 45132 w 75029"/>
                <a:gd name="connsiteY2" fmla="*/ 13355 h 162724"/>
                <a:gd name="connsiteX3" fmla="*/ 55037 w 75029"/>
                <a:gd name="connsiteY3" fmla="*/ 22543 h 162724"/>
                <a:gd name="connsiteX4" fmla="*/ 68904 w 75029"/>
                <a:gd name="connsiteY4" fmla="*/ 9244 h 162724"/>
                <a:gd name="connsiteX5" fmla="*/ 18389 w 75029"/>
                <a:gd name="connsiteY5" fmla="*/ 132074 h 162724"/>
                <a:gd name="connsiteX6" fmla="*/ 16160 w 75029"/>
                <a:gd name="connsiteY6" fmla="*/ 142229 h 162724"/>
                <a:gd name="connsiteX7" fmla="*/ 39685 w 75029"/>
                <a:gd name="connsiteY7" fmla="*/ 162781 h 162724"/>
                <a:gd name="connsiteX8" fmla="*/ 75342 w 75029"/>
                <a:gd name="connsiteY8" fmla="*/ 125787 h 162724"/>
                <a:gd name="connsiteX9" fmla="*/ 71380 w 75029"/>
                <a:gd name="connsiteY9" fmla="*/ 122644 h 162724"/>
                <a:gd name="connsiteX10" fmla="*/ 66675 w 75029"/>
                <a:gd name="connsiteY10" fmla="*/ 126755 h 162724"/>
                <a:gd name="connsiteX11" fmla="*/ 40427 w 75029"/>
                <a:gd name="connsiteY11" fmla="*/ 156011 h 162724"/>
                <a:gd name="connsiteX12" fmla="*/ 34237 w 75029"/>
                <a:gd name="connsiteY12" fmla="*/ 147548 h 162724"/>
                <a:gd name="connsiteX13" fmla="*/ 38199 w 75029"/>
                <a:gd name="connsiteY13" fmla="*/ 132074 h 162724"/>
                <a:gd name="connsiteX14" fmla="*/ 46123 w 75029"/>
                <a:gd name="connsiteY14" fmla="*/ 112731 h 162724"/>
                <a:gd name="connsiteX15" fmla="*/ 58256 w 75029"/>
                <a:gd name="connsiteY15" fmla="*/ 82023 h 162724"/>
                <a:gd name="connsiteX16" fmla="*/ 59742 w 75029"/>
                <a:gd name="connsiteY16" fmla="*/ 74286 h 162724"/>
                <a:gd name="connsiteX17" fmla="*/ 36218 w 75029"/>
                <a:gd name="connsiteY17" fmla="*/ 53734 h 162724"/>
                <a:gd name="connsiteX18" fmla="*/ 312 w 75029"/>
                <a:gd name="connsiteY18" fmla="*/ 90728 h 162724"/>
                <a:gd name="connsiteX19" fmla="*/ 4522 w 75029"/>
                <a:gd name="connsiteY19" fmla="*/ 93871 h 162724"/>
                <a:gd name="connsiteX20" fmla="*/ 8979 w 75029"/>
                <a:gd name="connsiteY20" fmla="*/ 90002 h 162724"/>
                <a:gd name="connsiteX21" fmla="*/ 35475 w 75029"/>
                <a:gd name="connsiteY21" fmla="*/ 60504 h 162724"/>
                <a:gd name="connsiteX22" fmla="*/ 41666 w 75029"/>
                <a:gd name="connsiteY22" fmla="*/ 68967 h 162724"/>
                <a:gd name="connsiteX23" fmla="*/ 33989 w 75029"/>
                <a:gd name="connsiteY23" fmla="*/ 93146 h 162724"/>
                <a:gd name="connsiteX24" fmla="*/ 18389 w 75029"/>
                <a:gd name="connsiteY24" fmla="*/ 132074 h 16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029" h="162724">
                  <a:moveTo>
                    <a:pt x="68904" y="9244"/>
                  </a:moveTo>
                  <a:cubicBezTo>
                    <a:pt x="68904" y="5376"/>
                    <a:pt x="65933" y="56"/>
                    <a:pt x="58999" y="56"/>
                  </a:cubicBezTo>
                  <a:cubicBezTo>
                    <a:pt x="52313" y="56"/>
                    <a:pt x="45132" y="6343"/>
                    <a:pt x="45132" y="13355"/>
                  </a:cubicBezTo>
                  <a:cubicBezTo>
                    <a:pt x="45132" y="17465"/>
                    <a:pt x="48351" y="22543"/>
                    <a:pt x="55037" y="22543"/>
                  </a:cubicBezTo>
                  <a:cubicBezTo>
                    <a:pt x="62218" y="22543"/>
                    <a:pt x="68904" y="15773"/>
                    <a:pt x="68904" y="9244"/>
                  </a:cubicBezTo>
                  <a:close/>
                  <a:moveTo>
                    <a:pt x="18389" y="132074"/>
                  </a:moveTo>
                  <a:cubicBezTo>
                    <a:pt x="17398" y="135217"/>
                    <a:pt x="16160" y="138119"/>
                    <a:pt x="16160" y="142229"/>
                  </a:cubicBezTo>
                  <a:cubicBezTo>
                    <a:pt x="16160" y="153593"/>
                    <a:pt x="26065" y="162781"/>
                    <a:pt x="39685" y="162781"/>
                  </a:cubicBezTo>
                  <a:cubicBezTo>
                    <a:pt x="64447" y="162781"/>
                    <a:pt x="75342" y="129414"/>
                    <a:pt x="75342" y="125787"/>
                  </a:cubicBezTo>
                  <a:cubicBezTo>
                    <a:pt x="75342" y="122644"/>
                    <a:pt x="72123" y="122644"/>
                    <a:pt x="71380" y="122644"/>
                  </a:cubicBezTo>
                  <a:cubicBezTo>
                    <a:pt x="67914" y="122644"/>
                    <a:pt x="67666" y="124095"/>
                    <a:pt x="66675" y="126755"/>
                  </a:cubicBezTo>
                  <a:cubicBezTo>
                    <a:pt x="60980" y="146098"/>
                    <a:pt x="50085" y="156011"/>
                    <a:pt x="40427" y="156011"/>
                  </a:cubicBezTo>
                  <a:cubicBezTo>
                    <a:pt x="35475" y="156011"/>
                    <a:pt x="34237" y="152868"/>
                    <a:pt x="34237" y="147548"/>
                  </a:cubicBezTo>
                  <a:cubicBezTo>
                    <a:pt x="34237" y="141987"/>
                    <a:pt x="35970" y="137393"/>
                    <a:pt x="38199" y="132074"/>
                  </a:cubicBezTo>
                  <a:cubicBezTo>
                    <a:pt x="40675" y="125546"/>
                    <a:pt x="43399" y="119017"/>
                    <a:pt x="46123" y="112731"/>
                  </a:cubicBezTo>
                  <a:cubicBezTo>
                    <a:pt x="48351" y="106928"/>
                    <a:pt x="57266" y="84925"/>
                    <a:pt x="58256" y="82023"/>
                  </a:cubicBezTo>
                  <a:cubicBezTo>
                    <a:pt x="58999" y="79605"/>
                    <a:pt x="59742" y="76704"/>
                    <a:pt x="59742" y="74286"/>
                  </a:cubicBezTo>
                  <a:cubicBezTo>
                    <a:pt x="59742" y="62922"/>
                    <a:pt x="49837" y="53734"/>
                    <a:pt x="36218" y="53734"/>
                  </a:cubicBezTo>
                  <a:cubicBezTo>
                    <a:pt x="11703" y="53734"/>
                    <a:pt x="312" y="86617"/>
                    <a:pt x="312" y="90728"/>
                  </a:cubicBezTo>
                  <a:cubicBezTo>
                    <a:pt x="312" y="93871"/>
                    <a:pt x="3779" y="93871"/>
                    <a:pt x="4522" y="93871"/>
                  </a:cubicBezTo>
                  <a:cubicBezTo>
                    <a:pt x="7989" y="93871"/>
                    <a:pt x="8236" y="92662"/>
                    <a:pt x="8979" y="90002"/>
                  </a:cubicBezTo>
                  <a:cubicBezTo>
                    <a:pt x="15417" y="69208"/>
                    <a:pt x="26313" y="60504"/>
                    <a:pt x="35475" y="60504"/>
                  </a:cubicBezTo>
                  <a:cubicBezTo>
                    <a:pt x="39437" y="60504"/>
                    <a:pt x="41666" y="62438"/>
                    <a:pt x="41666" y="68967"/>
                  </a:cubicBezTo>
                  <a:cubicBezTo>
                    <a:pt x="41666" y="74528"/>
                    <a:pt x="40180" y="78155"/>
                    <a:pt x="33989" y="93146"/>
                  </a:cubicBezTo>
                  <a:lnTo>
                    <a:pt x="18389" y="132074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018BE9F-7E2C-E04C-8212-7C9C690F4BE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3794510" y="4185118"/>
              <a:ext cx="14149" cy="345414"/>
            </a:xfrm>
            <a:custGeom>
              <a:avLst/>
              <a:gdLst>
                <a:gd name="connsiteX0" fmla="*/ 14466 w 14149"/>
                <a:gd name="connsiteY0" fmla="*/ 12490 h 345414"/>
                <a:gd name="connsiteX1" fmla="*/ 7391 w 14149"/>
                <a:gd name="connsiteY1" fmla="*/ 55 h 345414"/>
                <a:gd name="connsiteX2" fmla="*/ 316 w 14149"/>
                <a:gd name="connsiteY2" fmla="*/ 12490 h 345414"/>
                <a:gd name="connsiteX3" fmla="*/ 316 w 14149"/>
                <a:gd name="connsiteY3" fmla="*/ 333035 h 345414"/>
                <a:gd name="connsiteX4" fmla="*/ 7391 w 14149"/>
                <a:gd name="connsiteY4" fmla="*/ 345470 h 345414"/>
                <a:gd name="connsiteX5" fmla="*/ 14466 w 14149"/>
                <a:gd name="connsiteY5" fmla="*/ 333035 h 345414"/>
                <a:gd name="connsiteX6" fmla="*/ 14466 w 14149"/>
                <a:gd name="connsiteY6" fmla="*/ 12490 h 34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9" h="345414">
                  <a:moveTo>
                    <a:pt x="14466" y="12490"/>
                  </a:moveTo>
                  <a:cubicBezTo>
                    <a:pt x="14466" y="6272"/>
                    <a:pt x="14466" y="55"/>
                    <a:pt x="7391" y="55"/>
                  </a:cubicBezTo>
                  <a:cubicBezTo>
                    <a:pt x="316" y="55"/>
                    <a:pt x="316" y="6272"/>
                    <a:pt x="316" y="12490"/>
                  </a:cubicBezTo>
                  <a:lnTo>
                    <a:pt x="316" y="333035"/>
                  </a:lnTo>
                  <a:cubicBezTo>
                    <a:pt x="316" y="339252"/>
                    <a:pt x="316" y="345470"/>
                    <a:pt x="7391" y="345470"/>
                  </a:cubicBezTo>
                  <a:cubicBezTo>
                    <a:pt x="14466" y="345470"/>
                    <a:pt x="14466" y="339252"/>
                    <a:pt x="14466" y="333035"/>
                  </a:cubicBezTo>
                  <a:lnTo>
                    <a:pt x="14466" y="12490"/>
                  </a:lnTo>
                  <a:close/>
                </a:path>
              </a:pathLst>
            </a:custGeom>
            <a:grpFill/>
            <a:ln w="35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B515E9B0-A473-A69C-4DA3-A62F7636074B}"/>
              </a:ext>
            </a:extLst>
          </p:cNvPr>
          <p:cNvSpPr txBox="1"/>
          <p:nvPr/>
        </p:nvSpPr>
        <p:spPr>
          <a:xfrm>
            <a:off x="1572421" y="5495534"/>
            <a:ext cx="2737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Iterative Formula:</a:t>
            </a:r>
          </a:p>
        </p:txBody>
      </p:sp>
    </p:spTree>
    <p:extLst>
      <p:ext uri="{BB962C8B-B14F-4D97-AF65-F5344CB8AC3E}">
        <p14:creationId xmlns:p14="http://schemas.microsoft.com/office/powerpoint/2010/main" val="219762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6DEE-301F-56C0-1DBB-21A1945BB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DB99A-AE7F-D8D5-04AE-4E63D11D4C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3966" y="1154242"/>
                <a:ext cx="10267197" cy="5216577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>
                    <a:latin typeface="+mj-lt"/>
                  </a:rPr>
                  <a:t>Use simple fixed-point iteration to locate the root of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0" u="none" strike="noStrike" baseline="0" dirty="0">
                    <a:latin typeface="+mj-lt"/>
                  </a:rPr>
                  <a:t>.</a:t>
                </a:r>
                <a:r>
                  <a:rPr lang="en-US" sz="2400" dirty="0">
                    <a:latin typeface="+mj-lt"/>
                  </a:rPr>
                  <a:t>, Use initial guess: x = 0,  Use percentage error estimate expression: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DB99A-AE7F-D8D5-04AE-4E63D11D4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3966" y="1154242"/>
                <a:ext cx="10267197" cy="5216577"/>
              </a:xfrm>
              <a:blipFill>
                <a:blip r:embed="rId13"/>
                <a:stretch>
                  <a:fillRect l="-772" t="-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ACE98D3-2EB2-1D00-F12F-94A7A3CF6B25}"/>
              </a:ext>
            </a:extLst>
          </p:cNvPr>
          <p:cNvSpPr txBox="1"/>
          <p:nvPr/>
        </p:nvSpPr>
        <p:spPr>
          <a:xfrm>
            <a:off x="1765731" y="33717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Fixed Point Iterations:   Example-1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D146EE82-8D11-2E4E-9ACB-EB298C8CCF7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45879" y="2329566"/>
            <a:ext cx="6512914" cy="4332744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844B0FA9-4DD9-90EF-AF8D-EFED5E2798E0}"/>
              </a:ext>
            </a:extLst>
          </p:cNvPr>
          <p:cNvSpPr txBox="1"/>
          <p:nvPr/>
        </p:nvSpPr>
        <p:spPr>
          <a:xfrm>
            <a:off x="9608695" y="4047344"/>
            <a:ext cx="164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Root:</a:t>
            </a:r>
          </a:p>
        </p:txBody>
      </p:sp>
      <p:grpSp>
        <p:nvGrpSpPr>
          <p:cNvPr id="96" name="Group 95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 = 0.564879&#10;\end{align*}&#10;%%}&#10;\end{document}" title="IguanaTex Vector Display">
            <a:extLst>
              <a:ext uri="{FF2B5EF4-FFF2-40B4-BE49-F238E27FC236}">
                <a16:creationId xmlns:a16="http://schemas.microsoft.com/office/drawing/2014/main" id="{D37928F8-9FF8-92CA-F18F-51E6CFC4DC6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780263" y="4593648"/>
            <a:ext cx="1961536" cy="278590"/>
            <a:chOff x="9768336" y="4467308"/>
            <a:chExt cx="1961536" cy="278590"/>
          </a:xfrm>
          <a:solidFill>
            <a:srgbClr val="00B0F0"/>
          </a:solidFill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C2CFA5A-5448-02E3-69A7-41382B9BE81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768336" y="4560969"/>
              <a:ext cx="174105" cy="180545"/>
            </a:xfrm>
            <a:custGeom>
              <a:avLst/>
              <a:gdLst>
                <a:gd name="connsiteX0" fmla="*/ 106837 w 174105"/>
                <a:gd name="connsiteY0" fmla="*/ 55853 h 180545"/>
                <a:gd name="connsiteX1" fmla="*/ 141448 w 174105"/>
                <a:gd name="connsiteY1" fmla="*/ 8823 h 180545"/>
                <a:gd name="connsiteX2" fmla="*/ 158929 w 174105"/>
                <a:gd name="connsiteY2" fmla="*/ 14004 h 180545"/>
                <a:gd name="connsiteX3" fmla="*/ 142147 w 174105"/>
                <a:gd name="connsiteY3" fmla="*/ 35526 h 180545"/>
                <a:gd name="connsiteX4" fmla="*/ 155433 w 174105"/>
                <a:gd name="connsiteY4" fmla="*/ 49476 h 180545"/>
                <a:gd name="connsiteX5" fmla="*/ 174311 w 174105"/>
                <a:gd name="connsiteY5" fmla="*/ 26360 h 180545"/>
                <a:gd name="connsiteX6" fmla="*/ 141798 w 174105"/>
                <a:gd name="connsiteY6" fmla="*/ 55 h 180545"/>
                <a:gd name="connsiteX7" fmla="*/ 105089 w 174105"/>
                <a:gd name="connsiteY7" fmla="*/ 30345 h 180545"/>
                <a:gd name="connsiteX8" fmla="*/ 67331 w 174105"/>
                <a:gd name="connsiteY8" fmla="*/ 55 h 180545"/>
                <a:gd name="connsiteX9" fmla="*/ 11044 w 174105"/>
                <a:gd name="connsiteY9" fmla="*/ 61432 h 180545"/>
                <a:gd name="connsiteX10" fmla="*/ 15239 w 174105"/>
                <a:gd name="connsiteY10" fmla="*/ 65418 h 180545"/>
                <a:gd name="connsiteX11" fmla="*/ 19784 w 174105"/>
                <a:gd name="connsiteY11" fmla="*/ 61034 h 180545"/>
                <a:gd name="connsiteX12" fmla="*/ 66632 w 174105"/>
                <a:gd name="connsiteY12" fmla="*/ 8823 h 180545"/>
                <a:gd name="connsiteX13" fmla="*/ 85511 w 174105"/>
                <a:gd name="connsiteY13" fmla="*/ 35526 h 180545"/>
                <a:gd name="connsiteX14" fmla="*/ 66632 w 174105"/>
                <a:gd name="connsiteY14" fmla="*/ 130383 h 180545"/>
                <a:gd name="connsiteX15" fmla="*/ 33419 w 174105"/>
                <a:gd name="connsiteY15" fmla="*/ 171832 h 180545"/>
                <a:gd name="connsiteX16" fmla="*/ 15938 w 174105"/>
                <a:gd name="connsiteY16" fmla="*/ 166651 h 180545"/>
                <a:gd name="connsiteX17" fmla="*/ 32370 w 174105"/>
                <a:gd name="connsiteY17" fmla="*/ 145129 h 180545"/>
                <a:gd name="connsiteX18" fmla="*/ 19434 w 174105"/>
                <a:gd name="connsiteY18" fmla="*/ 131180 h 180545"/>
                <a:gd name="connsiteX19" fmla="*/ 206 w 174105"/>
                <a:gd name="connsiteY19" fmla="*/ 154296 h 180545"/>
                <a:gd name="connsiteX20" fmla="*/ 33069 w 174105"/>
                <a:gd name="connsiteY20" fmla="*/ 180601 h 180545"/>
                <a:gd name="connsiteX21" fmla="*/ 69778 w 174105"/>
                <a:gd name="connsiteY21" fmla="*/ 150310 h 180545"/>
                <a:gd name="connsiteX22" fmla="*/ 107536 w 174105"/>
                <a:gd name="connsiteY22" fmla="*/ 180601 h 180545"/>
                <a:gd name="connsiteX23" fmla="*/ 163474 w 174105"/>
                <a:gd name="connsiteY23" fmla="*/ 119223 h 180545"/>
                <a:gd name="connsiteX24" fmla="*/ 159278 w 174105"/>
                <a:gd name="connsiteY24" fmla="*/ 115237 h 180545"/>
                <a:gd name="connsiteX25" fmla="*/ 154733 w 174105"/>
                <a:gd name="connsiteY25" fmla="*/ 119622 h 180545"/>
                <a:gd name="connsiteX26" fmla="*/ 108235 w 174105"/>
                <a:gd name="connsiteY26" fmla="*/ 171832 h 180545"/>
                <a:gd name="connsiteX27" fmla="*/ 89007 w 174105"/>
                <a:gd name="connsiteY27" fmla="*/ 145528 h 180545"/>
                <a:gd name="connsiteX28" fmla="*/ 94950 w 174105"/>
                <a:gd name="connsiteY28" fmla="*/ 110455 h 180545"/>
                <a:gd name="connsiteX29" fmla="*/ 106837 w 174105"/>
                <a:gd name="connsiteY29" fmla="*/ 55853 h 18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4105" h="180545">
                  <a:moveTo>
                    <a:pt x="106837" y="55853"/>
                  </a:moveTo>
                  <a:cubicBezTo>
                    <a:pt x="108934" y="45490"/>
                    <a:pt x="116975" y="8823"/>
                    <a:pt x="141448" y="8823"/>
                  </a:cubicBezTo>
                  <a:cubicBezTo>
                    <a:pt x="143196" y="8823"/>
                    <a:pt x="151587" y="8823"/>
                    <a:pt x="158929" y="14004"/>
                  </a:cubicBezTo>
                  <a:cubicBezTo>
                    <a:pt x="149140" y="15997"/>
                    <a:pt x="142147" y="25961"/>
                    <a:pt x="142147" y="35526"/>
                  </a:cubicBezTo>
                  <a:cubicBezTo>
                    <a:pt x="142147" y="41903"/>
                    <a:pt x="145993" y="49476"/>
                    <a:pt x="155433" y="49476"/>
                  </a:cubicBezTo>
                  <a:cubicBezTo>
                    <a:pt x="163124" y="49476"/>
                    <a:pt x="174311" y="42302"/>
                    <a:pt x="174311" y="26360"/>
                  </a:cubicBezTo>
                  <a:cubicBezTo>
                    <a:pt x="174311" y="5635"/>
                    <a:pt x="153685" y="55"/>
                    <a:pt x="141798" y="55"/>
                  </a:cubicBezTo>
                  <a:cubicBezTo>
                    <a:pt x="121520" y="55"/>
                    <a:pt x="109284" y="21178"/>
                    <a:pt x="105089" y="30345"/>
                  </a:cubicBezTo>
                  <a:cubicBezTo>
                    <a:pt x="96348" y="4040"/>
                    <a:pt x="77469" y="55"/>
                    <a:pt x="67331" y="55"/>
                  </a:cubicBezTo>
                  <a:cubicBezTo>
                    <a:pt x="30971" y="55"/>
                    <a:pt x="11044" y="51469"/>
                    <a:pt x="11044" y="61432"/>
                  </a:cubicBezTo>
                  <a:cubicBezTo>
                    <a:pt x="11044" y="65418"/>
                    <a:pt x="14540" y="65418"/>
                    <a:pt x="15239" y="65418"/>
                  </a:cubicBezTo>
                  <a:cubicBezTo>
                    <a:pt x="18036" y="65418"/>
                    <a:pt x="19085" y="64621"/>
                    <a:pt x="19784" y="61034"/>
                  </a:cubicBezTo>
                  <a:cubicBezTo>
                    <a:pt x="31671" y="18787"/>
                    <a:pt x="54745" y="8823"/>
                    <a:pt x="66632" y="8823"/>
                  </a:cubicBezTo>
                  <a:cubicBezTo>
                    <a:pt x="73274" y="8823"/>
                    <a:pt x="85511" y="12410"/>
                    <a:pt x="85511" y="35526"/>
                  </a:cubicBezTo>
                  <a:cubicBezTo>
                    <a:pt x="85511" y="47882"/>
                    <a:pt x="79567" y="74585"/>
                    <a:pt x="66632" y="130383"/>
                  </a:cubicBezTo>
                  <a:cubicBezTo>
                    <a:pt x="61038" y="155093"/>
                    <a:pt x="48801" y="171832"/>
                    <a:pt x="33419" y="171832"/>
                  </a:cubicBezTo>
                  <a:cubicBezTo>
                    <a:pt x="31321" y="171832"/>
                    <a:pt x="23280" y="171832"/>
                    <a:pt x="15938" y="166651"/>
                  </a:cubicBezTo>
                  <a:cubicBezTo>
                    <a:pt x="24678" y="164658"/>
                    <a:pt x="32370" y="156289"/>
                    <a:pt x="32370" y="145129"/>
                  </a:cubicBezTo>
                  <a:cubicBezTo>
                    <a:pt x="32370" y="134368"/>
                    <a:pt x="24678" y="131180"/>
                    <a:pt x="19434" y="131180"/>
                  </a:cubicBezTo>
                  <a:cubicBezTo>
                    <a:pt x="8946" y="131180"/>
                    <a:pt x="206" y="141542"/>
                    <a:pt x="206" y="154296"/>
                  </a:cubicBezTo>
                  <a:cubicBezTo>
                    <a:pt x="206" y="172629"/>
                    <a:pt x="17686" y="180601"/>
                    <a:pt x="33069" y="180601"/>
                  </a:cubicBezTo>
                  <a:cubicBezTo>
                    <a:pt x="56143" y="180601"/>
                    <a:pt x="68729" y="152702"/>
                    <a:pt x="69778" y="150310"/>
                  </a:cubicBezTo>
                  <a:cubicBezTo>
                    <a:pt x="73973" y="165057"/>
                    <a:pt x="86559" y="180601"/>
                    <a:pt x="107536" y="180601"/>
                  </a:cubicBezTo>
                  <a:cubicBezTo>
                    <a:pt x="143546" y="180601"/>
                    <a:pt x="163474" y="129187"/>
                    <a:pt x="163474" y="119223"/>
                  </a:cubicBezTo>
                  <a:cubicBezTo>
                    <a:pt x="163474" y="115237"/>
                    <a:pt x="160327" y="115237"/>
                    <a:pt x="159278" y="115237"/>
                  </a:cubicBezTo>
                  <a:cubicBezTo>
                    <a:pt x="156132" y="115237"/>
                    <a:pt x="155433" y="116832"/>
                    <a:pt x="154733" y="119622"/>
                  </a:cubicBezTo>
                  <a:cubicBezTo>
                    <a:pt x="143196" y="162267"/>
                    <a:pt x="119423" y="171832"/>
                    <a:pt x="108235" y="171832"/>
                  </a:cubicBezTo>
                  <a:cubicBezTo>
                    <a:pt x="94600" y="171832"/>
                    <a:pt x="89007" y="159079"/>
                    <a:pt x="89007" y="145528"/>
                  </a:cubicBezTo>
                  <a:cubicBezTo>
                    <a:pt x="89007" y="136759"/>
                    <a:pt x="91104" y="127991"/>
                    <a:pt x="94950" y="110455"/>
                  </a:cubicBezTo>
                  <a:lnTo>
                    <a:pt x="106837" y="55853"/>
                  </a:ln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3123765-3BEC-4F09-7A16-DC211076C0D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074699" y="4590860"/>
              <a:ext cx="232490" cy="93261"/>
            </a:xfrm>
            <a:custGeom>
              <a:avLst/>
              <a:gdLst>
                <a:gd name="connsiteX0" fmla="*/ 220818 w 232490"/>
                <a:gd name="connsiteY0" fmla="*/ 15997 h 93261"/>
                <a:gd name="connsiteX1" fmla="*/ 232705 w 232490"/>
                <a:gd name="connsiteY1" fmla="*/ 8026 h 93261"/>
                <a:gd name="connsiteX2" fmla="*/ 221168 w 232490"/>
                <a:gd name="connsiteY2" fmla="*/ 55 h 93261"/>
                <a:gd name="connsiteX3" fmla="*/ 11751 w 232490"/>
                <a:gd name="connsiteY3" fmla="*/ 55 h 93261"/>
                <a:gd name="connsiteX4" fmla="*/ 214 w 232490"/>
                <a:gd name="connsiteY4" fmla="*/ 8026 h 93261"/>
                <a:gd name="connsiteX5" fmla="*/ 12101 w 232490"/>
                <a:gd name="connsiteY5" fmla="*/ 15997 h 93261"/>
                <a:gd name="connsiteX6" fmla="*/ 220818 w 232490"/>
                <a:gd name="connsiteY6" fmla="*/ 15997 h 93261"/>
                <a:gd name="connsiteX7" fmla="*/ 221168 w 232490"/>
                <a:gd name="connsiteY7" fmla="*/ 93317 h 93261"/>
                <a:gd name="connsiteX8" fmla="*/ 232705 w 232490"/>
                <a:gd name="connsiteY8" fmla="*/ 85346 h 93261"/>
                <a:gd name="connsiteX9" fmla="*/ 220818 w 232490"/>
                <a:gd name="connsiteY9" fmla="*/ 77375 h 93261"/>
                <a:gd name="connsiteX10" fmla="*/ 12101 w 232490"/>
                <a:gd name="connsiteY10" fmla="*/ 77375 h 93261"/>
                <a:gd name="connsiteX11" fmla="*/ 214 w 232490"/>
                <a:gd name="connsiteY11" fmla="*/ 85346 h 93261"/>
                <a:gd name="connsiteX12" fmla="*/ 11751 w 232490"/>
                <a:gd name="connsiteY12" fmla="*/ 93317 h 93261"/>
                <a:gd name="connsiteX13" fmla="*/ 221168 w 232490"/>
                <a:gd name="connsiteY13" fmla="*/ 93317 h 93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2490" h="93261">
                  <a:moveTo>
                    <a:pt x="220818" y="15997"/>
                  </a:moveTo>
                  <a:cubicBezTo>
                    <a:pt x="226062" y="15997"/>
                    <a:pt x="232705" y="15997"/>
                    <a:pt x="232705" y="8026"/>
                  </a:cubicBezTo>
                  <a:cubicBezTo>
                    <a:pt x="232705" y="55"/>
                    <a:pt x="226062" y="55"/>
                    <a:pt x="221168" y="55"/>
                  </a:cubicBezTo>
                  <a:lnTo>
                    <a:pt x="11751" y="55"/>
                  </a:lnTo>
                  <a:cubicBezTo>
                    <a:pt x="6857" y="55"/>
                    <a:pt x="214" y="55"/>
                    <a:pt x="214" y="8026"/>
                  </a:cubicBezTo>
                  <a:cubicBezTo>
                    <a:pt x="214" y="15997"/>
                    <a:pt x="6857" y="15997"/>
                    <a:pt x="12101" y="15997"/>
                  </a:cubicBezTo>
                  <a:lnTo>
                    <a:pt x="220818" y="15997"/>
                  </a:lnTo>
                  <a:close/>
                  <a:moveTo>
                    <a:pt x="221168" y="93317"/>
                  </a:moveTo>
                  <a:cubicBezTo>
                    <a:pt x="226062" y="93317"/>
                    <a:pt x="232705" y="93317"/>
                    <a:pt x="232705" y="85346"/>
                  </a:cubicBezTo>
                  <a:cubicBezTo>
                    <a:pt x="232705" y="77375"/>
                    <a:pt x="226062" y="77375"/>
                    <a:pt x="220818" y="77375"/>
                  </a:cubicBezTo>
                  <a:lnTo>
                    <a:pt x="12101" y="77375"/>
                  </a:lnTo>
                  <a:cubicBezTo>
                    <a:pt x="6857" y="77375"/>
                    <a:pt x="214" y="77375"/>
                    <a:pt x="214" y="85346"/>
                  </a:cubicBezTo>
                  <a:cubicBezTo>
                    <a:pt x="214" y="93317"/>
                    <a:pt x="6857" y="93317"/>
                    <a:pt x="11751" y="93317"/>
                  </a:cubicBezTo>
                  <a:lnTo>
                    <a:pt x="221168" y="93317"/>
                  </a:ln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8B29C39A-AB6C-B054-2659-DE77E27DF28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437787" y="4471692"/>
              <a:ext cx="147185" cy="274206"/>
            </a:xfrm>
            <a:custGeom>
              <a:avLst/>
              <a:gdLst>
                <a:gd name="connsiteX0" fmla="*/ 147410 w 147185"/>
                <a:gd name="connsiteY0" fmla="*/ 137955 h 274206"/>
                <a:gd name="connsiteX1" fmla="*/ 133426 w 147185"/>
                <a:gd name="connsiteY1" fmla="*/ 44693 h 274206"/>
                <a:gd name="connsiteX2" fmla="*/ 73992 w 147185"/>
                <a:gd name="connsiteY2" fmla="*/ 55 h 274206"/>
                <a:gd name="connsiteX3" fmla="*/ 13160 w 147185"/>
                <a:gd name="connsiteY3" fmla="*/ 47483 h 274206"/>
                <a:gd name="connsiteX4" fmla="*/ 225 w 147185"/>
                <a:gd name="connsiteY4" fmla="*/ 137955 h 274206"/>
                <a:gd name="connsiteX5" fmla="*/ 15957 w 147185"/>
                <a:gd name="connsiteY5" fmla="*/ 234007 h 274206"/>
                <a:gd name="connsiteX6" fmla="*/ 73643 w 147185"/>
                <a:gd name="connsiteY6" fmla="*/ 274261 h 274206"/>
                <a:gd name="connsiteX7" fmla="*/ 134475 w 147185"/>
                <a:gd name="connsiteY7" fmla="*/ 228029 h 274206"/>
                <a:gd name="connsiteX8" fmla="*/ 147410 w 147185"/>
                <a:gd name="connsiteY8" fmla="*/ 137955 h 274206"/>
                <a:gd name="connsiteX9" fmla="*/ 73643 w 147185"/>
                <a:gd name="connsiteY9" fmla="*/ 265493 h 274206"/>
                <a:gd name="connsiteX10" fmla="*/ 33088 w 147185"/>
                <a:gd name="connsiteY10" fmla="*/ 217268 h 274206"/>
                <a:gd name="connsiteX11" fmla="*/ 29242 w 147185"/>
                <a:gd name="connsiteY11" fmla="*/ 133172 h 274206"/>
                <a:gd name="connsiteX12" fmla="*/ 32039 w 147185"/>
                <a:gd name="connsiteY12" fmla="*/ 59838 h 274206"/>
                <a:gd name="connsiteX13" fmla="*/ 73643 w 147185"/>
                <a:gd name="connsiteY13" fmla="*/ 8823 h 274206"/>
                <a:gd name="connsiteX14" fmla="*/ 114897 w 147185"/>
                <a:gd name="connsiteY14" fmla="*/ 55454 h 274206"/>
                <a:gd name="connsiteX15" fmla="*/ 118393 w 147185"/>
                <a:gd name="connsiteY15" fmla="*/ 133172 h 274206"/>
                <a:gd name="connsiteX16" fmla="*/ 114547 w 147185"/>
                <a:gd name="connsiteY16" fmla="*/ 215673 h 274206"/>
                <a:gd name="connsiteX17" fmla="*/ 73643 w 147185"/>
                <a:gd name="connsiteY17" fmla="*/ 265493 h 27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7185" h="274206">
                  <a:moveTo>
                    <a:pt x="147410" y="137955"/>
                  </a:moveTo>
                  <a:cubicBezTo>
                    <a:pt x="147410" y="106071"/>
                    <a:pt x="145662" y="74186"/>
                    <a:pt x="133426" y="44693"/>
                  </a:cubicBezTo>
                  <a:cubicBezTo>
                    <a:pt x="117344" y="6432"/>
                    <a:pt x="88676" y="55"/>
                    <a:pt x="73992" y="55"/>
                  </a:cubicBezTo>
                  <a:cubicBezTo>
                    <a:pt x="53016" y="55"/>
                    <a:pt x="27494" y="10417"/>
                    <a:pt x="13160" y="47483"/>
                  </a:cubicBezTo>
                  <a:cubicBezTo>
                    <a:pt x="1973" y="74983"/>
                    <a:pt x="225" y="106071"/>
                    <a:pt x="225" y="137955"/>
                  </a:cubicBezTo>
                  <a:cubicBezTo>
                    <a:pt x="225" y="167847"/>
                    <a:pt x="1623" y="203717"/>
                    <a:pt x="15957" y="234007"/>
                  </a:cubicBezTo>
                  <a:cubicBezTo>
                    <a:pt x="30990" y="266290"/>
                    <a:pt x="56512" y="274261"/>
                    <a:pt x="73643" y="274261"/>
                  </a:cubicBezTo>
                  <a:cubicBezTo>
                    <a:pt x="92522" y="274261"/>
                    <a:pt x="119092" y="265891"/>
                    <a:pt x="134475" y="228029"/>
                  </a:cubicBezTo>
                  <a:cubicBezTo>
                    <a:pt x="145662" y="200528"/>
                    <a:pt x="147410" y="169441"/>
                    <a:pt x="147410" y="137955"/>
                  </a:cubicBezTo>
                  <a:close/>
                  <a:moveTo>
                    <a:pt x="73643" y="265493"/>
                  </a:moveTo>
                  <a:cubicBezTo>
                    <a:pt x="60008" y="265493"/>
                    <a:pt x="39381" y="255529"/>
                    <a:pt x="33088" y="217268"/>
                  </a:cubicBezTo>
                  <a:cubicBezTo>
                    <a:pt x="29242" y="193354"/>
                    <a:pt x="29242" y="156687"/>
                    <a:pt x="29242" y="133172"/>
                  </a:cubicBezTo>
                  <a:cubicBezTo>
                    <a:pt x="29242" y="107665"/>
                    <a:pt x="29242" y="81360"/>
                    <a:pt x="32039" y="59838"/>
                  </a:cubicBezTo>
                  <a:cubicBezTo>
                    <a:pt x="38682" y="12410"/>
                    <a:pt x="64903" y="8823"/>
                    <a:pt x="73643" y="8823"/>
                  </a:cubicBezTo>
                  <a:cubicBezTo>
                    <a:pt x="85180" y="8823"/>
                    <a:pt x="108254" y="15997"/>
                    <a:pt x="114897" y="55454"/>
                  </a:cubicBezTo>
                  <a:cubicBezTo>
                    <a:pt x="118393" y="77773"/>
                    <a:pt x="118393" y="108063"/>
                    <a:pt x="118393" y="133172"/>
                  </a:cubicBezTo>
                  <a:cubicBezTo>
                    <a:pt x="118393" y="163064"/>
                    <a:pt x="118393" y="190166"/>
                    <a:pt x="114547" y="215673"/>
                  </a:cubicBezTo>
                  <a:cubicBezTo>
                    <a:pt x="109303" y="253536"/>
                    <a:pt x="89375" y="265493"/>
                    <a:pt x="73643" y="265493"/>
                  </a:cubicBez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DB30E02-06B6-5D44-A8A4-B52F60E053C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629025" y="4694883"/>
              <a:ext cx="37058" cy="42246"/>
            </a:xfrm>
            <a:custGeom>
              <a:avLst/>
              <a:gdLst>
                <a:gd name="connsiteX0" fmla="*/ 37288 w 37058"/>
                <a:gd name="connsiteY0" fmla="*/ 21178 h 42246"/>
                <a:gd name="connsiteX1" fmla="*/ 18759 w 37058"/>
                <a:gd name="connsiteY1" fmla="*/ 55 h 42246"/>
                <a:gd name="connsiteX2" fmla="*/ 230 w 37058"/>
                <a:gd name="connsiteY2" fmla="*/ 21178 h 42246"/>
                <a:gd name="connsiteX3" fmla="*/ 18759 w 37058"/>
                <a:gd name="connsiteY3" fmla="*/ 42302 h 42246"/>
                <a:gd name="connsiteX4" fmla="*/ 37288 w 37058"/>
                <a:gd name="connsiteY4" fmla="*/ 21178 h 42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058" h="42246">
                  <a:moveTo>
                    <a:pt x="37288" y="21178"/>
                  </a:moveTo>
                  <a:cubicBezTo>
                    <a:pt x="37288" y="9620"/>
                    <a:pt x="28898" y="55"/>
                    <a:pt x="18759" y="55"/>
                  </a:cubicBezTo>
                  <a:cubicBezTo>
                    <a:pt x="8620" y="55"/>
                    <a:pt x="230" y="9620"/>
                    <a:pt x="230" y="21178"/>
                  </a:cubicBezTo>
                  <a:cubicBezTo>
                    <a:pt x="230" y="32736"/>
                    <a:pt x="8620" y="42302"/>
                    <a:pt x="18759" y="42302"/>
                  </a:cubicBezTo>
                  <a:cubicBezTo>
                    <a:pt x="28898" y="42302"/>
                    <a:pt x="37288" y="32736"/>
                    <a:pt x="37288" y="21178"/>
                  </a:cubicBez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D1F3010-143A-743E-1EB1-BABFE53E48A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713553" y="4471692"/>
              <a:ext cx="139494" cy="274206"/>
            </a:xfrm>
            <a:custGeom>
              <a:avLst/>
              <a:gdLst>
                <a:gd name="connsiteX0" fmla="*/ 139727 w 139494"/>
                <a:gd name="connsiteY0" fmla="*/ 185383 h 274206"/>
                <a:gd name="connsiteX1" fmla="*/ 73301 w 139494"/>
                <a:gd name="connsiteY1" fmla="*/ 98100 h 274206"/>
                <a:gd name="connsiteX2" fmla="*/ 28900 w 139494"/>
                <a:gd name="connsiteY2" fmla="*/ 118426 h 274206"/>
                <a:gd name="connsiteX3" fmla="*/ 28900 w 139494"/>
                <a:gd name="connsiteY3" fmla="*/ 40708 h 274206"/>
                <a:gd name="connsiteX4" fmla="*/ 58617 w 139494"/>
                <a:gd name="connsiteY4" fmla="*/ 45889 h 274206"/>
                <a:gd name="connsiteX5" fmla="*/ 126092 w 139494"/>
                <a:gd name="connsiteY5" fmla="*/ 4439 h 274206"/>
                <a:gd name="connsiteX6" fmla="*/ 122596 w 139494"/>
                <a:gd name="connsiteY6" fmla="*/ 55 h 274206"/>
                <a:gd name="connsiteX7" fmla="*/ 119799 w 139494"/>
                <a:gd name="connsiteY7" fmla="*/ 1251 h 274206"/>
                <a:gd name="connsiteX8" fmla="*/ 72252 w 139494"/>
                <a:gd name="connsiteY8" fmla="*/ 12809 h 274206"/>
                <a:gd name="connsiteX9" fmla="*/ 25754 w 139494"/>
                <a:gd name="connsiteY9" fmla="*/ 1649 h 274206"/>
                <a:gd name="connsiteX10" fmla="*/ 21559 w 139494"/>
                <a:gd name="connsiteY10" fmla="*/ 453 h 274206"/>
                <a:gd name="connsiteX11" fmla="*/ 18063 w 139494"/>
                <a:gd name="connsiteY11" fmla="*/ 10019 h 274206"/>
                <a:gd name="connsiteX12" fmla="*/ 18063 w 139494"/>
                <a:gd name="connsiteY12" fmla="*/ 127991 h 274206"/>
                <a:gd name="connsiteX13" fmla="*/ 22957 w 139494"/>
                <a:gd name="connsiteY13" fmla="*/ 138354 h 274206"/>
                <a:gd name="connsiteX14" fmla="*/ 27502 w 139494"/>
                <a:gd name="connsiteY14" fmla="*/ 134767 h 274206"/>
                <a:gd name="connsiteX15" fmla="*/ 72602 w 139494"/>
                <a:gd name="connsiteY15" fmla="*/ 106868 h 274206"/>
                <a:gd name="connsiteX16" fmla="*/ 102319 w 139494"/>
                <a:gd name="connsiteY16" fmla="*/ 132375 h 274206"/>
                <a:gd name="connsiteX17" fmla="*/ 108612 w 139494"/>
                <a:gd name="connsiteY17" fmla="*/ 182593 h 274206"/>
                <a:gd name="connsiteX18" fmla="*/ 100221 w 139494"/>
                <a:gd name="connsiteY18" fmla="*/ 237195 h 274206"/>
                <a:gd name="connsiteX19" fmla="*/ 62813 w 139494"/>
                <a:gd name="connsiteY19" fmla="*/ 263101 h 274206"/>
                <a:gd name="connsiteX20" fmla="*/ 11420 w 139494"/>
                <a:gd name="connsiteY20" fmla="*/ 218463 h 274206"/>
                <a:gd name="connsiteX21" fmla="*/ 17363 w 139494"/>
                <a:gd name="connsiteY21" fmla="*/ 219260 h 274206"/>
                <a:gd name="connsiteX22" fmla="*/ 34844 w 139494"/>
                <a:gd name="connsiteY22" fmla="*/ 199731 h 274206"/>
                <a:gd name="connsiteX23" fmla="*/ 17363 w 139494"/>
                <a:gd name="connsiteY23" fmla="*/ 180202 h 274206"/>
                <a:gd name="connsiteX24" fmla="*/ 232 w 139494"/>
                <a:gd name="connsiteY24" fmla="*/ 201325 h 274206"/>
                <a:gd name="connsiteX25" fmla="*/ 63512 w 139494"/>
                <a:gd name="connsiteY25" fmla="*/ 274261 h 274206"/>
                <a:gd name="connsiteX26" fmla="*/ 139727 w 139494"/>
                <a:gd name="connsiteY26" fmla="*/ 185383 h 27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494" h="274206">
                  <a:moveTo>
                    <a:pt x="139727" y="185383"/>
                  </a:moveTo>
                  <a:cubicBezTo>
                    <a:pt x="139727" y="137955"/>
                    <a:pt x="111059" y="98100"/>
                    <a:pt x="73301" y="98100"/>
                  </a:cubicBezTo>
                  <a:cubicBezTo>
                    <a:pt x="56520" y="98100"/>
                    <a:pt x="41486" y="104476"/>
                    <a:pt x="28900" y="118426"/>
                  </a:cubicBezTo>
                  <a:lnTo>
                    <a:pt x="28900" y="40708"/>
                  </a:lnTo>
                  <a:cubicBezTo>
                    <a:pt x="35893" y="43099"/>
                    <a:pt x="47430" y="45889"/>
                    <a:pt x="58617" y="45889"/>
                  </a:cubicBezTo>
                  <a:cubicBezTo>
                    <a:pt x="101619" y="45889"/>
                    <a:pt x="126092" y="9620"/>
                    <a:pt x="126092" y="4439"/>
                  </a:cubicBezTo>
                  <a:cubicBezTo>
                    <a:pt x="126092" y="2048"/>
                    <a:pt x="125043" y="55"/>
                    <a:pt x="122596" y="55"/>
                  </a:cubicBezTo>
                  <a:cubicBezTo>
                    <a:pt x="122246" y="55"/>
                    <a:pt x="121547" y="55"/>
                    <a:pt x="119799" y="1251"/>
                  </a:cubicBezTo>
                  <a:cubicBezTo>
                    <a:pt x="112807" y="4838"/>
                    <a:pt x="95676" y="12809"/>
                    <a:pt x="72252" y="12809"/>
                  </a:cubicBezTo>
                  <a:cubicBezTo>
                    <a:pt x="58268" y="12809"/>
                    <a:pt x="42186" y="10019"/>
                    <a:pt x="25754" y="1649"/>
                  </a:cubicBezTo>
                  <a:cubicBezTo>
                    <a:pt x="22957" y="453"/>
                    <a:pt x="22258" y="453"/>
                    <a:pt x="21559" y="453"/>
                  </a:cubicBezTo>
                  <a:cubicBezTo>
                    <a:pt x="18063" y="453"/>
                    <a:pt x="18063" y="3642"/>
                    <a:pt x="18063" y="10019"/>
                  </a:cubicBezTo>
                  <a:lnTo>
                    <a:pt x="18063" y="127991"/>
                  </a:lnTo>
                  <a:cubicBezTo>
                    <a:pt x="18063" y="135165"/>
                    <a:pt x="18063" y="138354"/>
                    <a:pt x="22957" y="138354"/>
                  </a:cubicBezTo>
                  <a:cubicBezTo>
                    <a:pt x="25404" y="138354"/>
                    <a:pt x="26104" y="137158"/>
                    <a:pt x="27502" y="134767"/>
                  </a:cubicBezTo>
                  <a:cubicBezTo>
                    <a:pt x="31348" y="128390"/>
                    <a:pt x="44283" y="106868"/>
                    <a:pt x="72602" y="106868"/>
                  </a:cubicBezTo>
                  <a:cubicBezTo>
                    <a:pt x="90781" y="106868"/>
                    <a:pt x="99522" y="125201"/>
                    <a:pt x="102319" y="132375"/>
                  </a:cubicBezTo>
                  <a:cubicBezTo>
                    <a:pt x="107912" y="147122"/>
                    <a:pt x="108612" y="162666"/>
                    <a:pt x="108612" y="182593"/>
                  </a:cubicBezTo>
                  <a:cubicBezTo>
                    <a:pt x="108612" y="196543"/>
                    <a:pt x="108612" y="220456"/>
                    <a:pt x="100221" y="237195"/>
                  </a:cubicBezTo>
                  <a:cubicBezTo>
                    <a:pt x="91830" y="252739"/>
                    <a:pt x="78895" y="263101"/>
                    <a:pt x="62813" y="263101"/>
                  </a:cubicBezTo>
                  <a:cubicBezTo>
                    <a:pt x="37291" y="263101"/>
                    <a:pt x="17363" y="241978"/>
                    <a:pt x="11420" y="218463"/>
                  </a:cubicBezTo>
                  <a:cubicBezTo>
                    <a:pt x="12469" y="218862"/>
                    <a:pt x="13518" y="219260"/>
                    <a:pt x="17363" y="219260"/>
                  </a:cubicBezTo>
                  <a:cubicBezTo>
                    <a:pt x="28900" y="219260"/>
                    <a:pt x="34844" y="209297"/>
                    <a:pt x="34844" y="199731"/>
                  </a:cubicBezTo>
                  <a:cubicBezTo>
                    <a:pt x="34844" y="190166"/>
                    <a:pt x="28900" y="180202"/>
                    <a:pt x="17363" y="180202"/>
                  </a:cubicBezTo>
                  <a:cubicBezTo>
                    <a:pt x="12469" y="180202"/>
                    <a:pt x="232" y="182992"/>
                    <a:pt x="232" y="201325"/>
                  </a:cubicBezTo>
                  <a:cubicBezTo>
                    <a:pt x="232" y="235601"/>
                    <a:pt x="24356" y="274261"/>
                    <a:pt x="63512" y="274261"/>
                  </a:cubicBezTo>
                  <a:cubicBezTo>
                    <a:pt x="104067" y="274261"/>
                    <a:pt x="139727" y="236000"/>
                    <a:pt x="139727" y="185383"/>
                  </a:cubicBez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3B92212-2ADC-DB23-BA0E-DD4A36E25B6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0885562" y="4471692"/>
              <a:ext cx="145088" cy="274206"/>
            </a:xfrm>
            <a:custGeom>
              <a:avLst/>
              <a:gdLst>
                <a:gd name="connsiteX0" fmla="*/ 31702 w 145088"/>
                <a:gd name="connsiteY0" fmla="*/ 134767 h 274206"/>
                <a:gd name="connsiteX1" fmla="*/ 31702 w 145088"/>
                <a:gd name="connsiteY1" fmla="*/ 125201 h 274206"/>
                <a:gd name="connsiteX2" fmla="*/ 92884 w 145088"/>
                <a:gd name="connsiteY2" fmla="*/ 10019 h 274206"/>
                <a:gd name="connsiteX3" fmla="*/ 123650 w 145088"/>
                <a:gd name="connsiteY3" fmla="*/ 25961 h 274206"/>
                <a:gd name="connsiteX4" fmla="*/ 104421 w 145088"/>
                <a:gd name="connsiteY4" fmla="*/ 43896 h 274206"/>
                <a:gd name="connsiteX5" fmla="*/ 120503 w 145088"/>
                <a:gd name="connsiteY5" fmla="*/ 62230 h 274206"/>
                <a:gd name="connsiteX6" fmla="*/ 136585 w 145088"/>
                <a:gd name="connsiteY6" fmla="*/ 43099 h 274206"/>
                <a:gd name="connsiteX7" fmla="*/ 92185 w 145088"/>
                <a:gd name="connsiteY7" fmla="*/ 55 h 274206"/>
                <a:gd name="connsiteX8" fmla="*/ 237 w 145088"/>
                <a:gd name="connsiteY8" fmla="*/ 139549 h 274206"/>
                <a:gd name="connsiteX9" fmla="*/ 73306 w 145088"/>
                <a:gd name="connsiteY9" fmla="*/ 274261 h 274206"/>
                <a:gd name="connsiteX10" fmla="*/ 145326 w 145088"/>
                <a:gd name="connsiteY10" fmla="*/ 184188 h 274206"/>
                <a:gd name="connsiteX11" fmla="*/ 75404 w 145088"/>
                <a:gd name="connsiteY11" fmla="*/ 95310 h 274206"/>
                <a:gd name="connsiteX12" fmla="*/ 31702 w 145088"/>
                <a:gd name="connsiteY12" fmla="*/ 134767 h 274206"/>
                <a:gd name="connsiteX13" fmla="*/ 73306 w 145088"/>
                <a:gd name="connsiteY13" fmla="*/ 263101 h 274206"/>
                <a:gd name="connsiteX14" fmla="*/ 38694 w 145088"/>
                <a:gd name="connsiteY14" fmla="*/ 233210 h 274206"/>
                <a:gd name="connsiteX15" fmla="*/ 32402 w 145088"/>
                <a:gd name="connsiteY15" fmla="*/ 175419 h 274206"/>
                <a:gd name="connsiteX16" fmla="*/ 75054 w 145088"/>
                <a:gd name="connsiteY16" fmla="*/ 104476 h 274206"/>
                <a:gd name="connsiteX17" fmla="*/ 107568 w 145088"/>
                <a:gd name="connsiteY17" fmla="*/ 129187 h 274206"/>
                <a:gd name="connsiteX18" fmla="*/ 113861 w 145088"/>
                <a:gd name="connsiteY18" fmla="*/ 183789 h 274206"/>
                <a:gd name="connsiteX19" fmla="*/ 107917 w 145088"/>
                <a:gd name="connsiteY19" fmla="*/ 237195 h 274206"/>
                <a:gd name="connsiteX20" fmla="*/ 73306 w 145088"/>
                <a:gd name="connsiteY20" fmla="*/ 263101 h 27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5088" h="274206">
                  <a:moveTo>
                    <a:pt x="31702" y="134767"/>
                  </a:moveTo>
                  <a:lnTo>
                    <a:pt x="31702" y="125201"/>
                  </a:lnTo>
                  <a:cubicBezTo>
                    <a:pt x="31702" y="24367"/>
                    <a:pt x="75054" y="10019"/>
                    <a:pt x="92884" y="10019"/>
                  </a:cubicBezTo>
                  <a:cubicBezTo>
                    <a:pt x="101275" y="10019"/>
                    <a:pt x="115958" y="12410"/>
                    <a:pt x="123650" y="25961"/>
                  </a:cubicBezTo>
                  <a:cubicBezTo>
                    <a:pt x="118406" y="25961"/>
                    <a:pt x="104421" y="25961"/>
                    <a:pt x="104421" y="43896"/>
                  </a:cubicBezTo>
                  <a:cubicBezTo>
                    <a:pt x="104421" y="56251"/>
                    <a:pt x="112812" y="62230"/>
                    <a:pt x="120503" y="62230"/>
                  </a:cubicBezTo>
                  <a:cubicBezTo>
                    <a:pt x="126097" y="62230"/>
                    <a:pt x="136585" y="58643"/>
                    <a:pt x="136585" y="43099"/>
                  </a:cubicBezTo>
                  <a:cubicBezTo>
                    <a:pt x="136585" y="19186"/>
                    <a:pt x="121202" y="55"/>
                    <a:pt x="92185" y="55"/>
                  </a:cubicBezTo>
                  <a:cubicBezTo>
                    <a:pt x="47435" y="55"/>
                    <a:pt x="237" y="51469"/>
                    <a:pt x="237" y="139549"/>
                  </a:cubicBezTo>
                  <a:cubicBezTo>
                    <a:pt x="237" y="245964"/>
                    <a:pt x="40792" y="274261"/>
                    <a:pt x="73306" y="274261"/>
                  </a:cubicBezTo>
                  <a:cubicBezTo>
                    <a:pt x="112113" y="274261"/>
                    <a:pt x="145326" y="236797"/>
                    <a:pt x="145326" y="184188"/>
                  </a:cubicBezTo>
                  <a:cubicBezTo>
                    <a:pt x="145326" y="133571"/>
                    <a:pt x="114210" y="95310"/>
                    <a:pt x="75404" y="95310"/>
                  </a:cubicBezTo>
                  <a:cubicBezTo>
                    <a:pt x="51630" y="95310"/>
                    <a:pt x="38694" y="115636"/>
                    <a:pt x="31702" y="134767"/>
                  </a:cubicBezTo>
                  <a:close/>
                  <a:moveTo>
                    <a:pt x="73306" y="263101"/>
                  </a:moveTo>
                  <a:cubicBezTo>
                    <a:pt x="51280" y="263101"/>
                    <a:pt x="40792" y="239188"/>
                    <a:pt x="38694" y="233210"/>
                  </a:cubicBezTo>
                  <a:cubicBezTo>
                    <a:pt x="32402" y="214478"/>
                    <a:pt x="32402" y="182593"/>
                    <a:pt x="32402" y="175419"/>
                  </a:cubicBezTo>
                  <a:cubicBezTo>
                    <a:pt x="32402" y="144332"/>
                    <a:pt x="43589" y="104476"/>
                    <a:pt x="75054" y="104476"/>
                  </a:cubicBezTo>
                  <a:cubicBezTo>
                    <a:pt x="80648" y="104476"/>
                    <a:pt x="96730" y="104476"/>
                    <a:pt x="107568" y="129187"/>
                  </a:cubicBezTo>
                  <a:cubicBezTo>
                    <a:pt x="113861" y="143933"/>
                    <a:pt x="113861" y="164260"/>
                    <a:pt x="113861" y="183789"/>
                  </a:cubicBezTo>
                  <a:cubicBezTo>
                    <a:pt x="113861" y="202920"/>
                    <a:pt x="113861" y="222847"/>
                    <a:pt x="107917" y="237195"/>
                  </a:cubicBezTo>
                  <a:cubicBezTo>
                    <a:pt x="97429" y="261109"/>
                    <a:pt x="81347" y="263101"/>
                    <a:pt x="73306" y="263101"/>
                  </a:cubicBez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F328891-6598-829E-38F1-17978412EEA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055473" y="4467308"/>
              <a:ext cx="154877" cy="269822"/>
            </a:xfrm>
            <a:custGeom>
              <a:avLst/>
              <a:gdLst>
                <a:gd name="connsiteX0" fmla="*/ 93239 w 154877"/>
                <a:gd name="connsiteY0" fmla="*/ 204115 h 269822"/>
                <a:gd name="connsiteX1" fmla="*/ 93239 w 154877"/>
                <a:gd name="connsiteY1" fmla="*/ 238790 h 269822"/>
                <a:gd name="connsiteX2" fmla="*/ 66668 w 154877"/>
                <a:gd name="connsiteY2" fmla="*/ 257522 h 269822"/>
                <a:gd name="connsiteX3" fmla="*/ 59326 w 154877"/>
                <a:gd name="connsiteY3" fmla="*/ 257522 h 269822"/>
                <a:gd name="connsiteX4" fmla="*/ 59326 w 154877"/>
                <a:gd name="connsiteY4" fmla="*/ 269877 h 269822"/>
                <a:gd name="connsiteX5" fmla="*/ 106524 w 154877"/>
                <a:gd name="connsiteY5" fmla="*/ 268681 h 269822"/>
                <a:gd name="connsiteX6" fmla="*/ 154071 w 154877"/>
                <a:gd name="connsiteY6" fmla="*/ 269877 h 269822"/>
                <a:gd name="connsiteX7" fmla="*/ 154071 w 154877"/>
                <a:gd name="connsiteY7" fmla="*/ 257522 h 269822"/>
                <a:gd name="connsiteX8" fmla="*/ 146729 w 154877"/>
                <a:gd name="connsiteY8" fmla="*/ 257522 h 269822"/>
                <a:gd name="connsiteX9" fmla="*/ 120159 w 154877"/>
                <a:gd name="connsiteY9" fmla="*/ 238790 h 269822"/>
                <a:gd name="connsiteX10" fmla="*/ 120159 w 154877"/>
                <a:gd name="connsiteY10" fmla="*/ 204115 h 269822"/>
                <a:gd name="connsiteX11" fmla="*/ 155120 w 154877"/>
                <a:gd name="connsiteY11" fmla="*/ 204115 h 269822"/>
                <a:gd name="connsiteX12" fmla="*/ 155120 w 154877"/>
                <a:gd name="connsiteY12" fmla="*/ 191760 h 269822"/>
                <a:gd name="connsiteX13" fmla="*/ 120159 w 154877"/>
                <a:gd name="connsiteY13" fmla="*/ 191760 h 269822"/>
                <a:gd name="connsiteX14" fmla="*/ 120159 w 154877"/>
                <a:gd name="connsiteY14" fmla="*/ 10417 h 269822"/>
                <a:gd name="connsiteX15" fmla="*/ 114565 w 154877"/>
                <a:gd name="connsiteY15" fmla="*/ 55 h 269822"/>
                <a:gd name="connsiteX16" fmla="*/ 107573 w 154877"/>
                <a:gd name="connsiteY16" fmla="*/ 4838 h 269822"/>
                <a:gd name="connsiteX17" fmla="*/ 242 w 154877"/>
                <a:gd name="connsiteY17" fmla="*/ 191760 h 269822"/>
                <a:gd name="connsiteX18" fmla="*/ 242 w 154877"/>
                <a:gd name="connsiteY18" fmla="*/ 204115 h 269822"/>
                <a:gd name="connsiteX19" fmla="*/ 93239 w 154877"/>
                <a:gd name="connsiteY19" fmla="*/ 204115 h 269822"/>
                <a:gd name="connsiteX20" fmla="*/ 95336 w 154877"/>
                <a:gd name="connsiteY20" fmla="*/ 191760 h 269822"/>
                <a:gd name="connsiteX21" fmla="*/ 10031 w 154877"/>
                <a:gd name="connsiteY21" fmla="*/ 191760 h 269822"/>
                <a:gd name="connsiteX22" fmla="*/ 95336 w 154877"/>
                <a:gd name="connsiteY22" fmla="*/ 43099 h 269822"/>
                <a:gd name="connsiteX23" fmla="*/ 95336 w 154877"/>
                <a:gd name="connsiteY23" fmla="*/ 191760 h 269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4877" h="269822">
                  <a:moveTo>
                    <a:pt x="93239" y="204115"/>
                  </a:moveTo>
                  <a:lnTo>
                    <a:pt x="93239" y="238790"/>
                  </a:lnTo>
                  <a:cubicBezTo>
                    <a:pt x="93239" y="253138"/>
                    <a:pt x="92539" y="257522"/>
                    <a:pt x="66668" y="257522"/>
                  </a:cubicBezTo>
                  <a:lnTo>
                    <a:pt x="59326" y="257522"/>
                  </a:lnTo>
                  <a:lnTo>
                    <a:pt x="59326" y="269877"/>
                  </a:lnTo>
                  <a:cubicBezTo>
                    <a:pt x="73660" y="268681"/>
                    <a:pt x="91840" y="268681"/>
                    <a:pt x="106524" y="268681"/>
                  </a:cubicBezTo>
                  <a:cubicBezTo>
                    <a:pt x="121207" y="268681"/>
                    <a:pt x="139737" y="268681"/>
                    <a:pt x="154071" y="269877"/>
                  </a:cubicBezTo>
                  <a:lnTo>
                    <a:pt x="154071" y="257522"/>
                  </a:lnTo>
                  <a:lnTo>
                    <a:pt x="146729" y="257522"/>
                  </a:lnTo>
                  <a:cubicBezTo>
                    <a:pt x="120858" y="257522"/>
                    <a:pt x="120159" y="253138"/>
                    <a:pt x="120159" y="238790"/>
                  </a:cubicBezTo>
                  <a:lnTo>
                    <a:pt x="120159" y="204115"/>
                  </a:lnTo>
                  <a:lnTo>
                    <a:pt x="155120" y="204115"/>
                  </a:lnTo>
                  <a:lnTo>
                    <a:pt x="155120" y="191760"/>
                  </a:lnTo>
                  <a:lnTo>
                    <a:pt x="120159" y="191760"/>
                  </a:lnTo>
                  <a:lnTo>
                    <a:pt x="120159" y="10417"/>
                  </a:lnTo>
                  <a:cubicBezTo>
                    <a:pt x="120159" y="2446"/>
                    <a:pt x="120159" y="55"/>
                    <a:pt x="114565" y="55"/>
                  </a:cubicBezTo>
                  <a:cubicBezTo>
                    <a:pt x="111418" y="55"/>
                    <a:pt x="110370" y="55"/>
                    <a:pt x="107573" y="4838"/>
                  </a:cubicBezTo>
                  <a:lnTo>
                    <a:pt x="242" y="191760"/>
                  </a:lnTo>
                  <a:lnTo>
                    <a:pt x="242" y="204115"/>
                  </a:lnTo>
                  <a:lnTo>
                    <a:pt x="93239" y="204115"/>
                  </a:lnTo>
                  <a:close/>
                  <a:moveTo>
                    <a:pt x="95336" y="191760"/>
                  </a:moveTo>
                  <a:lnTo>
                    <a:pt x="10031" y="191760"/>
                  </a:lnTo>
                  <a:lnTo>
                    <a:pt x="95336" y="43099"/>
                  </a:lnTo>
                  <a:lnTo>
                    <a:pt x="95336" y="191760"/>
                  </a:ln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A1DD1BC-10F2-63C3-DE59-E16C1AB5E7E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235173" y="4471692"/>
              <a:ext cx="145088" cy="274206"/>
            </a:xfrm>
            <a:custGeom>
              <a:avLst/>
              <a:gdLst>
                <a:gd name="connsiteX0" fmla="*/ 42550 w 145088"/>
                <a:gd name="connsiteY0" fmla="*/ 83353 h 274206"/>
                <a:gd name="connsiteX1" fmla="*/ 25070 w 145088"/>
                <a:gd name="connsiteY1" fmla="*/ 51070 h 274206"/>
                <a:gd name="connsiteX2" fmla="*/ 72617 w 145088"/>
                <a:gd name="connsiteY2" fmla="*/ 10019 h 274206"/>
                <a:gd name="connsiteX3" fmla="*/ 120513 w 145088"/>
                <a:gd name="connsiteY3" fmla="*/ 59440 h 274206"/>
                <a:gd name="connsiteX4" fmla="*/ 85902 w 145088"/>
                <a:gd name="connsiteY4" fmla="*/ 115237 h 274206"/>
                <a:gd name="connsiteX5" fmla="*/ 42550 w 145088"/>
                <a:gd name="connsiteY5" fmla="*/ 83353 h 274206"/>
                <a:gd name="connsiteX6" fmla="*/ 93593 w 145088"/>
                <a:gd name="connsiteY6" fmla="*/ 121216 h 274206"/>
                <a:gd name="connsiteX7" fmla="*/ 135896 w 145088"/>
                <a:gd name="connsiteY7" fmla="*/ 59440 h 274206"/>
                <a:gd name="connsiteX8" fmla="*/ 72966 w 145088"/>
                <a:gd name="connsiteY8" fmla="*/ 55 h 274206"/>
                <a:gd name="connsiteX9" fmla="*/ 9687 w 145088"/>
                <a:gd name="connsiteY9" fmla="*/ 66614 h 274206"/>
                <a:gd name="connsiteX10" fmla="*/ 25070 w 145088"/>
                <a:gd name="connsiteY10" fmla="*/ 110455 h 274206"/>
                <a:gd name="connsiteX11" fmla="*/ 50591 w 145088"/>
                <a:gd name="connsiteY11" fmla="*/ 131977 h 274206"/>
                <a:gd name="connsiteX12" fmla="*/ 247 w 145088"/>
                <a:gd name="connsiteY12" fmla="*/ 205311 h 274206"/>
                <a:gd name="connsiteX13" fmla="*/ 72617 w 145088"/>
                <a:gd name="connsiteY13" fmla="*/ 274261 h 274206"/>
                <a:gd name="connsiteX14" fmla="*/ 145336 w 145088"/>
                <a:gd name="connsiteY14" fmla="*/ 198535 h 274206"/>
                <a:gd name="connsiteX15" fmla="*/ 128205 w 145088"/>
                <a:gd name="connsiteY15" fmla="*/ 149513 h 274206"/>
                <a:gd name="connsiteX16" fmla="*/ 93593 w 145088"/>
                <a:gd name="connsiteY16" fmla="*/ 121216 h 274206"/>
                <a:gd name="connsiteX17" fmla="*/ 58632 w 145088"/>
                <a:gd name="connsiteY17" fmla="*/ 137955 h 274206"/>
                <a:gd name="connsiteX18" fmla="*/ 101634 w 145088"/>
                <a:gd name="connsiteY18" fmla="*/ 169042 h 274206"/>
                <a:gd name="connsiteX19" fmla="*/ 127855 w 145088"/>
                <a:gd name="connsiteY19" fmla="*/ 212884 h 274206"/>
                <a:gd name="connsiteX20" fmla="*/ 72966 w 145088"/>
                <a:gd name="connsiteY20" fmla="*/ 263101 h 274206"/>
                <a:gd name="connsiteX21" fmla="*/ 17728 w 145088"/>
                <a:gd name="connsiteY21" fmla="*/ 205311 h 274206"/>
                <a:gd name="connsiteX22" fmla="*/ 58632 w 145088"/>
                <a:gd name="connsiteY22" fmla="*/ 137955 h 27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5088" h="274206">
                  <a:moveTo>
                    <a:pt x="42550" y="83353"/>
                  </a:moveTo>
                  <a:cubicBezTo>
                    <a:pt x="26468" y="71396"/>
                    <a:pt x="25070" y="57845"/>
                    <a:pt x="25070" y="51070"/>
                  </a:cubicBezTo>
                  <a:cubicBezTo>
                    <a:pt x="25070" y="26758"/>
                    <a:pt x="47794" y="10019"/>
                    <a:pt x="72617" y="10019"/>
                  </a:cubicBezTo>
                  <a:cubicBezTo>
                    <a:pt x="98138" y="10019"/>
                    <a:pt x="120513" y="30744"/>
                    <a:pt x="120513" y="59440"/>
                  </a:cubicBezTo>
                  <a:cubicBezTo>
                    <a:pt x="120513" y="82157"/>
                    <a:pt x="106878" y="101288"/>
                    <a:pt x="85902" y="115237"/>
                  </a:cubicBezTo>
                  <a:lnTo>
                    <a:pt x="42550" y="83353"/>
                  </a:lnTo>
                  <a:close/>
                  <a:moveTo>
                    <a:pt x="93593" y="121216"/>
                  </a:moveTo>
                  <a:cubicBezTo>
                    <a:pt x="118765" y="106469"/>
                    <a:pt x="135896" y="85744"/>
                    <a:pt x="135896" y="59440"/>
                  </a:cubicBezTo>
                  <a:cubicBezTo>
                    <a:pt x="135896" y="22773"/>
                    <a:pt x="104781" y="55"/>
                    <a:pt x="72966" y="55"/>
                  </a:cubicBezTo>
                  <a:cubicBezTo>
                    <a:pt x="38005" y="55"/>
                    <a:pt x="9687" y="29548"/>
                    <a:pt x="9687" y="66614"/>
                  </a:cubicBezTo>
                  <a:cubicBezTo>
                    <a:pt x="9687" y="73788"/>
                    <a:pt x="10386" y="91723"/>
                    <a:pt x="25070" y="110455"/>
                  </a:cubicBezTo>
                  <a:cubicBezTo>
                    <a:pt x="28915" y="115237"/>
                    <a:pt x="41851" y="125201"/>
                    <a:pt x="50591" y="131977"/>
                  </a:cubicBezTo>
                  <a:cubicBezTo>
                    <a:pt x="30314" y="143535"/>
                    <a:pt x="247" y="165854"/>
                    <a:pt x="247" y="205311"/>
                  </a:cubicBezTo>
                  <a:cubicBezTo>
                    <a:pt x="247" y="247558"/>
                    <a:pt x="35908" y="274261"/>
                    <a:pt x="72617" y="274261"/>
                  </a:cubicBezTo>
                  <a:cubicBezTo>
                    <a:pt x="112123" y="274261"/>
                    <a:pt x="145336" y="241181"/>
                    <a:pt x="145336" y="198535"/>
                  </a:cubicBezTo>
                  <a:cubicBezTo>
                    <a:pt x="145336" y="184188"/>
                    <a:pt x="141490" y="166253"/>
                    <a:pt x="128205" y="149513"/>
                  </a:cubicBezTo>
                  <a:cubicBezTo>
                    <a:pt x="121562" y="141144"/>
                    <a:pt x="115968" y="137158"/>
                    <a:pt x="93593" y="121216"/>
                  </a:cubicBezTo>
                  <a:close/>
                  <a:moveTo>
                    <a:pt x="58632" y="137955"/>
                  </a:moveTo>
                  <a:lnTo>
                    <a:pt x="101634" y="169042"/>
                  </a:lnTo>
                  <a:cubicBezTo>
                    <a:pt x="111423" y="176615"/>
                    <a:pt x="127855" y="188572"/>
                    <a:pt x="127855" y="212884"/>
                  </a:cubicBezTo>
                  <a:cubicBezTo>
                    <a:pt x="127855" y="242377"/>
                    <a:pt x="101634" y="263101"/>
                    <a:pt x="72966" y="263101"/>
                  </a:cubicBezTo>
                  <a:cubicBezTo>
                    <a:pt x="42900" y="263101"/>
                    <a:pt x="17728" y="238391"/>
                    <a:pt x="17728" y="205311"/>
                  </a:cubicBezTo>
                  <a:cubicBezTo>
                    <a:pt x="17728" y="182195"/>
                    <a:pt x="28915" y="156687"/>
                    <a:pt x="58632" y="137955"/>
                  </a:cubicBez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A2919150-B673-8478-36B7-95514A75CB3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414873" y="4467707"/>
              <a:ext cx="149982" cy="278191"/>
            </a:xfrm>
            <a:custGeom>
              <a:avLst/>
              <a:gdLst>
                <a:gd name="connsiteX0" fmla="*/ 147089 w 149982"/>
                <a:gd name="connsiteY0" fmla="*/ 26758 h 278191"/>
                <a:gd name="connsiteX1" fmla="*/ 150235 w 149982"/>
                <a:gd name="connsiteY1" fmla="*/ 12809 h 278191"/>
                <a:gd name="connsiteX2" fmla="*/ 65280 w 149982"/>
                <a:gd name="connsiteY2" fmla="*/ 12809 h 278191"/>
                <a:gd name="connsiteX3" fmla="*/ 20530 w 149982"/>
                <a:gd name="connsiteY3" fmla="*/ 55 h 278191"/>
                <a:gd name="connsiteX4" fmla="*/ 11789 w 149982"/>
                <a:gd name="connsiteY4" fmla="*/ 55 h 278191"/>
                <a:gd name="connsiteX5" fmla="*/ 252 w 149982"/>
                <a:gd name="connsiteY5" fmla="*/ 82157 h 278191"/>
                <a:gd name="connsiteX6" fmla="*/ 8993 w 149982"/>
                <a:gd name="connsiteY6" fmla="*/ 82157 h 278191"/>
                <a:gd name="connsiteX7" fmla="*/ 17733 w 149982"/>
                <a:gd name="connsiteY7" fmla="*/ 45889 h 278191"/>
                <a:gd name="connsiteX8" fmla="*/ 51995 w 149982"/>
                <a:gd name="connsiteY8" fmla="*/ 43497 h 278191"/>
                <a:gd name="connsiteX9" fmla="*/ 124364 w 149982"/>
                <a:gd name="connsiteY9" fmla="*/ 43497 h 278191"/>
                <a:gd name="connsiteX10" fmla="*/ 85208 w 149982"/>
                <a:gd name="connsiteY10" fmla="*/ 106469 h 278191"/>
                <a:gd name="connsiteX11" fmla="*/ 42206 w 149982"/>
                <a:gd name="connsiteY11" fmla="*/ 256326 h 278191"/>
                <a:gd name="connsiteX12" fmla="*/ 58288 w 149982"/>
                <a:gd name="connsiteY12" fmla="*/ 278247 h 278191"/>
                <a:gd name="connsiteX13" fmla="*/ 74370 w 149982"/>
                <a:gd name="connsiteY13" fmla="*/ 256326 h 278191"/>
                <a:gd name="connsiteX14" fmla="*/ 74370 w 149982"/>
                <a:gd name="connsiteY14" fmla="*/ 236000 h 278191"/>
                <a:gd name="connsiteX15" fmla="*/ 78215 w 149982"/>
                <a:gd name="connsiteY15" fmla="*/ 170637 h 278191"/>
                <a:gd name="connsiteX16" fmla="*/ 99891 w 149982"/>
                <a:gd name="connsiteY16" fmla="*/ 102484 h 278191"/>
                <a:gd name="connsiteX17" fmla="*/ 147089 w 149982"/>
                <a:gd name="connsiteY17" fmla="*/ 26758 h 27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982" h="278191">
                  <a:moveTo>
                    <a:pt x="147089" y="26758"/>
                  </a:moveTo>
                  <a:cubicBezTo>
                    <a:pt x="150235" y="21975"/>
                    <a:pt x="150235" y="21178"/>
                    <a:pt x="150235" y="12809"/>
                  </a:cubicBezTo>
                  <a:lnTo>
                    <a:pt x="65280" y="12809"/>
                  </a:lnTo>
                  <a:cubicBezTo>
                    <a:pt x="22627" y="12809"/>
                    <a:pt x="21928" y="7627"/>
                    <a:pt x="20530" y="55"/>
                  </a:cubicBezTo>
                  <a:lnTo>
                    <a:pt x="11789" y="55"/>
                  </a:lnTo>
                  <a:lnTo>
                    <a:pt x="252" y="82157"/>
                  </a:lnTo>
                  <a:lnTo>
                    <a:pt x="8993" y="82157"/>
                  </a:lnTo>
                  <a:cubicBezTo>
                    <a:pt x="10041" y="75780"/>
                    <a:pt x="13188" y="50671"/>
                    <a:pt x="17733" y="45889"/>
                  </a:cubicBezTo>
                  <a:cubicBezTo>
                    <a:pt x="20180" y="43497"/>
                    <a:pt x="47450" y="43497"/>
                    <a:pt x="51995" y="43497"/>
                  </a:cubicBezTo>
                  <a:lnTo>
                    <a:pt x="124364" y="43497"/>
                  </a:lnTo>
                  <a:cubicBezTo>
                    <a:pt x="120518" y="49874"/>
                    <a:pt x="92899" y="93317"/>
                    <a:pt x="85208" y="106469"/>
                  </a:cubicBezTo>
                  <a:cubicBezTo>
                    <a:pt x="53743" y="160274"/>
                    <a:pt x="42206" y="215673"/>
                    <a:pt x="42206" y="256326"/>
                  </a:cubicBezTo>
                  <a:cubicBezTo>
                    <a:pt x="42206" y="260312"/>
                    <a:pt x="42206" y="278247"/>
                    <a:pt x="58288" y="278247"/>
                  </a:cubicBezTo>
                  <a:cubicBezTo>
                    <a:pt x="74370" y="278247"/>
                    <a:pt x="74370" y="260312"/>
                    <a:pt x="74370" y="256326"/>
                  </a:cubicBezTo>
                  <a:lnTo>
                    <a:pt x="74370" y="236000"/>
                  </a:lnTo>
                  <a:cubicBezTo>
                    <a:pt x="74370" y="214079"/>
                    <a:pt x="75418" y="192159"/>
                    <a:pt x="78215" y="170637"/>
                  </a:cubicBezTo>
                  <a:cubicBezTo>
                    <a:pt x="79614" y="161470"/>
                    <a:pt x="84508" y="127194"/>
                    <a:pt x="99891" y="102484"/>
                  </a:cubicBezTo>
                  <a:lnTo>
                    <a:pt x="147089" y="26758"/>
                  </a:ln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FF5C5AE-6C8E-3A7F-1566-AFF9DBAFBD2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584784" y="4471692"/>
              <a:ext cx="145088" cy="274206"/>
            </a:xfrm>
            <a:custGeom>
              <a:avLst/>
              <a:gdLst>
                <a:gd name="connsiteX0" fmla="*/ 113881 w 145088"/>
                <a:gd name="connsiteY0" fmla="*/ 138752 h 274206"/>
                <a:gd name="connsiteX1" fmla="*/ 113881 w 145088"/>
                <a:gd name="connsiteY1" fmla="*/ 151506 h 274206"/>
                <a:gd name="connsiteX2" fmla="*/ 57244 w 145088"/>
                <a:gd name="connsiteY2" fmla="*/ 263101 h 274206"/>
                <a:gd name="connsiteX3" fmla="*/ 22982 w 145088"/>
                <a:gd name="connsiteY3" fmla="*/ 248753 h 274206"/>
                <a:gd name="connsiteX4" fmla="*/ 41162 w 145088"/>
                <a:gd name="connsiteY4" fmla="*/ 230420 h 274206"/>
                <a:gd name="connsiteX5" fmla="*/ 25080 w 145088"/>
                <a:gd name="connsiteY5" fmla="*/ 212086 h 274206"/>
                <a:gd name="connsiteX6" fmla="*/ 8998 w 145088"/>
                <a:gd name="connsiteY6" fmla="*/ 231217 h 274206"/>
                <a:gd name="connsiteX7" fmla="*/ 57593 w 145088"/>
                <a:gd name="connsiteY7" fmla="*/ 274261 h 274206"/>
                <a:gd name="connsiteX8" fmla="*/ 145346 w 145088"/>
                <a:gd name="connsiteY8" fmla="*/ 134368 h 274206"/>
                <a:gd name="connsiteX9" fmla="*/ 74025 w 145088"/>
                <a:gd name="connsiteY9" fmla="*/ 55 h 274206"/>
                <a:gd name="connsiteX10" fmla="*/ 22632 w 145088"/>
                <a:gd name="connsiteY10" fmla="*/ 25164 h 274206"/>
                <a:gd name="connsiteX11" fmla="*/ 257 w 145088"/>
                <a:gd name="connsiteY11" fmla="*/ 89730 h 274206"/>
                <a:gd name="connsiteX12" fmla="*/ 70179 w 145088"/>
                <a:gd name="connsiteY12" fmla="*/ 178608 h 274206"/>
                <a:gd name="connsiteX13" fmla="*/ 113881 w 145088"/>
                <a:gd name="connsiteY13" fmla="*/ 138752 h 274206"/>
                <a:gd name="connsiteX14" fmla="*/ 70529 w 145088"/>
                <a:gd name="connsiteY14" fmla="*/ 169441 h 274206"/>
                <a:gd name="connsiteX15" fmla="*/ 38015 w 145088"/>
                <a:gd name="connsiteY15" fmla="*/ 144332 h 274206"/>
                <a:gd name="connsiteX16" fmla="*/ 31722 w 145088"/>
                <a:gd name="connsiteY16" fmla="*/ 90128 h 274206"/>
                <a:gd name="connsiteX17" fmla="*/ 39064 w 145088"/>
                <a:gd name="connsiteY17" fmla="*/ 35128 h 274206"/>
                <a:gd name="connsiteX18" fmla="*/ 74025 w 145088"/>
                <a:gd name="connsiteY18" fmla="*/ 10019 h 274206"/>
                <a:gd name="connsiteX19" fmla="*/ 107588 w 145088"/>
                <a:gd name="connsiteY19" fmla="*/ 41505 h 274206"/>
                <a:gd name="connsiteX20" fmla="*/ 113181 w 145088"/>
                <a:gd name="connsiteY20" fmla="*/ 97701 h 274206"/>
                <a:gd name="connsiteX21" fmla="*/ 70529 w 145088"/>
                <a:gd name="connsiteY21" fmla="*/ 169441 h 274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5088" h="274206">
                  <a:moveTo>
                    <a:pt x="113881" y="138752"/>
                  </a:moveTo>
                  <a:lnTo>
                    <a:pt x="113881" y="151506"/>
                  </a:lnTo>
                  <a:cubicBezTo>
                    <a:pt x="113881" y="244768"/>
                    <a:pt x="77521" y="263101"/>
                    <a:pt x="57244" y="263101"/>
                  </a:cubicBezTo>
                  <a:cubicBezTo>
                    <a:pt x="51300" y="263101"/>
                    <a:pt x="32421" y="262304"/>
                    <a:pt x="22982" y="248753"/>
                  </a:cubicBezTo>
                  <a:cubicBezTo>
                    <a:pt x="38365" y="248753"/>
                    <a:pt x="41162" y="237195"/>
                    <a:pt x="41162" y="230420"/>
                  </a:cubicBezTo>
                  <a:cubicBezTo>
                    <a:pt x="41162" y="218065"/>
                    <a:pt x="32771" y="212086"/>
                    <a:pt x="25080" y="212086"/>
                  </a:cubicBezTo>
                  <a:cubicBezTo>
                    <a:pt x="19486" y="212086"/>
                    <a:pt x="8998" y="215673"/>
                    <a:pt x="8998" y="231217"/>
                  </a:cubicBezTo>
                  <a:cubicBezTo>
                    <a:pt x="8998" y="257920"/>
                    <a:pt x="27876" y="274261"/>
                    <a:pt x="57593" y="274261"/>
                  </a:cubicBezTo>
                  <a:cubicBezTo>
                    <a:pt x="102693" y="274261"/>
                    <a:pt x="145346" y="220058"/>
                    <a:pt x="145346" y="134368"/>
                  </a:cubicBezTo>
                  <a:cubicBezTo>
                    <a:pt x="145346" y="27157"/>
                    <a:pt x="105140" y="55"/>
                    <a:pt x="74025" y="55"/>
                  </a:cubicBezTo>
                  <a:cubicBezTo>
                    <a:pt x="54796" y="55"/>
                    <a:pt x="37666" y="7229"/>
                    <a:pt x="22632" y="25164"/>
                  </a:cubicBezTo>
                  <a:cubicBezTo>
                    <a:pt x="8298" y="43099"/>
                    <a:pt x="257" y="59838"/>
                    <a:pt x="257" y="89730"/>
                  </a:cubicBezTo>
                  <a:cubicBezTo>
                    <a:pt x="257" y="139549"/>
                    <a:pt x="31023" y="178608"/>
                    <a:pt x="70179" y="178608"/>
                  </a:cubicBezTo>
                  <a:cubicBezTo>
                    <a:pt x="91506" y="178608"/>
                    <a:pt x="105840" y="161868"/>
                    <a:pt x="113881" y="138752"/>
                  </a:cubicBezTo>
                  <a:close/>
                  <a:moveTo>
                    <a:pt x="70529" y="169441"/>
                  </a:moveTo>
                  <a:cubicBezTo>
                    <a:pt x="64935" y="169441"/>
                    <a:pt x="48853" y="169441"/>
                    <a:pt x="38015" y="144332"/>
                  </a:cubicBezTo>
                  <a:cubicBezTo>
                    <a:pt x="31722" y="129585"/>
                    <a:pt x="31722" y="109658"/>
                    <a:pt x="31722" y="90128"/>
                  </a:cubicBezTo>
                  <a:cubicBezTo>
                    <a:pt x="31722" y="68606"/>
                    <a:pt x="31722" y="49874"/>
                    <a:pt x="39064" y="35128"/>
                  </a:cubicBezTo>
                  <a:cubicBezTo>
                    <a:pt x="48503" y="15200"/>
                    <a:pt x="61789" y="10019"/>
                    <a:pt x="74025" y="10019"/>
                  </a:cubicBezTo>
                  <a:cubicBezTo>
                    <a:pt x="90107" y="10019"/>
                    <a:pt x="101644" y="23570"/>
                    <a:pt x="107588" y="41505"/>
                  </a:cubicBezTo>
                  <a:cubicBezTo>
                    <a:pt x="111783" y="54258"/>
                    <a:pt x="113181" y="79367"/>
                    <a:pt x="113181" y="97701"/>
                  </a:cubicBezTo>
                  <a:cubicBezTo>
                    <a:pt x="113181" y="130781"/>
                    <a:pt x="101295" y="169441"/>
                    <a:pt x="70529" y="169441"/>
                  </a:cubicBezTo>
                  <a:close/>
                </a:path>
              </a:pathLst>
            </a:custGeom>
            <a:grpFill/>
            <a:ln w="35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7" name="Oval 96">
            <a:extLst>
              <a:ext uri="{FF2B5EF4-FFF2-40B4-BE49-F238E27FC236}">
                <a16:creationId xmlns:a16="http://schemas.microsoft.com/office/drawing/2014/main" id="{82BFCFB7-8836-CB7E-9A88-1C805956C7BB}"/>
              </a:ext>
            </a:extLst>
          </p:cNvPr>
          <p:cNvSpPr/>
          <p:nvPr/>
        </p:nvSpPr>
        <p:spPr>
          <a:xfrm>
            <a:off x="4092315" y="5936105"/>
            <a:ext cx="1678898" cy="34542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7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676C-99A7-029B-ABA7-18E1BE3A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AE7CA-D9DC-8F96-BD94-011A3A6F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EE587A-C589-359A-3B89-50D8C8AC45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3966" y="1154242"/>
                <a:ext cx="10267197" cy="5216577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>
                    <a:latin typeface="+mj-lt"/>
                  </a:rPr>
                  <a:t>Use simple fixed-point iteration to locate the root of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0" u="none" strike="noStrike" baseline="0" dirty="0">
                    <a:latin typeface="+mj-lt"/>
                  </a:rPr>
                  <a:t>.</a:t>
                </a:r>
                <a:r>
                  <a:rPr lang="en-US" sz="2400" dirty="0">
                    <a:latin typeface="+mj-lt"/>
                  </a:rPr>
                  <a:t>, Use initial guess: x = 0,  Use percentage error estimate expression: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73A24-734D-4EDF-4CB6-821212A46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3966" y="1154242"/>
                <a:ext cx="10267197" cy="5216577"/>
              </a:xfrm>
              <a:blipFill>
                <a:blip r:embed="rId4"/>
                <a:stretch>
                  <a:fillRect l="-772" t="-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63D6561-F0CD-F448-4167-4C7D15002C1F}"/>
              </a:ext>
            </a:extLst>
          </p:cNvPr>
          <p:cNvSpPr txBox="1"/>
          <p:nvPr/>
        </p:nvSpPr>
        <p:spPr>
          <a:xfrm>
            <a:off x="1765731" y="33717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Fixed Point Iterations:   Example-1</a:t>
            </a:r>
          </a:p>
        </p:txBody>
      </p:sp>
      <p:pic>
        <p:nvPicPr>
          <p:cNvPr id="4" name="Fix02F">
            <a:hlinkClick r:id="" action="ppaction://media"/>
            <a:extLst>
              <a:ext uri="{FF2B5EF4-FFF2-40B4-BE49-F238E27FC236}">
                <a16:creationId xmlns:a16="http://schemas.microsoft.com/office/drawing/2014/main" id="{D5AFC540-3F4D-77EE-C840-087B99982F7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11263" y="-3"/>
            <a:ext cx="10629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2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1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2489C-DB48-9090-DC28-AB4292A1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18BB-7424-BBC3-30BD-280C6851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73A24-734D-4EDF-4CB6-821212A46A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3966" y="1154242"/>
                <a:ext cx="10267197" cy="5216577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>
                    <a:latin typeface="+mj-lt"/>
                  </a:rPr>
                  <a:t>Use simple fixed-point iteration to locate the root of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0" u="none" strike="noStrike" baseline="0" dirty="0">
                    <a:latin typeface="+mj-lt"/>
                  </a:rPr>
                  <a:t>.</a:t>
                </a:r>
                <a:r>
                  <a:rPr lang="en-US" sz="2400" dirty="0">
                    <a:latin typeface="+mj-lt"/>
                  </a:rPr>
                  <a:t>, Use initial guess: x = 0,  Use percentage error estimate expression: 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73A24-734D-4EDF-4CB6-821212A46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3966" y="1154242"/>
                <a:ext cx="10267197" cy="5216577"/>
              </a:xfrm>
              <a:blipFill>
                <a:blip r:embed="rId2"/>
                <a:stretch>
                  <a:fillRect l="-772" t="-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74FED7E-FD34-E0AC-0C36-94AE05ED9F2C}"/>
              </a:ext>
            </a:extLst>
          </p:cNvPr>
          <p:cNvSpPr txBox="1"/>
          <p:nvPr/>
        </p:nvSpPr>
        <p:spPr>
          <a:xfrm>
            <a:off x="1765731" y="33717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Fixed Point Iterations:   Example-1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344047E-0776-CAA6-D17D-2AF3A8684D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8941633"/>
                  </p:ext>
                </p:extLst>
              </p:nvPr>
            </p:nvGraphicFramePr>
            <p:xfrm>
              <a:off x="1765731" y="3109459"/>
              <a:ext cx="5583003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5993">
                      <a:extLst>
                        <a:ext uri="{9D8B030D-6E8A-4147-A177-3AD203B41FA5}">
                          <a16:colId xmlns:a16="http://schemas.microsoft.com/office/drawing/2014/main" val="176467391"/>
                        </a:ext>
                      </a:extLst>
                    </a:gridCol>
                    <a:gridCol w="2263515">
                      <a:extLst>
                        <a:ext uri="{9D8B030D-6E8A-4147-A177-3AD203B41FA5}">
                          <a16:colId xmlns:a16="http://schemas.microsoft.com/office/drawing/2014/main" val="552681545"/>
                        </a:ext>
                      </a:extLst>
                    </a:gridCol>
                    <a:gridCol w="2293495">
                      <a:extLst>
                        <a:ext uri="{9D8B030D-6E8A-4147-A177-3AD203B41FA5}">
                          <a16:colId xmlns:a16="http://schemas.microsoft.com/office/drawing/2014/main" val="20127499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44742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9972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4063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0.3678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5667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0.69225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88%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00240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27.7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0564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0.606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21%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5896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344047E-0776-CAA6-D17D-2AF3A8684D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8941633"/>
                  </p:ext>
                </p:extLst>
              </p:nvPr>
            </p:nvGraphicFramePr>
            <p:xfrm>
              <a:off x="1765731" y="3109459"/>
              <a:ext cx="5583003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5993">
                      <a:extLst>
                        <a:ext uri="{9D8B030D-6E8A-4147-A177-3AD203B41FA5}">
                          <a16:colId xmlns:a16="http://schemas.microsoft.com/office/drawing/2014/main" val="176467391"/>
                        </a:ext>
                      </a:extLst>
                    </a:gridCol>
                    <a:gridCol w="2263515">
                      <a:extLst>
                        <a:ext uri="{9D8B030D-6E8A-4147-A177-3AD203B41FA5}">
                          <a16:colId xmlns:a16="http://schemas.microsoft.com/office/drawing/2014/main" val="552681545"/>
                        </a:ext>
                      </a:extLst>
                    </a:gridCol>
                    <a:gridCol w="2293495">
                      <a:extLst>
                        <a:ext uri="{9D8B030D-6E8A-4147-A177-3AD203B41FA5}">
                          <a16:colId xmlns:a16="http://schemas.microsoft.com/office/drawing/2014/main" val="201274991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5822" t="-9412" r="-102695" b="-55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3501" t="-9412" r="-1061" b="-55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44742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99728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40639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0.3678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63%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156672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0.69225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88%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002403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27.7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05646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0.606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21%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589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7529ACB-42FA-E32F-100A-32AF42055FBF}"/>
              </a:ext>
            </a:extLst>
          </p:cNvPr>
          <p:cNvSpPr txBox="1"/>
          <p:nvPr/>
        </p:nvSpPr>
        <p:spPr>
          <a:xfrm>
            <a:off x="7758474" y="3428998"/>
            <a:ext cx="40826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7C80"/>
                </a:solidFill>
              </a:rPr>
              <a:t>The iterations are NOT converged yet.</a:t>
            </a:r>
          </a:p>
          <a:p>
            <a:endParaRPr lang="en-US" sz="2400" dirty="0">
              <a:solidFill>
                <a:srgbClr val="FF7C80"/>
              </a:solidFill>
            </a:endParaRPr>
          </a:p>
          <a:p>
            <a:r>
              <a:rPr lang="en-US" sz="2400" dirty="0">
                <a:solidFill>
                  <a:srgbClr val="FF7C80"/>
                </a:solidFill>
              </a:rPr>
              <a:t>More Iterations are required.</a:t>
            </a:r>
          </a:p>
        </p:txBody>
      </p:sp>
    </p:spTree>
    <p:extLst>
      <p:ext uri="{BB962C8B-B14F-4D97-AF65-F5344CB8AC3E}">
        <p14:creationId xmlns:p14="http://schemas.microsoft.com/office/powerpoint/2010/main" val="384916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DC058-936A-DAAF-3850-664461A5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08D9-C521-5D18-D62D-58E8D1BDE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Python Code…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18458D-1D22-FA65-558F-9450D2B670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73966" y="1154242"/>
                <a:ext cx="10267197" cy="5216577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>
                    <a:latin typeface="+mj-lt"/>
                  </a:rPr>
                  <a:t>Use simple fixed-point iteration to locate the root of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u="none" strike="noStrike" baseline="0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400" b="0" i="1" u="none" strike="noStrike" baseline="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0" u="none" strike="noStrike" baseline="0" dirty="0">
                    <a:latin typeface="+mj-lt"/>
                  </a:rPr>
                  <a:t>.</a:t>
                </a:r>
                <a:r>
                  <a:rPr lang="en-US" sz="2400" dirty="0">
                    <a:latin typeface="+mj-lt"/>
                  </a:rPr>
                  <a:t>, Use initial guess: x = 0,  Use percentage error estimate expression: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73A24-734D-4EDF-4CB6-821212A46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73966" y="1154242"/>
                <a:ext cx="10267197" cy="5216577"/>
              </a:xfrm>
              <a:blipFill>
                <a:blip r:embed="rId2"/>
                <a:stretch>
                  <a:fillRect l="-772" t="-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4DBB3B1A-066F-78C3-933E-AAF49948DDE0}"/>
              </a:ext>
            </a:extLst>
          </p:cNvPr>
          <p:cNvSpPr txBox="1"/>
          <p:nvPr/>
        </p:nvSpPr>
        <p:spPr>
          <a:xfrm>
            <a:off x="1765731" y="33717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Fixed Point Iterations:   Example-1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E366A8-68AF-75A5-B374-09C87F542E77}"/>
              </a:ext>
            </a:extLst>
          </p:cNvPr>
          <p:cNvSpPr txBox="1"/>
          <p:nvPr/>
        </p:nvSpPr>
        <p:spPr>
          <a:xfrm>
            <a:off x="2593298" y="2638269"/>
            <a:ext cx="75250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Import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numpy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as np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def g(x):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  return (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np.exp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(-x))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x=0.0;      eps=1.0e-2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while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np.abs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(g(x)-x) &gt; eps: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 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xnew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g(x)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 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perr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np.abs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xnew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-x)*100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  print(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f”k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={k:2d}  x={x:6.3f} \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xnew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={xnew:6.3f}   per={per:10.3e}”) </a:t>
            </a:r>
          </a:p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   x = </a:t>
            </a:r>
            <a:r>
              <a:rPr lang="en-US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xnew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E67C84-B36D-BEE3-E85D-A4C6C8E92000}"/>
                  </a:ext>
                </a:extLst>
              </p:cNvPr>
              <p:cNvSpPr txBox="1"/>
              <p:nvPr/>
            </p:nvSpPr>
            <p:spPr>
              <a:xfrm>
                <a:off x="8448610" y="2322067"/>
                <a:ext cx="31379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⁡(−</m:t>
                      </m:r>
                      <m:r>
                        <a:rPr lang="en-US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E67C84-B36D-BEE3-E85D-A4C6C8E92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610" y="2322067"/>
                <a:ext cx="3137942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7C3FE82-C649-759A-57A6-28E7381B7A97}"/>
              </a:ext>
            </a:extLst>
          </p:cNvPr>
          <p:cNvGrpSpPr/>
          <p:nvPr/>
        </p:nvGrpSpPr>
        <p:grpSpPr>
          <a:xfrm>
            <a:off x="6467190" y="2075818"/>
            <a:ext cx="1054308" cy="661720"/>
            <a:chOff x="6096000" y="2438214"/>
            <a:chExt cx="1054308" cy="6617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EA3B7E7-E84E-C1D2-48D2-0029F1CEDC4E}"/>
                </a:ext>
              </a:extLst>
            </p:cNvPr>
            <p:cNvSpPr txBox="1"/>
            <p:nvPr/>
          </p:nvSpPr>
          <p:spPr>
            <a:xfrm>
              <a:off x="6096000" y="2538242"/>
              <a:ext cx="10543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g(x)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50319AD-04A2-49B8-9221-DED41399C182}"/>
                </a:ext>
              </a:extLst>
            </p:cNvPr>
            <p:cNvSpPr/>
            <p:nvPr/>
          </p:nvSpPr>
          <p:spPr>
            <a:xfrm>
              <a:off x="6180945" y="2438214"/>
              <a:ext cx="884419" cy="661720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BA62D2-4EB2-47BB-3D00-96E35302BAEC}"/>
              </a:ext>
            </a:extLst>
          </p:cNvPr>
          <p:cNvCxnSpPr>
            <a:stCxn id="7" idx="3"/>
          </p:cNvCxnSpPr>
          <p:nvPr/>
        </p:nvCxnSpPr>
        <p:spPr>
          <a:xfrm flipH="1">
            <a:off x="5638800" y="2640631"/>
            <a:ext cx="1042855" cy="62644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81F60-C43B-B4ED-21DF-65B6EC160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DD02-1B21-7D97-BB1D-527D6E5F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Fixed Point:  Python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6905-89FE-3346-4245-EBAE6433F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966" y="1154242"/>
            <a:ext cx="10267197" cy="5216577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+mj-lt"/>
              </a:rPr>
              <a:t>U</a:t>
            </a:r>
            <a:endParaRPr lang="en-US" sz="24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D47345-AD20-8B23-B228-B58A9C72C99E}"/>
              </a:ext>
            </a:extLst>
          </p:cNvPr>
          <p:cNvSpPr txBox="1"/>
          <p:nvPr/>
        </p:nvSpPr>
        <p:spPr>
          <a:xfrm>
            <a:off x="1765731" y="33717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</a:t>
            </a:r>
          </a:p>
        </p:txBody>
      </p:sp>
      <p:pic>
        <p:nvPicPr>
          <p:cNvPr id="4" name="fixedPyF">
            <a:hlinkClick r:id="" action="ppaction://media"/>
            <a:extLst>
              <a:ext uri="{FF2B5EF4-FFF2-40B4-BE49-F238E27FC236}">
                <a16:creationId xmlns:a16="http://schemas.microsoft.com/office/drawing/2014/main" id="{EE24D53B-2A32-DCB6-A688-B12E373319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73966" y="0"/>
            <a:ext cx="10115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0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91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7F61-CEAA-5BEF-577A-65B2102C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B80B-D9D5-7489-F696-C69901E0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564C-43F9-FCA6-B64A-96DF8F580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966" y="1154242"/>
            <a:ext cx="10267197" cy="5216577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+mj-lt"/>
              </a:rPr>
              <a:t>U</a:t>
            </a:r>
            <a:endParaRPr lang="en-US" sz="24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B861C-315A-4344-6E4A-93FE6559C965}"/>
              </a:ext>
            </a:extLst>
          </p:cNvPr>
          <p:cNvSpPr txBox="1"/>
          <p:nvPr/>
        </p:nvSpPr>
        <p:spPr>
          <a:xfrm>
            <a:off x="1765731" y="33717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B98DC-6103-EA8F-5C38-CD2EFE9BA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4" y="721"/>
            <a:ext cx="2914650" cy="4600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ED5A70-F3FA-1363-B48F-0E079E6E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549"/>
          <a:stretch/>
        </p:blipFill>
        <p:spPr>
          <a:xfrm>
            <a:off x="4063909" y="1154242"/>
            <a:ext cx="4701425" cy="3447054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287110-CA8F-C62C-5F6F-22CD6E7AB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06" b="3272"/>
          <a:stretch/>
        </p:blipFill>
        <p:spPr>
          <a:xfrm>
            <a:off x="7697497" y="1705471"/>
            <a:ext cx="4392068" cy="3447054"/>
          </a:xfrm>
          <a:prstGeom prst="rec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4318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1BF84-C497-6F75-EC06-BA488AEC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4A90-DC88-CE6A-E5B7-9A1B07D0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Cobweb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E4E81-0A40-C0A7-B438-13D96C2CE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966" y="1154242"/>
            <a:ext cx="10267197" cy="5216577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+mj-lt"/>
              </a:rPr>
              <a:t>U</a:t>
            </a:r>
            <a:endParaRPr lang="en-US" sz="24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37E33A-EC84-4DD1-4AA8-F02353E4E323}"/>
              </a:ext>
            </a:extLst>
          </p:cNvPr>
          <p:cNvSpPr txBox="1"/>
          <p:nvPr/>
        </p:nvSpPr>
        <p:spPr>
          <a:xfrm>
            <a:off x="1765731" y="33717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866D8-8DC0-935A-4A0A-1765B1F4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966" y="0"/>
            <a:ext cx="6423159" cy="681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1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923D9-0AB5-2C7B-558F-540CCD27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AD314-3C2B-75DA-1E2B-464CABDC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5AEA1-2579-5192-24C5-DFE178C1C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464" y="1634878"/>
            <a:ext cx="10267197" cy="4022192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200" b="0" i="0" dirty="0">
                <a:solidFill>
                  <a:srgbClr val="E8E8E8"/>
                </a:solidFill>
                <a:effectLst/>
                <a:latin typeface="+mj-lt"/>
              </a:rPr>
              <a:t>it should be clear that fixed-point iteration converges if, in the region of interest, </a:t>
            </a:r>
          </a:p>
          <a:p>
            <a:pPr marL="0" indent="0" algn="l">
              <a:buNone/>
            </a:pPr>
            <a:endParaRPr lang="en-US" sz="2000" b="0" i="0" dirty="0">
              <a:solidFill>
                <a:srgbClr val="E8E8E8"/>
              </a:solidFill>
              <a:effectLst/>
              <a:latin typeface="+mj-lt"/>
            </a:endParaRPr>
          </a:p>
          <a:p>
            <a:pPr marL="0" indent="0" algn="ctr">
              <a:buNone/>
            </a:pPr>
            <a:r>
              <a:rPr lang="en-US" sz="3200" b="0" i="0" dirty="0">
                <a:solidFill>
                  <a:srgbClr val="FFFFFF"/>
                </a:solidFill>
                <a:effectLst/>
                <a:latin typeface="+mj-lt"/>
              </a:rPr>
              <a:t>|g′(x)|  &lt;  1</a:t>
            </a:r>
            <a:r>
              <a:rPr lang="en-US" sz="3200" b="0" i="0" dirty="0">
                <a:solidFill>
                  <a:srgbClr val="E8E8E8"/>
                </a:solidFill>
                <a:effectLst/>
                <a:latin typeface="+mj-lt"/>
              </a:rPr>
              <a:t>. </a:t>
            </a:r>
          </a:p>
          <a:p>
            <a:pPr marL="0" indent="0" algn="ctr">
              <a:buNone/>
            </a:pPr>
            <a:endParaRPr lang="en-US" sz="1800" b="0" i="0" dirty="0">
              <a:solidFill>
                <a:srgbClr val="E8E8E8"/>
              </a:solidFill>
              <a:effectLst/>
              <a:latin typeface="+mj-lt"/>
            </a:endParaRPr>
          </a:p>
          <a:p>
            <a:pPr algn="l"/>
            <a:r>
              <a:rPr lang="en-US" sz="3200" b="0" i="0" dirty="0">
                <a:solidFill>
                  <a:srgbClr val="E8E8E8"/>
                </a:solidFill>
                <a:effectLst/>
                <a:latin typeface="+mj-lt"/>
              </a:rPr>
              <a:t>In other words, convergence occurs if the magnitude of the slope of g(x) is less than the slope of the line f(x)=x.</a:t>
            </a:r>
            <a:endParaRPr lang="en-US" sz="44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130A6A-9D5F-D4B2-E64C-91745F989412}"/>
              </a:ext>
            </a:extLst>
          </p:cNvPr>
          <p:cNvSpPr txBox="1"/>
          <p:nvPr/>
        </p:nvSpPr>
        <p:spPr>
          <a:xfrm>
            <a:off x="1765731" y="461158"/>
            <a:ext cx="65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Convergence Condition</a:t>
            </a:r>
          </a:p>
        </p:txBody>
      </p:sp>
    </p:spTree>
    <p:extLst>
      <p:ext uri="{BB962C8B-B14F-4D97-AF65-F5344CB8AC3E}">
        <p14:creationId xmlns:p14="http://schemas.microsoft.com/office/powerpoint/2010/main" val="2319940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8E54-247E-AC7C-554B-DA810196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F93A-BF02-A930-109B-59DDFAA4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9B92-DD24-F54C-72A6-2128993F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73" y="1154243"/>
            <a:ext cx="8293288" cy="5216577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+mj-lt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582061-BE73-186E-01E9-0514CC24EE08}"/>
              </a:ext>
            </a:extLst>
          </p:cNvPr>
          <p:cNvSpPr txBox="1"/>
          <p:nvPr/>
        </p:nvSpPr>
        <p:spPr>
          <a:xfrm>
            <a:off x="2974599" y="28473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.</a:t>
            </a:r>
          </a:p>
        </p:txBody>
      </p:sp>
      <p:pic>
        <p:nvPicPr>
          <p:cNvPr id="1026" name="Picture 2" descr="numerical methods - Fixed point iteration question - Mathematics Stack  Exchange">
            <a:extLst>
              <a:ext uri="{FF2B5EF4-FFF2-40B4-BE49-F238E27FC236}">
                <a16:creationId xmlns:a16="http://schemas.microsoft.com/office/drawing/2014/main" id="{9792B3E1-FF69-3827-A692-C5B1F36C7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44" r="13565"/>
          <a:stretch/>
        </p:blipFill>
        <p:spPr bwMode="auto">
          <a:xfrm>
            <a:off x="2324746" y="-4"/>
            <a:ext cx="8756542" cy="6797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8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19B3C-3617-071B-6DCC-D4143EBC0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8E32-E5AF-5169-EC17-D28B1976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1AC77F-E346-953B-4017-514CC28750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4963" y="3510362"/>
                <a:ext cx="10267197" cy="710504"/>
              </a:xfrm>
            </p:spPr>
            <p:txBody>
              <a:bodyPr>
                <a:normAutofit fontScale="92500" lnSpcReduction="20000"/>
              </a:bodyPr>
              <a:lstStyle/>
              <a:p>
                <a:pPr algn="l"/>
                <a:r>
                  <a:rPr lang="en-US" dirty="0">
                    <a:latin typeface="+mj-lt"/>
                  </a:rPr>
                  <a:t>Let us check the value of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   for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1.618</m:t>
                    </m:r>
                  </m:oMath>
                </a14:m>
                <a:endParaRPr lang="en-US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1AC77F-E346-953B-4017-514CC28750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4963" y="3510362"/>
                <a:ext cx="10267197" cy="710504"/>
              </a:xfrm>
              <a:blipFill>
                <a:blip r:embed="rId172"/>
                <a:stretch>
                  <a:fillRect l="-890" t="-19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CD83276-B9CD-C4F5-3651-79FD93F844AD}"/>
              </a:ext>
            </a:extLst>
          </p:cNvPr>
          <p:cNvSpPr txBox="1"/>
          <p:nvPr/>
        </p:nvSpPr>
        <p:spPr>
          <a:xfrm>
            <a:off x="1765731" y="33717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Convergence</a:t>
            </a:r>
          </a:p>
        </p:txBody>
      </p:sp>
      <p:grpSp>
        <p:nvGrpSpPr>
          <p:cNvPr id="1145" name="Group 1144">
            <a:extLst>
              <a:ext uri="{FF2B5EF4-FFF2-40B4-BE49-F238E27FC236}">
                <a16:creationId xmlns:a16="http://schemas.microsoft.com/office/drawing/2014/main" id="{11575B27-FAC9-9E5B-9E7F-03D283B2C617}"/>
              </a:ext>
            </a:extLst>
          </p:cNvPr>
          <p:cNvGrpSpPr/>
          <p:nvPr/>
        </p:nvGrpSpPr>
        <p:grpSpPr>
          <a:xfrm>
            <a:off x="1470534" y="1118183"/>
            <a:ext cx="10536053" cy="1736822"/>
            <a:chOff x="1460585" y="405260"/>
            <a:chExt cx="10536053" cy="1736822"/>
          </a:xfrm>
        </p:grpSpPr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B1B323E4-DA88-7AA9-517A-3D755AB363B7}"/>
                </a:ext>
              </a:extLst>
            </p:cNvPr>
            <p:cNvGrpSpPr/>
            <p:nvPr/>
          </p:nvGrpSpPr>
          <p:grpSpPr>
            <a:xfrm>
              <a:off x="1460585" y="405260"/>
              <a:ext cx="6523154" cy="1736822"/>
              <a:chOff x="3445987" y="523884"/>
              <a:chExt cx="6523154" cy="1736822"/>
            </a:xfrm>
          </p:grpSpPr>
          <p:grpSp>
            <p:nvGrpSpPr>
              <p:cNvPr id="1035" name="Group 1034">
                <a:extLst>
                  <a:ext uri="{FF2B5EF4-FFF2-40B4-BE49-F238E27FC236}">
                    <a16:creationId xmlns:a16="http://schemas.microsoft.com/office/drawing/2014/main" id="{FD14FA8D-8BCF-774E-E1DE-AC3DAC7E4BFE}"/>
                  </a:ext>
                </a:extLst>
              </p:cNvPr>
              <p:cNvGrpSpPr/>
              <p:nvPr/>
            </p:nvGrpSpPr>
            <p:grpSpPr>
              <a:xfrm>
                <a:off x="3445987" y="523884"/>
                <a:ext cx="6523154" cy="1736822"/>
                <a:chOff x="2540000" y="2703553"/>
                <a:chExt cx="6523154" cy="1736822"/>
              </a:xfrm>
            </p:grpSpPr>
            <p:grpSp>
              <p:nvGrpSpPr>
                <p:cNvPr id="29" name="Group 28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^2-x-1=0\quad \Rightarrow&#10;\end{align*}&#10;%%}&#10;\end{document}" title="IguanaTex Vector Display">
                  <a:extLst>
                    <a:ext uri="{FF2B5EF4-FFF2-40B4-BE49-F238E27FC236}">
                      <a16:creationId xmlns:a16="http://schemas.microsoft.com/office/drawing/2014/main" id="{809CA121-7D2A-3785-63C2-FA20F435B2CB}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133"/>
                  </p:custDataLst>
                </p:nvPr>
              </p:nvGrpSpPr>
              <p:grpSpPr>
                <a:xfrm>
                  <a:off x="2540000" y="3398741"/>
                  <a:ext cx="3041805" cy="346447"/>
                  <a:chOff x="9359351" y="4318902"/>
                  <a:chExt cx="3041805" cy="346447"/>
                </a:xfrm>
              </p:grpSpPr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2B01877A-2E30-F47A-CACD-239B5B5FFDED}"/>
                      </a:ext>
                    </a:extLst>
                  </p:cNvPr>
                  <p:cNvSpPr/>
                  <p:nvPr>
                    <p:custDataLst>
                      <p:tags r:id="rId162"/>
                    </p:custDataLst>
                  </p:nvPr>
                </p:nvSpPr>
                <p:spPr>
                  <a:xfrm>
                    <a:off x="9359351" y="4486118"/>
                    <a:ext cx="176940" cy="173858"/>
                  </a:xfrm>
                  <a:custGeom>
                    <a:avLst/>
                    <a:gdLst>
                      <a:gd name="connsiteX0" fmla="*/ 108558 w 176940"/>
                      <a:gd name="connsiteY0" fmla="*/ 53786 h 173858"/>
                      <a:gd name="connsiteX1" fmla="*/ 143733 w 176940"/>
                      <a:gd name="connsiteY1" fmla="*/ 8498 h 173858"/>
                      <a:gd name="connsiteX2" fmla="*/ 161498 w 176940"/>
                      <a:gd name="connsiteY2" fmla="*/ 13488 h 173858"/>
                      <a:gd name="connsiteX3" fmla="*/ 144443 w 176940"/>
                      <a:gd name="connsiteY3" fmla="*/ 34213 h 173858"/>
                      <a:gd name="connsiteX4" fmla="*/ 157945 w 176940"/>
                      <a:gd name="connsiteY4" fmla="*/ 47645 h 173858"/>
                      <a:gd name="connsiteX5" fmla="*/ 177131 w 176940"/>
                      <a:gd name="connsiteY5" fmla="*/ 25385 h 173858"/>
                      <a:gd name="connsiteX6" fmla="*/ 144088 w 176940"/>
                      <a:gd name="connsiteY6" fmla="*/ 55 h 173858"/>
                      <a:gd name="connsiteX7" fmla="*/ 106781 w 176940"/>
                      <a:gd name="connsiteY7" fmla="*/ 29223 h 173858"/>
                      <a:gd name="connsiteX8" fmla="*/ 68409 w 176940"/>
                      <a:gd name="connsiteY8" fmla="*/ 55 h 173858"/>
                      <a:gd name="connsiteX9" fmla="*/ 11205 w 176940"/>
                      <a:gd name="connsiteY9" fmla="*/ 59159 h 173858"/>
                      <a:gd name="connsiteX10" fmla="*/ 15469 w 176940"/>
                      <a:gd name="connsiteY10" fmla="*/ 62997 h 173858"/>
                      <a:gd name="connsiteX11" fmla="*/ 20088 w 176940"/>
                      <a:gd name="connsiteY11" fmla="*/ 58775 h 173858"/>
                      <a:gd name="connsiteX12" fmla="*/ 67698 w 176940"/>
                      <a:gd name="connsiteY12" fmla="*/ 8498 h 173858"/>
                      <a:gd name="connsiteX13" fmla="*/ 86884 w 176940"/>
                      <a:gd name="connsiteY13" fmla="*/ 34213 h 173858"/>
                      <a:gd name="connsiteX14" fmla="*/ 67698 w 176940"/>
                      <a:gd name="connsiteY14" fmla="*/ 125556 h 173858"/>
                      <a:gd name="connsiteX15" fmla="*/ 33945 w 176940"/>
                      <a:gd name="connsiteY15" fmla="*/ 165470 h 173858"/>
                      <a:gd name="connsiteX16" fmla="*/ 16179 w 176940"/>
                      <a:gd name="connsiteY16" fmla="*/ 160481 h 173858"/>
                      <a:gd name="connsiteX17" fmla="*/ 32879 w 176940"/>
                      <a:gd name="connsiteY17" fmla="*/ 139756 h 173858"/>
                      <a:gd name="connsiteX18" fmla="*/ 19732 w 176940"/>
                      <a:gd name="connsiteY18" fmla="*/ 126323 h 173858"/>
                      <a:gd name="connsiteX19" fmla="*/ 191 w 176940"/>
                      <a:gd name="connsiteY19" fmla="*/ 148583 h 173858"/>
                      <a:gd name="connsiteX20" fmla="*/ 33589 w 176940"/>
                      <a:gd name="connsiteY20" fmla="*/ 173914 h 173858"/>
                      <a:gd name="connsiteX21" fmla="*/ 70896 w 176940"/>
                      <a:gd name="connsiteY21" fmla="*/ 144745 h 173858"/>
                      <a:gd name="connsiteX22" fmla="*/ 109268 w 176940"/>
                      <a:gd name="connsiteY22" fmla="*/ 173914 h 173858"/>
                      <a:gd name="connsiteX23" fmla="*/ 166117 w 176940"/>
                      <a:gd name="connsiteY23" fmla="*/ 114809 h 173858"/>
                      <a:gd name="connsiteX24" fmla="*/ 161853 w 176940"/>
                      <a:gd name="connsiteY24" fmla="*/ 110971 h 173858"/>
                      <a:gd name="connsiteX25" fmla="*/ 157234 w 176940"/>
                      <a:gd name="connsiteY25" fmla="*/ 115193 h 173858"/>
                      <a:gd name="connsiteX26" fmla="*/ 109979 w 176940"/>
                      <a:gd name="connsiteY26" fmla="*/ 165470 h 173858"/>
                      <a:gd name="connsiteX27" fmla="*/ 90437 w 176940"/>
                      <a:gd name="connsiteY27" fmla="*/ 140140 h 173858"/>
                      <a:gd name="connsiteX28" fmla="*/ 96478 w 176940"/>
                      <a:gd name="connsiteY28" fmla="*/ 106366 h 173858"/>
                      <a:gd name="connsiteX29" fmla="*/ 108558 w 176940"/>
                      <a:gd name="connsiteY29" fmla="*/ 53786 h 173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76940" h="173858">
                        <a:moveTo>
                          <a:pt x="108558" y="53786"/>
                        </a:moveTo>
                        <a:cubicBezTo>
                          <a:pt x="110690" y="43807"/>
                          <a:pt x="118862" y="8498"/>
                          <a:pt x="143733" y="8498"/>
                        </a:cubicBezTo>
                        <a:cubicBezTo>
                          <a:pt x="145509" y="8498"/>
                          <a:pt x="154036" y="8498"/>
                          <a:pt x="161498" y="13488"/>
                        </a:cubicBezTo>
                        <a:cubicBezTo>
                          <a:pt x="151549" y="15407"/>
                          <a:pt x="144443" y="25002"/>
                          <a:pt x="144443" y="34213"/>
                        </a:cubicBezTo>
                        <a:cubicBezTo>
                          <a:pt x="144443" y="40353"/>
                          <a:pt x="148352" y="47645"/>
                          <a:pt x="157945" y="47645"/>
                        </a:cubicBezTo>
                        <a:cubicBezTo>
                          <a:pt x="165761" y="47645"/>
                          <a:pt x="177131" y="40737"/>
                          <a:pt x="177131" y="25385"/>
                        </a:cubicBezTo>
                        <a:cubicBezTo>
                          <a:pt x="177131" y="5428"/>
                          <a:pt x="156168" y="55"/>
                          <a:pt x="144088" y="55"/>
                        </a:cubicBezTo>
                        <a:cubicBezTo>
                          <a:pt x="123480" y="55"/>
                          <a:pt x="111045" y="20396"/>
                          <a:pt x="106781" y="29223"/>
                        </a:cubicBezTo>
                        <a:cubicBezTo>
                          <a:pt x="97899" y="3893"/>
                          <a:pt x="78713" y="55"/>
                          <a:pt x="68409" y="55"/>
                        </a:cubicBezTo>
                        <a:cubicBezTo>
                          <a:pt x="31457" y="55"/>
                          <a:pt x="11205" y="49564"/>
                          <a:pt x="11205" y="59159"/>
                        </a:cubicBezTo>
                        <a:cubicBezTo>
                          <a:pt x="11205" y="62997"/>
                          <a:pt x="14758" y="62997"/>
                          <a:pt x="15469" y="62997"/>
                        </a:cubicBezTo>
                        <a:cubicBezTo>
                          <a:pt x="18311" y="62997"/>
                          <a:pt x="19377" y="62230"/>
                          <a:pt x="20088" y="58775"/>
                        </a:cubicBezTo>
                        <a:cubicBezTo>
                          <a:pt x="32168" y="18093"/>
                          <a:pt x="55618" y="8498"/>
                          <a:pt x="67698" y="8498"/>
                        </a:cubicBezTo>
                        <a:cubicBezTo>
                          <a:pt x="74449" y="8498"/>
                          <a:pt x="86884" y="11953"/>
                          <a:pt x="86884" y="34213"/>
                        </a:cubicBezTo>
                        <a:cubicBezTo>
                          <a:pt x="86884" y="46110"/>
                          <a:pt x="80844" y="71824"/>
                          <a:pt x="67698" y="125556"/>
                        </a:cubicBezTo>
                        <a:cubicBezTo>
                          <a:pt x="62013" y="149351"/>
                          <a:pt x="49578" y="165470"/>
                          <a:pt x="33945" y="165470"/>
                        </a:cubicBezTo>
                        <a:cubicBezTo>
                          <a:pt x="31813" y="165470"/>
                          <a:pt x="23641" y="165470"/>
                          <a:pt x="16179" y="160481"/>
                        </a:cubicBezTo>
                        <a:cubicBezTo>
                          <a:pt x="25062" y="158562"/>
                          <a:pt x="32879" y="150502"/>
                          <a:pt x="32879" y="139756"/>
                        </a:cubicBezTo>
                        <a:cubicBezTo>
                          <a:pt x="32879" y="129394"/>
                          <a:pt x="25062" y="126323"/>
                          <a:pt x="19732" y="126323"/>
                        </a:cubicBezTo>
                        <a:cubicBezTo>
                          <a:pt x="9073" y="126323"/>
                          <a:pt x="191" y="136302"/>
                          <a:pt x="191" y="148583"/>
                        </a:cubicBezTo>
                        <a:cubicBezTo>
                          <a:pt x="191" y="166238"/>
                          <a:pt x="17956" y="173914"/>
                          <a:pt x="33589" y="173914"/>
                        </a:cubicBezTo>
                        <a:cubicBezTo>
                          <a:pt x="57039" y="173914"/>
                          <a:pt x="69830" y="147048"/>
                          <a:pt x="70896" y="144745"/>
                        </a:cubicBezTo>
                        <a:cubicBezTo>
                          <a:pt x="75160" y="158946"/>
                          <a:pt x="87950" y="173914"/>
                          <a:pt x="109268" y="173914"/>
                        </a:cubicBezTo>
                        <a:cubicBezTo>
                          <a:pt x="145864" y="173914"/>
                          <a:pt x="166117" y="124404"/>
                          <a:pt x="166117" y="114809"/>
                        </a:cubicBezTo>
                        <a:cubicBezTo>
                          <a:pt x="166117" y="110971"/>
                          <a:pt x="162919" y="110971"/>
                          <a:pt x="161853" y="110971"/>
                        </a:cubicBezTo>
                        <a:cubicBezTo>
                          <a:pt x="158655" y="110971"/>
                          <a:pt x="157945" y="112507"/>
                          <a:pt x="157234" y="115193"/>
                        </a:cubicBezTo>
                        <a:cubicBezTo>
                          <a:pt x="145509" y="156259"/>
                          <a:pt x="121349" y="165470"/>
                          <a:pt x="109979" y="165470"/>
                        </a:cubicBezTo>
                        <a:cubicBezTo>
                          <a:pt x="96122" y="165470"/>
                          <a:pt x="90437" y="153189"/>
                          <a:pt x="90437" y="140140"/>
                        </a:cubicBezTo>
                        <a:cubicBezTo>
                          <a:pt x="90437" y="131696"/>
                          <a:pt x="92569" y="123253"/>
                          <a:pt x="96478" y="106366"/>
                        </a:cubicBezTo>
                        <a:lnTo>
                          <a:pt x="108558" y="53786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15A7CF93-36C3-50EF-2073-BB8A8D4DD85D}"/>
                      </a:ext>
                    </a:extLst>
                  </p:cNvPr>
                  <p:cNvSpPr/>
                  <p:nvPr>
                    <p:custDataLst>
                      <p:tags r:id="rId163"/>
                    </p:custDataLst>
                  </p:nvPr>
                </p:nvSpPr>
                <p:spPr>
                  <a:xfrm>
                    <a:off x="9567781" y="4318902"/>
                    <a:ext cx="109930" cy="178387"/>
                  </a:xfrm>
                  <a:custGeom>
                    <a:avLst/>
                    <a:gdLst>
                      <a:gd name="connsiteX0" fmla="*/ 110127 w 109930"/>
                      <a:gd name="connsiteY0" fmla="*/ 129543 h 178387"/>
                      <a:gd name="connsiteX1" fmla="*/ 101671 w 109930"/>
                      <a:gd name="connsiteY1" fmla="*/ 129543 h 178387"/>
                      <a:gd name="connsiteX2" fmla="*/ 95204 w 109930"/>
                      <a:gd name="connsiteY2" fmla="*/ 153991 h 178387"/>
                      <a:gd name="connsiteX3" fmla="*/ 70582 w 109930"/>
                      <a:gd name="connsiteY3" fmla="*/ 155603 h 178387"/>
                      <a:gd name="connsiteX4" fmla="*/ 24819 w 109930"/>
                      <a:gd name="connsiteY4" fmla="*/ 155603 h 178387"/>
                      <a:gd name="connsiteX5" fmla="*/ 74561 w 109930"/>
                      <a:gd name="connsiteY5" fmla="*/ 110468 h 178387"/>
                      <a:gd name="connsiteX6" fmla="*/ 110127 w 109930"/>
                      <a:gd name="connsiteY6" fmla="*/ 52439 h 178387"/>
                      <a:gd name="connsiteX7" fmla="*/ 51929 w 109930"/>
                      <a:gd name="connsiteY7" fmla="*/ 51 h 178387"/>
                      <a:gd name="connsiteX8" fmla="*/ 197 w 109930"/>
                      <a:gd name="connsiteY8" fmla="*/ 48140 h 178387"/>
                      <a:gd name="connsiteX9" fmla="*/ 13378 w 109930"/>
                      <a:gd name="connsiteY9" fmla="*/ 63185 h 178387"/>
                      <a:gd name="connsiteX10" fmla="*/ 26560 w 109930"/>
                      <a:gd name="connsiteY10" fmla="*/ 48946 h 178387"/>
                      <a:gd name="connsiteX11" fmla="*/ 11886 w 109930"/>
                      <a:gd name="connsiteY11" fmla="*/ 34707 h 178387"/>
                      <a:gd name="connsiteX12" fmla="*/ 48198 w 109930"/>
                      <a:gd name="connsiteY12" fmla="*/ 9722 h 178387"/>
                      <a:gd name="connsiteX13" fmla="*/ 86002 w 109930"/>
                      <a:gd name="connsiteY13" fmla="*/ 52439 h 178387"/>
                      <a:gd name="connsiteX14" fmla="*/ 62623 w 109930"/>
                      <a:gd name="connsiteY14" fmla="*/ 104021 h 178387"/>
                      <a:gd name="connsiteX15" fmla="*/ 2684 w 109930"/>
                      <a:gd name="connsiteY15" fmla="*/ 167961 h 178387"/>
                      <a:gd name="connsiteX16" fmla="*/ 197 w 109930"/>
                      <a:gd name="connsiteY16" fmla="*/ 178438 h 178387"/>
                      <a:gd name="connsiteX17" fmla="*/ 102666 w 109930"/>
                      <a:gd name="connsiteY17" fmla="*/ 178438 h 178387"/>
                      <a:gd name="connsiteX18" fmla="*/ 110127 w 109930"/>
                      <a:gd name="connsiteY18" fmla="*/ 129543 h 1783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109930" h="178387">
                        <a:moveTo>
                          <a:pt x="110127" y="129543"/>
                        </a:moveTo>
                        <a:lnTo>
                          <a:pt x="101671" y="129543"/>
                        </a:lnTo>
                        <a:cubicBezTo>
                          <a:pt x="100925" y="135453"/>
                          <a:pt x="98437" y="151304"/>
                          <a:pt x="95204" y="153991"/>
                        </a:cubicBezTo>
                        <a:cubicBezTo>
                          <a:pt x="93215" y="155603"/>
                          <a:pt x="74064" y="155603"/>
                          <a:pt x="70582" y="155603"/>
                        </a:cubicBezTo>
                        <a:lnTo>
                          <a:pt x="24819" y="155603"/>
                        </a:lnTo>
                        <a:cubicBezTo>
                          <a:pt x="50934" y="130618"/>
                          <a:pt x="59639" y="123095"/>
                          <a:pt x="74561" y="110468"/>
                        </a:cubicBezTo>
                        <a:cubicBezTo>
                          <a:pt x="92966" y="94618"/>
                          <a:pt x="110127" y="77961"/>
                          <a:pt x="110127" y="52439"/>
                        </a:cubicBezTo>
                        <a:cubicBezTo>
                          <a:pt x="110127" y="19931"/>
                          <a:pt x="83764" y="51"/>
                          <a:pt x="51929" y="51"/>
                        </a:cubicBezTo>
                        <a:cubicBezTo>
                          <a:pt x="21088" y="51"/>
                          <a:pt x="197" y="23424"/>
                          <a:pt x="197" y="48140"/>
                        </a:cubicBezTo>
                        <a:cubicBezTo>
                          <a:pt x="197" y="61842"/>
                          <a:pt x="10891" y="63185"/>
                          <a:pt x="13378" y="63185"/>
                        </a:cubicBezTo>
                        <a:cubicBezTo>
                          <a:pt x="19347" y="63185"/>
                          <a:pt x="26560" y="58618"/>
                          <a:pt x="26560" y="48946"/>
                        </a:cubicBezTo>
                        <a:cubicBezTo>
                          <a:pt x="26560" y="44110"/>
                          <a:pt x="24819" y="34707"/>
                          <a:pt x="11886" y="34707"/>
                        </a:cubicBezTo>
                        <a:cubicBezTo>
                          <a:pt x="19596" y="15633"/>
                          <a:pt x="36508" y="9722"/>
                          <a:pt x="48198" y="9722"/>
                        </a:cubicBezTo>
                        <a:cubicBezTo>
                          <a:pt x="73069" y="9722"/>
                          <a:pt x="86002" y="30678"/>
                          <a:pt x="86002" y="52439"/>
                        </a:cubicBezTo>
                        <a:cubicBezTo>
                          <a:pt x="86002" y="75812"/>
                          <a:pt x="70582" y="94349"/>
                          <a:pt x="62623" y="104021"/>
                        </a:cubicBezTo>
                        <a:lnTo>
                          <a:pt x="2684" y="167961"/>
                        </a:lnTo>
                        <a:cubicBezTo>
                          <a:pt x="197" y="170379"/>
                          <a:pt x="197" y="170916"/>
                          <a:pt x="197" y="178438"/>
                        </a:cubicBezTo>
                        <a:lnTo>
                          <a:pt x="102666" y="178438"/>
                        </a:lnTo>
                        <a:lnTo>
                          <a:pt x="110127" y="129543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EFFB8AFD-B195-4A75-5ED9-1FFCB3B5E5C8}"/>
                      </a:ext>
                    </a:extLst>
                  </p:cNvPr>
                  <p:cNvSpPr/>
                  <p:nvPr>
                    <p:custDataLst>
                      <p:tags r:id="rId164"/>
                    </p:custDataLst>
                  </p:nvPr>
                </p:nvSpPr>
                <p:spPr>
                  <a:xfrm>
                    <a:off x="9819949" y="4552130"/>
                    <a:ext cx="217089" cy="15351"/>
                  </a:xfrm>
                  <a:custGeom>
                    <a:avLst/>
                    <a:gdLst>
                      <a:gd name="connsiteX0" fmla="*/ 204857 w 217089"/>
                      <a:gd name="connsiteY0" fmla="*/ 15407 h 15351"/>
                      <a:gd name="connsiteX1" fmla="*/ 217292 w 217089"/>
                      <a:gd name="connsiteY1" fmla="*/ 7731 h 15351"/>
                      <a:gd name="connsiteX2" fmla="*/ 204857 w 217089"/>
                      <a:gd name="connsiteY2" fmla="*/ 55 h 15351"/>
                      <a:gd name="connsiteX3" fmla="*/ 12639 w 217089"/>
                      <a:gd name="connsiteY3" fmla="*/ 55 h 15351"/>
                      <a:gd name="connsiteX4" fmla="*/ 203 w 217089"/>
                      <a:gd name="connsiteY4" fmla="*/ 7731 h 15351"/>
                      <a:gd name="connsiteX5" fmla="*/ 12639 w 217089"/>
                      <a:gd name="connsiteY5" fmla="*/ 15407 h 15351"/>
                      <a:gd name="connsiteX6" fmla="*/ 204857 w 217089"/>
                      <a:gd name="connsiteY6" fmla="*/ 15407 h 153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089" h="15351">
                        <a:moveTo>
                          <a:pt x="204857" y="15407"/>
                        </a:moveTo>
                        <a:cubicBezTo>
                          <a:pt x="210897" y="15407"/>
                          <a:pt x="217292" y="15407"/>
                          <a:pt x="217292" y="7731"/>
                        </a:cubicBezTo>
                        <a:cubicBezTo>
                          <a:pt x="217292" y="55"/>
                          <a:pt x="210897" y="55"/>
                          <a:pt x="204857" y="55"/>
                        </a:cubicBezTo>
                        <a:lnTo>
                          <a:pt x="12639" y="55"/>
                        </a:lnTo>
                        <a:cubicBezTo>
                          <a:pt x="6599" y="55"/>
                          <a:pt x="203" y="55"/>
                          <a:pt x="203" y="7731"/>
                        </a:cubicBezTo>
                        <a:cubicBezTo>
                          <a:pt x="203" y="15407"/>
                          <a:pt x="6599" y="15407"/>
                          <a:pt x="12639" y="15407"/>
                        </a:cubicBezTo>
                        <a:lnTo>
                          <a:pt x="204857" y="15407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6D3B29E9-FAC2-48BF-E1B6-52CC560E7CBB}"/>
                      </a:ext>
                    </a:extLst>
                  </p:cNvPr>
                  <p:cNvSpPr/>
                  <p:nvPr>
                    <p:custDataLst>
                      <p:tags r:id="rId165"/>
                    </p:custDataLst>
                  </p:nvPr>
                </p:nvSpPr>
                <p:spPr>
                  <a:xfrm>
                    <a:off x="10156063" y="4486118"/>
                    <a:ext cx="176940" cy="173858"/>
                  </a:xfrm>
                  <a:custGeom>
                    <a:avLst/>
                    <a:gdLst>
                      <a:gd name="connsiteX0" fmla="*/ 108580 w 176940"/>
                      <a:gd name="connsiteY0" fmla="*/ 53786 h 173858"/>
                      <a:gd name="connsiteX1" fmla="*/ 143755 w 176940"/>
                      <a:gd name="connsiteY1" fmla="*/ 8498 h 173858"/>
                      <a:gd name="connsiteX2" fmla="*/ 161520 w 176940"/>
                      <a:gd name="connsiteY2" fmla="*/ 13488 h 173858"/>
                      <a:gd name="connsiteX3" fmla="*/ 144466 w 176940"/>
                      <a:gd name="connsiteY3" fmla="*/ 34213 h 173858"/>
                      <a:gd name="connsiteX4" fmla="*/ 157967 w 176940"/>
                      <a:gd name="connsiteY4" fmla="*/ 47645 h 173858"/>
                      <a:gd name="connsiteX5" fmla="*/ 177153 w 176940"/>
                      <a:gd name="connsiteY5" fmla="*/ 25385 h 173858"/>
                      <a:gd name="connsiteX6" fmla="*/ 144110 w 176940"/>
                      <a:gd name="connsiteY6" fmla="*/ 55 h 173858"/>
                      <a:gd name="connsiteX7" fmla="*/ 106804 w 176940"/>
                      <a:gd name="connsiteY7" fmla="*/ 29223 h 173858"/>
                      <a:gd name="connsiteX8" fmla="*/ 68431 w 176940"/>
                      <a:gd name="connsiteY8" fmla="*/ 55 h 173858"/>
                      <a:gd name="connsiteX9" fmla="*/ 11228 w 176940"/>
                      <a:gd name="connsiteY9" fmla="*/ 59159 h 173858"/>
                      <a:gd name="connsiteX10" fmla="*/ 15491 w 176940"/>
                      <a:gd name="connsiteY10" fmla="*/ 62997 h 173858"/>
                      <a:gd name="connsiteX11" fmla="*/ 20110 w 176940"/>
                      <a:gd name="connsiteY11" fmla="*/ 58775 h 173858"/>
                      <a:gd name="connsiteX12" fmla="*/ 67721 w 176940"/>
                      <a:gd name="connsiteY12" fmla="*/ 8498 h 173858"/>
                      <a:gd name="connsiteX13" fmla="*/ 86907 w 176940"/>
                      <a:gd name="connsiteY13" fmla="*/ 34213 h 173858"/>
                      <a:gd name="connsiteX14" fmla="*/ 67721 w 176940"/>
                      <a:gd name="connsiteY14" fmla="*/ 125556 h 173858"/>
                      <a:gd name="connsiteX15" fmla="*/ 33967 w 176940"/>
                      <a:gd name="connsiteY15" fmla="*/ 165470 h 173858"/>
                      <a:gd name="connsiteX16" fmla="*/ 16202 w 176940"/>
                      <a:gd name="connsiteY16" fmla="*/ 160481 h 173858"/>
                      <a:gd name="connsiteX17" fmla="*/ 32901 w 176940"/>
                      <a:gd name="connsiteY17" fmla="*/ 139756 h 173858"/>
                      <a:gd name="connsiteX18" fmla="*/ 19755 w 176940"/>
                      <a:gd name="connsiteY18" fmla="*/ 126323 h 173858"/>
                      <a:gd name="connsiteX19" fmla="*/ 213 w 176940"/>
                      <a:gd name="connsiteY19" fmla="*/ 148583 h 173858"/>
                      <a:gd name="connsiteX20" fmla="*/ 33612 w 176940"/>
                      <a:gd name="connsiteY20" fmla="*/ 173914 h 173858"/>
                      <a:gd name="connsiteX21" fmla="*/ 70918 w 176940"/>
                      <a:gd name="connsiteY21" fmla="*/ 144745 h 173858"/>
                      <a:gd name="connsiteX22" fmla="*/ 109291 w 176940"/>
                      <a:gd name="connsiteY22" fmla="*/ 173914 h 173858"/>
                      <a:gd name="connsiteX23" fmla="*/ 166139 w 176940"/>
                      <a:gd name="connsiteY23" fmla="*/ 114809 h 173858"/>
                      <a:gd name="connsiteX24" fmla="*/ 161875 w 176940"/>
                      <a:gd name="connsiteY24" fmla="*/ 110971 h 173858"/>
                      <a:gd name="connsiteX25" fmla="*/ 157256 w 176940"/>
                      <a:gd name="connsiteY25" fmla="*/ 115193 h 173858"/>
                      <a:gd name="connsiteX26" fmla="*/ 110001 w 176940"/>
                      <a:gd name="connsiteY26" fmla="*/ 165470 h 173858"/>
                      <a:gd name="connsiteX27" fmla="*/ 90460 w 176940"/>
                      <a:gd name="connsiteY27" fmla="*/ 140140 h 173858"/>
                      <a:gd name="connsiteX28" fmla="*/ 96500 w 176940"/>
                      <a:gd name="connsiteY28" fmla="*/ 106366 h 173858"/>
                      <a:gd name="connsiteX29" fmla="*/ 108580 w 176940"/>
                      <a:gd name="connsiteY29" fmla="*/ 53786 h 173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76940" h="173858">
                        <a:moveTo>
                          <a:pt x="108580" y="53786"/>
                        </a:moveTo>
                        <a:cubicBezTo>
                          <a:pt x="110712" y="43807"/>
                          <a:pt x="118884" y="8498"/>
                          <a:pt x="143755" y="8498"/>
                        </a:cubicBezTo>
                        <a:cubicBezTo>
                          <a:pt x="145531" y="8498"/>
                          <a:pt x="154059" y="8498"/>
                          <a:pt x="161520" y="13488"/>
                        </a:cubicBezTo>
                        <a:cubicBezTo>
                          <a:pt x="151572" y="15407"/>
                          <a:pt x="144466" y="25002"/>
                          <a:pt x="144466" y="34213"/>
                        </a:cubicBezTo>
                        <a:cubicBezTo>
                          <a:pt x="144466" y="40353"/>
                          <a:pt x="148374" y="47645"/>
                          <a:pt x="157967" y="47645"/>
                        </a:cubicBezTo>
                        <a:cubicBezTo>
                          <a:pt x="165784" y="47645"/>
                          <a:pt x="177153" y="40737"/>
                          <a:pt x="177153" y="25385"/>
                        </a:cubicBezTo>
                        <a:cubicBezTo>
                          <a:pt x="177153" y="5428"/>
                          <a:pt x="156191" y="55"/>
                          <a:pt x="144110" y="55"/>
                        </a:cubicBezTo>
                        <a:cubicBezTo>
                          <a:pt x="123503" y="55"/>
                          <a:pt x="111067" y="20396"/>
                          <a:pt x="106804" y="29223"/>
                        </a:cubicBezTo>
                        <a:cubicBezTo>
                          <a:pt x="97921" y="3893"/>
                          <a:pt x="78735" y="55"/>
                          <a:pt x="68431" y="55"/>
                        </a:cubicBezTo>
                        <a:cubicBezTo>
                          <a:pt x="31480" y="55"/>
                          <a:pt x="11228" y="49564"/>
                          <a:pt x="11228" y="59159"/>
                        </a:cubicBezTo>
                        <a:cubicBezTo>
                          <a:pt x="11228" y="62997"/>
                          <a:pt x="14781" y="62997"/>
                          <a:pt x="15491" y="62997"/>
                        </a:cubicBezTo>
                        <a:cubicBezTo>
                          <a:pt x="18334" y="62997"/>
                          <a:pt x="19400" y="62230"/>
                          <a:pt x="20110" y="58775"/>
                        </a:cubicBezTo>
                        <a:cubicBezTo>
                          <a:pt x="32190" y="18093"/>
                          <a:pt x="55640" y="8498"/>
                          <a:pt x="67721" y="8498"/>
                        </a:cubicBezTo>
                        <a:cubicBezTo>
                          <a:pt x="74471" y="8498"/>
                          <a:pt x="86907" y="11953"/>
                          <a:pt x="86907" y="34213"/>
                        </a:cubicBezTo>
                        <a:cubicBezTo>
                          <a:pt x="86907" y="46110"/>
                          <a:pt x="80867" y="71824"/>
                          <a:pt x="67721" y="125556"/>
                        </a:cubicBezTo>
                        <a:cubicBezTo>
                          <a:pt x="62036" y="149351"/>
                          <a:pt x="49600" y="165470"/>
                          <a:pt x="33967" y="165470"/>
                        </a:cubicBezTo>
                        <a:cubicBezTo>
                          <a:pt x="31835" y="165470"/>
                          <a:pt x="23663" y="165470"/>
                          <a:pt x="16202" y="160481"/>
                        </a:cubicBezTo>
                        <a:cubicBezTo>
                          <a:pt x="25084" y="158562"/>
                          <a:pt x="32901" y="150502"/>
                          <a:pt x="32901" y="139756"/>
                        </a:cubicBezTo>
                        <a:cubicBezTo>
                          <a:pt x="32901" y="129394"/>
                          <a:pt x="25084" y="126323"/>
                          <a:pt x="19755" y="126323"/>
                        </a:cubicBezTo>
                        <a:cubicBezTo>
                          <a:pt x="9096" y="126323"/>
                          <a:pt x="213" y="136302"/>
                          <a:pt x="213" y="148583"/>
                        </a:cubicBezTo>
                        <a:cubicBezTo>
                          <a:pt x="213" y="166238"/>
                          <a:pt x="17978" y="173914"/>
                          <a:pt x="33612" y="173914"/>
                        </a:cubicBezTo>
                        <a:cubicBezTo>
                          <a:pt x="57061" y="173914"/>
                          <a:pt x="69852" y="147048"/>
                          <a:pt x="70918" y="144745"/>
                        </a:cubicBezTo>
                        <a:cubicBezTo>
                          <a:pt x="75182" y="158946"/>
                          <a:pt x="87973" y="173914"/>
                          <a:pt x="109291" y="173914"/>
                        </a:cubicBezTo>
                        <a:cubicBezTo>
                          <a:pt x="145887" y="173914"/>
                          <a:pt x="166139" y="124404"/>
                          <a:pt x="166139" y="114809"/>
                        </a:cubicBezTo>
                        <a:cubicBezTo>
                          <a:pt x="166139" y="110971"/>
                          <a:pt x="162941" y="110971"/>
                          <a:pt x="161875" y="110971"/>
                        </a:cubicBezTo>
                        <a:cubicBezTo>
                          <a:pt x="158678" y="110971"/>
                          <a:pt x="157967" y="112507"/>
                          <a:pt x="157256" y="115193"/>
                        </a:cubicBezTo>
                        <a:cubicBezTo>
                          <a:pt x="145531" y="156259"/>
                          <a:pt x="121371" y="165470"/>
                          <a:pt x="110001" y="165470"/>
                        </a:cubicBezTo>
                        <a:cubicBezTo>
                          <a:pt x="96145" y="165470"/>
                          <a:pt x="90460" y="153189"/>
                          <a:pt x="90460" y="140140"/>
                        </a:cubicBezTo>
                        <a:cubicBezTo>
                          <a:pt x="90460" y="131696"/>
                          <a:pt x="92592" y="123253"/>
                          <a:pt x="96500" y="106366"/>
                        </a:cubicBezTo>
                        <a:lnTo>
                          <a:pt x="108580" y="53786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150DC521-3946-E8A9-FDAC-665F28327D6F}"/>
                      </a:ext>
                    </a:extLst>
                  </p:cNvPr>
                  <p:cNvSpPr/>
                  <p:nvPr>
                    <p:custDataLst>
                      <p:tags r:id="rId166"/>
                    </p:custDataLst>
                  </p:nvPr>
                </p:nvSpPr>
                <p:spPr>
                  <a:xfrm>
                    <a:off x="10457268" y="4552130"/>
                    <a:ext cx="217089" cy="15351"/>
                  </a:xfrm>
                  <a:custGeom>
                    <a:avLst/>
                    <a:gdLst>
                      <a:gd name="connsiteX0" fmla="*/ 204875 w 217089"/>
                      <a:gd name="connsiteY0" fmla="*/ 15407 h 15351"/>
                      <a:gd name="connsiteX1" fmla="*/ 217310 w 217089"/>
                      <a:gd name="connsiteY1" fmla="*/ 7731 h 15351"/>
                      <a:gd name="connsiteX2" fmla="*/ 204875 w 217089"/>
                      <a:gd name="connsiteY2" fmla="*/ 55 h 15351"/>
                      <a:gd name="connsiteX3" fmla="*/ 12657 w 217089"/>
                      <a:gd name="connsiteY3" fmla="*/ 55 h 15351"/>
                      <a:gd name="connsiteX4" fmla="*/ 221 w 217089"/>
                      <a:gd name="connsiteY4" fmla="*/ 7731 h 15351"/>
                      <a:gd name="connsiteX5" fmla="*/ 12657 w 217089"/>
                      <a:gd name="connsiteY5" fmla="*/ 15407 h 15351"/>
                      <a:gd name="connsiteX6" fmla="*/ 204875 w 217089"/>
                      <a:gd name="connsiteY6" fmla="*/ 15407 h 153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089" h="15351">
                        <a:moveTo>
                          <a:pt x="204875" y="15407"/>
                        </a:moveTo>
                        <a:cubicBezTo>
                          <a:pt x="210915" y="15407"/>
                          <a:pt x="217310" y="15407"/>
                          <a:pt x="217310" y="7731"/>
                        </a:cubicBezTo>
                        <a:cubicBezTo>
                          <a:pt x="217310" y="55"/>
                          <a:pt x="210915" y="55"/>
                          <a:pt x="204875" y="55"/>
                        </a:cubicBezTo>
                        <a:lnTo>
                          <a:pt x="12657" y="55"/>
                        </a:lnTo>
                        <a:cubicBezTo>
                          <a:pt x="6617" y="55"/>
                          <a:pt x="221" y="55"/>
                          <a:pt x="221" y="7731"/>
                        </a:cubicBezTo>
                        <a:cubicBezTo>
                          <a:pt x="221" y="15407"/>
                          <a:pt x="6617" y="15407"/>
                          <a:pt x="12657" y="15407"/>
                        </a:cubicBezTo>
                        <a:lnTo>
                          <a:pt x="204875" y="15407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8B79B2B0-2234-5BF2-BB71-32720B3EAD2A}"/>
                      </a:ext>
                    </a:extLst>
                  </p:cNvPr>
                  <p:cNvSpPr/>
                  <p:nvPr>
                    <p:custDataLst>
                      <p:tags r:id="rId167"/>
                    </p:custDataLst>
                  </p:nvPr>
                </p:nvSpPr>
                <p:spPr>
                  <a:xfrm>
                    <a:off x="10814700" y="4400148"/>
                    <a:ext cx="117249" cy="255606"/>
                  </a:xfrm>
                  <a:custGeom>
                    <a:avLst/>
                    <a:gdLst>
                      <a:gd name="connsiteX0" fmla="*/ 73068 w 117249"/>
                      <a:gd name="connsiteY0" fmla="*/ 10034 h 255606"/>
                      <a:gd name="connsiteX1" fmla="*/ 64896 w 117249"/>
                      <a:gd name="connsiteY1" fmla="*/ 55 h 255606"/>
                      <a:gd name="connsiteX2" fmla="*/ 231 w 117249"/>
                      <a:gd name="connsiteY2" fmla="*/ 24618 h 255606"/>
                      <a:gd name="connsiteX3" fmla="*/ 231 w 117249"/>
                      <a:gd name="connsiteY3" fmla="*/ 36515 h 255606"/>
                      <a:gd name="connsiteX4" fmla="*/ 46776 w 117249"/>
                      <a:gd name="connsiteY4" fmla="*/ 26537 h 255606"/>
                      <a:gd name="connsiteX5" fmla="*/ 46776 w 117249"/>
                      <a:gd name="connsiteY5" fmla="*/ 225342 h 255606"/>
                      <a:gd name="connsiteX6" fmla="*/ 13733 w 117249"/>
                      <a:gd name="connsiteY6" fmla="*/ 243764 h 255606"/>
                      <a:gd name="connsiteX7" fmla="*/ 2363 w 117249"/>
                      <a:gd name="connsiteY7" fmla="*/ 243764 h 255606"/>
                      <a:gd name="connsiteX8" fmla="*/ 2363 w 117249"/>
                      <a:gd name="connsiteY8" fmla="*/ 255662 h 255606"/>
                      <a:gd name="connsiteX9" fmla="*/ 59922 w 117249"/>
                      <a:gd name="connsiteY9" fmla="*/ 254510 h 255606"/>
                      <a:gd name="connsiteX10" fmla="*/ 117481 w 117249"/>
                      <a:gd name="connsiteY10" fmla="*/ 255662 h 255606"/>
                      <a:gd name="connsiteX11" fmla="*/ 117481 w 117249"/>
                      <a:gd name="connsiteY11" fmla="*/ 243764 h 255606"/>
                      <a:gd name="connsiteX12" fmla="*/ 106111 w 117249"/>
                      <a:gd name="connsiteY12" fmla="*/ 243764 h 255606"/>
                      <a:gd name="connsiteX13" fmla="*/ 73068 w 117249"/>
                      <a:gd name="connsiteY13" fmla="*/ 225342 h 255606"/>
                      <a:gd name="connsiteX14" fmla="*/ 73068 w 117249"/>
                      <a:gd name="connsiteY14" fmla="*/ 10034 h 2556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117249" h="255606">
                        <a:moveTo>
                          <a:pt x="73068" y="10034"/>
                        </a:moveTo>
                        <a:cubicBezTo>
                          <a:pt x="73068" y="823"/>
                          <a:pt x="73068" y="55"/>
                          <a:pt x="64896" y="55"/>
                        </a:cubicBezTo>
                        <a:cubicBezTo>
                          <a:pt x="42867" y="24618"/>
                          <a:pt x="11601" y="24618"/>
                          <a:pt x="231" y="24618"/>
                        </a:cubicBezTo>
                        <a:lnTo>
                          <a:pt x="231" y="36515"/>
                        </a:lnTo>
                        <a:cubicBezTo>
                          <a:pt x="7337" y="36515"/>
                          <a:pt x="28300" y="36515"/>
                          <a:pt x="46776" y="26537"/>
                        </a:cubicBezTo>
                        <a:lnTo>
                          <a:pt x="46776" y="225342"/>
                        </a:lnTo>
                        <a:cubicBezTo>
                          <a:pt x="46776" y="239159"/>
                          <a:pt x="45710" y="243764"/>
                          <a:pt x="13733" y="243764"/>
                        </a:cubicBezTo>
                        <a:lnTo>
                          <a:pt x="2363" y="243764"/>
                        </a:lnTo>
                        <a:lnTo>
                          <a:pt x="2363" y="255662"/>
                        </a:lnTo>
                        <a:cubicBezTo>
                          <a:pt x="14798" y="254510"/>
                          <a:pt x="45710" y="254510"/>
                          <a:pt x="59922" y="254510"/>
                        </a:cubicBezTo>
                        <a:cubicBezTo>
                          <a:pt x="74134" y="254510"/>
                          <a:pt x="105045" y="254510"/>
                          <a:pt x="117481" y="255662"/>
                        </a:cubicBezTo>
                        <a:lnTo>
                          <a:pt x="117481" y="243764"/>
                        </a:lnTo>
                        <a:lnTo>
                          <a:pt x="106111" y="243764"/>
                        </a:lnTo>
                        <a:cubicBezTo>
                          <a:pt x="74134" y="243764"/>
                          <a:pt x="73068" y="239542"/>
                          <a:pt x="73068" y="225342"/>
                        </a:cubicBezTo>
                        <a:lnTo>
                          <a:pt x="73068" y="10034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BB9EDA96-E4EA-AE7D-2CF6-E720AD6A6F60}"/>
                      </a:ext>
                    </a:extLst>
                  </p:cNvPr>
                  <p:cNvSpPr/>
                  <p:nvPr>
                    <p:custDataLst>
                      <p:tags r:id="rId168"/>
                    </p:custDataLst>
                  </p:nvPr>
                </p:nvSpPr>
                <p:spPr>
                  <a:xfrm>
                    <a:off x="11079319" y="4514902"/>
                    <a:ext cx="236275" cy="89807"/>
                  </a:xfrm>
                  <a:custGeom>
                    <a:avLst/>
                    <a:gdLst>
                      <a:gd name="connsiteX0" fmla="*/ 224434 w 236275"/>
                      <a:gd name="connsiteY0" fmla="*/ 15407 h 89807"/>
                      <a:gd name="connsiteX1" fmla="*/ 236514 w 236275"/>
                      <a:gd name="connsiteY1" fmla="*/ 7731 h 89807"/>
                      <a:gd name="connsiteX2" fmla="*/ 224789 w 236275"/>
                      <a:gd name="connsiteY2" fmla="*/ 55 h 89807"/>
                      <a:gd name="connsiteX3" fmla="*/ 11964 w 236275"/>
                      <a:gd name="connsiteY3" fmla="*/ 55 h 89807"/>
                      <a:gd name="connsiteX4" fmla="*/ 239 w 236275"/>
                      <a:gd name="connsiteY4" fmla="*/ 7731 h 89807"/>
                      <a:gd name="connsiteX5" fmla="*/ 12319 w 236275"/>
                      <a:gd name="connsiteY5" fmla="*/ 15407 h 89807"/>
                      <a:gd name="connsiteX6" fmla="*/ 224434 w 236275"/>
                      <a:gd name="connsiteY6" fmla="*/ 15407 h 89807"/>
                      <a:gd name="connsiteX7" fmla="*/ 224789 w 236275"/>
                      <a:gd name="connsiteY7" fmla="*/ 89863 h 89807"/>
                      <a:gd name="connsiteX8" fmla="*/ 236514 w 236275"/>
                      <a:gd name="connsiteY8" fmla="*/ 82187 h 89807"/>
                      <a:gd name="connsiteX9" fmla="*/ 224434 w 236275"/>
                      <a:gd name="connsiteY9" fmla="*/ 74511 h 89807"/>
                      <a:gd name="connsiteX10" fmla="*/ 12319 w 236275"/>
                      <a:gd name="connsiteY10" fmla="*/ 74511 h 89807"/>
                      <a:gd name="connsiteX11" fmla="*/ 239 w 236275"/>
                      <a:gd name="connsiteY11" fmla="*/ 82187 h 89807"/>
                      <a:gd name="connsiteX12" fmla="*/ 11964 w 236275"/>
                      <a:gd name="connsiteY12" fmla="*/ 89863 h 89807"/>
                      <a:gd name="connsiteX13" fmla="*/ 224789 w 236275"/>
                      <a:gd name="connsiteY13" fmla="*/ 89863 h 898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36275" h="89807">
                        <a:moveTo>
                          <a:pt x="224434" y="15407"/>
                        </a:moveTo>
                        <a:cubicBezTo>
                          <a:pt x="229764" y="15407"/>
                          <a:pt x="236514" y="15407"/>
                          <a:pt x="236514" y="7731"/>
                        </a:cubicBezTo>
                        <a:cubicBezTo>
                          <a:pt x="236514" y="55"/>
                          <a:pt x="229764" y="55"/>
                          <a:pt x="224789" y="55"/>
                        </a:cubicBezTo>
                        <a:lnTo>
                          <a:pt x="11964" y="55"/>
                        </a:lnTo>
                        <a:cubicBezTo>
                          <a:pt x="6990" y="55"/>
                          <a:pt x="239" y="55"/>
                          <a:pt x="239" y="7731"/>
                        </a:cubicBezTo>
                        <a:cubicBezTo>
                          <a:pt x="239" y="15407"/>
                          <a:pt x="6990" y="15407"/>
                          <a:pt x="12319" y="15407"/>
                        </a:cubicBezTo>
                        <a:lnTo>
                          <a:pt x="224434" y="15407"/>
                        </a:lnTo>
                        <a:close/>
                        <a:moveTo>
                          <a:pt x="224789" y="89863"/>
                        </a:moveTo>
                        <a:cubicBezTo>
                          <a:pt x="229764" y="89863"/>
                          <a:pt x="236514" y="89863"/>
                          <a:pt x="236514" y="82187"/>
                        </a:cubicBezTo>
                        <a:cubicBezTo>
                          <a:pt x="236514" y="74511"/>
                          <a:pt x="229764" y="74511"/>
                          <a:pt x="224434" y="74511"/>
                        </a:cubicBezTo>
                        <a:lnTo>
                          <a:pt x="12319" y="74511"/>
                        </a:lnTo>
                        <a:cubicBezTo>
                          <a:pt x="6990" y="74511"/>
                          <a:pt x="239" y="74511"/>
                          <a:pt x="239" y="82187"/>
                        </a:cubicBezTo>
                        <a:cubicBezTo>
                          <a:pt x="239" y="89863"/>
                          <a:pt x="6990" y="89863"/>
                          <a:pt x="11964" y="89863"/>
                        </a:cubicBezTo>
                        <a:lnTo>
                          <a:pt x="224789" y="89863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606718CD-51E1-E5C9-0C3E-B531100B9E3F}"/>
                      </a:ext>
                    </a:extLst>
                  </p:cNvPr>
                  <p:cNvSpPr/>
                  <p:nvPr>
                    <p:custDataLst>
                      <p:tags r:id="rId169"/>
                    </p:custDataLst>
                  </p:nvPr>
                </p:nvSpPr>
                <p:spPr>
                  <a:xfrm>
                    <a:off x="11448318" y="4400148"/>
                    <a:ext cx="149581" cy="264050"/>
                  </a:xfrm>
                  <a:custGeom>
                    <a:avLst/>
                    <a:gdLst>
                      <a:gd name="connsiteX0" fmla="*/ 149831 w 149581"/>
                      <a:gd name="connsiteY0" fmla="*/ 132848 h 264050"/>
                      <a:gd name="connsiteX1" fmla="*/ 135619 w 149581"/>
                      <a:gd name="connsiteY1" fmla="*/ 43040 h 264050"/>
                      <a:gd name="connsiteX2" fmla="*/ 75218 w 149581"/>
                      <a:gd name="connsiteY2" fmla="*/ 55 h 264050"/>
                      <a:gd name="connsiteX3" fmla="*/ 13396 w 149581"/>
                      <a:gd name="connsiteY3" fmla="*/ 45726 h 264050"/>
                      <a:gd name="connsiteX4" fmla="*/ 249 w 149581"/>
                      <a:gd name="connsiteY4" fmla="*/ 132848 h 264050"/>
                      <a:gd name="connsiteX5" fmla="*/ 16238 w 149581"/>
                      <a:gd name="connsiteY5" fmla="*/ 225342 h 264050"/>
                      <a:gd name="connsiteX6" fmla="*/ 74863 w 149581"/>
                      <a:gd name="connsiteY6" fmla="*/ 264105 h 264050"/>
                      <a:gd name="connsiteX7" fmla="*/ 136685 w 149581"/>
                      <a:gd name="connsiteY7" fmla="*/ 219585 h 264050"/>
                      <a:gd name="connsiteX8" fmla="*/ 149831 w 149581"/>
                      <a:gd name="connsiteY8" fmla="*/ 132848 h 264050"/>
                      <a:gd name="connsiteX9" fmla="*/ 74863 w 149581"/>
                      <a:gd name="connsiteY9" fmla="*/ 255662 h 264050"/>
                      <a:gd name="connsiteX10" fmla="*/ 33648 w 149581"/>
                      <a:gd name="connsiteY10" fmla="*/ 209223 h 264050"/>
                      <a:gd name="connsiteX11" fmla="*/ 29739 w 149581"/>
                      <a:gd name="connsiteY11" fmla="*/ 128242 h 264050"/>
                      <a:gd name="connsiteX12" fmla="*/ 32582 w 149581"/>
                      <a:gd name="connsiteY12" fmla="*/ 57624 h 264050"/>
                      <a:gd name="connsiteX13" fmla="*/ 74863 w 149581"/>
                      <a:gd name="connsiteY13" fmla="*/ 8498 h 264050"/>
                      <a:gd name="connsiteX14" fmla="*/ 116788 w 149581"/>
                      <a:gd name="connsiteY14" fmla="*/ 53402 h 264050"/>
                      <a:gd name="connsiteX15" fmla="*/ 120341 w 149581"/>
                      <a:gd name="connsiteY15" fmla="*/ 128242 h 264050"/>
                      <a:gd name="connsiteX16" fmla="*/ 116433 w 149581"/>
                      <a:gd name="connsiteY16" fmla="*/ 207688 h 264050"/>
                      <a:gd name="connsiteX17" fmla="*/ 74863 w 149581"/>
                      <a:gd name="connsiteY17" fmla="*/ 255662 h 264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49581" h="264050">
                        <a:moveTo>
                          <a:pt x="149831" y="132848"/>
                        </a:moveTo>
                        <a:cubicBezTo>
                          <a:pt x="149831" y="102144"/>
                          <a:pt x="148055" y="71441"/>
                          <a:pt x="135619" y="43040"/>
                        </a:cubicBezTo>
                        <a:cubicBezTo>
                          <a:pt x="119275" y="6196"/>
                          <a:pt x="90141" y="55"/>
                          <a:pt x="75218" y="55"/>
                        </a:cubicBezTo>
                        <a:cubicBezTo>
                          <a:pt x="53900" y="55"/>
                          <a:pt x="27963" y="10034"/>
                          <a:pt x="13396" y="45726"/>
                        </a:cubicBezTo>
                        <a:cubicBezTo>
                          <a:pt x="2026" y="72208"/>
                          <a:pt x="249" y="102144"/>
                          <a:pt x="249" y="132848"/>
                        </a:cubicBezTo>
                        <a:cubicBezTo>
                          <a:pt x="249" y="161632"/>
                          <a:pt x="1671" y="196174"/>
                          <a:pt x="16238" y="225342"/>
                        </a:cubicBezTo>
                        <a:cubicBezTo>
                          <a:pt x="31516" y="256429"/>
                          <a:pt x="57453" y="264105"/>
                          <a:pt x="74863" y="264105"/>
                        </a:cubicBezTo>
                        <a:cubicBezTo>
                          <a:pt x="94049" y="264105"/>
                          <a:pt x="121052" y="256046"/>
                          <a:pt x="136685" y="219585"/>
                        </a:cubicBezTo>
                        <a:cubicBezTo>
                          <a:pt x="148055" y="193103"/>
                          <a:pt x="149831" y="163167"/>
                          <a:pt x="149831" y="132848"/>
                        </a:cubicBezTo>
                        <a:close/>
                        <a:moveTo>
                          <a:pt x="74863" y="255662"/>
                        </a:moveTo>
                        <a:cubicBezTo>
                          <a:pt x="61006" y="255662"/>
                          <a:pt x="40043" y="246067"/>
                          <a:pt x="33648" y="209223"/>
                        </a:cubicBezTo>
                        <a:cubicBezTo>
                          <a:pt x="29739" y="186195"/>
                          <a:pt x="29739" y="150886"/>
                          <a:pt x="29739" y="128242"/>
                        </a:cubicBezTo>
                        <a:cubicBezTo>
                          <a:pt x="29739" y="103679"/>
                          <a:pt x="29739" y="78349"/>
                          <a:pt x="32582" y="57624"/>
                        </a:cubicBezTo>
                        <a:cubicBezTo>
                          <a:pt x="39333" y="11953"/>
                          <a:pt x="65980" y="8498"/>
                          <a:pt x="74863" y="8498"/>
                        </a:cubicBezTo>
                        <a:cubicBezTo>
                          <a:pt x="86588" y="8498"/>
                          <a:pt x="110038" y="15407"/>
                          <a:pt x="116788" y="53402"/>
                        </a:cubicBezTo>
                        <a:cubicBezTo>
                          <a:pt x="120341" y="74895"/>
                          <a:pt x="120341" y="104063"/>
                          <a:pt x="120341" y="128242"/>
                        </a:cubicBezTo>
                        <a:cubicBezTo>
                          <a:pt x="120341" y="157027"/>
                          <a:pt x="120341" y="183125"/>
                          <a:pt x="116433" y="207688"/>
                        </a:cubicBezTo>
                        <a:cubicBezTo>
                          <a:pt x="111103" y="244148"/>
                          <a:pt x="90851" y="255662"/>
                          <a:pt x="74863" y="255662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D65234E3-B45F-1BC9-4E98-FE7E392CE70B}"/>
                      </a:ext>
                    </a:extLst>
                  </p:cNvPr>
                  <p:cNvSpPr/>
                  <p:nvPr>
                    <p:custDataLst>
                      <p:tags r:id="rId170"/>
                    </p:custDataLst>
                  </p:nvPr>
                </p:nvSpPr>
                <p:spPr>
                  <a:xfrm>
                    <a:off x="12085649" y="4454263"/>
                    <a:ext cx="315507" cy="211086"/>
                  </a:xfrm>
                  <a:custGeom>
                    <a:avLst/>
                    <a:gdLst>
                      <a:gd name="connsiteX0" fmla="*/ 238674 w 315507"/>
                      <a:gd name="connsiteY0" fmla="*/ 76046 h 211086"/>
                      <a:gd name="connsiteX1" fmla="*/ 283442 w 315507"/>
                      <a:gd name="connsiteY1" fmla="*/ 105598 h 211086"/>
                      <a:gd name="connsiteX2" fmla="*/ 238674 w 315507"/>
                      <a:gd name="connsiteY2" fmla="*/ 135150 h 211086"/>
                      <a:gd name="connsiteX3" fmla="*/ 13058 w 315507"/>
                      <a:gd name="connsiteY3" fmla="*/ 135150 h 211086"/>
                      <a:gd name="connsiteX4" fmla="*/ 267 w 315507"/>
                      <a:gd name="connsiteY4" fmla="*/ 142826 h 211086"/>
                      <a:gd name="connsiteX5" fmla="*/ 12703 w 315507"/>
                      <a:gd name="connsiteY5" fmla="*/ 150502 h 211086"/>
                      <a:gd name="connsiteX6" fmla="*/ 222686 w 315507"/>
                      <a:gd name="connsiteY6" fmla="*/ 150502 h 211086"/>
                      <a:gd name="connsiteX7" fmla="*/ 187156 w 315507"/>
                      <a:gd name="connsiteY7" fmla="*/ 206920 h 211086"/>
                      <a:gd name="connsiteX8" fmla="*/ 193906 w 315507"/>
                      <a:gd name="connsiteY8" fmla="*/ 211142 h 211086"/>
                      <a:gd name="connsiteX9" fmla="*/ 200657 w 315507"/>
                      <a:gd name="connsiteY9" fmla="*/ 208071 h 211086"/>
                      <a:gd name="connsiteX10" fmla="*/ 241161 w 315507"/>
                      <a:gd name="connsiteY10" fmla="*/ 150886 h 211086"/>
                      <a:gd name="connsiteX11" fmla="*/ 307958 w 315507"/>
                      <a:gd name="connsiteY11" fmla="*/ 111355 h 211086"/>
                      <a:gd name="connsiteX12" fmla="*/ 315064 w 315507"/>
                      <a:gd name="connsiteY12" fmla="*/ 107901 h 211086"/>
                      <a:gd name="connsiteX13" fmla="*/ 315775 w 315507"/>
                      <a:gd name="connsiteY13" fmla="*/ 105598 h 211086"/>
                      <a:gd name="connsiteX14" fmla="*/ 315419 w 315507"/>
                      <a:gd name="connsiteY14" fmla="*/ 103296 h 211086"/>
                      <a:gd name="connsiteX15" fmla="*/ 314354 w 315507"/>
                      <a:gd name="connsiteY15" fmla="*/ 102528 h 211086"/>
                      <a:gd name="connsiteX16" fmla="*/ 306537 w 315507"/>
                      <a:gd name="connsiteY16" fmla="*/ 99458 h 211086"/>
                      <a:gd name="connsiteX17" fmla="*/ 203144 w 315507"/>
                      <a:gd name="connsiteY17" fmla="*/ 8115 h 211086"/>
                      <a:gd name="connsiteX18" fmla="*/ 193906 w 315507"/>
                      <a:gd name="connsiteY18" fmla="*/ 55 h 211086"/>
                      <a:gd name="connsiteX19" fmla="*/ 187156 w 315507"/>
                      <a:gd name="connsiteY19" fmla="*/ 4277 h 211086"/>
                      <a:gd name="connsiteX20" fmla="*/ 222686 w 315507"/>
                      <a:gd name="connsiteY20" fmla="*/ 60694 h 211086"/>
                      <a:gd name="connsiteX21" fmla="*/ 12703 w 315507"/>
                      <a:gd name="connsiteY21" fmla="*/ 60694 h 211086"/>
                      <a:gd name="connsiteX22" fmla="*/ 267 w 315507"/>
                      <a:gd name="connsiteY22" fmla="*/ 68370 h 211086"/>
                      <a:gd name="connsiteX23" fmla="*/ 13058 w 315507"/>
                      <a:gd name="connsiteY23" fmla="*/ 76046 h 211086"/>
                      <a:gd name="connsiteX24" fmla="*/ 238674 w 315507"/>
                      <a:gd name="connsiteY24" fmla="*/ 76046 h 2110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15507" h="211086">
                        <a:moveTo>
                          <a:pt x="238674" y="76046"/>
                        </a:moveTo>
                        <a:cubicBezTo>
                          <a:pt x="253597" y="89863"/>
                          <a:pt x="271717" y="99841"/>
                          <a:pt x="283442" y="105598"/>
                        </a:cubicBezTo>
                        <a:cubicBezTo>
                          <a:pt x="270651" y="111739"/>
                          <a:pt x="253242" y="121718"/>
                          <a:pt x="238674" y="135150"/>
                        </a:cubicBezTo>
                        <a:lnTo>
                          <a:pt x="13058" y="135150"/>
                        </a:lnTo>
                        <a:cubicBezTo>
                          <a:pt x="7018" y="135150"/>
                          <a:pt x="267" y="135150"/>
                          <a:pt x="267" y="142826"/>
                        </a:cubicBezTo>
                        <a:cubicBezTo>
                          <a:pt x="267" y="150502"/>
                          <a:pt x="6663" y="150502"/>
                          <a:pt x="12703" y="150502"/>
                        </a:cubicBezTo>
                        <a:lnTo>
                          <a:pt x="222686" y="150502"/>
                        </a:lnTo>
                        <a:cubicBezTo>
                          <a:pt x="205631" y="168157"/>
                          <a:pt x="187156" y="201931"/>
                          <a:pt x="187156" y="206920"/>
                        </a:cubicBezTo>
                        <a:cubicBezTo>
                          <a:pt x="187156" y="211142"/>
                          <a:pt x="191775" y="211142"/>
                          <a:pt x="193906" y="211142"/>
                        </a:cubicBezTo>
                        <a:cubicBezTo>
                          <a:pt x="196749" y="211142"/>
                          <a:pt x="199236" y="211142"/>
                          <a:pt x="200657" y="208071"/>
                        </a:cubicBezTo>
                        <a:cubicBezTo>
                          <a:pt x="208118" y="193487"/>
                          <a:pt x="218067" y="173146"/>
                          <a:pt x="241161" y="150886"/>
                        </a:cubicBezTo>
                        <a:cubicBezTo>
                          <a:pt x="265677" y="127475"/>
                          <a:pt x="289482" y="117112"/>
                          <a:pt x="307958" y="111355"/>
                        </a:cubicBezTo>
                        <a:cubicBezTo>
                          <a:pt x="313998" y="109052"/>
                          <a:pt x="314354" y="108669"/>
                          <a:pt x="315064" y="107901"/>
                        </a:cubicBezTo>
                        <a:cubicBezTo>
                          <a:pt x="315775" y="107517"/>
                          <a:pt x="315775" y="106366"/>
                          <a:pt x="315775" y="105598"/>
                        </a:cubicBezTo>
                        <a:cubicBezTo>
                          <a:pt x="315775" y="104831"/>
                          <a:pt x="315775" y="104063"/>
                          <a:pt x="315419" y="103296"/>
                        </a:cubicBezTo>
                        <a:lnTo>
                          <a:pt x="314354" y="102528"/>
                        </a:lnTo>
                        <a:cubicBezTo>
                          <a:pt x="313643" y="102144"/>
                          <a:pt x="313288" y="101760"/>
                          <a:pt x="306537" y="99458"/>
                        </a:cubicBezTo>
                        <a:cubicBezTo>
                          <a:pt x="258571" y="84106"/>
                          <a:pt x="223041" y="49181"/>
                          <a:pt x="203144" y="8115"/>
                        </a:cubicBezTo>
                        <a:cubicBezTo>
                          <a:pt x="199236" y="439"/>
                          <a:pt x="198881" y="55"/>
                          <a:pt x="193906" y="55"/>
                        </a:cubicBezTo>
                        <a:cubicBezTo>
                          <a:pt x="191775" y="55"/>
                          <a:pt x="187156" y="55"/>
                          <a:pt x="187156" y="4277"/>
                        </a:cubicBezTo>
                        <a:cubicBezTo>
                          <a:pt x="187156" y="9266"/>
                          <a:pt x="205276" y="42656"/>
                          <a:pt x="222686" y="60694"/>
                        </a:cubicBezTo>
                        <a:lnTo>
                          <a:pt x="12703" y="60694"/>
                        </a:lnTo>
                        <a:cubicBezTo>
                          <a:pt x="6663" y="60694"/>
                          <a:pt x="267" y="60694"/>
                          <a:pt x="267" y="68370"/>
                        </a:cubicBezTo>
                        <a:cubicBezTo>
                          <a:pt x="267" y="76046"/>
                          <a:pt x="7018" y="76046"/>
                          <a:pt x="13058" y="76046"/>
                        </a:cubicBezTo>
                        <a:lnTo>
                          <a:pt x="238674" y="76046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35983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34" name="Group 1033">
                  <a:extLst>
                    <a:ext uri="{FF2B5EF4-FFF2-40B4-BE49-F238E27FC236}">
                      <a16:creationId xmlns:a16="http://schemas.microsoft.com/office/drawing/2014/main" id="{A117EEDC-43EE-88D3-B4D7-A2DE767ACC4F}"/>
                    </a:ext>
                  </a:extLst>
                </p:cNvPr>
                <p:cNvGrpSpPr/>
                <p:nvPr/>
              </p:nvGrpSpPr>
              <p:grpSpPr>
                <a:xfrm>
                  <a:off x="6274041" y="2703553"/>
                  <a:ext cx="2789113" cy="1736822"/>
                  <a:chOff x="6274041" y="2703553"/>
                  <a:chExt cx="2789113" cy="1736822"/>
                </a:xfrm>
              </p:grpSpPr>
              <p:grpSp>
                <p:nvGrpSpPr>
                  <p:cNvPr id="55" name="Group 54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=g_1(x)=1+\frac{1}{x}&#10;\end{align*}&#10;%%}&#10;\end{document}" title="IguanaTex Vector Display">
                    <a:extLst>
                      <a:ext uri="{FF2B5EF4-FFF2-40B4-BE49-F238E27FC236}">
                        <a16:creationId xmlns:a16="http://schemas.microsoft.com/office/drawing/2014/main" id="{DAB3D5C4-9064-3BD1-7683-9C7E66FB42E4}"/>
                      </a:ext>
                    </a:extLst>
                  </p:cNvPr>
                  <p:cNvGrpSpPr>
                    <a:grpSpLocks noChangeAspect="1"/>
                  </p:cNvGrpSpPr>
                  <p:nvPr>
                    <p:custDataLst>
                      <p:tags r:id="rId134"/>
                    </p:custDataLst>
                  </p:nvPr>
                </p:nvGrpSpPr>
                <p:grpSpPr>
                  <a:xfrm>
                    <a:off x="6274041" y="2703553"/>
                    <a:ext cx="2789113" cy="731553"/>
                    <a:chOff x="9424082" y="4115115"/>
                    <a:chExt cx="2789113" cy="731553"/>
                  </a:xfrm>
                  <a:solidFill>
                    <a:schemeClr val="tx1"/>
                  </a:solidFill>
                </p:grpSpPr>
                <p:sp>
                  <p:nvSpPr>
                    <p:cNvPr id="42" name="Freeform: Shape 41">
                      <a:extLst>
                        <a:ext uri="{FF2B5EF4-FFF2-40B4-BE49-F238E27FC236}">
                          <a16:creationId xmlns:a16="http://schemas.microsoft.com/office/drawing/2014/main" id="{F853406E-53B0-F2E6-FC38-7D0CB6817E80}"/>
                        </a:ext>
                      </a:extLst>
                    </p:cNvPr>
                    <p:cNvSpPr/>
                    <p:nvPr>
                      <p:custDataLst>
                        <p:tags r:id="rId149"/>
                      </p:custDataLst>
                    </p:nvPr>
                  </p:nvSpPr>
                  <p:spPr>
                    <a:xfrm>
                      <a:off x="9424082" y="4438127"/>
                      <a:ext cx="175868" cy="162491"/>
                    </a:xfrm>
                    <a:custGeom>
                      <a:avLst/>
                      <a:gdLst>
                        <a:gd name="connsiteX0" fmla="*/ 107905 w 175868"/>
                        <a:gd name="connsiteY0" fmla="*/ 50275 h 162491"/>
                        <a:gd name="connsiteX1" fmla="*/ 142867 w 175868"/>
                        <a:gd name="connsiteY1" fmla="*/ 7949 h 162491"/>
                        <a:gd name="connsiteX2" fmla="*/ 160524 w 175868"/>
                        <a:gd name="connsiteY2" fmla="*/ 12612 h 162491"/>
                        <a:gd name="connsiteX3" fmla="*/ 143573 w 175868"/>
                        <a:gd name="connsiteY3" fmla="*/ 31981 h 162491"/>
                        <a:gd name="connsiteX4" fmla="*/ 156993 w 175868"/>
                        <a:gd name="connsiteY4" fmla="*/ 44536 h 162491"/>
                        <a:gd name="connsiteX5" fmla="*/ 176063 w 175868"/>
                        <a:gd name="connsiteY5" fmla="*/ 23731 h 162491"/>
                        <a:gd name="connsiteX6" fmla="*/ 143220 w 175868"/>
                        <a:gd name="connsiteY6" fmla="*/ 57 h 162491"/>
                        <a:gd name="connsiteX7" fmla="*/ 106139 w 175868"/>
                        <a:gd name="connsiteY7" fmla="*/ 27318 h 162491"/>
                        <a:gd name="connsiteX8" fmla="*/ 67999 w 175868"/>
                        <a:gd name="connsiteY8" fmla="*/ 57 h 162491"/>
                        <a:gd name="connsiteX9" fmla="*/ 11142 w 175868"/>
                        <a:gd name="connsiteY9" fmla="*/ 55297 h 162491"/>
                        <a:gd name="connsiteX10" fmla="*/ 15379 w 175868"/>
                        <a:gd name="connsiteY10" fmla="*/ 58884 h 162491"/>
                        <a:gd name="connsiteX11" fmla="*/ 19970 w 175868"/>
                        <a:gd name="connsiteY11" fmla="*/ 54938 h 162491"/>
                        <a:gd name="connsiteX12" fmla="*/ 67292 w 175868"/>
                        <a:gd name="connsiteY12" fmla="*/ 7949 h 162491"/>
                        <a:gd name="connsiteX13" fmla="*/ 86363 w 175868"/>
                        <a:gd name="connsiteY13" fmla="*/ 31981 h 162491"/>
                        <a:gd name="connsiteX14" fmla="*/ 67292 w 175868"/>
                        <a:gd name="connsiteY14" fmla="*/ 117352 h 162491"/>
                        <a:gd name="connsiteX15" fmla="*/ 33743 w 175868"/>
                        <a:gd name="connsiteY15" fmla="*/ 154657 h 162491"/>
                        <a:gd name="connsiteX16" fmla="*/ 16086 w 175868"/>
                        <a:gd name="connsiteY16" fmla="*/ 149994 h 162491"/>
                        <a:gd name="connsiteX17" fmla="*/ 32684 w 175868"/>
                        <a:gd name="connsiteY17" fmla="*/ 130624 h 162491"/>
                        <a:gd name="connsiteX18" fmla="*/ 19617 w 175868"/>
                        <a:gd name="connsiteY18" fmla="*/ 118069 h 162491"/>
                        <a:gd name="connsiteX19" fmla="*/ 194 w 175868"/>
                        <a:gd name="connsiteY19" fmla="*/ 138874 h 162491"/>
                        <a:gd name="connsiteX20" fmla="*/ 33390 w 175868"/>
                        <a:gd name="connsiteY20" fmla="*/ 162548 h 162491"/>
                        <a:gd name="connsiteX21" fmla="*/ 70471 w 175868"/>
                        <a:gd name="connsiteY21" fmla="*/ 135287 h 162491"/>
                        <a:gd name="connsiteX22" fmla="*/ 108611 w 175868"/>
                        <a:gd name="connsiteY22" fmla="*/ 162548 h 162491"/>
                        <a:gd name="connsiteX23" fmla="*/ 165115 w 175868"/>
                        <a:gd name="connsiteY23" fmla="*/ 107308 h 162491"/>
                        <a:gd name="connsiteX24" fmla="*/ 160877 w 175868"/>
                        <a:gd name="connsiteY24" fmla="*/ 103721 h 162491"/>
                        <a:gd name="connsiteX25" fmla="*/ 156286 w 175868"/>
                        <a:gd name="connsiteY25" fmla="*/ 107667 h 162491"/>
                        <a:gd name="connsiteX26" fmla="*/ 109317 w 175868"/>
                        <a:gd name="connsiteY26" fmla="*/ 154657 h 162491"/>
                        <a:gd name="connsiteX27" fmla="*/ 89894 w 175868"/>
                        <a:gd name="connsiteY27" fmla="*/ 130983 h 162491"/>
                        <a:gd name="connsiteX28" fmla="*/ 95898 w 175868"/>
                        <a:gd name="connsiteY28" fmla="*/ 99417 h 162491"/>
                        <a:gd name="connsiteX29" fmla="*/ 107905 w 175868"/>
                        <a:gd name="connsiteY29" fmla="*/ 50275 h 162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175868" h="162491">
                          <a:moveTo>
                            <a:pt x="107905" y="50275"/>
                          </a:moveTo>
                          <a:cubicBezTo>
                            <a:pt x="110024" y="40949"/>
                            <a:pt x="118146" y="7949"/>
                            <a:pt x="142867" y="7949"/>
                          </a:cubicBezTo>
                          <a:cubicBezTo>
                            <a:pt x="144632" y="7949"/>
                            <a:pt x="153108" y="7949"/>
                            <a:pt x="160524" y="12612"/>
                          </a:cubicBezTo>
                          <a:cubicBezTo>
                            <a:pt x="150636" y="14405"/>
                            <a:pt x="143573" y="23373"/>
                            <a:pt x="143573" y="31981"/>
                          </a:cubicBezTo>
                          <a:cubicBezTo>
                            <a:pt x="143573" y="37721"/>
                            <a:pt x="147458" y="44536"/>
                            <a:pt x="156993" y="44536"/>
                          </a:cubicBezTo>
                          <a:cubicBezTo>
                            <a:pt x="164762" y="44536"/>
                            <a:pt x="176063" y="38079"/>
                            <a:pt x="176063" y="23731"/>
                          </a:cubicBezTo>
                          <a:cubicBezTo>
                            <a:pt x="176063" y="5079"/>
                            <a:pt x="155227" y="57"/>
                            <a:pt x="143220" y="57"/>
                          </a:cubicBezTo>
                          <a:cubicBezTo>
                            <a:pt x="122737" y="57"/>
                            <a:pt x="110377" y="19068"/>
                            <a:pt x="106139" y="27318"/>
                          </a:cubicBezTo>
                          <a:cubicBezTo>
                            <a:pt x="97310" y="3644"/>
                            <a:pt x="78240" y="57"/>
                            <a:pt x="67999" y="57"/>
                          </a:cubicBezTo>
                          <a:cubicBezTo>
                            <a:pt x="31271" y="57"/>
                            <a:pt x="11142" y="46329"/>
                            <a:pt x="11142" y="55297"/>
                          </a:cubicBezTo>
                          <a:cubicBezTo>
                            <a:pt x="11142" y="58884"/>
                            <a:pt x="14673" y="58884"/>
                            <a:pt x="15379" y="58884"/>
                          </a:cubicBezTo>
                          <a:cubicBezTo>
                            <a:pt x="18205" y="58884"/>
                            <a:pt x="19264" y="58167"/>
                            <a:pt x="19970" y="54938"/>
                          </a:cubicBezTo>
                          <a:cubicBezTo>
                            <a:pt x="31977" y="16916"/>
                            <a:pt x="55285" y="7949"/>
                            <a:pt x="67292" y="7949"/>
                          </a:cubicBezTo>
                          <a:cubicBezTo>
                            <a:pt x="74002" y="7949"/>
                            <a:pt x="86363" y="11177"/>
                            <a:pt x="86363" y="31981"/>
                          </a:cubicBezTo>
                          <a:cubicBezTo>
                            <a:pt x="86363" y="43101"/>
                            <a:pt x="80359" y="67134"/>
                            <a:pt x="67292" y="117352"/>
                          </a:cubicBezTo>
                          <a:cubicBezTo>
                            <a:pt x="61642" y="139591"/>
                            <a:pt x="49282" y="154657"/>
                            <a:pt x="33743" y="154657"/>
                          </a:cubicBezTo>
                          <a:cubicBezTo>
                            <a:pt x="31624" y="154657"/>
                            <a:pt x="23502" y="154657"/>
                            <a:pt x="16086" y="149994"/>
                          </a:cubicBezTo>
                          <a:cubicBezTo>
                            <a:pt x="24914" y="148200"/>
                            <a:pt x="32684" y="140667"/>
                            <a:pt x="32684" y="130624"/>
                          </a:cubicBezTo>
                          <a:cubicBezTo>
                            <a:pt x="32684" y="120939"/>
                            <a:pt x="24914" y="118069"/>
                            <a:pt x="19617" y="118069"/>
                          </a:cubicBezTo>
                          <a:cubicBezTo>
                            <a:pt x="9023" y="118069"/>
                            <a:pt x="194" y="127396"/>
                            <a:pt x="194" y="138874"/>
                          </a:cubicBezTo>
                          <a:cubicBezTo>
                            <a:pt x="194" y="155374"/>
                            <a:pt x="17851" y="162548"/>
                            <a:pt x="33390" y="162548"/>
                          </a:cubicBezTo>
                          <a:cubicBezTo>
                            <a:pt x="56698" y="162548"/>
                            <a:pt x="69411" y="137439"/>
                            <a:pt x="70471" y="135287"/>
                          </a:cubicBezTo>
                          <a:cubicBezTo>
                            <a:pt x="74709" y="148559"/>
                            <a:pt x="87422" y="162548"/>
                            <a:pt x="108611" y="162548"/>
                          </a:cubicBezTo>
                          <a:cubicBezTo>
                            <a:pt x="144986" y="162548"/>
                            <a:pt x="165115" y="116276"/>
                            <a:pt x="165115" y="107308"/>
                          </a:cubicBezTo>
                          <a:cubicBezTo>
                            <a:pt x="165115" y="103721"/>
                            <a:pt x="161937" y="103721"/>
                            <a:pt x="160877" y="103721"/>
                          </a:cubicBezTo>
                          <a:cubicBezTo>
                            <a:pt x="157699" y="103721"/>
                            <a:pt x="156993" y="105156"/>
                            <a:pt x="156286" y="107667"/>
                          </a:cubicBezTo>
                          <a:cubicBezTo>
                            <a:pt x="144632" y="146048"/>
                            <a:pt x="120618" y="154657"/>
                            <a:pt x="109317" y="154657"/>
                          </a:cubicBezTo>
                          <a:cubicBezTo>
                            <a:pt x="95544" y="154657"/>
                            <a:pt x="89894" y="143178"/>
                            <a:pt x="89894" y="130983"/>
                          </a:cubicBezTo>
                          <a:cubicBezTo>
                            <a:pt x="89894" y="123091"/>
                            <a:pt x="92013" y="115200"/>
                            <a:pt x="95898" y="99417"/>
                          </a:cubicBezTo>
                          <a:lnTo>
                            <a:pt x="107905" y="50275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3" name="Freeform: Shape 42">
                      <a:extLst>
                        <a:ext uri="{FF2B5EF4-FFF2-40B4-BE49-F238E27FC236}">
                          <a16:creationId xmlns:a16="http://schemas.microsoft.com/office/drawing/2014/main" id="{4742BAE8-DCFB-B14C-2319-4C0ABF7629FB}"/>
                        </a:ext>
                      </a:extLst>
                    </p:cNvPr>
                    <p:cNvSpPr/>
                    <p:nvPr>
                      <p:custDataLst>
                        <p:tags r:id="rId150"/>
                      </p:custDataLst>
                    </p:nvPr>
                  </p:nvSpPr>
                  <p:spPr>
                    <a:xfrm>
                      <a:off x="9733548" y="4465029"/>
                      <a:ext cx="234845" cy="83935"/>
                    </a:xfrm>
                    <a:custGeom>
                      <a:avLst/>
                      <a:gdLst>
                        <a:gd name="connsiteX0" fmla="*/ 223040 w 234845"/>
                        <a:gd name="connsiteY0" fmla="*/ 14405 h 83935"/>
                        <a:gd name="connsiteX1" fmla="*/ 235047 w 234845"/>
                        <a:gd name="connsiteY1" fmla="*/ 7231 h 83935"/>
                        <a:gd name="connsiteX2" fmla="*/ 223393 w 234845"/>
                        <a:gd name="connsiteY2" fmla="*/ 57 h 83935"/>
                        <a:gd name="connsiteX3" fmla="*/ 11856 w 234845"/>
                        <a:gd name="connsiteY3" fmla="*/ 57 h 83935"/>
                        <a:gd name="connsiteX4" fmla="*/ 202 w 234845"/>
                        <a:gd name="connsiteY4" fmla="*/ 7231 h 83935"/>
                        <a:gd name="connsiteX5" fmla="*/ 12209 w 234845"/>
                        <a:gd name="connsiteY5" fmla="*/ 14405 h 83935"/>
                        <a:gd name="connsiteX6" fmla="*/ 223040 w 234845"/>
                        <a:gd name="connsiteY6" fmla="*/ 14405 h 83935"/>
                        <a:gd name="connsiteX7" fmla="*/ 223393 w 234845"/>
                        <a:gd name="connsiteY7" fmla="*/ 83993 h 83935"/>
                        <a:gd name="connsiteX8" fmla="*/ 235047 w 234845"/>
                        <a:gd name="connsiteY8" fmla="*/ 76819 h 83935"/>
                        <a:gd name="connsiteX9" fmla="*/ 223040 w 234845"/>
                        <a:gd name="connsiteY9" fmla="*/ 69645 h 83935"/>
                        <a:gd name="connsiteX10" fmla="*/ 12209 w 234845"/>
                        <a:gd name="connsiteY10" fmla="*/ 69645 h 83935"/>
                        <a:gd name="connsiteX11" fmla="*/ 202 w 234845"/>
                        <a:gd name="connsiteY11" fmla="*/ 76819 h 83935"/>
                        <a:gd name="connsiteX12" fmla="*/ 11856 w 234845"/>
                        <a:gd name="connsiteY12" fmla="*/ 83993 h 83935"/>
                        <a:gd name="connsiteX13" fmla="*/ 223393 w 234845"/>
                        <a:gd name="connsiteY13" fmla="*/ 83993 h 839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234845" h="83935">
                          <a:moveTo>
                            <a:pt x="223040" y="14405"/>
                          </a:moveTo>
                          <a:cubicBezTo>
                            <a:pt x="228338" y="14405"/>
                            <a:pt x="235047" y="14405"/>
                            <a:pt x="235047" y="7231"/>
                          </a:cubicBezTo>
                          <a:cubicBezTo>
                            <a:pt x="235047" y="57"/>
                            <a:pt x="228338" y="57"/>
                            <a:pt x="223393" y="57"/>
                          </a:cubicBezTo>
                          <a:lnTo>
                            <a:pt x="11856" y="57"/>
                          </a:lnTo>
                          <a:cubicBezTo>
                            <a:pt x="6912" y="57"/>
                            <a:pt x="202" y="57"/>
                            <a:pt x="202" y="7231"/>
                          </a:cubicBezTo>
                          <a:cubicBezTo>
                            <a:pt x="202" y="14405"/>
                            <a:pt x="6912" y="14405"/>
                            <a:pt x="12209" y="14405"/>
                          </a:cubicBezTo>
                          <a:lnTo>
                            <a:pt x="223040" y="14405"/>
                          </a:lnTo>
                          <a:close/>
                          <a:moveTo>
                            <a:pt x="223393" y="83993"/>
                          </a:moveTo>
                          <a:cubicBezTo>
                            <a:pt x="228338" y="83993"/>
                            <a:pt x="235047" y="83993"/>
                            <a:pt x="235047" y="76819"/>
                          </a:cubicBezTo>
                          <a:cubicBezTo>
                            <a:pt x="235047" y="69645"/>
                            <a:pt x="228338" y="69645"/>
                            <a:pt x="223040" y="69645"/>
                          </a:cubicBezTo>
                          <a:lnTo>
                            <a:pt x="12209" y="69645"/>
                          </a:lnTo>
                          <a:cubicBezTo>
                            <a:pt x="6912" y="69645"/>
                            <a:pt x="202" y="69645"/>
                            <a:pt x="202" y="76819"/>
                          </a:cubicBezTo>
                          <a:cubicBezTo>
                            <a:pt x="202" y="83993"/>
                            <a:pt x="6912" y="83993"/>
                            <a:pt x="11856" y="83993"/>
                          </a:cubicBezTo>
                          <a:lnTo>
                            <a:pt x="223393" y="83993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4" name="Freeform: Shape 43">
                      <a:extLst>
                        <a:ext uri="{FF2B5EF4-FFF2-40B4-BE49-F238E27FC236}">
                          <a16:creationId xmlns:a16="http://schemas.microsoft.com/office/drawing/2014/main" id="{EFB2AEE5-9372-FEF3-1BD9-43A1245E752B}"/>
                        </a:ext>
                      </a:extLst>
                    </p:cNvPr>
                    <p:cNvSpPr/>
                    <p:nvPr>
                      <p:custDataLst>
                        <p:tags r:id="rId151"/>
                      </p:custDataLst>
                    </p:nvPr>
                  </p:nvSpPr>
                  <p:spPr>
                    <a:xfrm>
                      <a:off x="10091837" y="4438127"/>
                      <a:ext cx="162095" cy="232078"/>
                    </a:xfrm>
                    <a:custGeom>
                      <a:avLst/>
                      <a:gdLst>
                        <a:gd name="connsiteX0" fmla="*/ 161249 w 162095"/>
                        <a:gd name="connsiteY0" fmla="*/ 23373 h 232078"/>
                        <a:gd name="connsiteX1" fmla="*/ 162309 w 162095"/>
                        <a:gd name="connsiteY1" fmla="*/ 16916 h 232078"/>
                        <a:gd name="connsiteX2" fmla="*/ 152068 w 162095"/>
                        <a:gd name="connsiteY2" fmla="*/ 7231 h 232078"/>
                        <a:gd name="connsiteX3" fmla="*/ 137588 w 162095"/>
                        <a:gd name="connsiteY3" fmla="*/ 22655 h 232078"/>
                        <a:gd name="connsiteX4" fmla="*/ 104745 w 162095"/>
                        <a:gd name="connsiteY4" fmla="*/ 57 h 232078"/>
                        <a:gd name="connsiteX5" fmla="*/ 20696 w 162095"/>
                        <a:gd name="connsiteY5" fmla="*/ 101928 h 232078"/>
                        <a:gd name="connsiteX6" fmla="*/ 67665 w 162095"/>
                        <a:gd name="connsiteY6" fmla="*/ 158602 h 232078"/>
                        <a:gd name="connsiteX7" fmla="*/ 108630 w 162095"/>
                        <a:gd name="connsiteY7" fmla="*/ 137798 h 232078"/>
                        <a:gd name="connsiteX8" fmla="*/ 108983 w 162095"/>
                        <a:gd name="connsiteY8" fmla="*/ 138157 h 232078"/>
                        <a:gd name="connsiteX9" fmla="*/ 97329 w 162095"/>
                        <a:gd name="connsiteY9" fmla="*/ 185505 h 232078"/>
                        <a:gd name="connsiteX10" fmla="*/ 46476 w 162095"/>
                        <a:gd name="connsiteY10" fmla="*/ 224245 h 232078"/>
                        <a:gd name="connsiteX11" fmla="*/ 18224 w 162095"/>
                        <a:gd name="connsiteY11" fmla="*/ 220658 h 232078"/>
                        <a:gd name="connsiteX12" fmla="*/ 32703 w 162095"/>
                        <a:gd name="connsiteY12" fmla="*/ 202005 h 232078"/>
                        <a:gd name="connsiteX13" fmla="*/ 19283 w 162095"/>
                        <a:gd name="connsiteY13" fmla="*/ 189451 h 232078"/>
                        <a:gd name="connsiteX14" fmla="*/ 213 w 162095"/>
                        <a:gd name="connsiteY14" fmla="*/ 210255 h 232078"/>
                        <a:gd name="connsiteX15" fmla="*/ 47182 w 162095"/>
                        <a:gd name="connsiteY15" fmla="*/ 232136 h 232078"/>
                        <a:gd name="connsiteX16" fmla="*/ 122050 w 162095"/>
                        <a:gd name="connsiteY16" fmla="*/ 182635 h 232078"/>
                        <a:gd name="connsiteX17" fmla="*/ 161249 w 162095"/>
                        <a:gd name="connsiteY17" fmla="*/ 23373 h 232078"/>
                        <a:gd name="connsiteX18" fmla="*/ 115340 w 162095"/>
                        <a:gd name="connsiteY18" fmla="*/ 112689 h 232078"/>
                        <a:gd name="connsiteX19" fmla="*/ 97329 w 162095"/>
                        <a:gd name="connsiteY19" fmla="*/ 137798 h 232078"/>
                        <a:gd name="connsiteX20" fmla="*/ 68724 w 162095"/>
                        <a:gd name="connsiteY20" fmla="*/ 150711 h 232078"/>
                        <a:gd name="connsiteX21" fmla="*/ 45769 w 162095"/>
                        <a:gd name="connsiteY21" fmla="*/ 117711 h 232078"/>
                        <a:gd name="connsiteX22" fmla="*/ 65546 w 162095"/>
                        <a:gd name="connsiteY22" fmla="*/ 39873 h 232078"/>
                        <a:gd name="connsiteX23" fmla="*/ 105099 w 162095"/>
                        <a:gd name="connsiteY23" fmla="*/ 7949 h 232078"/>
                        <a:gd name="connsiteX24" fmla="*/ 133351 w 162095"/>
                        <a:gd name="connsiteY24" fmla="*/ 38797 h 232078"/>
                        <a:gd name="connsiteX25" fmla="*/ 132291 w 162095"/>
                        <a:gd name="connsiteY25" fmla="*/ 44177 h 232078"/>
                        <a:gd name="connsiteX26" fmla="*/ 115340 w 162095"/>
                        <a:gd name="connsiteY26" fmla="*/ 112689 h 2320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162095" h="232078">
                          <a:moveTo>
                            <a:pt x="161249" y="23373"/>
                          </a:moveTo>
                          <a:cubicBezTo>
                            <a:pt x="161603" y="21220"/>
                            <a:pt x="162309" y="19427"/>
                            <a:pt x="162309" y="16916"/>
                          </a:cubicBezTo>
                          <a:cubicBezTo>
                            <a:pt x="162309" y="10818"/>
                            <a:pt x="158071" y="7231"/>
                            <a:pt x="152068" y="7231"/>
                          </a:cubicBezTo>
                          <a:cubicBezTo>
                            <a:pt x="148536" y="7231"/>
                            <a:pt x="139001" y="9742"/>
                            <a:pt x="137588" y="22655"/>
                          </a:cubicBezTo>
                          <a:cubicBezTo>
                            <a:pt x="131232" y="9383"/>
                            <a:pt x="118871" y="57"/>
                            <a:pt x="104745" y="57"/>
                          </a:cubicBezTo>
                          <a:cubicBezTo>
                            <a:pt x="64486" y="57"/>
                            <a:pt x="20696" y="50275"/>
                            <a:pt x="20696" y="101928"/>
                          </a:cubicBezTo>
                          <a:cubicBezTo>
                            <a:pt x="20696" y="137439"/>
                            <a:pt x="42238" y="158602"/>
                            <a:pt x="67665" y="158602"/>
                          </a:cubicBezTo>
                          <a:cubicBezTo>
                            <a:pt x="88500" y="158602"/>
                            <a:pt x="105099" y="141744"/>
                            <a:pt x="108630" y="137798"/>
                          </a:cubicBezTo>
                          <a:lnTo>
                            <a:pt x="108983" y="138157"/>
                          </a:lnTo>
                          <a:cubicBezTo>
                            <a:pt x="101567" y="170081"/>
                            <a:pt x="97329" y="184788"/>
                            <a:pt x="97329" y="185505"/>
                          </a:cubicBezTo>
                          <a:cubicBezTo>
                            <a:pt x="95917" y="188733"/>
                            <a:pt x="83910" y="224245"/>
                            <a:pt x="46476" y="224245"/>
                          </a:cubicBezTo>
                          <a:cubicBezTo>
                            <a:pt x="39766" y="224245"/>
                            <a:pt x="28112" y="223886"/>
                            <a:pt x="18224" y="220658"/>
                          </a:cubicBezTo>
                          <a:cubicBezTo>
                            <a:pt x="28818" y="217429"/>
                            <a:pt x="32703" y="208103"/>
                            <a:pt x="32703" y="202005"/>
                          </a:cubicBezTo>
                          <a:cubicBezTo>
                            <a:pt x="32703" y="196266"/>
                            <a:pt x="28818" y="189451"/>
                            <a:pt x="19283" y="189451"/>
                          </a:cubicBezTo>
                          <a:cubicBezTo>
                            <a:pt x="11514" y="189451"/>
                            <a:pt x="213" y="195907"/>
                            <a:pt x="213" y="210255"/>
                          </a:cubicBezTo>
                          <a:cubicBezTo>
                            <a:pt x="213" y="224962"/>
                            <a:pt x="13279" y="232136"/>
                            <a:pt x="47182" y="232136"/>
                          </a:cubicBezTo>
                          <a:cubicBezTo>
                            <a:pt x="91326" y="232136"/>
                            <a:pt x="116753" y="204157"/>
                            <a:pt x="122050" y="182635"/>
                          </a:cubicBezTo>
                          <a:lnTo>
                            <a:pt x="161249" y="23373"/>
                          </a:lnTo>
                          <a:close/>
                          <a:moveTo>
                            <a:pt x="115340" y="112689"/>
                          </a:moveTo>
                          <a:cubicBezTo>
                            <a:pt x="113221" y="122015"/>
                            <a:pt x="105099" y="130983"/>
                            <a:pt x="97329" y="137798"/>
                          </a:cubicBezTo>
                          <a:cubicBezTo>
                            <a:pt x="89913" y="144254"/>
                            <a:pt x="78965" y="150711"/>
                            <a:pt x="68724" y="150711"/>
                          </a:cubicBezTo>
                          <a:cubicBezTo>
                            <a:pt x="51067" y="150711"/>
                            <a:pt x="45769" y="132059"/>
                            <a:pt x="45769" y="117711"/>
                          </a:cubicBezTo>
                          <a:cubicBezTo>
                            <a:pt x="45769" y="100493"/>
                            <a:pt x="56011" y="58167"/>
                            <a:pt x="65546" y="39873"/>
                          </a:cubicBezTo>
                          <a:cubicBezTo>
                            <a:pt x="75081" y="22297"/>
                            <a:pt x="90266" y="7949"/>
                            <a:pt x="105099" y="7949"/>
                          </a:cubicBezTo>
                          <a:cubicBezTo>
                            <a:pt x="128406" y="7949"/>
                            <a:pt x="133351" y="37003"/>
                            <a:pt x="133351" y="38797"/>
                          </a:cubicBezTo>
                          <a:cubicBezTo>
                            <a:pt x="133351" y="40590"/>
                            <a:pt x="132644" y="42742"/>
                            <a:pt x="132291" y="44177"/>
                          </a:cubicBezTo>
                          <a:lnTo>
                            <a:pt x="115340" y="112689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5" name="Freeform: Shape 44">
                      <a:extLst>
                        <a:ext uri="{FF2B5EF4-FFF2-40B4-BE49-F238E27FC236}">
                          <a16:creationId xmlns:a16="http://schemas.microsoft.com/office/drawing/2014/main" id="{03489F48-5A29-22B3-8A31-2B735A998DF1}"/>
                        </a:ext>
                      </a:extLst>
                    </p:cNvPr>
                    <p:cNvSpPr/>
                    <p:nvPr>
                      <p:custDataLst>
                        <p:tags r:id="rId152"/>
                      </p:custDataLst>
                    </p:nvPr>
                  </p:nvSpPr>
                  <p:spPr>
                    <a:xfrm>
                      <a:off x="10281927" y="4483753"/>
                      <a:ext cx="89982" cy="166723"/>
                    </a:xfrm>
                    <a:custGeom>
                      <a:avLst/>
                      <a:gdLst>
                        <a:gd name="connsiteX0" fmla="*/ 56086 w 89982"/>
                        <a:gd name="connsiteY0" fmla="*/ 7089 h 166723"/>
                        <a:gd name="connsiteX1" fmla="*/ 48670 w 89982"/>
                        <a:gd name="connsiteY1" fmla="*/ 59 h 166723"/>
                        <a:gd name="connsiteX2" fmla="*/ 218 w 89982"/>
                        <a:gd name="connsiteY2" fmla="*/ 16128 h 166723"/>
                        <a:gd name="connsiteX3" fmla="*/ 218 w 89982"/>
                        <a:gd name="connsiteY3" fmla="*/ 25168 h 166723"/>
                        <a:gd name="connsiteX4" fmla="*/ 36062 w 89982"/>
                        <a:gd name="connsiteY4" fmla="*/ 18137 h 166723"/>
                        <a:gd name="connsiteX5" fmla="*/ 36062 w 89982"/>
                        <a:gd name="connsiteY5" fmla="*/ 146193 h 166723"/>
                        <a:gd name="connsiteX6" fmla="*/ 11342 w 89982"/>
                        <a:gd name="connsiteY6" fmla="*/ 157743 h 166723"/>
                        <a:gd name="connsiteX7" fmla="*/ 1948 w 89982"/>
                        <a:gd name="connsiteY7" fmla="*/ 157743 h 166723"/>
                        <a:gd name="connsiteX8" fmla="*/ 1948 w 89982"/>
                        <a:gd name="connsiteY8" fmla="*/ 166782 h 166723"/>
                        <a:gd name="connsiteX9" fmla="*/ 45951 w 89982"/>
                        <a:gd name="connsiteY9" fmla="*/ 165778 h 166723"/>
                        <a:gd name="connsiteX10" fmla="*/ 90200 w 89982"/>
                        <a:gd name="connsiteY10" fmla="*/ 166782 h 166723"/>
                        <a:gd name="connsiteX11" fmla="*/ 90200 w 89982"/>
                        <a:gd name="connsiteY11" fmla="*/ 157743 h 166723"/>
                        <a:gd name="connsiteX12" fmla="*/ 80807 w 89982"/>
                        <a:gd name="connsiteY12" fmla="*/ 157743 h 166723"/>
                        <a:gd name="connsiteX13" fmla="*/ 56086 w 89982"/>
                        <a:gd name="connsiteY13" fmla="*/ 146193 h 166723"/>
                        <a:gd name="connsiteX14" fmla="*/ 56086 w 89982"/>
                        <a:gd name="connsiteY14" fmla="*/ 7089 h 1667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89982" h="166723">
                          <a:moveTo>
                            <a:pt x="56086" y="7089"/>
                          </a:moveTo>
                          <a:cubicBezTo>
                            <a:pt x="56086" y="310"/>
                            <a:pt x="55592" y="59"/>
                            <a:pt x="48670" y="59"/>
                          </a:cubicBezTo>
                          <a:cubicBezTo>
                            <a:pt x="32849" y="15877"/>
                            <a:pt x="10353" y="16128"/>
                            <a:pt x="218" y="16128"/>
                          </a:cubicBezTo>
                          <a:lnTo>
                            <a:pt x="218" y="25168"/>
                          </a:lnTo>
                          <a:cubicBezTo>
                            <a:pt x="6151" y="25168"/>
                            <a:pt x="22466" y="25168"/>
                            <a:pt x="36062" y="18137"/>
                          </a:cubicBezTo>
                          <a:lnTo>
                            <a:pt x="36062" y="146193"/>
                          </a:lnTo>
                          <a:cubicBezTo>
                            <a:pt x="36062" y="154479"/>
                            <a:pt x="36062" y="157743"/>
                            <a:pt x="11342" y="157743"/>
                          </a:cubicBezTo>
                          <a:lnTo>
                            <a:pt x="1948" y="157743"/>
                          </a:lnTo>
                          <a:lnTo>
                            <a:pt x="1948" y="166782"/>
                          </a:lnTo>
                          <a:cubicBezTo>
                            <a:pt x="6398" y="166531"/>
                            <a:pt x="36804" y="165778"/>
                            <a:pt x="45951" y="165778"/>
                          </a:cubicBezTo>
                          <a:cubicBezTo>
                            <a:pt x="53614" y="165778"/>
                            <a:pt x="84762" y="166531"/>
                            <a:pt x="90200" y="166782"/>
                          </a:cubicBezTo>
                          <a:lnTo>
                            <a:pt x="90200" y="157743"/>
                          </a:lnTo>
                          <a:lnTo>
                            <a:pt x="80807" y="157743"/>
                          </a:lnTo>
                          <a:cubicBezTo>
                            <a:pt x="56086" y="157743"/>
                            <a:pt x="56086" y="154479"/>
                            <a:pt x="56086" y="146193"/>
                          </a:cubicBezTo>
                          <a:lnTo>
                            <a:pt x="56086" y="7089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6" name="Freeform: Shape 45">
                      <a:extLst>
                        <a:ext uri="{FF2B5EF4-FFF2-40B4-BE49-F238E27FC236}">
                          <a16:creationId xmlns:a16="http://schemas.microsoft.com/office/drawing/2014/main" id="{27C4BEFD-A146-22FC-28B9-D9F480552D62}"/>
                        </a:ext>
                      </a:extLst>
                    </p:cNvPr>
                    <p:cNvSpPr/>
                    <p:nvPr>
                      <p:custDataLst>
                        <p:tags r:id="rId153"/>
                      </p:custDataLst>
                    </p:nvPr>
                  </p:nvSpPr>
                  <p:spPr>
                    <a:xfrm>
                      <a:off x="10448371" y="4327647"/>
                      <a:ext cx="81930" cy="358699"/>
                    </a:xfrm>
                    <a:custGeom>
                      <a:avLst/>
                      <a:gdLst>
                        <a:gd name="connsiteX0" fmla="*/ 82153 w 81930"/>
                        <a:gd name="connsiteY0" fmla="*/ 355170 h 358699"/>
                        <a:gd name="connsiteX1" fmla="*/ 76149 w 81930"/>
                        <a:gd name="connsiteY1" fmla="*/ 347279 h 358699"/>
                        <a:gd name="connsiteX2" fmla="*/ 20705 w 81930"/>
                        <a:gd name="connsiteY2" fmla="*/ 179407 h 358699"/>
                        <a:gd name="connsiteX3" fmla="*/ 77562 w 81930"/>
                        <a:gd name="connsiteY3" fmla="*/ 9742 h 358699"/>
                        <a:gd name="connsiteX4" fmla="*/ 82153 w 81930"/>
                        <a:gd name="connsiteY4" fmla="*/ 3644 h 358699"/>
                        <a:gd name="connsiteX5" fmla="*/ 78622 w 81930"/>
                        <a:gd name="connsiteY5" fmla="*/ 57 h 358699"/>
                        <a:gd name="connsiteX6" fmla="*/ 22471 w 81930"/>
                        <a:gd name="connsiteY6" fmla="*/ 70004 h 358699"/>
                        <a:gd name="connsiteX7" fmla="*/ 222 w 81930"/>
                        <a:gd name="connsiteY7" fmla="*/ 179407 h 358699"/>
                        <a:gd name="connsiteX8" fmla="*/ 23530 w 81930"/>
                        <a:gd name="connsiteY8" fmla="*/ 291321 h 358699"/>
                        <a:gd name="connsiteX9" fmla="*/ 78622 w 81930"/>
                        <a:gd name="connsiteY9" fmla="*/ 358757 h 358699"/>
                        <a:gd name="connsiteX10" fmla="*/ 82153 w 81930"/>
                        <a:gd name="connsiteY10" fmla="*/ 355170 h 3586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1930" h="358699">
                          <a:moveTo>
                            <a:pt x="82153" y="355170"/>
                          </a:moveTo>
                          <a:cubicBezTo>
                            <a:pt x="82153" y="354094"/>
                            <a:pt x="82153" y="353376"/>
                            <a:pt x="76149" y="347279"/>
                          </a:cubicBezTo>
                          <a:cubicBezTo>
                            <a:pt x="32006" y="302082"/>
                            <a:pt x="20705" y="234288"/>
                            <a:pt x="20705" y="179407"/>
                          </a:cubicBezTo>
                          <a:cubicBezTo>
                            <a:pt x="20705" y="116993"/>
                            <a:pt x="34125" y="54580"/>
                            <a:pt x="77562" y="9742"/>
                          </a:cubicBezTo>
                          <a:cubicBezTo>
                            <a:pt x="82153" y="5438"/>
                            <a:pt x="82153" y="4720"/>
                            <a:pt x="82153" y="3644"/>
                          </a:cubicBezTo>
                          <a:cubicBezTo>
                            <a:pt x="82153" y="1133"/>
                            <a:pt x="80740" y="57"/>
                            <a:pt x="78622" y="57"/>
                          </a:cubicBezTo>
                          <a:cubicBezTo>
                            <a:pt x="75090" y="57"/>
                            <a:pt x="43306" y="24449"/>
                            <a:pt x="22471" y="70004"/>
                          </a:cubicBezTo>
                          <a:cubicBezTo>
                            <a:pt x="4460" y="109461"/>
                            <a:pt x="222" y="149276"/>
                            <a:pt x="222" y="179407"/>
                          </a:cubicBezTo>
                          <a:cubicBezTo>
                            <a:pt x="222" y="207386"/>
                            <a:pt x="4107" y="250788"/>
                            <a:pt x="23530" y="291321"/>
                          </a:cubicBezTo>
                          <a:cubicBezTo>
                            <a:pt x="44719" y="335442"/>
                            <a:pt x="75090" y="358757"/>
                            <a:pt x="78622" y="358757"/>
                          </a:cubicBezTo>
                          <a:cubicBezTo>
                            <a:pt x="80740" y="358757"/>
                            <a:pt x="82153" y="357681"/>
                            <a:pt x="82153" y="355170"/>
                          </a:cubicBez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7" name="Freeform: Shape 46">
                      <a:extLst>
                        <a:ext uri="{FF2B5EF4-FFF2-40B4-BE49-F238E27FC236}">
                          <a16:creationId xmlns:a16="http://schemas.microsoft.com/office/drawing/2014/main" id="{CFE5CB43-A249-3BD4-2ABE-C48FA1160450}"/>
                        </a:ext>
                      </a:extLst>
                    </p:cNvPr>
                    <p:cNvSpPr/>
                    <p:nvPr>
                      <p:custDataLst>
                        <p:tags r:id="rId154"/>
                      </p:custDataLst>
                    </p:nvPr>
                  </p:nvSpPr>
                  <p:spPr>
                    <a:xfrm>
                      <a:off x="10560987" y="4438127"/>
                      <a:ext cx="175868" cy="162491"/>
                    </a:xfrm>
                    <a:custGeom>
                      <a:avLst/>
                      <a:gdLst>
                        <a:gd name="connsiteX0" fmla="*/ 107937 w 175868"/>
                        <a:gd name="connsiteY0" fmla="*/ 50275 h 162491"/>
                        <a:gd name="connsiteX1" fmla="*/ 142899 w 175868"/>
                        <a:gd name="connsiteY1" fmla="*/ 7949 h 162491"/>
                        <a:gd name="connsiteX2" fmla="*/ 160556 w 175868"/>
                        <a:gd name="connsiteY2" fmla="*/ 12612 h 162491"/>
                        <a:gd name="connsiteX3" fmla="*/ 143605 w 175868"/>
                        <a:gd name="connsiteY3" fmla="*/ 31981 h 162491"/>
                        <a:gd name="connsiteX4" fmla="*/ 157025 w 175868"/>
                        <a:gd name="connsiteY4" fmla="*/ 44536 h 162491"/>
                        <a:gd name="connsiteX5" fmla="*/ 176095 w 175868"/>
                        <a:gd name="connsiteY5" fmla="*/ 23731 h 162491"/>
                        <a:gd name="connsiteX6" fmla="*/ 143252 w 175868"/>
                        <a:gd name="connsiteY6" fmla="*/ 57 h 162491"/>
                        <a:gd name="connsiteX7" fmla="*/ 106171 w 175868"/>
                        <a:gd name="connsiteY7" fmla="*/ 27318 h 162491"/>
                        <a:gd name="connsiteX8" fmla="*/ 68031 w 175868"/>
                        <a:gd name="connsiteY8" fmla="*/ 57 h 162491"/>
                        <a:gd name="connsiteX9" fmla="*/ 11174 w 175868"/>
                        <a:gd name="connsiteY9" fmla="*/ 55297 h 162491"/>
                        <a:gd name="connsiteX10" fmla="*/ 15411 w 175868"/>
                        <a:gd name="connsiteY10" fmla="*/ 58884 h 162491"/>
                        <a:gd name="connsiteX11" fmla="*/ 20002 w 175868"/>
                        <a:gd name="connsiteY11" fmla="*/ 54938 h 162491"/>
                        <a:gd name="connsiteX12" fmla="*/ 67325 w 175868"/>
                        <a:gd name="connsiteY12" fmla="*/ 7949 h 162491"/>
                        <a:gd name="connsiteX13" fmla="*/ 86395 w 175868"/>
                        <a:gd name="connsiteY13" fmla="*/ 31981 h 162491"/>
                        <a:gd name="connsiteX14" fmla="*/ 67325 w 175868"/>
                        <a:gd name="connsiteY14" fmla="*/ 117352 h 162491"/>
                        <a:gd name="connsiteX15" fmla="*/ 33775 w 175868"/>
                        <a:gd name="connsiteY15" fmla="*/ 154657 h 162491"/>
                        <a:gd name="connsiteX16" fmla="*/ 16118 w 175868"/>
                        <a:gd name="connsiteY16" fmla="*/ 149994 h 162491"/>
                        <a:gd name="connsiteX17" fmla="*/ 32716 w 175868"/>
                        <a:gd name="connsiteY17" fmla="*/ 130624 h 162491"/>
                        <a:gd name="connsiteX18" fmla="*/ 19649 w 175868"/>
                        <a:gd name="connsiteY18" fmla="*/ 118069 h 162491"/>
                        <a:gd name="connsiteX19" fmla="*/ 226 w 175868"/>
                        <a:gd name="connsiteY19" fmla="*/ 138874 h 162491"/>
                        <a:gd name="connsiteX20" fmla="*/ 33422 w 175868"/>
                        <a:gd name="connsiteY20" fmla="*/ 162548 h 162491"/>
                        <a:gd name="connsiteX21" fmla="*/ 70503 w 175868"/>
                        <a:gd name="connsiteY21" fmla="*/ 135287 h 162491"/>
                        <a:gd name="connsiteX22" fmla="*/ 108643 w 175868"/>
                        <a:gd name="connsiteY22" fmla="*/ 162548 h 162491"/>
                        <a:gd name="connsiteX23" fmla="*/ 165147 w 175868"/>
                        <a:gd name="connsiteY23" fmla="*/ 107308 h 162491"/>
                        <a:gd name="connsiteX24" fmla="*/ 160909 w 175868"/>
                        <a:gd name="connsiteY24" fmla="*/ 103721 h 162491"/>
                        <a:gd name="connsiteX25" fmla="*/ 156318 w 175868"/>
                        <a:gd name="connsiteY25" fmla="*/ 107667 h 162491"/>
                        <a:gd name="connsiteX26" fmla="*/ 109349 w 175868"/>
                        <a:gd name="connsiteY26" fmla="*/ 154657 h 162491"/>
                        <a:gd name="connsiteX27" fmla="*/ 89926 w 175868"/>
                        <a:gd name="connsiteY27" fmla="*/ 130983 h 162491"/>
                        <a:gd name="connsiteX28" fmla="*/ 95930 w 175868"/>
                        <a:gd name="connsiteY28" fmla="*/ 99417 h 162491"/>
                        <a:gd name="connsiteX29" fmla="*/ 107937 w 175868"/>
                        <a:gd name="connsiteY29" fmla="*/ 50275 h 162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175868" h="162491">
                          <a:moveTo>
                            <a:pt x="107937" y="50275"/>
                          </a:moveTo>
                          <a:cubicBezTo>
                            <a:pt x="110056" y="40949"/>
                            <a:pt x="118178" y="7949"/>
                            <a:pt x="142899" y="7949"/>
                          </a:cubicBezTo>
                          <a:cubicBezTo>
                            <a:pt x="144664" y="7949"/>
                            <a:pt x="153140" y="7949"/>
                            <a:pt x="160556" y="12612"/>
                          </a:cubicBezTo>
                          <a:cubicBezTo>
                            <a:pt x="150668" y="14405"/>
                            <a:pt x="143605" y="23373"/>
                            <a:pt x="143605" y="31981"/>
                          </a:cubicBezTo>
                          <a:cubicBezTo>
                            <a:pt x="143605" y="37721"/>
                            <a:pt x="147490" y="44536"/>
                            <a:pt x="157025" y="44536"/>
                          </a:cubicBezTo>
                          <a:cubicBezTo>
                            <a:pt x="164794" y="44536"/>
                            <a:pt x="176095" y="38079"/>
                            <a:pt x="176095" y="23731"/>
                          </a:cubicBezTo>
                          <a:cubicBezTo>
                            <a:pt x="176095" y="5079"/>
                            <a:pt x="155259" y="57"/>
                            <a:pt x="143252" y="57"/>
                          </a:cubicBezTo>
                          <a:cubicBezTo>
                            <a:pt x="122769" y="57"/>
                            <a:pt x="110409" y="19068"/>
                            <a:pt x="106171" y="27318"/>
                          </a:cubicBezTo>
                          <a:cubicBezTo>
                            <a:pt x="97342" y="3644"/>
                            <a:pt x="78272" y="57"/>
                            <a:pt x="68031" y="57"/>
                          </a:cubicBezTo>
                          <a:cubicBezTo>
                            <a:pt x="31303" y="57"/>
                            <a:pt x="11174" y="46329"/>
                            <a:pt x="11174" y="55297"/>
                          </a:cubicBezTo>
                          <a:cubicBezTo>
                            <a:pt x="11174" y="58884"/>
                            <a:pt x="14705" y="58884"/>
                            <a:pt x="15411" y="58884"/>
                          </a:cubicBezTo>
                          <a:cubicBezTo>
                            <a:pt x="18237" y="58884"/>
                            <a:pt x="19296" y="58167"/>
                            <a:pt x="20002" y="54938"/>
                          </a:cubicBezTo>
                          <a:cubicBezTo>
                            <a:pt x="32010" y="16916"/>
                            <a:pt x="55317" y="7949"/>
                            <a:pt x="67325" y="7949"/>
                          </a:cubicBezTo>
                          <a:cubicBezTo>
                            <a:pt x="74034" y="7949"/>
                            <a:pt x="86395" y="11177"/>
                            <a:pt x="86395" y="31981"/>
                          </a:cubicBezTo>
                          <a:cubicBezTo>
                            <a:pt x="86395" y="43101"/>
                            <a:pt x="80391" y="67134"/>
                            <a:pt x="67325" y="117352"/>
                          </a:cubicBezTo>
                          <a:cubicBezTo>
                            <a:pt x="61674" y="139591"/>
                            <a:pt x="49314" y="154657"/>
                            <a:pt x="33775" y="154657"/>
                          </a:cubicBezTo>
                          <a:cubicBezTo>
                            <a:pt x="31656" y="154657"/>
                            <a:pt x="23534" y="154657"/>
                            <a:pt x="16118" y="149994"/>
                          </a:cubicBezTo>
                          <a:cubicBezTo>
                            <a:pt x="24946" y="148200"/>
                            <a:pt x="32716" y="140667"/>
                            <a:pt x="32716" y="130624"/>
                          </a:cubicBezTo>
                          <a:cubicBezTo>
                            <a:pt x="32716" y="120939"/>
                            <a:pt x="24946" y="118069"/>
                            <a:pt x="19649" y="118069"/>
                          </a:cubicBezTo>
                          <a:cubicBezTo>
                            <a:pt x="9055" y="118069"/>
                            <a:pt x="226" y="127396"/>
                            <a:pt x="226" y="138874"/>
                          </a:cubicBezTo>
                          <a:cubicBezTo>
                            <a:pt x="226" y="155374"/>
                            <a:pt x="17884" y="162548"/>
                            <a:pt x="33422" y="162548"/>
                          </a:cubicBezTo>
                          <a:cubicBezTo>
                            <a:pt x="56730" y="162548"/>
                            <a:pt x="69443" y="137439"/>
                            <a:pt x="70503" y="135287"/>
                          </a:cubicBezTo>
                          <a:cubicBezTo>
                            <a:pt x="74741" y="148559"/>
                            <a:pt x="87454" y="162548"/>
                            <a:pt x="108643" y="162548"/>
                          </a:cubicBezTo>
                          <a:cubicBezTo>
                            <a:pt x="145018" y="162548"/>
                            <a:pt x="165147" y="116276"/>
                            <a:pt x="165147" y="107308"/>
                          </a:cubicBezTo>
                          <a:cubicBezTo>
                            <a:pt x="165147" y="103721"/>
                            <a:pt x="161969" y="103721"/>
                            <a:pt x="160909" y="103721"/>
                          </a:cubicBezTo>
                          <a:cubicBezTo>
                            <a:pt x="157731" y="103721"/>
                            <a:pt x="157025" y="105156"/>
                            <a:pt x="156318" y="107667"/>
                          </a:cubicBezTo>
                          <a:cubicBezTo>
                            <a:pt x="144664" y="146048"/>
                            <a:pt x="120650" y="154657"/>
                            <a:pt x="109349" y="154657"/>
                          </a:cubicBezTo>
                          <a:cubicBezTo>
                            <a:pt x="95577" y="154657"/>
                            <a:pt x="89926" y="143178"/>
                            <a:pt x="89926" y="130983"/>
                          </a:cubicBezTo>
                          <a:cubicBezTo>
                            <a:pt x="89926" y="123091"/>
                            <a:pt x="92045" y="115200"/>
                            <a:pt x="95930" y="99417"/>
                          </a:cubicBezTo>
                          <a:lnTo>
                            <a:pt x="107937" y="50275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" name="Freeform: Shape 47">
                      <a:extLst>
                        <a:ext uri="{FF2B5EF4-FFF2-40B4-BE49-F238E27FC236}">
                          <a16:creationId xmlns:a16="http://schemas.microsoft.com/office/drawing/2014/main" id="{4F97F883-3F4A-DD46-143F-7D62A1566102}"/>
                        </a:ext>
                      </a:extLst>
                    </p:cNvPr>
                    <p:cNvSpPr/>
                    <p:nvPr>
                      <p:custDataLst>
                        <p:tags r:id="rId155"/>
                      </p:custDataLst>
                    </p:nvPr>
                  </p:nvSpPr>
                  <p:spPr>
                    <a:xfrm>
                      <a:off x="10772711" y="4327647"/>
                      <a:ext cx="81930" cy="358699"/>
                    </a:xfrm>
                    <a:custGeom>
                      <a:avLst/>
                      <a:gdLst>
                        <a:gd name="connsiteX0" fmla="*/ 82163 w 81930"/>
                        <a:gd name="connsiteY0" fmla="*/ 179407 h 358699"/>
                        <a:gd name="connsiteX1" fmla="*/ 58855 w 81930"/>
                        <a:gd name="connsiteY1" fmla="*/ 67493 h 358699"/>
                        <a:gd name="connsiteX2" fmla="*/ 3763 w 81930"/>
                        <a:gd name="connsiteY2" fmla="*/ 57 h 358699"/>
                        <a:gd name="connsiteX3" fmla="*/ 232 w 81930"/>
                        <a:gd name="connsiteY3" fmla="*/ 3644 h 358699"/>
                        <a:gd name="connsiteX4" fmla="*/ 6942 w 81930"/>
                        <a:gd name="connsiteY4" fmla="*/ 11894 h 358699"/>
                        <a:gd name="connsiteX5" fmla="*/ 61680 w 81930"/>
                        <a:gd name="connsiteY5" fmla="*/ 179407 h 358699"/>
                        <a:gd name="connsiteX6" fmla="*/ 4823 w 81930"/>
                        <a:gd name="connsiteY6" fmla="*/ 349072 h 358699"/>
                        <a:gd name="connsiteX7" fmla="*/ 232 w 81930"/>
                        <a:gd name="connsiteY7" fmla="*/ 355170 h 358699"/>
                        <a:gd name="connsiteX8" fmla="*/ 3763 w 81930"/>
                        <a:gd name="connsiteY8" fmla="*/ 358757 h 358699"/>
                        <a:gd name="connsiteX9" fmla="*/ 59914 w 81930"/>
                        <a:gd name="connsiteY9" fmla="*/ 288811 h 358699"/>
                        <a:gd name="connsiteX10" fmla="*/ 82163 w 81930"/>
                        <a:gd name="connsiteY10" fmla="*/ 179407 h 3586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1930" h="358699">
                          <a:moveTo>
                            <a:pt x="82163" y="179407"/>
                          </a:moveTo>
                          <a:cubicBezTo>
                            <a:pt x="82163" y="151428"/>
                            <a:pt x="78278" y="108026"/>
                            <a:pt x="58855" y="67493"/>
                          </a:cubicBezTo>
                          <a:cubicBezTo>
                            <a:pt x="37666" y="23373"/>
                            <a:pt x="7295" y="57"/>
                            <a:pt x="3763" y="57"/>
                          </a:cubicBezTo>
                          <a:cubicBezTo>
                            <a:pt x="1644" y="57"/>
                            <a:pt x="232" y="1492"/>
                            <a:pt x="232" y="3644"/>
                          </a:cubicBezTo>
                          <a:cubicBezTo>
                            <a:pt x="232" y="4720"/>
                            <a:pt x="232" y="5438"/>
                            <a:pt x="6942" y="11894"/>
                          </a:cubicBezTo>
                          <a:cubicBezTo>
                            <a:pt x="41550" y="47405"/>
                            <a:pt x="61680" y="104439"/>
                            <a:pt x="61680" y="179407"/>
                          </a:cubicBezTo>
                          <a:cubicBezTo>
                            <a:pt x="61680" y="240745"/>
                            <a:pt x="48613" y="303876"/>
                            <a:pt x="4823" y="349072"/>
                          </a:cubicBezTo>
                          <a:cubicBezTo>
                            <a:pt x="232" y="353376"/>
                            <a:pt x="232" y="354094"/>
                            <a:pt x="232" y="355170"/>
                          </a:cubicBezTo>
                          <a:cubicBezTo>
                            <a:pt x="232" y="357322"/>
                            <a:pt x="1644" y="358757"/>
                            <a:pt x="3763" y="358757"/>
                          </a:cubicBezTo>
                          <a:cubicBezTo>
                            <a:pt x="7295" y="358757"/>
                            <a:pt x="39078" y="334365"/>
                            <a:pt x="59914" y="288811"/>
                          </a:cubicBezTo>
                          <a:cubicBezTo>
                            <a:pt x="77925" y="249354"/>
                            <a:pt x="82163" y="209538"/>
                            <a:pt x="82163" y="179407"/>
                          </a:cubicBez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A416E363-6B5A-BB4A-FB0A-6453B428FD74}"/>
                        </a:ext>
                      </a:extLst>
                    </p:cNvPr>
                    <p:cNvSpPr/>
                    <p:nvPr>
                      <p:custDataLst>
                        <p:tags r:id="rId156"/>
                      </p:custDataLst>
                    </p:nvPr>
                  </p:nvSpPr>
                  <p:spPr>
                    <a:xfrm>
                      <a:off x="11007789" y="4465029"/>
                      <a:ext cx="234845" cy="83935"/>
                    </a:xfrm>
                    <a:custGeom>
                      <a:avLst/>
                      <a:gdLst>
                        <a:gd name="connsiteX0" fmla="*/ 223076 w 234845"/>
                        <a:gd name="connsiteY0" fmla="*/ 14405 h 83935"/>
                        <a:gd name="connsiteX1" fmla="*/ 235083 w 234845"/>
                        <a:gd name="connsiteY1" fmla="*/ 7231 h 83935"/>
                        <a:gd name="connsiteX2" fmla="*/ 223429 w 234845"/>
                        <a:gd name="connsiteY2" fmla="*/ 57 h 83935"/>
                        <a:gd name="connsiteX3" fmla="*/ 11892 w 234845"/>
                        <a:gd name="connsiteY3" fmla="*/ 57 h 83935"/>
                        <a:gd name="connsiteX4" fmla="*/ 238 w 234845"/>
                        <a:gd name="connsiteY4" fmla="*/ 7231 h 83935"/>
                        <a:gd name="connsiteX5" fmla="*/ 12245 w 234845"/>
                        <a:gd name="connsiteY5" fmla="*/ 14405 h 83935"/>
                        <a:gd name="connsiteX6" fmla="*/ 223076 w 234845"/>
                        <a:gd name="connsiteY6" fmla="*/ 14405 h 83935"/>
                        <a:gd name="connsiteX7" fmla="*/ 223429 w 234845"/>
                        <a:gd name="connsiteY7" fmla="*/ 83993 h 83935"/>
                        <a:gd name="connsiteX8" fmla="*/ 235083 w 234845"/>
                        <a:gd name="connsiteY8" fmla="*/ 76819 h 83935"/>
                        <a:gd name="connsiteX9" fmla="*/ 223076 w 234845"/>
                        <a:gd name="connsiteY9" fmla="*/ 69645 h 83935"/>
                        <a:gd name="connsiteX10" fmla="*/ 12245 w 234845"/>
                        <a:gd name="connsiteY10" fmla="*/ 69645 h 83935"/>
                        <a:gd name="connsiteX11" fmla="*/ 238 w 234845"/>
                        <a:gd name="connsiteY11" fmla="*/ 76819 h 83935"/>
                        <a:gd name="connsiteX12" fmla="*/ 11892 w 234845"/>
                        <a:gd name="connsiteY12" fmla="*/ 83993 h 83935"/>
                        <a:gd name="connsiteX13" fmla="*/ 223429 w 234845"/>
                        <a:gd name="connsiteY13" fmla="*/ 83993 h 839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234845" h="83935">
                          <a:moveTo>
                            <a:pt x="223076" y="14405"/>
                          </a:moveTo>
                          <a:cubicBezTo>
                            <a:pt x="228373" y="14405"/>
                            <a:pt x="235083" y="14405"/>
                            <a:pt x="235083" y="7231"/>
                          </a:cubicBezTo>
                          <a:cubicBezTo>
                            <a:pt x="235083" y="57"/>
                            <a:pt x="228373" y="57"/>
                            <a:pt x="223429" y="57"/>
                          </a:cubicBezTo>
                          <a:lnTo>
                            <a:pt x="11892" y="57"/>
                          </a:lnTo>
                          <a:cubicBezTo>
                            <a:pt x="6948" y="57"/>
                            <a:pt x="238" y="57"/>
                            <a:pt x="238" y="7231"/>
                          </a:cubicBezTo>
                          <a:cubicBezTo>
                            <a:pt x="238" y="14405"/>
                            <a:pt x="6948" y="14405"/>
                            <a:pt x="12245" y="14405"/>
                          </a:cubicBezTo>
                          <a:lnTo>
                            <a:pt x="223076" y="14405"/>
                          </a:lnTo>
                          <a:close/>
                          <a:moveTo>
                            <a:pt x="223429" y="83993"/>
                          </a:moveTo>
                          <a:cubicBezTo>
                            <a:pt x="228373" y="83993"/>
                            <a:pt x="235083" y="83993"/>
                            <a:pt x="235083" y="76819"/>
                          </a:cubicBezTo>
                          <a:cubicBezTo>
                            <a:pt x="235083" y="69645"/>
                            <a:pt x="228373" y="69645"/>
                            <a:pt x="223076" y="69645"/>
                          </a:cubicBezTo>
                          <a:lnTo>
                            <a:pt x="12245" y="69645"/>
                          </a:lnTo>
                          <a:cubicBezTo>
                            <a:pt x="6948" y="69645"/>
                            <a:pt x="238" y="69645"/>
                            <a:pt x="238" y="76819"/>
                          </a:cubicBezTo>
                          <a:cubicBezTo>
                            <a:pt x="238" y="83993"/>
                            <a:pt x="6948" y="83993"/>
                            <a:pt x="11892" y="83993"/>
                          </a:cubicBezTo>
                          <a:lnTo>
                            <a:pt x="223429" y="83993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38D48C01-2B87-AF7A-CF61-72116F1AB184}"/>
                        </a:ext>
                      </a:extLst>
                    </p:cNvPr>
                    <p:cNvSpPr/>
                    <p:nvPr>
                      <p:custDataLst>
                        <p:tags r:id="rId157"/>
                      </p:custDataLst>
                    </p:nvPr>
                  </p:nvSpPr>
                  <p:spPr>
                    <a:xfrm>
                      <a:off x="11392212" y="4357778"/>
                      <a:ext cx="116539" cy="238894"/>
                    </a:xfrm>
                    <a:custGeom>
                      <a:avLst/>
                      <a:gdLst>
                        <a:gd name="connsiteX0" fmla="*/ 72645 w 116539"/>
                        <a:gd name="connsiteY0" fmla="*/ 9383 h 238894"/>
                        <a:gd name="connsiteX1" fmla="*/ 64522 w 116539"/>
                        <a:gd name="connsiteY1" fmla="*/ 57 h 238894"/>
                        <a:gd name="connsiteX2" fmla="*/ 249 w 116539"/>
                        <a:gd name="connsiteY2" fmla="*/ 23014 h 238894"/>
                        <a:gd name="connsiteX3" fmla="*/ 249 w 116539"/>
                        <a:gd name="connsiteY3" fmla="*/ 34134 h 238894"/>
                        <a:gd name="connsiteX4" fmla="*/ 46512 w 116539"/>
                        <a:gd name="connsiteY4" fmla="*/ 24807 h 238894"/>
                        <a:gd name="connsiteX5" fmla="*/ 46512 w 116539"/>
                        <a:gd name="connsiteY5" fmla="*/ 210614 h 238894"/>
                        <a:gd name="connsiteX6" fmla="*/ 13669 w 116539"/>
                        <a:gd name="connsiteY6" fmla="*/ 227832 h 238894"/>
                        <a:gd name="connsiteX7" fmla="*/ 2368 w 116539"/>
                        <a:gd name="connsiteY7" fmla="*/ 227832 h 238894"/>
                        <a:gd name="connsiteX8" fmla="*/ 2368 w 116539"/>
                        <a:gd name="connsiteY8" fmla="*/ 238951 h 238894"/>
                        <a:gd name="connsiteX9" fmla="*/ 59578 w 116539"/>
                        <a:gd name="connsiteY9" fmla="*/ 237875 h 238894"/>
                        <a:gd name="connsiteX10" fmla="*/ 116788 w 116539"/>
                        <a:gd name="connsiteY10" fmla="*/ 238951 h 238894"/>
                        <a:gd name="connsiteX11" fmla="*/ 116788 w 116539"/>
                        <a:gd name="connsiteY11" fmla="*/ 227832 h 238894"/>
                        <a:gd name="connsiteX12" fmla="*/ 105488 w 116539"/>
                        <a:gd name="connsiteY12" fmla="*/ 227832 h 238894"/>
                        <a:gd name="connsiteX13" fmla="*/ 72645 w 116539"/>
                        <a:gd name="connsiteY13" fmla="*/ 210614 h 238894"/>
                        <a:gd name="connsiteX14" fmla="*/ 72645 w 116539"/>
                        <a:gd name="connsiteY14" fmla="*/ 9383 h 238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16539" h="238894">
                          <a:moveTo>
                            <a:pt x="72645" y="9383"/>
                          </a:moveTo>
                          <a:cubicBezTo>
                            <a:pt x="72645" y="775"/>
                            <a:pt x="72645" y="57"/>
                            <a:pt x="64522" y="57"/>
                          </a:cubicBezTo>
                          <a:cubicBezTo>
                            <a:pt x="42627" y="23014"/>
                            <a:pt x="11550" y="23014"/>
                            <a:pt x="249" y="23014"/>
                          </a:cubicBezTo>
                          <a:lnTo>
                            <a:pt x="249" y="34134"/>
                          </a:lnTo>
                          <a:cubicBezTo>
                            <a:pt x="7312" y="34134"/>
                            <a:pt x="28148" y="34134"/>
                            <a:pt x="46512" y="24807"/>
                          </a:cubicBezTo>
                          <a:lnTo>
                            <a:pt x="46512" y="210614"/>
                          </a:lnTo>
                          <a:cubicBezTo>
                            <a:pt x="46512" y="223527"/>
                            <a:pt x="45452" y="227832"/>
                            <a:pt x="13669" y="227832"/>
                          </a:cubicBezTo>
                          <a:lnTo>
                            <a:pt x="2368" y="227832"/>
                          </a:lnTo>
                          <a:lnTo>
                            <a:pt x="2368" y="238951"/>
                          </a:lnTo>
                          <a:cubicBezTo>
                            <a:pt x="14728" y="237875"/>
                            <a:pt x="45452" y="237875"/>
                            <a:pt x="59578" y="237875"/>
                          </a:cubicBezTo>
                          <a:cubicBezTo>
                            <a:pt x="73704" y="237875"/>
                            <a:pt x="104428" y="237875"/>
                            <a:pt x="116788" y="238951"/>
                          </a:cubicBezTo>
                          <a:lnTo>
                            <a:pt x="116788" y="227832"/>
                          </a:lnTo>
                          <a:lnTo>
                            <a:pt x="105488" y="227832"/>
                          </a:lnTo>
                          <a:cubicBezTo>
                            <a:pt x="73704" y="227832"/>
                            <a:pt x="72645" y="223886"/>
                            <a:pt x="72645" y="210614"/>
                          </a:cubicBezTo>
                          <a:lnTo>
                            <a:pt x="72645" y="9383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" name="Freeform: Shape 50">
                      <a:extLst>
                        <a:ext uri="{FF2B5EF4-FFF2-40B4-BE49-F238E27FC236}">
                          <a16:creationId xmlns:a16="http://schemas.microsoft.com/office/drawing/2014/main" id="{B073905B-F5E1-5C1F-A4C4-E00F7D21FC30}"/>
                        </a:ext>
                      </a:extLst>
                    </p:cNvPr>
                    <p:cNvSpPr/>
                    <p:nvPr>
                      <p:custDataLst>
                        <p:tags r:id="rId158"/>
                      </p:custDataLst>
                    </p:nvPr>
                  </p:nvSpPr>
                  <p:spPr>
                    <a:xfrm>
                      <a:off x="11635610" y="4387550"/>
                      <a:ext cx="234845" cy="238894"/>
                    </a:xfrm>
                    <a:custGeom>
                      <a:avLst/>
                      <a:gdLst>
                        <a:gd name="connsiteX0" fmla="*/ 124918 w 234845"/>
                        <a:gd name="connsiteY0" fmla="*/ 126678 h 238894"/>
                        <a:gd name="connsiteX1" fmla="*/ 223447 w 234845"/>
                        <a:gd name="connsiteY1" fmla="*/ 126678 h 238894"/>
                        <a:gd name="connsiteX2" fmla="*/ 235101 w 234845"/>
                        <a:gd name="connsiteY2" fmla="*/ 119504 h 238894"/>
                        <a:gd name="connsiteX3" fmla="*/ 223447 w 234845"/>
                        <a:gd name="connsiteY3" fmla="*/ 112330 h 238894"/>
                        <a:gd name="connsiteX4" fmla="*/ 124918 w 234845"/>
                        <a:gd name="connsiteY4" fmla="*/ 112330 h 238894"/>
                        <a:gd name="connsiteX5" fmla="*/ 124918 w 234845"/>
                        <a:gd name="connsiteY5" fmla="*/ 11894 h 238894"/>
                        <a:gd name="connsiteX6" fmla="*/ 117855 w 234845"/>
                        <a:gd name="connsiteY6" fmla="*/ 57 h 238894"/>
                        <a:gd name="connsiteX7" fmla="*/ 110792 w 234845"/>
                        <a:gd name="connsiteY7" fmla="*/ 11894 h 238894"/>
                        <a:gd name="connsiteX8" fmla="*/ 110792 w 234845"/>
                        <a:gd name="connsiteY8" fmla="*/ 112330 h 238894"/>
                        <a:gd name="connsiteX9" fmla="*/ 11910 w 234845"/>
                        <a:gd name="connsiteY9" fmla="*/ 112330 h 238894"/>
                        <a:gd name="connsiteX10" fmla="*/ 256 w 234845"/>
                        <a:gd name="connsiteY10" fmla="*/ 119504 h 238894"/>
                        <a:gd name="connsiteX11" fmla="*/ 11910 w 234845"/>
                        <a:gd name="connsiteY11" fmla="*/ 126678 h 238894"/>
                        <a:gd name="connsiteX12" fmla="*/ 110792 w 234845"/>
                        <a:gd name="connsiteY12" fmla="*/ 126678 h 238894"/>
                        <a:gd name="connsiteX13" fmla="*/ 110792 w 234845"/>
                        <a:gd name="connsiteY13" fmla="*/ 227114 h 238894"/>
                        <a:gd name="connsiteX14" fmla="*/ 117855 w 234845"/>
                        <a:gd name="connsiteY14" fmla="*/ 238951 h 238894"/>
                        <a:gd name="connsiteX15" fmla="*/ 124918 w 234845"/>
                        <a:gd name="connsiteY15" fmla="*/ 227114 h 238894"/>
                        <a:gd name="connsiteX16" fmla="*/ 124918 w 234845"/>
                        <a:gd name="connsiteY16" fmla="*/ 126678 h 238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234845" h="238894">
                          <a:moveTo>
                            <a:pt x="124918" y="126678"/>
                          </a:moveTo>
                          <a:lnTo>
                            <a:pt x="223447" y="126678"/>
                          </a:lnTo>
                          <a:cubicBezTo>
                            <a:pt x="228391" y="126678"/>
                            <a:pt x="235101" y="126678"/>
                            <a:pt x="235101" y="119504"/>
                          </a:cubicBezTo>
                          <a:cubicBezTo>
                            <a:pt x="235101" y="112330"/>
                            <a:pt x="228391" y="112330"/>
                            <a:pt x="223447" y="112330"/>
                          </a:cubicBezTo>
                          <a:lnTo>
                            <a:pt x="124918" y="112330"/>
                          </a:lnTo>
                          <a:lnTo>
                            <a:pt x="124918" y="11894"/>
                          </a:lnTo>
                          <a:cubicBezTo>
                            <a:pt x="124918" y="6872"/>
                            <a:pt x="124918" y="57"/>
                            <a:pt x="117855" y="57"/>
                          </a:cubicBezTo>
                          <a:cubicBezTo>
                            <a:pt x="110792" y="57"/>
                            <a:pt x="110792" y="6872"/>
                            <a:pt x="110792" y="11894"/>
                          </a:cubicBezTo>
                          <a:lnTo>
                            <a:pt x="110792" y="112330"/>
                          </a:lnTo>
                          <a:lnTo>
                            <a:pt x="11910" y="112330"/>
                          </a:lnTo>
                          <a:cubicBezTo>
                            <a:pt x="6966" y="112330"/>
                            <a:pt x="256" y="112330"/>
                            <a:pt x="256" y="119504"/>
                          </a:cubicBezTo>
                          <a:cubicBezTo>
                            <a:pt x="256" y="126678"/>
                            <a:pt x="6966" y="126678"/>
                            <a:pt x="11910" y="126678"/>
                          </a:cubicBezTo>
                          <a:lnTo>
                            <a:pt x="110792" y="126678"/>
                          </a:lnTo>
                          <a:lnTo>
                            <a:pt x="110792" y="227114"/>
                          </a:lnTo>
                          <a:cubicBezTo>
                            <a:pt x="110792" y="232136"/>
                            <a:pt x="110792" y="238951"/>
                            <a:pt x="117855" y="238951"/>
                          </a:cubicBezTo>
                          <a:cubicBezTo>
                            <a:pt x="124918" y="238951"/>
                            <a:pt x="124918" y="232136"/>
                            <a:pt x="124918" y="227114"/>
                          </a:cubicBezTo>
                          <a:lnTo>
                            <a:pt x="124918" y="126678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2" name="Freeform: Shape 51">
                      <a:extLst>
                        <a:ext uri="{FF2B5EF4-FFF2-40B4-BE49-F238E27FC236}">
                          <a16:creationId xmlns:a16="http://schemas.microsoft.com/office/drawing/2014/main" id="{7BC465E9-3D56-CED1-DB60-2895FB4A1C54}"/>
                        </a:ext>
                      </a:extLst>
                    </p:cNvPr>
                    <p:cNvSpPr/>
                    <p:nvPr>
                      <p:custDataLst>
                        <p:tags r:id="rId159"/>
                      </p:custDataLst>
                    </p:nvPr>
                  </p:nvSpPr>
                  <p:spPr>
                    <a:xfrm>
                      <a:off x="12055421" y="4115115"/>
                      <a:ext cx="116539" cy="238894"/>
                    </a:xfrm>
                    <a:custGeom>
                      <a:avLst/>
                      <a:gdLst>
                        <a:gd name="connsiteX0" fmla="*/ 72663 w 116539"/>
                        <a:gd name="connsiteY0" fmla="*/ 9377 h 238894"/>
                        <a:gd name="connsiteX1" fmla="*/ 64541 w 116539"/>
                        <a:gd name="connsiteY1" fmla="*/ 50 h 238894"/>
                        <a:gd name="connsiteX2" fmla="*/ 268 w 116539"/>
                        <a:gd name="connsiteY2" fmla="*/ 23007 h 238894"/>
                        <a:gd name="connsiteX3" fmla="*/ 268 w 116539"/>
                        <a:gd name="connsiteY3" fmla="*/ 34127 h 238894"/>
                        <a:gd name="connsiteX4" fmla="*/ 46530 w 116539"/>
                        <a:gd name="connsiteY4" fmla="*/ 24801 h 238894"/>
                        <a:gd name="connsiteX5" fmla="*/ 46530 w 116539"/>
                        <a:gd name="connsiteY5" fmla="*/ 210607 h 238894"/>
                        <a:gd name="connsiteX6" fmla="*/ 13687 w 116539"/>
                        <a:gd name="connsiteY6" fmla="*/ 227825 h 238894"/>
                        <a:gd name="connsiteX7" fmla="*/ 2386 w 116539"/>
                        <a:gd name="connsiteY7" fmla="*/ 227825 h 238894"/>
                        <a:gd name="connsiteX8" fmla="*/ 2386 w 116539"/>
                        <a:gd name="connsiteY8" fmla="*/ 238944 h 238894"/>
                        <a:gd name="connsiteX9" fmla="*/ 59597 w 116539"/>
                        <a:gd name="connsiteY9" fmla="*/ 237868 h 238894"/>
                        <a:gd name="connsiteX10" fmla="*/ 116807 w 116539"/>
                        <a:gd name="connsiteY10" fmla="*/ 238944 h 238894"/>
                        <a:gd name="connsiteX11" fmla="*/ 116807 w 116539"/>
                        <a:gd name="connsiteY11" fmla="*/ 227825 h 238894"/>
                        <a:gd name="connsiteX12" fmla="*/ 105506 w 116539"/>
                        <a:gd name="connsiteY12" fmla="*/ 227825 h 238894"/>
                        <a:gd name="connsiteX13" fmla="*/ 72663 w 116539"/>
                        <a:gd name="connsiteY13" fmla="*/ 210607 h 238894"/>
                        <a:gd name="connsiteX14" fmla="*/ 72663 w 116539"/>
                        <a:gd name="connsiteY14" fmla="*/ 9377 h 23889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16539" h="238894">
                          <a:moveTo>
                            <a:pt x="72663" y="9377"/>
                          </a:moveTo>
                          <a:cubicBezTo>
                            <a:pt x="72663" y="768"/>
                            <a:pt x="72663" y="50"/>
                            <a:pt x="64541" y="50"/>
                          </a:cubicBezTo>
                          <a:cubicBezTo>
                            <a:pt x="42646" y="23007"/>
                            <a:pt x="11568" y="23007"/>
                            <a:pt x="268" y="23007"/>
                          </a:cubicBezTo>
                          <a:lnTo>
                            <a:pt x="268" y="34127"/>
                          </a:lnTo>
                          <a:cubicBezTo>
                            <a:pt x="7331" y="34127"/>
                            <a:pt x="28166" y="34127"/>
                            <a:pt x="46530" y="24801"/>
                          </a:cubicBezTo>
                          <a:lnTo>
                            <a:pt x="46530" y="210607"/>
                          </a:lnTo>
                          <a:cubicBezTo>
                            <a:pt x="46530" y="223520"/>
                            <a:pt x="45471" y="227825"/>
                            <a:pt x="13687" y="227825"/>
                          </a:cubicBezTo>
                          <a:lnTo>
                            <a:pt x="2386" y="227825"/>
                          </a:lnTo>
                          <a:lnTo>
                            <a:pt x="2386" y="238944"/>
                          </a:lnTo>
                          <a:cubicBezTo>
                            <a:pt x="14747" y="237868"/>
                            <a:pt x="45471" y="237868"/>
                            <a:pt x="59597" y="237868"/>
                          </a:cubicBezTo>
                          <a:cubicBezTo>
                            <a:pt x="73723" y="237868"/>
                            <a:pt x="104447" y="237868"/>
                            <a:pt x="116807" y="238944"/>
                          </a:cubicBezTo>
                          <a:lnTo>
                            <a:pt x="116807" y="227825"/>
                          </a:lnTo>
                          <a:lnTo>
                            <a:pt x="105506" y="227825"/>
                          </a:lnTo>
                          <a:cubicBezTo>
                            <a:pt x="73723" y="227825"/>
                            <a:pt x="72663" y="223879"/>
                            <a:pt x="72663" y="210607"/>
                          </a:cubicBezTo>
                          <a:lnTo>
                            <a:pt x="72663" y="9377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3" name="Freeform: Shape 52">
                      <a:extLst>
                        <a:ext uri="{FF2B5EF4-FFF2-40B4-BE49-F238E27FC236}">
                          <a16:creationId xmlns:a16="http://schemas.microsoft.com/office/drawing/2014/main" id="{FCC9975D-DBE7-29DD-2D63-BE270CE0D48C}"/>
                        </a:ext>
                      </a:extLst>
                    </p:cNvPr>
                    <p:cNvSpPr/>
                    <p:nvPr>
                      <p:custDataLst>
                        <p:tags r:id="rId160"/>
                      </p:custDataLst>
                    </p:nvPr>
                  </p:nvSpPr>
                  <p:spPr>
                    <a:xfrm>
                      <a:off x="12011360" y="4499823"/>
                      <a:ext cx="201835" cy="14347"/>
                    </a:xfrm>
                    <a:custGeom>
                      <a:avLst/>
                      <a:gdLst>
                        <a:gd name="connsiteX0" fmla="*/ 0 w 201835"/>
                        <a:gd name="connsiteY0" fmla="*/ 0 h 14347"/>
                        <a:gd name="connsiteX1" fmla="*/ 201834 w 201835"/>
                        <a:gd name="connsiteY1" fmla="*/ 0 h 14347"/>
                        <a:gd name="connsiteX2" fmla="*/ 201834 w 201835"/>
                        <a:gd name="connsiteY2" fmla="*/ 14347 h 14347"/>
                        <a:gd name="connsiteX3" fmla="*/ 0 w 201835"/>
                        <a:gd name="connsiteY3" fmla="*/ 14347 h 143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01835" h="14347">
                          <a:moveTo>
                            <a:pt x="0" y="0"/>
                          </a:moveTo>
                          <a:lnTo>
                            <a:pt x="201834" y="0"/>
                          </a:lnTo>
                          <a:lnTo>
                            <a:pt x="201834" y="14347"/>
                          </a:lnTo>
                          <a:lnTo>
                            <a:pt x="0" y="14347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4" name="Freeform: Shape 53">
                      <a:extLst>
                        <a:ext uri="{FF2B5EF4-FFF2-40B4-BE49-F238E27FC236}">
                          <a16:creationId xmlns:a16="http://schemas.microsoft.com/office/drawing/2014/main" id="{8719672E-B000-A55D-6D8F-EBE4B071B9C3}"/>
                        </a:ext>
                      </a:extLst>
                    </p:cNvPr>
                    <p:cNvSpPr/>
                    <p:nvPr>
                      <p:custDataLst>
                        <p:tags r:id="rId161"/>
                      </p:custDataLst>
                    </p:nvPr>
                  </p:nvSpPr>
                  <p:spPr>
                    <a:xfrm>
                      <a:off x="12021602" y="4684177"/>
                      <a:ext cx="175868" cy="162491"/>
                    </a:xfrm>
                    <a:custGeom>
                      <a:avLst/>
                      <a:gdLst>
                        <a:gd name="connsiteX0" fmla="*/ 107978 w 175868"/>
                        <a:gd name="connsiteY0" fmla="*/ 50282 h 162491"/>
                        <a:gd name="connsiteX1" fmla="*/ 142940 w 175868"/>
                        <a:gd name="connsiteY1" fmla="*/ 7955 h 162491"/>
                        <a:gd name="connsiteX2" fmla="*/ 160597 w 175868"/>
                        <a:gd name="connsiteY2" fmla="*/ 12618 h 162491"/>
                        <a:gd name="connsiteX3" fmla="*/ 143646 w 175868"/>
                        <a:gd name="connsiteY3" fmla="*/ 31988 h 162491"/>
                        <a:gd name="connsiteX4" fmla="*/ 157066 w 175868"/>
                        <a:gd name="connsiteY4" fmla="*/ 44543 h 162491"/>
                        <a:gd name="connsiteX5" fmla="*/ 176136 w 175868"/>
                        <a:gd name="connsiteY5" fmla="*/ 23738 h 162491"/>
                        <a:gd name="connsiteX6" fmla="*/ 143293 w 175868"/>
                        <a:gd name="connsiteY6" fmla="*/ 64 h 162491"/>
                        <a:gd name="connsiteX7" fmla="*/ 106212 w 175868"/>
                        <a:gd name="connsiteY7" fmla="*/ 27325 h 162491"/>
                        <a:gd name="connsiteX8" fmla="*/ 68072 w 175868"/>
                        <a:gd name="connsiteY8" fmla="*/ 64 h 162491"/>
                        <a:gd name="connsiteX9" fmla="*/ 11215 w 175868"/>
                        <a:gd name="connsiteY9" fmla="*/ 55304 h 162491"/>
                        <a:gd name="connsiteX10" fmla="*/ 15453 w 175868"/>
                        <a:gd name="connsiteY10" fmla="*/ 58891 h 162491"/>
                        <a:gd name="connsiteX11" fmla="*/ 20044 w 175868"/>
                        <a:gd name="connsiteY11" fmla="*/ 54945 h 162491"/>
                        <a:gd name="connsiteX12" fmla="*/ 67366 w 175868"/>
                        <a:gd name="connsiteY12" fmla="*/ 7955 h 162491"/>
                        <a:gd name="connsiteX13" fmla="*/ 86436 w 175868"/>
                        <a:gd name="connsiteY13" fmla="*/ 31988 h 162491"/>
                        <a:gd name="connsiteX14" fmla="*/ 67366 w 175868"/>
                        <a:gd name="connsiteY14" fmla="*/ 117359 h 162491"/>
                        <a:gd name="connsiteX15" fmla="*/ 33816 w 175868"/>
                        <a:gd name="connsiteY15" fmla="*/ 154664 h 162491"/>
                        <a:gd name="connsiteX16" fmla="*/ 16159 w 175868"/>
                        <a:gd name="connsiteY16" fmla="*/ 150001 h 162491"/>
                        <a:gd name="connsiteX17" fmla="*/ 32757 w 175868"/>
                        <a:gd name="connsiteY17" fmla="*/ 130631 h 162491"/>
                        <a:gd name="connsiteX18" fmla="*/ 19690 w 175868"/>
                        <a:gd name="connsiteY18" fmla="*/ 118076 h 162491"/>
                        <a:gd name="connsiteX19" fmla="*/ 267 w 175868"/>
                        <a:gd name="connsiteY19" fmla="*/ 138881 h 162491"/>
                        <a:gd name="connsiteX20" fmla="*/ 33463 w 175868"/>
                        <a:gd name="connsiteY20" fmla="*/ 162555 h 162491"/>
                        <a:gd name="connsiteX21" fmla="*/ 70544 w 175868"/>
                        <a:gd name="connsiteY21" fmla="*/ 135294 h 162491"/>
                        <a:gd name="connsiteX22" fmla="*/ 108684 w 175868"/>
                        <a:gd name="connsiteY22" fmla="*/ 162555 h 162491"/>
                        <a:gd name="connsiteX23" fmla="*/ 165188 w 175868"/>
                        <a:gd name="connsiteY23" fmla="*/ 107315 h 162491"/>
                        <a:gd name="connsiteX24" fmla="*/ 160951 w 175868"/>
                        <a:gd name="connsiteY24" fmla="*/ 103728 h 162491"/>
                        <a:gd name="connsiteX25" fmla="*/ 156360 w 175868"/>
                        <a:gd name="connsiteY25" fmla="*/ 107674 h 162491"/>
                        <a:gd name="connsiteX26" fmla="*/ 109391 w 175868"/>
                        <a:gd name="connsiteY26" fmla="*/ 154664 h 162491"/>
                        <a:gd name="connsiteX27" fmla="*/ 89967 w 175868"/>
                        <a:gd name="connsiteY27" fmla="*/ 130989 h 162491"/>
                        <a:gd name="connsiteX28" fmla="*/ 95971 w 175868"/>
                        <a:gd name="connsiteY28" fmla="*/ 99424 h 162491"/>
                        <a:gd name="connsiteX29" fmla="*/ 107978 w 175868"/>
                        <a:gd name="connsiteY29" fmla="*/ 50282 h 16249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175868" h="162491">
                          <a:moveTo>
                            <a:pt x="107978" y="50282"/>
                          </a:moveTo>
                          <a:cubicBezTo>
                            <a:pt x="110097" y="40956"/>
                            <a:pt x="118219" y="7955"/>
                            <a:pt x="142940" y="7955"/>
                          </a:cubicBezTo>
                          <a:cubicBezTo>
                            <a:pt x="144706" y="7955"/>
                            <a:pt x="153181" y="7955"/>
                            <a:pt x="160597" y="12618"/>
                          </a:cubicBezTo>
                          <a:cubicBezTo>
                            <a:pt x="150709" y="14412"/>
                            <a:pt x="143646" y="23379"/>
                            <a:pt x="143646" y="31988"/>
                          </a:cubicBezTo>
                          <a:cubicBezTo>
                            <a:pt x="143646" y="37727"/>
                            <a:pt x="147531" y="44543"/>
                            <a:pt x="157066" y="44543"/>
                          </a:cubicBezTo>
                          <a:cubicBezTo>
                            <a:pt x="164835" y="44543"/>
                            <a:pt x="176136" y="38086"/>
                            <a:pt x="176136" y="23738"/>
                          </a:cubicBezTo>
                          <a:cubicBezTo>
                            <a:pt x="176136" y="5086"/>
                            <a:pt x="155300" y="64"/>
                            <a:pt x="143293" y="64"/>
                          </a:cubicBezTo>
                          <a:cubicBezTo>
                            <a:pt x="122810" y="64"/>
                            <a:pt x="110450" y="19075"/>
                            <a:pt x="106212" y="27325"/>
                          </a:cubicBezTo>
                          <a:cubicBezTo>
                            <a:pt x="97384" y="3651"/>
                            <a:pt x="78313" y="64"/>
                            <a:pt x="68072" y="64"/>
                          </a:cubicBezTo>
                          <a:cubicBezTo>
                            <a:pt x="31344" y="64"/>
                            <a:pt x="11215" y="46336"/>
                            <a:pt x="11215" y="55304"/>
                          </a:cubicBezTo>
                          <a:cubicBezTo>
                            <a:pt x="11215" y="58891"/>
                            <a:pt x="14746" y="58891"/>
                            <a:pt x="15453" y="58891"/>
                          </a:cubicBezTo>
                          <a:cubicBezTo>
                            <a:pt x="18278" y="58891"/>
                            <a:pt x="19337" y="58173"/>
                            <a:pt x="20044" y="54945"/>
                          </a:cubicBezTo>
                          <a:cubicBezTo>
                            <a:pt x="32051" y="16923"/>
                            <a:pt x="55359" y="7955"/>
                            <a:pt x="67366" y="7955"/>
                          </a:cubicBezTo>
                          <a:cubicBezTo>
                            <a:pt x="74076" y="7955"/>
                            <a:pt x="86436" y="11184"/>
                            <a:pt x="86436" y="31988"/>
                          </a:cubicBezTo>
                          <a:cubicBezTo>
                            <a:pt x="86436" y="43108"/>
                            <a:pt x="80432" y="67141"/>
                            <a:pt x="67366" y="117359"/>
                          </a:cubicBezTo>
                          <a:cubicBezTo>
                            <a:pt x="61715" y="139598"/>
                            <a:pt x="49355" y="154664"/>
                            <a:pt x="33816" y="154664"/>
                          </a:cubicBezTo>
                          <a:cubicBezTo>
                            <a:pt x="31698" y="154664"/>
                            <a:pt x="23575" y="154664"/>
                            <a:pt x="16159" y="150001"/>
                          </a:cubicBezTo>
                          <a:cubicBezTo>
                            <a:pt x="24988" y="148207"/>
                            <a:pt x="32757" y="140674"/>
                            <a:pt x="32757" y="130631"/>
                          </a:cubicBezTo>
                          <a:cubicBezTo>
                            <a:pt x="32757" y="120946"/>
                            <a:pt x="24988" y="118076"/>
                            <a:pt x="19690" y="118076"/>
                          </a:cubicBezTo>
                          <a:cubicBezTo>
                            <a:pt x="9096" y="118076"/>
                            <a:pt x="267" y="127402"/>
                            <a:pt x="267" y="138881"/>
                          </a:cubicBezTo>
                          <a:cubicBezTo>
                            <a:pt x="267" y="155381"/>
                            <a:pt x="17925" y="162555"/>
                            <a:pt x="33463" y="162555"/>
                          </a:cubicBezTo>
                          <a:cubicBezTo>
                            <a:pt x="56771" y="162555"/>
                            <a:pt x="69485" y="137446"/>
                            <a:pt x="70544" y="135294"/>
                          </a:cubicBezTo>
                          <a:cubicBezTo>
                            <a:pt x="74782" y="148566"/>
                            <a:pt x="87495" y="162555"/>
                            <a:pt x="108684" y="162555"/>
                          </a:cubicBezTo>
                          <a:cubicBezTo>
                            <a:pt x="145059" y="162555"/>
                            <a:pt x="165188" y="116283"/>
                            <a:pt x="165188" y="107315"/>
                          </a:cubicBezTo>
                          <a:cubicBezTo>
                            <a:pt x="165188" y="103728"/>
                            <a:pt x="162010" y="103728"/>
                            <a:pt x="160951" y="103728"/>
                          </a:cubicBezTo>
                          <a:cubicBezTo>
                            <a:pt x="157772" y="103728"/>
                            <a:pt x="157066" y="105163"/>
                            <a:pt x="156360" y="107674"/>
                          </a:cubicBezTo>
                          <a:cubicBezTo>
                            <a:pt x="144706" y="146055"/>
                            <a:pt x="120691" y="154664"/>
                            <a:pt x="109391" y="154664"/>
                          </a:cubicBezTo>
                          <a:cubicBezTo>
                            <a:pt x="95618" y="154664"/>
                            <a:pt x="89967" y="143185"/>
                            <a:pt x="89967" y="130989"/>
                          </a:cubicBezTo>
                          <a:cubicBezTo>
                            <a:pt x="89967" y="123098"/>
                            <a:pt x="92086" y="115207"/>
                            <a:pt x="95971" y="99424"/>
                          </a:cubicBezTo>
                          <a:lnTo>
                            <a:pt x="107978" y="50282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033" name="Group 1032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 = g_2(x) = \frac{1}{x-1}&#10;\end{align*}&#10;%%}&#10;\end{document}" title="IguanaTex Vector Display">
                    <a:extLst>
                      <a:ext uri="{FF2B5EF4-FFF2-40B4-BE49-F238E27FC236}">
                        <a16:creationId xmlns:a16="http://schemas.microsoft.com/office/drawing/2014/main" id="{5932A508-5D2A-8EF9-7E54-9F849E79509E}"/>
                      </a:ext>
                    </a:extLst>
                  </p:cNvPr>
                  <p:cNvGrpSpPr>
                    <a:grpSpLocks noChangeAspect="1"/>
                  </p:cNvGrpSpPr>
                  <p:nvPr>
                    <p:custDataLst>
                      <p:tags r:id="rId135"/>
                    </p:custDataLst>
                  </p:nvPr>
                </p:nvGrpSpPr>
                <p:grpSpPr>
                  <a:xfrm>
                    <a:off x="6274041" y="3717854"/>
                    <a:ext cx="2789112" cy="722521"/>
                    <a:chOff x="9424082" y="4095670"/>
                    <a:chExt cx="2789112" cy="722521"/>
                  </a:xfrm>
                  <a:solidFill>
                    <a:schemeClr val="tx1"/>
                  </a:solidFill>
                </p:grpSpPr>
                <p:sp>
                  <p:nvSpPr>
                    <p:cNvPr id="59" name="Freeform: Shape 58">
                      <a:extLst>
                        <a:ext uri="{FF2B5EF4-FFF2-40B4-BE49-F238E27FC236}">
                          <a16:creationId xmlns:a16="http://schemas.microsoft.com/office/drawing/2014/main" id="{3060B97F-8911-F003-0BAC-C6459183FF43}"/>
                        </a:ext>
                      </a:extLst>
                    </p:cNvPr>
                    <p:cNvSpPr/>
                    <p:nvPr>
                      <p:custDataLst>
                        <p:tags r:id="rId136"/>
                      </p:custDataLst>
                    </p:nvPr>
                  </p:nvSpPr>
                  <p:spPr>
                    <a:xfrm>
                      <a:off x="9424082" y="4414694"/>
                      <a:ext cx="175868" cy="160484"/>
                    </a:xfrm>
                    <a:custGeom>
                      <a:avLst/>
                      <a:gdLst>
                        <a:gd name="connsiteX0" fmla="*/ 107905 w 175868"/>
                        <a:gd name="connsiteY0" fmla="*/ 49655 h 160484"/>
                        <a:gd name="connsiteX1" fmla="*/ 142867 w 175868"/>
                        <a:gd name="connsiteY1" fmla="*/ 7851 h 160484"/>
                        <a:gd name="connsiteX2" fmla="*/ 160524 w 175868"/>
                        <a:gd name="connsiteY2" fmla="*/ 12457 h 160484"/>
                        <a:gd name="connsiteX3" fmla="*/ 143573 w 175868"/>
                        <a:gd name="connsiteY3" fmla="*/ 31587 h 160484"/>
                        <a:gd name="connsiteX4" fmla="*/ 156993 w 175868"/>
                        <a:gd name="connsiteY4" fmla="*/ 43987 h 160484"/>
                        <a:gd name="connsiteX5" fmla="*/ 176063 w 175868"/>
                        <a:gd name="connsiteY5" fmla="*/ 23439 h 160484"/>
                        <a:gd name="connsiteX6" fmla="*/ 143220 w 175868"/>
                        <a:gd name="connsiteY6" fmla="*/ 57 h 160484"/>
                        <a:gd name="connsiteX7" fmla="*/ 106139 w 175868"/>
                        <a:gd name="connsiteY7" fmla="*/ 26982 h 160484"/>
                        <a:gd name="connsiteX8" fmla="*/ 67999 w 175868"/>
                        <a:gd name="connsiteY8" fmla="*/ 57 h 160484"/>
                        <a:gd name="connsiteX9" fmla="*/ 11142 w 175868"/>
                        <a:gd name="connsiteY9" fmla="*/ 54615 h 160484"/>
                        <a:gd name="connsiteX10" fmla="*/ 15379 w 175868"/>
                        <a:gd name="connsiteY10" fmla="*/ 58158 h 160484"/>
                        <a:gd name="connsiteX11" fmla="*/ 19970 w 175868"/>
                        <a:gd name="connsiteY11" fmla="*/ 54261 h 160484"/>
                        <a:gd name="connsiteX12" fmla="*/ 67292 w 175868"/>
                        <a:gd name="connsiteY12" fmla="*/ 7851 h 160484"/>
                        <a:gd name="connsiteX13" fmla="*/ 86363 w 175868"/>
                        <a:gd name="connsiteY13" fmla="*/ 31587 h 160484"/>
                        <a:gd name="connsiteX14" fmla="*/ 67292 w 175868"/>
                        <a:gd name="connsiteY14" fmla="*/ 115904 h 160484"/>
                        <a:gd name="connsiteX15" fmla="*/ 33743 w 175868"/>
                        <a:gd name="connsiteY15" fmla="*/ 152748 h 160484"/>
                        <a:gd name="connsiteX16" fmla="*/ 16086 w 175868"/>
                        <a:gd name="connsiteY16" fmla="*/ 148143 h 160484"/>
                        <a:gd name="connsiteX17" fmla="*/ 32684 w 175868"/>
                        <a:gd name="connsiteY17" fmla="*/ 129012 h 160484"/>
                        <a:gd name="connsiteX18" fmla="*/ 19617 w 175868"/>
                        <a:gd name="connsiteY18" fmla="*/ 116612 h 160484"/>
                        <a:gd name="connsiteX19" fmla="*/ 194 w 175868"/>
                        <a:gd name="connsiteY19" fmla="*/ 137160 h 160484"/>
                        <a:gd name="connsiteX20" fmla="*/ 33390 w 175868"/>
                        <a:gd name="connsiteY20" fmla="*/ 160542 h 160484"/>
                        <a:gd name="connsiteX21" fmla="*/ 70471 w 175868"/>
                        <a:gd name="connsiteY21" fmla="*/ 133617 h 160484"/>
                        <a:gd name="connsiteX22" fmla="*/ 108611 w 175868"/>
                        <a:gd name="connsiteY22" fmla="*/ 160542 h 160484"/>
                        <a:gd name="connsiteX23" fmla="*/ 165115 w 175868"/>
                        <a:gd name="connsiteY23" fmla="*/ 105984 h 160484"/>
                        <a:gd name="connsiteX24" fmla="*/ 160877 w 175868"/>
                        <a:gd name="connsiteY24" fmla="*/ 102442 h 160484"/>
                        <a:gd name="connsiteX25" fmla="*/ 156286 w 175868"/>
                        <a:gd name="connsiteY25" fmla="*/ 106339 h 160484"/>
                        <a:gd name="connsiteX26" fmla="*/ 109317 w 175868"/>
                        <a:gd name="connsiteY26" fmla="*/ 152748 h 160484"/>
                        <a:gd name="connsiteX27" fmla="*/ 89894 w 175868"/>
                        <a:gd name="connsiteY27" fmla="*/ 129366 h 160484"/>
                        <a:gd name="connsiteX28" fmla="*/ 95898 w 175868"/>
                        <a:gd name="connsiteY28" fmla="*/ 98190 h 160484"/>
                        <a:gd name="connsiteX29" fmla="*/ 107905 w 175868"/>
                        <a:gd name="connsiteY29" fmla="*/ 49655 h 1604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175868" h="160484">
                          <a:moveTo>
                            <a:pt x="107905" y="49655"/>
                          </a:moveTo>
                          <a:cubicBezTo>
                            <a:pt x="110024" y="40444"/>
                            <a:pt x="118146" y="7851"/>
                            <a:pt x="142867" y="7851"/>
                          </a:cubicBezTo>
                          <a:cubicBezTo>
                            <a:pt x="144632" y="7851"/>
                            <a:pt x="153108" y="7851"/>
                            <a:pt x="160524" y="12457"/>
                          </a:cubicBezTo>
                          <a:cubicBezTo>
                            <a:pt x="150636" y="14228"/>
                            <a:pt x="143573" y="23085"/>
                            <a:pt x="143573" y="31587"/>
                          </a:cubicBezTo>
                          <a:cubicBezTo>
                            <a:pt x="143573" y="37256"/>
                            <a:pt x="147458" y="43987"/>
                            <a:pt x="156993" y="43987"/>
                          </a:cubicBezTo>
                          <a:cubicBezTo>
                            <a:pt x="164762" y="43987"/>
                            <a:pt x="176063" y="37610"/>
                            <a:pt x="176063" y="23439"/>
                          </a:cubicBezTo>
                          <a:cubicBezTo>
                            <a:pt x="176063" y="5017"/>
                            <a:pt x="155227" y="57"/>
                            <a:pt x="143220" y="57"/>
                          </a:cubicBezTo>
                          <a:cubicBezTo>
                            <a:pt x="122737" y="57"/>
                            <a:pt x="110377" y="18834"/>
                            <a:pt x="106139" y="26982"/>
                          </a:cubicBezTo>
                          <a:cubicBezTo>
                            <a:pt x="97310" y="3600"/>
                            <a:pt x="78240" y="57"/>
                            <a:pt x="67999" y="57"/>
                          </a:cubicBezTo>
                          <a:cubicBezTo>
                            <a:pt x="31271" y="57"/>
                            <a:pt x="11142" y="45758"/>
                            <a:pt x="11142" y="54615"/>
                          </a:cubicBezTo>
                          <a:cubicBezTo>
                            <a:pt x="11142" y="58158"/>
                            <a:pt x="14673" y="58158"/>
                            <a:pt x="15379" y="58158"/>
                          </a:cubicBezTo>
                          <a:cubicBezTo>
                            <a:pt x="18205" y="58158"/>
                            <a:pt x="19264" y="57449"/>
                            <a:pt x="19970" y="54261"/>
                          </a:cubicBezTo>
                          <a:cubicBezTo>
                            <a:pt x="31977" y="16708"/>
                            <a:pt x="55285" y="7851"/>
                            <a:pt x="67292" y="7851"/>
                          </a:cubicBezTo>
                          <a:cubicBezTo>
                            <a:pt x="74002" y="7851"/>
                            <a:pt x="86363" y="11040"/>
                            <a:pt x="86363" y="31587"/>
                          </a:cubicBezTo>
                          <a:cubicBezTo>
                            <a:pt x="86363" y="42570"/>
                            <a:pt x="80359" y="66306"/>
                            <a:pt x="67292" y="115904"/>
                          </a:cubicBezTo>
                          <a:cubicBezTo>
                            <a:pt x="61642" y="137869"/>
                            <a:pt x="49282" y="152748"/>
                            <a:pt x="33743" y="152748"/>
                          </a:cubicBezTo>
                          <a:cubicBezTo>
                            <a:pt x="31624" y="152748"/>
                            <a:pt x="23502" y="152748"/>
                            <a:pt x="16086" y="148143"/>
                          </a:cubicBezTo>
                          <a:cubicBezTo>
                            <a:pt x="24914" y="146371"/>
                            <a:pt x="32684" y="138932"/>
                            <a:pt x="32684" y="129012"/>
                          </a:cubicBezTo>
                          <a:cubicBezTo>
                            <a:pt x="32684" y="119447"/>
                            <a:pt x="24914" y="116612"/>
                            <a:pt x="19617" y="116612"/>
                          </a:cubicBezTo>
                          <a:cubicBezTo>
                            <a:pt x="9023" y="116612"/>
                            <a:pt x="194" y="125824"/>
                            <a:pt x="194" y="137160"/>
                          </a:cubicBezTo>
                          <a:cubicBezTo>
                            <a:pt x="194" y="153457"/>
                            <a:pt x="17851" y="160542"/>
                            <a:pt x="33390" y="160542"/>
                          </a:cubicBezTo>
                          <a:cubicBezTo>
                            <a:pt x="56698" y="160542"/>
                            <a:pt x="69411" y="135743"/>
                            <a:pt x="70471" y="133617"/>
                          </a:cubicBezTo>
                          <a:cubicBezTo>
                            <a:pt x="74709" y="146726"/>
                            <a:pt x="87422" y="160542"/>
                            <a:pt x="108611" y="160542"/>
                          </a:cubicBezTo>
                          <a:cubicBezTo>
                            <a:pt x="144986" y="160542"/>
                            <a:pt x="165115" y="114841"/>
                            <a:pt x="165115" y="105984"/>
                          </a:cubicBezTo>
                          <a:cubicBezTo>
                            <a:pt x="165115" y="102442"/>
                            <a:pt x="161937" y="102442"/>
                            <a:pt x="160877" y="102442"/>
                          </a:cubicBezTo>
                          <a:cubicBezTo>
                            <a:pt x="157699" y="102442"/>
                            <a:pt x="156993" y="103859"/>
                            <a:pt x="156286" y="106339"/>
                          </a:cubicBezTo>
                          <a:cubicBezTo>
                            <a:pt x="144632" y="144246"/>
                            <a:pt x="120618" y="152748"/>
                            <a:pt x="109317" y="152748"/>
                          </a:cubicBezTo>
                          <a:cubicBezTo>
                            <a:pt x="95544" y="152748"/>
                            <a:pt x="89894" y="141411"/>
                            <a:pt x="89894" y="129366"/>
                          </a:cubicBezTo>
                          <a:cubicBezTo>
                            <a:pt x="89894" y="121572"/>
                            <a:pt x="92013" y="113778"/>
                            <a:pt x="95898" y="98190"/>
                          </a:cubicBezTo>
                          <a:lnTo>
                            <a:pt x="107905" y="49655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0" name="Freeform: Shape 59">
                      <a:extLst>
                        <a:ext uri="{FF2B5EF4-FFF2-40B4-BE49-F238E27FC236}">
                          <a16:creationId xmlns:a16="http://schemas.microsoft.com/office/drawing/2014/main" id="{67DA5E8C-15CA-866B-FCE9-1AA1639F1AE6}"/>
                        </a:ext>
                      </a:extLst>
                    </p:cNvPr>
                    <p:cNvSpPr/>
                    <p:nvPr>
                      <p:custDataLst>
                        <p:tags r:id="rId137"/>
                      </p:custDataLst>
                    </p:nvPr>
                  </p:nvSpPr>
                  <p:spPr>
                    <a:xfrm>
                      <a:off x="9733548" y="4441265"/>
                      <a:ext cx="234845" cy="82899"/>
                    </a:xfrm>
                    <a:custGeom>
                      <a:avLst/>
                      <a:gdLst>
                        <a:gd name="connsiteX0" fmla="*/ 223040 w 234845"/>
                        <a:gd name="connsiteY0" fmla="*/ 14228 h 82899"/>
                        <a:gd name="connsiteX1" fmla="*/ 235047 w 234845"/>
                        <a:gd name="connsiteY1" fmla="*/ 7143 h 82899"/>
                        <a:gd name="connsiteX2" fmla="*/ 223393 w 234845"/>
                        <a:gd name="connsiteY2" fmla="*/ 57 h 82899"/>
                        <a:gd name="connsiteX3" fmla="*/ 11856 w 234845"/>
                        <a:gd name="connsiteY3" fmla="*/ 57 h 82899"/>
                        <a:gd name="connsiteX4" fmla="*/ 202 w 234845"/>
                        <a:gd name="connsiteY4" fmla="*/ 7143 h 82899"/>
                        <a:gd name="connsiteX5" fmla="*/ 12209 w 234845"/>
                        <a:gd name="connsiteY5" fmla="*/ 14228 h 82899"/>
                        <a:gd name="connsiteX6" fmla="*/ 223040 w 234845"/>
                        <a:gd name="connsiteY6" fmla="*/ 14228 h 82899"/>
                        <a:gd name="connsiteX7" fmla="*/ 223393 w 234845"/>
                        <a:gd name="connsiteY7" fmla="*/ 82957 h 82899"/>
                        <a:gd name="connsiteX8" fmla="*/ 235047 w 234845"/>
                        <a:gd name="connsiteY8" fmla="*/ 75871 h 82899"/>
                        <a:gd name="connsiteX9" fmla="*/ 223040 w 234845"/>
                        <a:gd name="connsiteY9" fmla="*/ 68786 h 82899"/>
                        <a:gd name="connsiteX10" fmla="*/ 12209 w 234845"/>
                        <a:gd name="connsiteY10" fmla="*/ 68786 h 82899"/>
                        <a:gd name="connsiteX11" fmla="*/ 202 w 234845"/>
                        <a:gd name="connsiteY11" fmla="*/ 75871 h 82899"/>
                        <a:gd name="connsiteX12" fmla="*/ 11856 w 234845"/>
                        <a:gd name="connsiteY12" fmla="*/ 82957 h 82899"/>
                        <a:gd name="connsiteX13" fmla="*/ 223393 w 234845"/>
                        <a:gd name="connsiteY13" fmla="*/ 82957 h 828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234845" h="82899">
                          <a:moveTo>
                            <a:pt x="223040" y="14228"/>
                          </a:moveTo>
                          <a:cubicBezTo>
                            <a:pt x="228338" y="14228"/>
                            <a:pt x="235047" y="14228"/>
                            <a:pt x="235047" y="7143"/>
                          </a:cubicBezTo>
                          <a:cubicBezTo>
                            <a:pt x="235047" y="57"/>
                            <a:pt x="228338" y="57"/>
                            <a:pt x="223393" y="57"/>
                          </a:cubicBezTo>
                          <a:lnTo>
                            <a:pt x="11856" y="57"/>
                          </a:lnTo>
                          <a:cubicBezTo>
                            <a:pt x="6912" y="57"/>
                            <a:pt x="202" y="57"/>
                            <a:pt x="202" y="7143"/>
                          </a:cubicBezTo>
                          <a:cubicBezTo>
                            <a:pt x="202" y="14228"/>
                            <a:pt x="6912" y="14228"/>
                            <a:pt x="12209" y="14228"/>
                          </a:cubicBezTo>
                          <a:lnTo>
                            <a:pt x="223040" y="14228"/>
                          </a:lnTo>
                          <a:close/>
                          <a:moveTo>
                            <a:pt x="223393" y="82957"/>
                          </a:moveTo>
                          <a:cubicBezTo>
                            <a:pt x="228338" y="82957"/>
                            <a:pt x="235047" y="82957"/>
                            <a:pt x="235047" y="75871"/>
                          </a:cubicBezTo>
                          <a:cubicBezTo>
                            <a:pt x="235047" y="68786"/>
                            <a:pt x="228338" y="68786"/>
                            <a:pt x="223040" y="68786"/>
                          </a:cubicBezTo>
                          <a:lnTo>
                            <a:pt x="12209" y="68786"/>
                          </a:lnTo>
                          <a:cubicBezTo>
                            <a:pt x="6912" y="68786"/>
                            <a:pt x="202" y="68786"/>
                            <a:pt x="202" y="75871"/>
                          </a:cubicBezTo>
                          <a:cubicBezTo>
                            <a:pt x="202" y="82957"/>
                            <a:pt x="6912" y="82957"/>
                            <a:pt x="11856" y="82957"/>
                          </a:cubicBezTo>
                          <a:lnTo>
                            <a:pt x="223393" y="82957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1" name="Freeform: Shape 60">
                      <a:extLst>
                        <a:ext uri="{FF2B5EF4-FFF2-40B4-BE49-F238E27FC236}">
                          <a16:creationId xmlns:a16="http://schemas.microsoft.com/office/drawing/2014/main" id="{B77095EC-0DA8-B774-A6CB-71F8B3075903}"/>
                        </a:ext>
                      </a:extLst>
                    </p:cNvPr>
                    <p:cNvSpPr/>
                    <p:nvPr>
                      <p:custDataLst>
                        <p:tags r:id="rId138"/>
                      </p:custDataLst>
                    </p:nvPr>
                  </p:nvSpPr>
                  <p:spPr>
                    <a:xfrm>
                      <a:off x="10091837" y="4414694"/>
                      <a:ext cx="162095" cy="229213"/>
                    </a:xfrm>
                    <a:custGeom>
                      <a:avLst/>
                      <a:gdLst>
                        <a:gd name="connsiteX0" fmla="*/ 161249 w 162095"/>
                        <a:gd name="connsiteY0" fmla="*/ 23085 h 229213"/>
                        <a:gd name="connsiteX1" fmla="*/ 162309 w 162095"/>
                        <a:gd name="connsiteY1" fmla="*/ 16708 h 229213"/>
                        <a:gd name="connsiteX2" fmla="*/ 152068 w 162095"/>
                        <a:gd name="connsiteY2" fmla="*/ 7143 h 229213"/>
                        <a:gd name="connsiteX3" fmla="*/ 137588 w 162095"/>
                        <a:gd name="connsiteY3" fmla="*/ 22376 h 229213"/>
                        <a:gd name="connsiteX4" fmla="*/ 104745 w 162095"/>
                        <a:gd name="connsiteY4" fmla="*/ 57 h 229213"/>
                        <a:gd name="connsiteX5" fmla="*/ 20696 w 162095"/>
                        <a:gd name="connsiteY5" fmla="*/ 100670 h 229213"/>
                        <a:gd name="connsiteX6" fmla="*/ 67665 w 162095"/>
                        <a:gd name="connsiteY6" fmla="*/ 156645 h 229213"/>
                        <a:gd name="connsiteX7" fmla="*/ 108630 w 162095"/>
                        <a:gd name="connsiteY7" fmla="*/ 136097 h 229213"/>
                        <a:gd name="connsiteX8" fmla="*/ 108983 w 162095"/>
                        <a:gd name="connsiteY8" fmla="*/ 136452 h 229213"/>
                        <a:gd name="connsiteX9" fmla="*/ 97329 w 162095"/>
                        <a:gd name="connsiteY9" fmla="*/ 183215 h 229213"/>
                        <a:gd name="connsiteX10" fmla="*/ 46476 w 162095"/>
                        <a:gd name="connsiteY10" fmla="*/ 221477 h 229213"/>
                        <a:gd name="connsiteX11" fmla="*/ 18224 w 162095"/>
                        <a:gd name="connsiteY11" fmla="*/ 217934 h 229213"/>
                        <a:gd name="connsiteX12" fmla="*/ 32703 w 162095"/>
                        <a:gd name="connsiteY12" fmla="*/ 199512 h 229213"/>
                        <a:gd name="connsiteX13" fmla="*/ 19283 w 162095"/>
                        <a:gd name="connsiteY13" fmla="*/ 187112 h 229213"/>
                        <a:gd name="connsiteX14" fmla="*/ 213 w 162095"/>
                        <a:gd name="connsiteY14" fmla="*/ 207660 h 229213"/>
                        <a:gd name="connsiteX15" fmla="*/ 47182 w 162095"/>
                        <a:gd name="connsiteY15" fmla="*/ 229271 h 229213"/>
                        <a:gd name="connsiteX16" fmla="*/ 122050 w 162095"/>
                        <a:gd name="connsiteY16" fmla="*/ 180381 h 229213"/>
                        <a:gd name="connsiteX17" fmla="*/ 161249 w 162095"/>
                        <a:gd name="connsiteY17" fmla="*/ 23085 h 229213"/>
                        <a:gd name="connsiteX18" fmla="*/ 115340 w 162095"/>
                        <a:gd name="connsiteY18" fmla="*/ 111298 h 229213"/>
                        <a:gd name="connsiteX19" fmla="*/ 97329 w 162095"/>
                        <a:gd name="connsiteY19" fmla="*/ 136097 h 229213"/>
                        <a:gd name="connsiteX20" fmla="*/ 68724 w 162095"/>
                        <a:gd name="connsiteY20" fmla="*/ 148851 h 229213"/>
                        <a:gd name="connsiteX21" fmla="*/ 45769 w 162095"/>
                        <a:gd name="connsiteY21" fmla="*/ 116258 h 229213"/>
                        <a:gd name="connsiteX22" fmla="*/ 65546 w 162095"/>
                        <a:gd name="connsiteY22" fmla="*/ 39381 h 229213"/>
                        <a:gd name="connsiteX23" fmla="*/ 105099 w 162095"/>
                        <a:gd name="connsiteY23" fmla="*/ 7851 h 229213"/>
                        <a:gd name="connsiteX24" fmla="*/ 133351 w 162095"/>
                        <a:gd name="connsiteY24" fmla="*/ 38318 h 229213"/>
                        <a:gd name="connsiteX25" fmla="*/ 132291 w 162095"/>
                        <a:gd name="connsiteY25" fmla="*/ 43633 h 229213"/>
                        <a:gd name="connsiteX26" fmla="*/ 115340 w 162095"/>
                        <a:gd name="connsiteY26" fmla="*/ 111298 h 2292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162095" h="229213">
                          <a:moveTo>
                            <a:pt x="161249" y="23085"/>
                          </a:moveTo>
                          <a:cubicBezTo>
                            <a:pt x="161603" y="20959"/>
                            <a:pt x="162309" y="19188"/>
                            <a:pt x="162309" y="16708"/>
                          </a:cubicBezTo>
                          <a:cubicBezTo>
                            <a:pt x="162309" y="10685"/>
                            <a:pt x="158071" y="7143"/>
                            <a:pt x="152068" y="7143"/>
                          </a:cubicBezTo>
                          <a:cubicBezTo>
                            <a:pt x="148536" y="7143"/>
                            <a:pt x="139001" y="9622"/>
                            <a:pt x="137588" y="22376"/>
                          </a:cubicBezTo>
                          <a:cubicBezTo>
                            <a:pt x="131232" y="9268"/>
                            <a:pt x="118871" y="57"/>
                            <a:pt x="104745" y="57"/>
                          </a:cubicBezTo>
                          <a:cubicBezTo>
                            <a:pt x="64486" y="57"/>
                            <a:pt x="20696" y="49655"/>
                            <a:pt x="20696" y="100670"/>
                          </a:cubicBezTo>
                          <a:cubicBezTo>
                            <a:pt x="20696" y="135743"/>
                            <a:pt x="42238" y="156645"/>
                            <a:pt x="67665" y="156645"/>
                          </a:cubicBezTo>
                          <a:cubicBezTo>
                            <a:pt x="88500" y="156645"/>
                            <a:pt x="105099" y="139994"/>
                            <a:pt x="108630" y="136097"/>
                          </a:cubicBezTo>
                          <a:lnTo>
                            <a:pt x="108983" y="136452"/>
                          </a:lnTo>
                          <a:cubicBezTo>
                            <a:pt x="101567" y="167982"/>
                            <a:pt x="97329" y="182507"/>
                            <a:pt x="97329" y="183215"/>
                          </a:cubicBezTo>
                          <a:cubicBezTo>
                            <a:pt x="95917" y="186404"/>
                            <a:pt x="83910" y="221477"/>
                            <a:pt x="46476" y="221477"/>
                          </a:cubicBezTo>
                          <a:cubicBezTo>
                            <a:pt x="39766" y="221477"/>
                            <a:pt x="28112" y="221123"/>
                            <a:pt x="18224" y="217934"/>
                          </a:cubicBezTo>
                          <a:cubicBezTo>
                            <a:pt x="28818" y="214746"/>
                            <a:pt x="32703" y="205535"/>
                            <a:pt x="32703" y="199512"/>
                          </a:cubicBezTo>
                          <a:cubicBezTo>
                            <a:pt x="32703" y="193844"/>
                            <a:pt x="28818" y="187112"/>
                            <a:pt x="19283" y="187112"/>
                          </a:cubicBezTo>
                          <a:cubicBezTo>
                            <a:pt x="11514" y="187112"/>
                            <a:pt x="213" y="193489"/>
                            <a:pt x="213" y="207660"/>
                          </a:cubicBezTo>
                          <a:cubicBezTo>
                            <a:pt x="213" y="222185"/>
                            <a:pt x="13279" y="229271"/>
                            <a:pt x="47182" y="229271"/>
                          </a:cubicBezTo>
                          <a:cubicBezTo>
                            <a:pt x="91326" y="229271"/>
                            <a:pt x="116753" y="201638"/>
                            <a:pt x="122050" y="180381"/>
                          </a:cubicBezTo>
                          <a:lnTo>
                            <a:pt x="161249" y="23085"/>
                          </a:lnTo>
                          <a:close/>
                          <a:moveTo>
                            <a:pt x="115340" y="111298"/>
                          </a:moveTo>
                          <a:cubicBezTo>
                            <a:pt x="113221" y="120509"/>
                            <a:pt x="105099" y="129366"/>
                            <a:pt x="97329" y="136097"/>
                          </a:cubicBezTo>
                          <a:cubicBezTo>
                            <a:pt x="89913" y="142474"/>
                            <a:pt x="78965" y="148851"/>
                            <a:pt x="68724" y="148851"/>
                          </a:cubicBezTo>
                          <a:cubicBezTo>
                            <a:pt x="51067" y="148851"/>
                            <a:pt x="45769" y="130429"/>
                            <a:pt x="45769" y="116258"/>
                          </a:cubicBezTo>
                          <a:cubicBezTo>
                            <a:pt x="45769" y="99253"/>
                            <a:pt x="56011" y="57449"/>
                            <a:pt x="65546" y="39381"/>
                          </a:cubicBezTo>
                          <a:cubicBezTo>
                            <a:pt x="75081" y="22022"/>
                            <a:pt x="90266" y="7851"/>
                            <a:pt x="105099" y="7851"/>
                          </a:cubicBezTo>
                          <a:cubicBezTo>
                            <a:pt x="128406" y="7851"/>
                            <a:pt x="133351" y="36547"/>
                            <a:pt x="133351" y="38318"/>
                          </a:cubicBezTo>
                          <a:cubicBezTo>
                            <a:pt x="133351" y="40090"/>
                            <a:pt x="132644" y="42215"/>
                            <a:pt x="132291" y="43633"/>
                          </a:cubicBezTo>
                          <a:lnTo>
                            <a:pt x="115340" y="111298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" name="Freeform: Shape 61">
                      <a:extLst>
                        <a:ext uri="{FF2B5EF4-FFF2-40B4-BE49-F238E27FC236}">
                          <a16:creationId xmlns:a16="http://schemas.microsoft.com/office/drawing/2014/main" id="{E0840049-E8DA-1A0D-ECF8-CC78F9C38027}"/>
                        </a:ext>
                      </a:extLst>
                    </p:cNvPr>
                    <p:cNvSpPr/>
                    <p:nvPr>
                      <p:custDataLst>
                        <p:tags r:id="rId139"/>
                      </p:custDataLst>
                    </p:nvPr>
                  </p:nvSpPr>
                  <p:spPr>
                    <a:xfrm>
                      <a:off x="10270555" y="4459757"/>
                      <a:ext cx="109264" cy="164665"/>
                    </a:xfrm>
                    <a:custGeom>
                      <a:avLst/>
                      <a:gdLst>
                        <a:gd name="connsiteX0" fmla="*/ 109482 w 109264"/>
                        <a:gd name="connsiteY0" fmla="*/ 119590 h 164665"/>
                        <a:gd name="connsiteX1" fmla="*/ 101077 w 109264"/>
                        <a:gd name="connsiteY1" fmla="*/ 119590 h 164665"/>
                        <a:gd name="connsiteX2" fmla="*/ 94650 w 109264"/>
                        <a:gd name="connsiteY2" fmla="*/ 142157 h 164665"/>
                        <a:gd name="connsiteX3" fmla="*/ 70177 w 109264"/>
                        <a:gd name="connsiteY3" fmla="*/ 143645 h 164665"/>
                        <a:gd name="connsiteX4" fmla="*/ 24691 w 109264"/>
                        <a:gd name="connsiteY4" fmla="*/ 143645 h 164665"/>
                        <a:gd name="connsiteX5" fmla="*/ 74132 w 109264"/>
                        <a:gd name="connsiteY5" fmla="*/ 101982 h 164665"/>
                        <a:gd name="connsiteX6" fmla="*/ 109482 w 109264"/>
                        <a:gd name="connsiteY6" fmla="*/ 48417 h 164665"/>
                        <a:gd name="connsiteX7" fmla="*/ 51636 w 109264"/>
                        <a:gd name="connsiteY7" fmla="*/ 59 h 164665"/>
                        <a:gd name="connsiteX8" fmla="*/ 218 w 109264"/>
                        <a:gd name="connsiteY8" fmla="*/ 44449 h 164665"/>
                        <a:gd name="connsiteX9" fmla="*/ 13320 w 109264"/>
                        <a:gd name="connsiteY9" fmla="*/ 58336 h 164665"/>
                        <a:gd name="connsiteX10" fmla="*/ 26421 w 109264"/>
                        <a:gd name="connsiteY10" fmla="*/ 45193 h 164665"/>
                        <a:gd name="connsiteX11" fmla="*/ 11836 w 109264"/>
                        <a:gd name="connsiteY11" fmla="*/ 32049 h 164665"/>
                        <a:gd name="connsiteX12" fmla="*/ 47928 w 109264"/>
                        <a:gd name="connsiteY12" fmla="*/ 8986 h 164665"/>
                        <a:gd name="connsiteX13" fmla="*/ 85503 w 109264"/>
                        <a:gd name="connsiteY13" fmla="*/ 48417 h 164665"/>
                        <a:gd name="connsiteX14" fmla="*/ 62266 w 109264"/>
                        <a:gd name="connsiteY14" fmla="*/ 96031 h 164665"/>
                        <a:gd name="connsiteX15" fmla="*/ 2690 w 109264"/>
                        <a:gd name="connsiteY15" fmla="*/ 155052 h 164665"/>
                        <a:gd name="connsiteX16" fmla="*/ 218 w 109264"/>
                        <a:gd name="connsiteY16" fmla="*/ 164724 h 164665"/>
                        <a:gd name="connsiteX17" fmla="*/ 102066 w 109264"/>
                        <a:gd name="connsiteY17" fmla="*/ 164724 h 164665"/>
                        <a:gd name="connsiteX18" fmla="*/ 109482 w 109264"/>
                        <a:gd name="connsiteY18" fmla="*/ 119590 h 1646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109264" h="164665">
                          <a:moveTo>
                            <a:pt x="109482" y="119590"/>
                          </a:moveTo>
                          <a:lnTo>
                            <a:pt x="101077" y="119590"/>
                          </a:lnTo>
                          <a:cubicBezTo>
                            <a:pt x="100336" y="125046"/>
                            <a:pt x="97864" y="139677"/>
                            <a:pt x="94650" y="142157"/>
                          </a:cubicBezTo>
                          <a:cubicBezTo>
                            <a:pt x="92672" y="143645"/>
                            <a:pt x="73638" y="143645"/>
                            <a:pt x="70177" y="143645"/>
                          </a:cubicBezTo>
                          <a:lnTo>
                            <a:pt x="24691" y="143645"/>
                          </a:lnTo>
                          <a:cubicBezTo>
                            <a:pt x="50648" y="120582"/>
                            <a:pt x="59300" y="113638"/>
                            <a:pt x="74132" y="101982"/>
                          </a:cubicBezTo>
                          <a:cubicBezTo>
                            <a:pt x="92425" y="87351"/>
                            <a:pt x="109482" y="71976"/>
                            <a:pt x="109482" y="48417"/>
                          </a:cubicBezTo>
                          <a:cubicBezTo>
                            <a:pt x="109482" y="18410"/>
                            <a:pt x="83279" y="59"/>
                            <a:pt x="51636" y="59"/>
                          </a:cubicBezTo>
                          <a:cubicBezTo>
                            <a:pt x="20983" y="59"/>
                            <a:pt x="218" y="21634"/>
                            <a:pt x="218" y="44449"/>
                          </a:cubicBezTo>
                          <a:cubicBezTo>
                            <a:pt x="218" y="57096"/>
                            <a:pt x="10847" y="58336"/>
                            <a:pt x="13320" y="58336"/>
                          </a:cubicBezTo>
                          <a:cubicBezTo>
                            <a:pt x="19252" y="58336"/>
                            <a:pt x="26421" y="54120"/>
                            <a:pt x="26421" y="45193"/>
                          </a:cubicBezTo>
                          <a:cubicBezTo>
                            <a:pt x="26421" y="40729"/>
                            <a:pt x="24691" y="32049"/>
                            <a:pt x="11836" y="32049"/>
                          </a:cubicBezTo>
                          <a:cubicBezTo>
                            <a:pt x="19500" y="14442"/>
                            <a:pt x="36310" y="8986"/>
                            <a:pt x="47928" y="8986"/>
                          </a:cubicBezTo>
                          <a:cubicBezTo>
                            <a:pt x="72649" y="8986"/>
                            <a:pt x="85503" y="28329"/>
                            <a:pt x="85503" y="48417"/>
                          </a:cubicBezTo>
                          <a:cubicBezTo>
                            <a:pt x="85503" y="69992"/>
                            <a:pt x="70177" y="87103"/>
                            <a:pt x="62266" y="96031"/>
                          </a:cubicBezTo>
                          <a:lnTo>
                            <a:pt x="2690" y="155052"/>
                          </a:lnTo>
                          <a:cubicBezTo>
                            <a:pt x="218" y="157284"/>
                            <a:pt x="218" y="157780"/>
                            <a:pt x="218" y="164724"/>
                          </a:cubicBezTo>
                          <a:lnTo>
                            <a:pt x="102066" y="164724"/>
                          </a:lnTo>
                          <a:lnTo>
                            <a:pt x="109482" y="119590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3" name="Freeform: Shape 62">
                      <a:extLst>
                        <a:ext uri="{FF2B5EF4-FFF2-40B4-BE49-F238E27FC236}">
                          <a16:creationId xmlns:a16="http://schemas.microsoft.com/office/drawing/2014/main" id="{69D1AD12-4A47-24C9-C7FC-288D07605236}"/>
                        </a:ext>
                      </a:extLst>
                    </p:cNvPr>
                    <p:cNvSpPr/>
                    <p:nvPr>
                      <p:custDataLst>
                        <p:tags r:id="rId140"/>
                      </p:custDataLst>
                    </p:nvPr>
                  </p:nvSpPr>
                  <p:spPr>
                    <a:xfrm>
                      <a:off x="10448371" y="4305579"/>
                      <a:ext cx="81930" cy="354271"/>
                    </a:xfrm>
                    <a:custGeom>
                      <a:avLst/>
                      <a:gdLst>
                        <a:gd name="connsiteX0" fmla="*/ 82153 w 81930"/>
                        <a:gd name="connsiteY0" fmla="*/ 350786 h 354271"/>
                        <a:gd name="connsiteX1" fmla="*/ 76149 w 81930"/>
                        <a:gd name="connsiteY1" fmla="*/ 342992 h 354271"/>
                        <a:gd name="connsiteX2" fmla="*/ 20705 w 81930"/>
                        <a:gd name="connsiteY2" fmla="*/ 177193 h 354271"/>
                        <a:gd name="connsiteX3" fmla="*/ 77562 w 81930"/>
                        <a:gd name="connsiteY3" fmla="*/ 9622 h 354271"/>
                        <a:gd name="connsiteX4" fmla="*/ 82153 w 81930"/>
                        <a:gd name="connsiteY4" fmla="*/ 3600 h 354271"/>
                        <a:gd name="connsiteX5" fmla="*/ 78622 w 81930"/>
                        <a:gd name="connsiteY5" fmla="*/ 57 h 354271"/>
                        <a:gd name="connsiteX6" fmla="*/ 22471 w 81930"/>
                        <a:gd name="connsiteY6" fmla="*/ 69140 h 354271"/>
                        <a:gd name="connsiteX7" fmla="*/ 222 w 81930"/>
                        <a:gd name="connsiteY7" fmla="*/ 177193 h 354271"/>
                        <a:gd name="connsiteX8" fmla="*/ 23530 w 81930"/>
                        <a:gd name="connsiteY8" fmla="*/ 287726 h 354271"/>
                        <a:gd name="connsiteX9" fmla="*/ 78622 w 81930"/>
                        <a:gd name="connsiteY9" fmla="*/ 354329 h 354271"/>
                        <a:gd name="connsiteX10" fmla="*/ 82153 w 81930"/>
                        <a:gd name="connsiteY10" fmla="*/ 350786 h 3542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1930" h="354271">
                          <a:moveTo>
                            <a:pt x="82153" y="350786"/>
                          </a:moveTo>
                          <a:cubicBezTo>
                            <a:pt x="82153" y="349723"/>
                            <a:pt x="82153" y="349015"/>
                            <a:pt x="76149" y="342992"/>
                          </a:cubicBezTo>
                          <a:cubicBezTo>
                            <a:pt x="32006" y="298354"/>
                            <a:pt x="20705" y="231396"/>
                            <a:pt x="20705" y="177193"/>
                          </a:cubicBezTo>
                          <a:cubicBezTo>
                            <a:pt x="20705" y="115550"/>
                            <a:pt x="34125" y="53906"/>
                            <a:pt x="77562" y="9622"/>
                          </a:cubicBezTo>
                          <a:cubicBezTo>
                            <a:pt x="82153" y="5371"/>
                            <a:pt x="82153" y="4663"/>
                            <a:pt x="82153" y="3600"/>
                          </a:cubicBezTo>
                          <a:cubicBezTo>
                            <a:pt x="82153" y="1120"/>
                            <a:pt x="80740" y="57"/>
                            <a:pt x="78622" y="57"/>
                          </a:cubicBezTo>
                          <a:cubicBezTo>
                            <a:pt x="75090" y="57"/>
                            <a:pt x="43306" y="24148"/>
                            <a:pt x="22471" y="69140"/>
                          </a:cubicBezTo>
                          <a:cubicBezTo>
                            <a:pt x="4460" y="108110"/>
                            <a:pt x="222" y="147434"/>
                            <a:pt x="222" y="177193"/>
                          </a:cubicBezTo>
                          <a:cubicBezTo>
                            <a:pt x="222" y="204826"/>
                            <a:pt x="4107" y="247693"/>
                            <a:pt x="23530" y="287726"/>
                          </a:cubicBezTo>
                          <a:cubicBezTo>
                            <a:pt x="44719" y="331301"/>
                            <a:pt x="75090" y="354329"/>
                            <a:pt x="78622" y="354329"/>
                          </a:cubicBezTo>
                          <a:cubicBezTo>
                            <a:pt x="80740" y="354329"/>
                            <a:pt x="82153" y="353266"/>
                            <a:pt x="82153" y="350786"/>
                          </a:cubicBez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4" name="Freeform: Shape 1023">
                      <a:extLst>
                        <a:ext uri="{FF2B5EF4-FFF2-40B4-BE49-F238E27FC236}">
                          <a16:creationId xmlns:a16="http://schemas.microsoft.com/office/drawing/2014/main" id="{792D06A6-115D-1AA0-5A92-877BB971C6BD}"/>
                        </a:ext>
                      </a:extLst>
                    </p:cNvPr>
                    <p:cNvSpPr/>
                    <p:nvPr>
                      <p:custDataLst>
                        <p:tags r:id="rId141"/>
                      </p:custDataLst>
                    </p:nvPr>
                  </p:nvSpPr>
                  <p:spPr>
                    <a:xfrm>
                      <a:off x="10560987" y="4414694"/>
                      <a:ext cx="175868" cy="160484"/>
                    </a:xfrm>
                    <a:custGeom>
                      <a:avLst/>
                      <a:gdLst>
                        <a:gd name="connsiteX0" fmla="*/ 107937 w 175868"/>
                        <a:gd name="connsiteY0" fmla="*/ 49655 h 160484"/>
                        <a:gd name="connsiteX1" fmla="*/ 142899 w 175868"/>
                        <a:gd name="connsiteY1" fmla="*/ 7851 h 160484"/>
                        <a:gd name="connsiteX2" fmla="*/ 160556 w 175868"/>
                        <a:gd name="connsiteY2" fmla="*/ 12457 h 160484"/>
                        <a:gd name="connsiteX3" fmla="*/ 143605 w 175868"/>
                        <a:gd name="connsiteY3" fmla="*/ 31587 h 160484"/>
                        <a:gd name="connsiteX4" fmla="*/ 157025 w 175868"/>
                        <a:gd name="connsiteY4" fmla="*/ 43987 h 160484"/>
                        <a:gd name="connsiteX5" fmla="*/ 176095 w 175868"/>
                        <a:gd name="connsiteY5" fmla="*/ 23439 h 160484"/>
                        <a:gd name="connsiteX6" fmla="*/ 143252 w 175868"/>
                        <a:gd name="connsiteY6" fmla="*/ 57 h 160484"/>
                        <a:gd name="connsiteX7" fmla="*/ 106171 w 175868"/>
                        <a:gd name="connsiteY7" fmla="*/ 26982 h 160484"/>
                        <a:gd name="connsiteX8" fmla="*/ 68031 w 175868"/>
                        <a:gd name="connsiteY8" fmla="*/ 57 h 160484"/>
                        <a:gd name="connsiteX9" fmla="*/ 11174 w 175868"/>
                        <a:gd name="connsiteY9" fmla="*/ 54615 h 160484"/>
                        <a:gd name="connsiteX10" fmla="*/ 15411 w 175868"/>
                        <a:gd name="connsiteY10" fmla="*/ 58158 h 160484"/>
                        <a:gd name="connsiteX11" fmla="*/ 20002 w 175868"/>
                        <a:gd name="connsiteY11" fmla="*/ 54261 h 160484"/>
                        <a:gd name="connsiteX12" fmla="*/ 67325 w 175868"/>
                        <a:gd name="connsiteY12" fmla="*/ 7851 h 160484"/>
                        <a:gd name="connsiteX13" fmla="*/ 86395 w 175868"/>
                        <a:gd name="connsiteY13" fmla="*/ 31587 h 160484"/>
                        <a:gd name="connsiteX14" fmla="*/ 67325 w 175868"/>
                        <a:gd name="connsiteY14" fmla="*/ 115904 h 160484"/>
                        <a:gd name="connsiteX15" fmla="*/ 33775 w 175868"/>
                        <a:gd name="connsiteY15" fmla="*/ 152748 h 160484"/>
                        <a:gd name="connsiteX16" fmla="*/ 16118 w 175868"/>
                        <a:gd name="connsiteY16" fmla="*/ 148143 h 160484"/>
                        <a:gd name="connsiteX17" fmla="*/ 32716 w 175868"/>
                        <a:gd name="connsiteY17" fmla="*/ 129012 h 160484"/>
                        <a:gd name="connsiteX18" fmla="*/ 19649 w 175868"/>
                        <a:gd name="connsiteY18" fmla="*/ 116612 h 160484"/>
                        <a:gd name="connsiteX19" fmla="*/ 226 w 175868"/>
                        <a:gd name="connsiteY19" fmla="*/ 137160 h 160484"/>
                        <a:gd name="connsiteX20" fmla="*/ 33422 w 175868"/>
                        <a:gd name="connsiteY20" fmla="*/ 160542 h 160484"/>
                        <a:gd name="connsiteX21" fmla="*/ 70503 w 175868"/>
                        <a:gd name="connsiteY21" fmla="*/ 133617 h 160484"/>
                        <a:gd name="connsiteX22" fmla="*/ 108643 w 175868"/>
                        <a:gd name="connsiteY22" fmla="*/ 160542 h 160484"/>
                        <a:gd name="connsiteX23" fmla="*/ 165147 w 175868"/>
                        <a:gd name="connsiteY23" fmla="*/ 105984 h 160484"/>
                        <a:gd name="connsiteX24" fmla="*/ 160909 w 175868"/>
                        <a:gd name="connsiteY24" fmla="*/ 102442 h 160484"/>
                        <a:gd name="connsiteX25" fmla="*/ 156318 w 175868"/>
                        <a:gd name="connsiteY25" fmla="*/ 106339 h 160484"/>
                        <a:gd name="connsiteX26" fmla="*/ 109349 w 175868"/>
                        <a:gd name="connsiteY26" fmla="*/ 152748 h 160484"/>
                        <a:gd name="connsiteX27" fmla="*/ 89926 w 175868"/>
                        <a:gd name="connsiteY27" fmla="*/ 129366 h 160484"/>
                        <a:gd name="connsiteX28" fmla="*/ 95930 w 175868"/>
                        <a:gd name="connsiteY28" fmla="*/ 98190 h 160484"/>
                        <a:gd name="connsiteX29" fmla="*/ 107937 w 175868"/>
                        <a:gd name="connsiteY29" fmla="*/ 49655 h 1604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175868" h="160484">
                          <a:moveTo>
                            <a:pt x="107937" y="49655"/>
                          </a:moveTo>
                          <a:cubicBezTo>
                            <a:pt x="110056" y="40444"/>
                            <a:pt x="118178" y="7851"/>
                            <a:pt x="142899" y="7851"/>
                          </a:cubicBezTo>
                          <a:cubicBezTo>
                            <a:pt x="144664" y="7851"/>
                            <a:pt x="153140" y="7851"/>
                            <a:pt x="160556" y="12457"/>
                          </a:cubicBezTo>
                          <a:cubicBezTo>
                            <a:pt x="150668" y="14228"/>
                            <a:pt x="143605" y="23085"/>
                            <a:pt x="143605" y="31587"/>
                          </a:cubicBezTo>
                          <a:cubicBezTo>
                            <a:pt x="143605" y="37256"/>
                            <a:pt x="147490" y="43987"/>
                            <a:pt x="157025" y="43987"/>
                          </a:cubicBezTo>
                          <a:cubicBezTo>
                            <a:pt x="164794" y="43987"/>
                            <a:pt x="176095" y="37610"/>
                            <a:pt x="176095" y="23439"/>
                          </a:cubicBezTo>
                          <a:cubicBezTo>
                            <a:pt x="176095" y="5017"/>
                            <a:pt x="155259" y="57"/>
                            <a:pt x="143252" y="57"/>
                          </a:cubicBezTo>
                          <a:cubicBezTo>
                            <a:pt x="122769" y="57"/>
                            <a:pt x="110409" y="18834"/>
                            <a:pt x="106171" y="26982"/>
                          </a:cubicBezTo>
                          <a:cubicBezTo>
                            <a:pt x="97342" y="3600"/>
                            <a:pt x="78272" y="57"/>
                            <a:pt x="68031" y="57"/>
                          </a:cubicBezTo>
                          <a:cubicBezTo>
                            <a:pt x="31303" y="57"/>
                            <a:pt x="11174" y="45758"/>
                            <a:pt x="11174" y="54615"/>
                          </a:cubicBezTo>
                          <a:cubicBezTo>
                            <a:pt x="11174" y="58158"/>
                            <a:pt x="14705" y="58158"/>
                            <a:pt x="15411" y="58158"/>
                          </a:cubicBezTo>
                          <a:cubicBezTo>
                            <a:pt x="18237" y="58158"/>
                            <a:pt x="19296" y="57449"/>
                            <a:pt x="20002" y="54261"/>
                          </a:cubicBezTo>
                          <a:cubicBezTo>
                            <a:pt x="32010" y="16708"/>
                            <a:pt x="55317" y="7851"/>
                            <a:pt x="67325" y="7851"/>
                          </a:cubicBezTo>
                          <a:cubicBezTo>
                            <a:pt x="74034" y="7851"/>
                            <a:pt x="86395" y="11040"/>
                            <a:pt x="86395" y="31587"/>
                          </a:cubicBezTo>
                          <a:cubicBezTo>
                            <a:pt x="86395" y="42570"/>
                            <a:pt x="80391" y="66306"/>
                            <a:pt x="67325" y="115904"/>
                          </a:cubicBezTo>
                          <a:cubicBezTo>
                            <a:pt x="61674" y="137869"/>
                            <a:pt x="49314" y="152748"/>
                            <a:pt x="33775" y="152748"/>
                          </a:cubicBezTo>
                          <a:cubicBezTo>
                            <a:pt x="31656" y="152748"/>
                            <a:pt x="23534" y="152748"/>
                            <a:pt x="16118" y="148143"/>
                          </a:cubicBezTo>
                          <a:cubicBezTo>
                            <a:pt x="24946" y="146371"/>
                            <a:pt x="32716" y="138932"/>
                            <a:pt x="32716" y="129012"/>
                          </a:cubicBezTo>
                          <a:cubicBezTo>
                            <a:pt x="32716" y="119447"/>
                            <a:pt x="24946" y="116612"/>
                            <a:pt x="19649" y="116612"/>
                          </a:cubicBezTo>
                          <a:cubicBezTo>
                            <a:pt x="9055" y="116612"/>
                            <a:pt x="226" y="125824"/>
                            <a:pt x="226" y="137160"/>
                          </a:cubicBezTo>
                          <a:cubicBezTo>
                            <a:pt x="226" y="153457"/>
                            <a:pt x="17884" y="160542"/>
                            <a:pt x="33422" y="160542"/>
                          </a:cubicBezTo>
                          <a:cubicBezTo>
                            <a:pt x="56730" y="160542"/>
                            <a:pt x="69443" y="135743"/>
                            <a:pt x="70503" y="133617"/>
                          </a:cubicBezTo>
                          <a:cubicBezTo>
                            <a:pt x="74741" y="146726"/>
                            <a:pt x="87454" y="160542"/>
                            <a:pt x="108643" y="160542"/>
                          </a:cubicBezTo>
                          <a:cubicBezTo>
                            <a:pt x="145018" y="160542"/>
                            <a:pt x="165147" y="114841"/>
                            <a:pt x="165147" y="105984"/>
                          </a:cubicBezTo>
                          <a:cubicBezTo>
                            <a:pt x="165147" y="102442"/>
                            <a:pt x="161969" y="102442"/>
                            <a:pt x="160909" y="102442"/>
                          </a:cubicBezTo>
                          <a:cubicBezTo>
                            <a:pt x="157731" y="102442"/>
                            <a:pt x="157025" y="103859"/>
                            <a:pt x="156318" y="106339"/>
                          </a:cubicBezTo>
                          <a:cubicBezTo>
                            <a:pt x="144664" y="144246"/>
                            <a:pt x="120650" y="152748"/>
                            <a:pt x="109349" y="152748"/>
                          </a:cubicBezTo>
                          <a:cubicBezTo>
                            <a:pt x="95577" y="152748"/>
                            <a:pt x="89926" y="141411"/>
                            <a:pt x="89926" y="129366"/>
                          </a:cubicBezTo>
                          <a:cubicBezTo>
                            <a:pt x="89926" y="121572"/>
                            <a:pt x="92045" y="113778"/>
                            <a:pt x="95930" y="98190"/>
                          </a:cubicBezTo>
                          <a:lnTo>
                            <a:pt x="107937" y="49655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5" name="Freeform: Shape 1024">
                      <a:extLst>
                        <a:ext uri="{FF2B5EF4-FFF2-40B4-BE49-F238E27FC236}">
                          <a16:creationId xmlns:a16="http://schemas.microsoft.com/office/drawing/2014/main" id="{3C09B7BA-6090-14E8-B446-28E92E8A16DA}"/>
                        </a:ext>
                      </a:extLst>
                    </p:cNvPr>
                    <p:cNvSpPr/>
                    <p:nvPr>
                      <p:custDataLst>
                        <p:tags r:id="rId142"/>
                      </p:custDataLst>
                    </p:nvPr>
                  </p:nvSpPr>
                  <p:spPr>
                    <a:xfrm>
                      <a:off x="10772711" y="4305579"/>
                      <a:ext cx="81930" cy="354271"/>
                    </a:xfrm>
                    <a:custGeom>
                      <a:avLst/>
                      <a:gdLst>
                        <a:gd name="connsiteX0" fmla="*/ 82163 w 81930"/>
                        <a:gd name="connsiteY0" fmla="*/ 177193 h 354271"/>
                        <a:gd name="connsiteX1" fmla="*/ 58855 w 81930"/>
                        <a:gd name="connsiteY1" fmla="*/ 66660 h 354271"/>
                        <a:gd name="connsiteX2" fmla="*/ 3763 w 81930"/>
                        <a:gd name="connsiteY2" fmla="*/ 57 h 354271"/>
                        <a:gd name="connsiteX3" fmla="*/ 232 w 81930"/>
                        <a:gd name="connsiteY3" fmla="*/ 3600 h 354271"/>
                        <a:gd name="connsiteX4" fmla="*/ 6942 w 81930"/>
                        <a:gd name="connsiteY4" fmla="*/ 11748 h 354271"/>
                        <a:gd name="connsiteX5" fmla="*/ 61680 w 81930"/>
                        <a:gd name="connsiteY5" fmla="*/ 177193 h 354271"/>
                        <a:gd name="connsiteX6" fmla="*/ 4823 w 81930"/>
                        <a:gd name="connsiteY6" fmla="*/ 344763 h 354271"/>
                        <a:gd name="connsiteX7" fmla="*/ 232 w 81930"/>
                        <a:gd name="connsiteY7" fmla="*/ 350786 h 354271"/>
                        <a:gd name="connsiteX8" fmla="*/ 3763 w 81930"/>
                        <a:gd name="connsiteY8" fmla="*/ 354329 h 354271"/>
                        <a:gd name="connsiteX9" fmla="*/ 59914 w 81930"/>
                        <a:gd name="connsiteY9" fmla="*/ 285246 h 354271"/>
                        <a:gd name="connsiteX10" fmla="*/ 82163 w 81930"/>
                        <a:gd name="connsiteY10" fmla="*/ 177193 h 3542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1930" h="354271">
                          <a:moveTo>
                            <a:pt x="82163" y="177193"/>
                          </a:moveTo>
                          <a:cubicBezTo>
                            <a:pt x="82163" y="149560"/>
                            <a:pt x="78278" y="106693"/>
                            <a:pt x="58855" y="66660"/>
                          </a:cubicBezTo>
                          <a:cubicBezTo>
                            <a:pt x="37666" y="23085"/>
                            <a:pt x="7295" y="57"/>
                            <a:pt x="3763" y="57"/>
                          </a:cubicBezTo>
                          <a:cubicBezTo>
                            <a:pt x="1644" y="57"/>
                            <a:pt x="232" y="1474"/>
                            <a:pt x="232" y="3600"/>
                          </a:cubicBezTo>
                          <a:cubicBezTo>
                            <a:pt x="232" y="4663"/>
                            <a:pt x="232" y="5371"/>
                            <a:pt x="6942" y="11748"/>
                          </a:cubicBezTo>
                          <a:cubicBezTo>
                            <a:pt x="41550" y="46821"/>
                            <a:pt x="61680" y="103150"/>
                            <a:pt x="61680" y="177193"/>
                          </a:cubicBezTo>
                          <a:cubicBezTo>
                            <a:pt x="61680" y="237773"/>
                            <a:pt x="48613" y="300125"/>
                            <a:pt x="4823" y="344763"/>
                          </a:cubicBezTo>
                          <a:cubicBezTo>
                            <a:pt x="232" y="349015"/>
                            <a:pt x="232" y="349723"/>
                            <a:pt x="232" y="350786"/>
                          </a:cubicBezTo>
                          <a:cubicBezTo>
                            <a:pt x="232" y="352912"/>
                            <a:pt x="1644" y="354329"/>
                            <a:pt x="3763" y="354329"/>
                          </a:cubicBezTo>
                          <a:cubicBezTo>
                            <a:pt x="7295" y="354329"/>
                            <a:pt x="39078" y="330238"/>
                            <a:pt x="59914" y="285246"/>
                          </a:cubicBezTo>
                          <a:cubicBezTo>
                            <a:pt x="77925" y="246276"/>
                            <a:pt x="82163" y="206952"/>
                            <a:pt x="82163" y="177193"/>
                          </a:cubicBez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7" name="Freeform: Shape 1026">
                      <a:extLst>
                        <a:ext uri="{FF2B5EF4-FFF2-40B4-BE49-F238E27FC236}">
                          <a16:creationId xmlns:a16="http://schemas.microsoft.com/office/drawing/2014/main" id="{1DFE0AE4-3ACE-080E-0E7E-E76E6E249BE7}"/>
                        </a:ext>
                      </a:extLst>
                    </p:cNvPr>
                    <p:cNvSpPr/>
                    <p:nvPr>
                      <p:custDataLst>
                        <p:tags r:id="rId143"/>
                      </p:custDataLst>
                    </p:nvPr>
                  </p:nvSpPr>
                  <p:spPr>
                    <a:xfrm>
                      <a:off x="11007789" y="4441265"/>
                      <a:ext cx="234845" cy="82899"/>
                    </a:xfrm>
                    <a:custGeom>
                      <a:avLst/>
                      <a:gdLst>
                        <a:gd name="connsiteX0" fmla="*/ 223076 w 234845"/>
                        <a:gd name="connsiteY0" fmla="*/ 14228 h 82899"/>
                        <a:gd name="connsiteX1" fmla="*/ 235083 w 234845"/>
                        <a:gd name="connsiteY1" fmla="*/ 7143 h 82899"/>
                        <a:gd name="connsiteX2" fmla="*/ 223429 w 234845"/>
                        <a:gd name="connsiteY2" fmla="*/ 57 h 82899"/>
                        <a:gd name="connsiteX3" fmla="*/ 11892 w 234845"/>
                        <a:gd name="connsiteY3" fmla="*/ 57 h 82899"/>
                        <a:gd name="connsiteX4" fmla="*/ 238 w 234845"/>
                        <a:gd name="connsiteY4" fmla="*/ 7143 h 82899"/>
                        <a:gd name="connsiteX5" fmla="*/ 12245 w 234845"/>
                        <a:gd name="connsiteY5" fmla="*/ 14228 h 82899"/>
                        <a:gd name="connsiteX6" fmla="*/ 223076 w 234845"/>
                        <a:gd name="connsiteY6" fmla="*/ 14228 h 82899"/>
                        <a:gd name="connsiteX7" fmla="*/ 223429 w 234845"/>
                        <a:gd name="connsiteY7" fmla="*/ 82957 h 82899"/>
                        <a:gd name="connsiteX8" fmla="*/ 235083 w 234845"/>
                        <a:gd name="connsiteY8" fmla="*/ 75871 h 82899"/>
                        <a:gd name="connsiteX9" fmla="*/ 223076 w 234845"/>
                        <a:gd name="connsiteY9" fmla="*/ 68786 h 82899"/>
                        <a:gd name="connsiteX10" fmla="*/ 12245 w 234845"/>
                        <a:gd name="connsiteY10" fmla="*/ 68786 h 82899"/>
                        <a:gd name="connsiteX11" fmla="*/ 238 w 234845"/>
                        <a:gd name="connsiteY11" fmla="*/ 75871 h 82899"/>
                        <a:gd name="connsiteX12" fmla="*/ 11892 w 234845"/>
                        <a:gd name="connsiteY12" fmla="*/ 82957 h 82899"/>
                        <a:gd name="connsiteX13" fmla="*/ 223429 w 234845"/>
                        <a:gd name="connsiteY13" fmla="*/ 82957 h 828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234845" h="82899">
                          <a:moveTo>
                            <a:pt x="223076" y="14228"/>
                          </a:moveTo>
                          <a:cubicBezTo>
                            <a:pt x="228373" y="14228"/>
                            <a:pt x="235083" y="14228"/>
                            <a:pt x="235083" y="7143"/>
                          </a:cubicBezTo>
                          <a:cubicBezTo>
                            <a:pt x="235083" y="57"/>
                            <a:pt x="228373" y="57"/>
                            <a:pt x="223429" y="57"/>
                          </a:cubicBezTo>
                          <a:lnTo>
                            <a:pt x="11892" y="57"/>
                          </a:lnTo>
                          <a:cubicBezTo>
                            <a:pt x="6948" y="57"/>
                            <a:pt x="238" y="57"/>
                            <a:pt x="238" y="7143"/>
                          </a:cubicBezTo>
                          <a:cubicBezTo>
                            <a:pt x="238" y="14228"/>
                            <a:pt x="6948" y="14228"/>
                            <a:pt x="12245" y="14228"/>
                          </a:cubicBezTo>
                          <a:lnTo>
                            <a:pt x="223076" y="14228"/>
                          </a:lnTo>
                          <a:close/>
                          <a:moveTo>
                            <a:pt x="223429" y="82957"/>
                          </a:moveTo>
                          <a:cubicBezTo>
                            <a:pt x="228373" y="82957"/>
                            <a:pt x="235083" y="82957"/>
                            <a:pt x="235083" y="75871"/>
                          </a:cubicBezTo>
                          <a:cubicBezTo>
                            <a:pt x="235083" y="68786"/>
                            <a:pt x="228373" y="68786"/>
                            <a:pt x="223076" y="68786"/>
                          </a:cubicBezTo>
                          <a:lnTo>
                            <a:pt x="12245" y="68786"/>
                          </a:lnTo>
                          <a:cubicBezTo>
                            <a:pt x="6948" y="68786"/>
                            <a:pt x="238" y="68786"/>
                            <a:pt x="238" y="75871"/>
                          </a:cubicBezTo>
                          <a:cubicBezTo>
                            <a:pt x="238" y="82957"/>
                            <a:pt x="6948" y="82957"/>
                            <a:pt x="11892" y="82957"/>
                          </a:cubicBezTo>
                          <a:lnTo>
                            <a:pt x="223429" y="82957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8" name="Freeform: Shape 1027">
                      <a:extLst>
                        <a:ext uri="{FF2B5EF4-FFF2-40B4-BE49-F238E27FC236}">
                          <a16:creationId xmlns:a16="http://schemas.microsoft.com/office/drawing/2014/main" id="{0634B5B4-36A4-EEFF-CBAC-A8829B73F8D4}"/>
                        </a:ext>
                      </a:extLst>
                    </p:cNvPr>
                    <p:cNvSpPr/>
                    <p:nvPr>
                      <p:custDataLst>
                        <p:tags r:id="rId144"/>
                      </p:custDataLst>
                    </p:nvPr>
                  </p:nvSpPr>
                  <p:spPr>
                    <a:xfrm>
                      <a:off x="11751320" y="4095670"/>
                      <a:ext cx="116539" cy="235944"/>
                    </a:xfrm>
                    <a:custGeom>
                      <a:avLst/>
                      <a:gdLst>
                        <a:gd name="connsiteX0" fmla="*/ 72655 w 116539"/>
                        <a:gd name="connsiteY0" fmla="*/ 9261 h 235944"/>
                        <a:gd name="connsiteX1" fmla="*/ 64532 w 116539"/>
                        <a:gd name="connsiteY1" fmla="*/ 50 h 235944"/>
                        <a:gd name="connsiteX2" fmla="*/ 259 w 116539"/>
                        <a:gd name="connsiteY2" fmla="*/ 22724 h 235944"/>
                        <a:gd name="connsiteX3" fmla="*/ 259 w 116539"/>
                        <a:gd name="connsiteY3" fmla="*/ 33706 h 235944"/>
                        <a:gd name="connsiteX4" fmla="*/ 46522 w 116539"/>
                        <a:gd name="connsiteY4" fmla="*/ 24495 h 235944"/>
                        <a:gd name="connsiteX5" fmla="*/ 46522 w 116539"/>
                        <a:gd name="connsiteY5" fmla="*/ 208008 h 235944"/>
                        <a:gd name="connsiteX6" fmla="*/ 13679 w 116539"/>
                        <a:gd name="connsiteY6" fmla="*/ 225013 h 235944"/>
                        <a:gd name="connsiteX7" fmla="*/ 2378 w 116539"/>
                        <a:gd name="connsiteY7" fmla="*/ 225013 h 235944"/>
                        <a:gd name="connsiteX8" fmla="*/ 2378 w 116539"/>
                        <a:gd name="connsiteY8" fmla="*/ 235995 h 235944"/>
                        <a:gd name="connsiteX9" fmla="*/ 59588 w 116539"/>
                        <a:gd name="connsiteY9" fmla="*/ 234932 h 235944"/>
                        <a:gd name="connsiteX10" fmla="*/ 116799 w 116539"/>
                        <a:gd name="connsiteY10" fmla="*/ 235995 h 235944"/>
                        <a:gd name="connsiteX11" fmla="*/ 116799 w 116539"/>
                        <a:gd name="connsiteY11" fmla="*/ 225013 h 235944"/>
                        <a:gd name="connsiteX12" fmla="*/ 105498 w 116539"/>
                        <a:gd name="connsiteY12" fmla="*/ 225013 h 235944"/>
                        <a:gd name="connsiteX13" fmla="*/ 72655 w 116539"/>
                        <a:gd name="connsiteY13" fmla="*/ 208008 h 235944"/>
                        <a:gd name="connsiteX14" fmla="*/ 72655 w 116539"/>
                        <a:gd name="connsiteY14" fmla="*/ 9261 h 2359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16539" h="235944">
                          <a:moveTo>
                            <a:pt x="72655" y="9261"/>
                          </a:moveTo>
                          <a:cubicBezTo>
                            <a:pt x="72655" y="759"/>
                            <a:pt x="72655" y="50"/>
                            <a:pt x="64532" y="50"/>
                          </a:cubicBezTo>
                          <a:cubicBezTo>
                            <a:pt x="42637" y="22724"/>
                            <a:pt x="11560" y="22724"/>
                            <a:pt x="259" y="22724"/>
                          </a:cubicBezTo>
                          <a:lnTo>
                            <a:pt x="259" y="33706"/>
                          </a:lnTo>
                          <a:cubicBezTo>
                            <a:pt x="7322" y="33706"/>
                            <a:pt x="28158" y="33706"/>
                            <a:pt x="46522" y="24495"/>
                          </a:cubicBezTo>
                          <a:lnTo>
                            <a:pt x="46522" y="208008"/>
                          </a:lnTo>
                          <a:cubicBezTo>
                            <a:pt x="46522" y="220761"/>
                            <a:pt x="45462" y="225013"/>
                            <a:pt x="13679" y="225013"/>
                          </a:cubicBezTo>
                          <a:lnTo>
                            <a:pt x="2378" y="225013"/>
                          </a:lnTo>
                          <a:lnTo>
                            <a:pt x="2378" y="235995"/>
                          </a:lnTo>
                          <a:cubicBezTo>
                            <a:pt x="14738" y="234932"/>
                            <a:pt x="45462" y="234932"/>
                            <a:pt x="59588" y="234932"/>
                          </a:cubicBezTo>
                          <a:cubicBezTo>
                            <a:pt x="73714" y="234932"/>
                            <a:pt x="104438" y="234932"/>
                            <a:pt x="116799" y="235995"/>
                          </a:cubicBezTo>
                          <a:lnTo>
                            <a:pt x="116799" y="225013"/>
                          </a:lnTo>
                          <a:lnTo>
                            <a:pt x="105498" y="225013"/>
                          </a:lnTo>
                          <a:cubicBezTo>
                            <a:pt x="73714" y="225013"/>
                            <a:pt x="72655" y="221116"/>
                            <a:pt x="72655" y="208008"/>
                          </a:cubicBezTo>
                          <a:lnTo>
                            <a:pt x="72655" y="9261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29" name="Freeform: Shape 1028">
                      <a:extLst>
                        <a:ext uri="{FF2B5EF4-FFF2-40B4-BE49-F238E27FC236}">
                          <a16:creationId xmlns:a16="http://schemas.microsoft.com/office/drawing/2014/main" id="{6F94A523-BFEC-F9A3-A26C-B6CD7C96BAEA}"/>
                        </a:ext>
                      </a:extLst>
                    </p:cNvPr>
                    <p:cNvSpPr/>
                    <p:nvPr>
                      <p:custDataLst>
                        <p:tags r:id="rId145"/>
                      </p:custDataLst>
                    </p:nvPr>
                  </p:nvSpPr>
                  <p:spPr>
                    <a:xfrm>
                      <a:off x="11403159" y="4475629"/>
                      <a:ext cx="810035" cy="14170"/>
                    </a:xfrm>
                    <a:custGeom>
                      <a:avLst/>
                      <a:gdLst>
                        <a:gd name="connsiteX0" fmla="*/ 0 w 810035"/>
                        <a:gd name="connsiteY0" fmla="*/ 0 h 14170"/>
                        <a:gd name="connsiteX1" fmla="*/ 810036 w 810035"/>
                        <a:gd name="connsiteY1" fmla="*/ 0 h 14170"/>
                        <a:gd name="connsiteX2" fmla="*/ 810036 w 810035"/>
                        <a:gd name="connsiteY2" fmla="*/ 14170 h 14170"/>
                        <a:gd name="connsiteX3" fmla="*/ 0 w 810035"/>
                        <a:gd name="connsiteY3" fmla="*/ 14170 h 141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810035" h="14170">
                          <a:moveTo>
                            <a:pt x="0" y="0"/>
                          </a:moveTo>
                          <a:lnTo>
                            <a:pt x="810036" y="0"/>
                          </a:lnTo>
                          <a:lnTo>
                            <a:pt x="810036" y="14170"/>
                          </a:lnTo>
                          <a:lnTo>
                            <a:pt x="0" y="14170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0" name="Freeform: Shape 1029">
                      <a:extLst>
                        <a:ext uri="{FF2B5EF4-FFF2-40B4-BE49-F238E27FC236}">
                          <a16:creationId xmlns:a16="http://schemas.microsoft.com/office/drawing/2014/main" id="{506BB838-6CDF-D0BE-8AB0-2B2AB3B1BF6D}"/>
                        </a:ext>
                      </a:extLst>
                    </p:cNvPr>
                    <p:cNvSpPr/>
                    <p:nvPr>
                      <p:custDataLst>
                        <p:tags r:id="rId146"/>
                      </p:custDataLst>
                    </p:nvPr>
                  </p:nvSpPr>
                  <p:spPr>
                    <a:xfrm>
                      <a:off x="11413401" y="4657707"/>
                      <a:ext cx="175868" cy="160484"/>
                    </a:xfrm>
                    <a:custGeom>
                      <a:avLst/>
                      <a:gdLst>
                        <a:gd name="connsiteX0" fmla="*/ 107961 w 175868"/>
                        <a:gd name="connsiteY0" fmla="*/ 49662 h 160484"/>
                        <a:gd name="connsiteX1" fmla="*/ 142923 w 175868"/>
                        <a:gd name="connsiteY1" fmla="*/ 7858 h 160484"/>
                        <a:gd name="connsiteX2" fmla="*/ 160580 w 175868"/>
                        <a:gd name="connsiteY2" fmla="*/ 12463 h 160484"/>
                        <a:gd name="connsiteX3" fmla="*/ 143629 w 175868"/>
                        <a:gd name="connsiteY3" fmla="*/ 31594 h 160484"/>
                        <a:gd name="connsiteX4" fmla="*/ 157049 w 175868"/>
                        <a:gd name="connsiteY4" fmla="*/ 43994 h 160484"/>
                        <a:gd name="connsiteX5" fmla="*/ 176119 w 175868"/>
                        <a:gd name="connsiteY5" fmla="*/ 23446 h 160484"/>
                        <a:gd name="connsiteX6" fmla="*/ 143276 w 175868"/>
                        <a:gd name="connsiteY6" fmla="*/ 64 h 160484"/>
                        <a:gd name="connsiteX7" fmla="*/ 106195 w 175868"/>
                        <a:gd name="connsiteY7" fmla="*/ 26989 h 160484"/>
                        <a:gd name="connsiteX8" fmla="*/ 68055 w 175868"/>
                        <a:gd name="connsiteY8" fmla="*/ 64 h 160484"/>
                        <a:gd name="connsiteX9" fmla="*/ 11198 w 175868"/>
                        <a:gd name="connsiteY9" fmla="*/ 54622 h 160484"/>
                        <a:gd name="connsiteX10" fmla="*/ 15435 w 175868"/>
                        <a:gd name="connsiteY10" fmla="*/ 58164 h 160484"/>
                        <a:gd name="connsiteX11" fmla="*/ 20026 w 175868"/>
                        <a:gd name="connsiteY11" fmla="*/ 54268 h 160484"/>
                        <a:gd name="connsiteX12" fmla="*/ 67349 w 175868"/>
                        <a:gd name="connsiteY12" fmla="*/ 7858 h 160484"/>
                        <a:gd name="connsiteX13" fmla="*/ 86419 w 175868"/>
                        <a:gd name="connsiteY13" fmla="*/ 31594 h 160484"/>
                        <a:gd name="connsiteX14" fmla="*/ 67349 w 175868"/>
                        <a:gd name="connsiteY14" fmla="*/ 115911 h 160484"/>
                        <a:gd name="connsiteX15" fmla="*/ 33799 w 175868"/>
                        <a:gd name="connsiteY15" fmla="*/ 152755 h 160484"/>
                        <a:gd name="connsiteX16" fmla="*/ 16142 w 175868"/>
                        <a:gd name="connsiteY16" fmla="*/ 148149 h 160484"/>
                        <a:gd name="connsiteX17" fmla="*/ 32740 w 175868"/>
                        <a:gd name="connsiteY17" fmla="*/ 129019 h 160484"/>
                        <a:gd name="connsiteX18" fmla="*/ 19673 w 175868"/>
                        <a:gd name="connsiteY18" fmla="*/ 116619 h 160484"/>
                        <a:gd name="connsiteX19" fmla="*/ 250 w 175868"/>
                        <a:gd name="connsiteY19" fmla="*/ 137167 h 160484"/>
                        <a:gd name="connsiteX20" fmla="*/ 33446 w 175868"/>
                        <a:gd name="connsiteY20" fmla="*/ 160549 h 160484"/>
                        <a:gd name="connsiteX21" fmla="*/ 70527 w 175868"/>
                        <a:gd name="connsiteY21" fmla="*/ 133624 h 160484"/>
                        <a:gd name="connsiteX22" fmla="*/ 108667 w 175868"/>
                        <a:gd name="connsiteY22" fmla="*/ 160549 h 160484"/>
                        <a:gd name="connsiteX23" fmla="*/ 165171 w 175868"/>
                        <a:gd name="connsiteY23" fmla="*/ 105991 h 160484"/>
                        <a:gd name="connsiteX24" fmla="*/ 160933 w 175868"/>
                        <a:gd name="connsiteY24" fmla="*/ 102448 h 160484"/>
                        <a:gd name="connsiteX25" fmla="*/ 156342 w 175868"/>
                        <a:gd name="connsiteY25" fmla="*/ 106345 h 160484"/>
                        <a:gd name="connsiteX26" fmla="*/ 109373 w 175868"/>
                        <a:gd name="connsiteY26" fmla="*/ 152755 h 160484"/>
                        <a:gd name="connsiteX27" fmla="*/ 89950 w 175868"/>
                        <a:gd name="connsiteY27" fmla="*/ 129373 h 160484"/>
                        <a:gd name="connsiteX28" fmla="*/ 95954 w 175868"/>
                        <a:gd name="connsiteY28" fmla="*/ 98197 h 160484"/>
                        <a:gd name="connsiteX29" fmla="*/ 107961 w 175868"/>
                        <a:gd name="connsiteY29" fmla="*/ 49662 h 1604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</a:cxnLst>
                      <a:rect l="l" t="t" r="r" b="b"/>
                      <a:pathLst>
                        <a:path w="175868" h="160484">
                          <a:moveTo>
                            <a:pt x="107961" y="49662"/>
                          </a:moveTo>
                          <a:cubicBezTo>
                            <a:pt x="110080" y="40451"/>
                            <a:pt x="118202" y="7858"/>
                            <a:pt x="142923" y="7858"/>
                          </a:cubicBezTo>
                          <a:cubicBezTo>
                            <a:pt x="144689" y="7858"/>
                            <a:pt x="153164" y="7858"/>
                            <a:pt x="160580" y="12463"/>
                          </a:cubicBezTo>
                          <a:cubicBezTo>
                            <a:pt x="150692" y="14235"/>
                            <a:pt x="143629" y="23092"/>
                            <a:pt x="143629" y="31594"/>
                          </a:cubicBezTo>
                          <a:cubicBezTo>
                            <a:pt x="143629" y="37262"/>
                            <a:pt x="147514" y="43994"/>
                            <a:pt x="157049" y="43994"/>
                          </a:cubicBezTo>
                          <a:cubicBezTo>
                            <a:pt x="164818" y="43994"/>
                            <a:pt x="176119" y="37617"/>
                            <a:pt x="176119" y="23446"/>
                          </a:cubicBezTo>
                          <a:cubicBezTo>
                            <a:pt x="176119" y="5024"/>
                            <a:pt x="155283" y="64"/>
                            <a:pt x="143276" y="64"/>
                          </a:cubicBezTo>
                          <a:cubicBezTo>
                            <a:pt x="122793" y="64"/>
                            <a:pt x="110433" y="18840"/>
                            <a:pt x="106195" y="26989"/>
                          </a:cubicBezTo>
                          <a:cubicBezTo>
                            <a:pt x="97366" y="3607"/>
                            <a:pt x="78296" y="64"/>
                            <a:pt x="68055" y="64"/>
                          </a:cubicBezTo>
                          <a:cubicBezTo>
                            <a:pt x="31327" y="64"/>
                            <a:pt x="11198" y="45765"/>
                            <a:pt x="11198" y="54622"/>
                          </a:cubicBezTo>
                          <a:cubicBezTo>
                            <a:pt x="11198" y="58164"/>
                            <a:pt x="14729" y="58164"/>
                            <a:pt x="15435" y="58164"/>
                          </a:cubicBezTo>
                          <a:cubicBezTo>
                            <a:pt x="18261" y="58164"/>
                            <a:pt x="19320" y="57456"/>
                            <a:pt x="20026" y="54268"/>
                          </a:cubicBezTo>
                          <a:cubicBezTo>
                            <a:pt x="32034" y="16715"/>
                            <a:pt x="55341" y="7858"/>
                            <a:pt x="67349" y="7858"/>
                          </a:cubicBezTo>
                          <a:cubicBezTo>
                            <a:pt x="74058" y="7858"/>
                            <a:pt x="86419" y="11046"/>
                            <a:pt x="86419" y="31594"/>
                          </a:cubicBezTo>
                          <a:cubicBezTo>
                            <a:pt x="86419" y="42577"/>
                            <a:pt x="80415" y="66313"/>
                            <a:pt x="67349" y="115911"/>
                          </a:cubicBezTo>
                          <a:cubicBezTo>
                            <a:pt x="61698" y="137876"/>
                            <a:pt x="49338" y="152755"/>
                            <a:pt x="33799" y="152755"/>
                          </a:cubicBezTo>
                          <a:cubicBezTo>
                            <a:pt x="31680" y="152755"/>
                            <a:pt x="23558" y="152755"/>
                            <a:pt x="16142" y="148149"/>
                          </a:cubicBezTo>
                          <a:cubicBezTo>
                            <a:pt x="24971" y="146378"/>
                            <a:pt x="32740" y="138938"/>
                            <a:pt x="32740" y="129019"/>
                          </a:cubicBezTo>
                          <a:cubicBezTo>
                            <a:pt x="32740" y="119453"/>
                            <a:pt x="24971" y="116619"/>
                            <a:pt x="19673" y="116619"/>
                          </a:cubicBezTo>
                          <a:cubicBezTo>
                            <a:pt x="9079" y="116619"/>
                            <a:pt x="250" y="125830"/>
                            <a:pt x="250" y="137167"/>
                          </a:cubicBezTo>
                          <a:cubicBezTo>
                            <a:pt x="250" y="153464"/>
                            <a:pt x="17908" y="160549"/>
                            <a:pt x="33446" y="160549"/>
                          </a:cubicBezTo>
                          <a:cubicBezTo>
                            <a:pt x="56754" y="160549"/>
                            <a:pt x="69467" y="135750"/>
                            <a:pt x="70527" y="133624"/>
                          </a:cubicBezTo>
                          <a:cubicBezTo>
                            <a:pt x="74765" y="146732"/>
                            <a:pt x="87478" y="160549"/>
                            <a:pt x="108667" y="160549"/>
                          </a:cubicBezTo>
                          <a:cubicBezTo>
                            <a:pt x="145042" y="160549"/>
                            <a:pt x="165171" y="114848"/>
                            <a:pt x="165171" y="105991"/>
                          </a:cubicBezTo>
                          <a:cubicBezTo>
                            <a:pt x="165171" y="102448"/>
                            <a:pt x="161993" y="102448"/>
                            <a:pt x="160933" y="102448"/>
                          </a:cubicBezTo>
                          <a:cubicBezTo>
                            <a:pt x="157755" y="102448"/>
                            <a:pt x="157049" y="103866"/>
                            <a:pt x="156342" y="106345"/>
                          </a:cubicBezTo>
                          <a:cubicBezTo>
                            <a:pt x="144689" y="144252"/>
                            <a:pt x="120674" y="152755"/>
                            <a:pt x="109373" y="152755"/>
                          </a:cubicBezTo>
                          <a:cubicBezTo>
                            <a:pt x="95601" y="152755"/>
                            <a:pt x="89950" y="141418"/>
                            <a:pt x="89950" y="129373"/>
                          </a:cubicBezTo>
                          <a:cubicBezTo>
                            <a:pt x="89950" y="121579"/>
                            <a:pt x="92069" y="113785"/>
                            <a:pt x="95954" y="98197"/>
                          </a:cubicBezTo>
                          <a:lnTo>
                            <a:pt x="107961" y="49662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1" name="Freeform: Shape 1030">
                      <a:extLst>
                        <a:ext uri="{FF2B5EF4-FFF2-40B4-BE49-F238E27FC236}">
                          <a16:creationId xmlns:a16="http://schemas.microsoft.com/office/drawing/2014/main" id="{966902CF-D251-79FE-87CA-99FA277DCC38}"/>
                        </a:ext>
                      </a:extLst>
                    </p:cNvPr>
                    <p:cNvSpPr/>
                    <p:nvPr>
                      <p:custDataLst>
                        <p:tags r:id="rId147"/>
                      </p:custDataLst>
                    </p:nvPr>
                  </p:nvSpPr>
                  <p:spPr>
                    <a:xfrm>
                      <a:off x="11712782" y="4718641"/>
                      <a:ext cx="215774" cy="14170"/>
                    </a:xfrm>
                    <a:custGeom>
                      <a:avLst/>
                      <a:gdLst>
                        <a:gd name="connsiteX0" fmla="*/ 203673 w 215774"/>
                        <a:gd name="connsiteY0" fmla="*/ 14235 h 14170"/>
                        <a:gd name="connsiteX1" fmla="*/ 216033 w 215774"/>
                        <a:gd name="connsiteY1" fmla="*/ 7149 h 14170"/>
                        <a:gd name="connsiteX2" fmla="*/ 203673 w 215774"/>
                        <a:gd name="connsiteY2" fmla="*/ 64 h 14170"/>
                        <a:gd name="connsiteX3" fmla="*/ 12618 w 215774"/>
                        <a:gd name="connsiteY3" fmla="*/ 64 h 14170"/>
                        <a:gd name="connsiteX4" fmla="*/ 258 w 215774"/>
                        <a:gd name="connsiteY4" fmla="*/ 7149 h 14170"/>
                        <a:gd name="connsiteX5" fmla="*/ 12618 w 215774"/>
                        <a:gd name="connsiteY5" fmla="*/ 14235 h 14170"/>
                        <a:gd name="connsiteX6" fmla="*/ 203673 w 215774"/>
                        <a:gd name="connsiteY6" fmla="*/ 14235 h 141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5774" h="14170">
                          <a:moveTo>
                            <a:pt x="203673" y="14235"/>
                          </a:moveTo>
                          <a:cubicBezTo>
                            <a:pt x="209676" y="14235"/>
                            <a:pt x="216033" y="14235"/>
                            <a:pt x="216033" y="7149"/>
                          </a:cubicBezTo>
                          <a:cubicBezTo>
                            <a:pt x="216033" y="64"/>
                            <a:pt x="209676" y="64"/>
                            <a:pt x="203673" y="64"/>
                          </a:cubicBezTo>
                          <a:lnTo>
                            <a:pt x="12618" y="64"/>
                          </a:lnTo>
                          <a:cubicBezTo>
                            <a:pt x="6615" y="64"/>
                            <a:pt x="258" y="64"/>
                            <a:pt x="258" y="7149"/>
                          </a:cubicBezTo>
                          <a:cubicBezTo>
                            <a:pt x="258" y="14235"/>
                            <a:pt x="6615" y="14235"/>
                            <a:pt x="12618" y="14235"/>
                          </a:cubicBezTo>
                          <a:lnTo>
                            <a:pt x="203673" y="14235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32" name="Freeform: Shape 1031">
                      <a:extLst>
                        <a:ext uri="{FF2B5EF4-FFF2-40B4-BE49-F238E27FC236}">
                          <a16:creationId xmlns:a16="http://schemas.microsoft.com/office/drawing/2014/main" id="{12742C98-63A1-572D-623F-BFE6A02C6534}"/>
                        </a:ext>
                      </a:extLst>
                    </p:cNvPr>
                    <p:cNvSpPr/>
                    <p:nvPr>
                      <p:custDataLst>
                        <p:tags r:id="rId148"/>
                      </p:custDataLst>
                    </p:nvPr>
                  </p:nvSpPr>
                  <p:spPr>
                    <a:xfrm>
                      <a:off x="12068050" y="4578350"/>
                      <a:ext cx="116539" cy="235944"/>
                    </a:xfrm>
                    <a:custGeom>
                      <a:avLst/>
                      <a:gdLst>
                        <a:gd name="connsiteX0" fmla="*/ 72664 w 116539"/>
                        <a:gd name="connsiteY0" fmla="*/ 9275 h 235944"/>
                        <a:gd name="connsiteX1" fmla="*/ 64541 w 116539"/>
                        <a:gd name="connsiteY1" fmla="*/ 64 h 235944"/>
                        <a:gd name="connsiteX2" fmla="*/ 268 w 116539"/>
                        <a:gd name="connsiteY2" fmla="*/ 22737 h 235944"/>
                        <a:gd name="connsiteX3" fmla="*/ 268 w 116539"/>
                        <a:gd name="connsiteY3" fmla="*/ 33720 h 235944"/>
                        <a:gd name="connsiteX4" fmla="*/ 46531 w 116539"/>
                        <a:gd name="connsiteY4" fmla="*/ 24509 h 235944"/>
                        <a:gd name="connsiteX5" fmla="*/ 46531 w 116539"/>
                        <a:gd name="connsiteY5" fmla="*/ 208021 h 235944"/>
                        <a:gd name="connsiteX6" fmla="*/ 13688 w 116539"/>
                        <a:gd name="connsiteY6" fmla="*/ 225026 h 235944"/>
                        <a:gd name="connsiteX7" fmla="*/ 2387 w 116539"/>
                        <a:gd name="connsiteY7" fmla="*/ 225026 h 235944"/>
                        <a:gd name="connsiteX8" fmla="*/ 2387 w 116539"/>
                        <a:gd name="connsiteY8" fmla="*/ 236009 h 235944"/>
                        <a:gd name="connsiteX9" fmla="*/ 59597 w 116539"/>
                        <a:gd name="connsiteY9" fmla="*/ 234946 h 235944"/>
                        <a:gd name="connsiteX10" fmla="*/ 116808 w 116539"/>
                        <a:gd name="connsiteY10" fmla="*/ 236009 h 235944"/>
                        <a:gd name="connsiteX11" fmla="*/ 116808 w 116539"/>
                        <a:gd name="connsiteY11" fmla="*/ 225026 h 235944"/>
                        <a:gd name="connsiteX12" fmla="*/ 105507 w 116539"/>
                        <a:gd name="connsiteY12" fmla="*/ 225026 h 235944"/>
                        <a:gd name="connsiteX13" fmla="*/ 72664 w 116539"/>
                        <a:gd name="connsiteY13" fmla="*/ 208021 h 235944"/>
                        <a:gd name="connsiteX14" fmla="*/ 72664 w 116539"/>
                        <a:gd name="connsiteY14" fmla="*/ 9275 h 2359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16539" h="235944">
                          <a:moveTo>
                            <a:pt x="72664" y="9275"/>
                          </a:moveTo>
                          <a:cubicBezTo>
                            <a:pt x="72664" y="772"/>
                            <a:pt x="72664" y="64"/>
                            <a:pt x="64541" y="64"/>
                          </a:cubicBezTo>
                          <a:cubicBezTo>
                            <a:pt x="42646" y="22737"/>
                            <a:pt x="11569" y="22737"/>
                            <a:pt x="268" y="22737"/>
                          </a:cubicBezTo>
                          <a:lnTo>
                            <a:pt x="268" y="33720"/>
                          </a:lnTo>
                          <a:cubicBezTo>
                            <a:pt x="7331" y="33720"/>
                            <a:pt x="28167" y="33720"/>
                            <a:pt x="46531" y="24509"/>
                          </a:cubicBezTo>
                          <a:lnTo>
                            <a:pt x="46531" y="208021"/>
                          </a:lnTo>
                          <a:cubicBezTo>
                            <a:pt x="46531" y="220775"/>
                            <a:pt x="45471" y="225026"/>
                            <a:pt x="13688" y="225026"/>
                          </a:cubicBezTo>
                          <a:lnTo>
                            <a:pt x="2387" y="225026"/>
                          </a:lnTo>
                          <a:lnTo>
                            <a:pt x="2387" y="236009"/>
                          </a:lnTo>
                          <a:cubicBezTo>
                            <a:pt x="14747" y="234946"/>
                            <a:pt x="45471" y="234946"/>
                            <a:pt x="59597" y="234946"/>
                          </a:cubicBezTo>
                          <a:cubicBezTo>
                            <a:pt x="73723" y="234946"/>
                            <a:pt x="104447" y="234946"/>
                            <a:pt x="116808" y="236009"/>
                          </a:cubicBezTo>
                          <a:lnTo>
                            <a:pt x="116808" y="225026"/>
                          </a:lnTo>
                          <a:lnTo>
                            <a:pt x="105507" y="225026"/>
                          </a:lnTo>
                          <a:cubicBezTo>
                            <a:pt x="73723" y="225026"/>
                            <a:pt x="72664" y="221129"/>
                            <a:pt x="72664" y="208021"/>
                          </a:cubicBezTo>
                          <a:lnTo>
                            <a:pt x="72664" y="9275"/>
                          </a:lnTo>
                          <a:close/>
                        </a:path>
                      </a:pathLst>
                    </a:custGeom>
                    <a:grpFill/>
                    <a:ln w="35447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1036" name="Left Brace 1035">
                <a:extLst>
                  <a:ext uri="{FF2B5EF4-FFF2-40B4-BE49-F238E27FC236}">
                    <a16:creationId xmlns:a16="http://schemas.microsoft.com/office/drawing/2014/main" id="{99AD382B-9F11-EA9A-5584-C0550B27D958}"/>
                  </a:ext>
                </a:extLst>
              </p:cNvPr>
              <p:cNvSpPr/>
              <p:nvPr/>
            </p:nvSpPr>
            <p:spPr>
              <a:xfrm>
                <a:off x="6697810" y="525833"/>
                <a:ext cx="305727" cy="1732925"/>
              </a:xfrm>
              <a:prstGeom prst="leftBrace">
                <a:avLst>
                  <a:gd name="adj1" fmla="val 47892"/>
                  <a:gd name="adj2" fmla="val 50000"/>
                </a:avLst>
              </a:prstGeom>
              <a:ln w="38100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407B1977-59AF-7A6D-CF30-EA9943920A6D}"/>
                </a:ext>
              </a:extLst>
            </p:cNvPr>
            <p:cNvGrpSpPr/>
            <p:nvPr/>
          </p:nvGrpSpPr>
          <p:grpSpPr>
            <a:xfrm>
              <a:off x="8402590" y="599310"/>
              <a:ext cx="3594048" cy="1348723"/>
              <a:chOff x="8402590" y="604473"/>
              <a:chExt cx="3594048" cy="1348723"/>
            </a:xfrm>
          </p:grpSpPr>
          <p:grpSp>
            <p:nvGrpSpPr>
              <p:cNvPr id="1090" name="Group 1089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|g_1'(x)| = 1/x^2&#10;\end{align*}&#10;%%}&#10;\end{document}" title="IguanaTex Vector Display">
                <a:extLst>
                  <a:ext uri="{FF2B5EF4-FFF2-40B4-BE49-F238E27FC236}">
                    <a16:creationId xmlns:a16="http://schemas.microsoft.com/office/drawing/2014/main" id="{015A783C-7620-C47C-A6CB-45DB09EA6D3F}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99"/>
                </p:custDataLst>
              </p:nvPr>
            </p:nvGrpSpPr>
            <p:grpSpPr>
              <a:xfrm>
                <a:off x="8402590" y="604473"/>
                <a:ext cx="2717164" cy="408589"/>
                <a:chOff x="9522345" y="4219383"/>
                <a:chExt cx="2717164" cy="408589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1076" name="Freeform: Shape 1075">
                  <a:extLst>
                    <a:ext uri="{FF2B5EF4-FFF2-40B4-BE49-F238E27FC236}">
                      <a16:creationId xmlns:a16="http://schemas.microsoft.com/office/drawing/2014/main" id="{9F2B42E3-AC80-645C-A91A-9B84CD8E9559}"/>
                    </a:ext>
                  </a:extLst>
                </p:cNvPr>
                <p:cNvSpPr/>
                <p:nvPr>
                  <p:custDataLst>
                    <p:tags r:id="rId119"/>
                  </p:custDataLst>
                </p:nvPr>
              </p:nvSpPr>
              <p:spPr>
                <a:xfrm>
                  <a:off x="9522345" y="4347171"/>
                  <a:ext cx="315614" cy="199277"/>
                </a:xfrm>
                <a:custGeom>
                  <a:avLst/>
                  <a:gdLst>
                    <a:gd name="connsiteX0" fmla="*/ 238683 w 315614"/>
                    <a:gd name="connsiteY0" fmla="*/ 71795 h 199277"/>
                    <a:gd name="connsiteX1" fmla="*/ 283466 w 315614"/>
                    <a:gd name="connsiteY1" fmla="*/ 99694 h 199277"/>
                    <a:gd name="connsiteX2" fmla="*/ 238683 w 315614"/>
                    <a:gd name="connsiteY2" fmla="*/ 127593 h 199277"/>
                    <a:gd name="connsiteX3" fmla="*/ 12990 w 315614"/>
                    <a:gd name="connsiteY3" fmla="*/ 127593 h 199277"/>
                    <a:gd name="connsiteX4" fmla="*/ 195 w 315614"/>
                    <a:gd name="connsiteY4" fmla="*/ 134839 h 199277"/>
                    <a:gd name="connsiteX5" fmla="*/ 12635 w 315614"/>
                    <a:gd name="connsiteY5" fmla="*/ 142086 h 199277"/>
                    <a:gd name="connsiteX6" fmla="*/ 222689 w 315614"/>
                    <a:gd name="connsiteY6" fmla="*/ 142086 h 199277"/>
                    <a:gd name="connsiteX7" fmla="*/ 187147 w 315614"/>
                    <a:gd name="connsiteY7" fmla="*/ 195347 h 199277"/>
                    <a:gd name="connsiteX8" fmla="*/ 193900 w 315614"/>
                    <a:gd name="connsiteY8" fmla="*/ 199333 h 199277"/>
                    <a:gd name="connsiteX9" fmla="*/ 200653 w 315614"/>
                    <a:gd name="connsiteY9" fmla="*/ 196434 h 199277"/>
                    <a:gd name="connsiteX10" fmla="*/ 241171 w 315614"/>
                    <a:gd name="connsiteY10" fmla="*/ 142448 h 199277"/>
                    <a:gd name="connsiteX11" fmla="*/ 307990 w 315614"/>
                    <a:gd name="connsiteY11" fmla="*/ 105129 h 199277"/>
                    <a:gd name="connsiteX12" fmla="*/ 315099 w 315614"/>
                    <a:gd name="connsiteY12" fmla="*/ 101868 h 199277"/>
                    <a:gd name="connsiteX13" fmla="*/ 315810 w 315614"/>
                    <a:gd name="connsiteY13" fmla="*/ 99694 h 199277"/>
                    <a:gd name="connsiteX14" fmla="*/ 315454 w 315614"/>
                    <a:gd name="connsiteY14" fmla="*/ 97520 h 199277"/>
                    <a:gd name="connsiteX15" fmla="*/ 314388 w 315614"/>
                    <a:gd name="connsiteY15" fmla="*/ 96795 h 199277"/>
                    <a:gd name="connsiteX16" fmla="*/ 306569 w 315614"/>
                    <a:gd name="connsiteY16" fmla="*/ 93897 h 199277"/>
                    <a:gd name="connsiteX17" fmla="*/ 203141 w 315614"/>
                    <a:gd name="connsiteY17" fmla="*/ 7664 h 199277"/>
                    <a:gd name="connsiteX18" fmla="*/ 193900 w 315614"/>
                    <a:gd name="connsiteY18" fmla="*/ 55 h 199277"/>
                    <a:gd name="connsiteX19" fmla="*/ 187147 w 315614"/>
                    <a:gd name="connsiteY19" fmla="*/ 4040 h 199277"/>
                    <a:gd name="connsiteX20" fmla="*/ 222689 w 315614"/>
                    <a:gd name="connsiteY20" fmla="*/ 57302 h 199277"/>
                    <a:gd name="connsiteX21" fmla="*/ 12635 w 315614"/>
                    <a:gd name="connsiteY21" fmla="*/ 57302 h 199277"/>
                    <a:gd name="connsiteX22" fmla="*/ 195 w 315614"/>
                    <a:gd name="connsiteY22" fmla="*/ 64548 h 199277"/>
                    <a:gd name="connsiteX23" fmla="*/ 12990 w 315614"/>
                    <a:gd name="connsiteY23" fmla="*/ 71795 h 199277"/>
                    <a:gd name="connsiteX24" fmla="*/ 238683 w 315614"/>
                    <a:gd name="connsiteY24" fmla="*/ 71795 h 199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15614" h="199277">
                      <a:moveTo>
                        <a:pt x="238683" y="71795"/>
                      </a:moveTo>
                      <a:cubicBezTo>
                        <a:pt x="253611" y="84839"/>
                        <a:pt x="271737" y="94259"/>
                        <a:pt x="283466" y="99694"/>
                      </a:cubicBezTo>
                      <a:cubicBezTo>
                        <a:pt x="270671" y="105491"/>
                        <a:pt x="253255" y="114911"/>
                        <a:pt x="238683" y="127593"/>
                      </a:cubicBezTo>
                      <a:lnTo>
                        <a:pt x="12990" y="127593"/>
                      </a:lnTo>
                      <a:cubicBezTo>
                        <a:pt x="6948" y="127593"/>
                        <a:pt x="195" y="127593"/>
                        <a:pt x="195" y="134839"/>
                      </a:cubicBezTo>
                      <a:cubicBezTo>
                        <a:pt x="195" y="142086"/>
                        <a:pt x="6593" y="142086"/>
                        <a:pt x="12635" y="142086"/>
                      </a:cubicBezTo>
                      <a:lnTo>
                        <a:pt x="222689" y="142086"/>
                      </a:lnTo>
                      <a:cubicBezTo>
                        <a:pt x="205629" y="158752"/>
                        <a:pt x="187147" y="190637"/>
                        <a:pt x="187147" y="195347"/>
                      </a:cubicBezTo>
                      <a:cubicBezTo>
                        <a:pt x="187147" y="199333"/>
                        <a:pt x="191767" y="199333"/>
                        <a:pt x="193900" y="199333"/>
                      </a:cubicBezTo>
                      <a:cubicBezTo>
                        <a:pt x="196743" y="199333"/>
                        <a:pt x="199231" y="199333"/>
                        <a:pt x="200653" y="196434"/>
                      </a:cubicBezTo>
                      <a:cubicBezTo>
                        <a:pt x="208117" y="182666"/>
                        <a:pt x="218069" y="163463"/>
                        <a:pt x="241171" y="142448"/>
                      </a:cubicBezTo>
                      <a:cubicBezTo>
                        <a:pt x="265695" y="120346"/>
                        <a:pt x="289508" y="110563"/>
                        <a:pt x="307990" y="105129"/>
                      </a:cubicBezTo>
                      <a:cubicBezTo>
                        <a:pt x="314033" y="102955"/>
                        <a:pt x="314388" y="102592"/>
                        <a:pt x="315099" y="101868"/>
                      </a:cubicBezTo>
                      <a:cubicBezTo>
                        <a:pt x="315810" y="101505"/>
                        <a:pt x="315810" y="100418"/>
                        <a:pt x="315810" y="99694"/>
                      </a:cubicBezTo>
                      <a:cubicBezTo>
                        <a:pt x="315810" y="98969"/>
                        <a:pt x="315810" y="98244"/>
                        <a:pt x="315454" y="97520"/>
                      </a:cubicBezTo>
                      <a:lnTo>
                        <a:pt x="314388" y="96795"/>
                      </a:lnTo>
                      <a:cubicBezTo>
                        <a:pt x="313677" y="96433"/>
                        <a:pt x="313322" y="96071"/>
                        <a:pt x="306569" y="93897"/>
                      </a:cubicBezTo>
                      <a:cubicBezTo>
                        <a:pt x="258587" y="79404"/>
                        <a:pt x="223045" y="46432"/>
                        <a:pt x="203141" y="7664"/>
                      </a:cubicBezTo>
                      <a:cubicBezTo>
                        <a:pt x="199231" y="417"/>
                        <a:pt x="198876" y="55"/>
                        <a:pt x="193900" y="55"/>
                      </a:cubicBezTo>
                      <a:cubicBezTo>
                        <a:pt x="191767" y="55"/>
                        <a:pt x="187147" y="55"/>
                        <a:pt x="187147" y="4040"/>
                      </a:cubicBezTo>
                      <a:cubicBezTo>
                        <a:pt x="187147" y="8751"/>
                        <a:pt x="205274" y="40273"/>
                        <a:pt x="222689" y="57302"/>
                      </a:cubicBezTo>
                      <a:lnTo>
                        <a:pt x="12635" y="57302"/>
                      </a:lnTo>
                      <a:cubicBezTo>
                        <a:pt x="6593" y="57302"/>
                        <a:pt x="195" y="57302"/>
                        <a:pt x="195" y="64548"/>
                      </a:cubicBezTo>
                      <a:cubicBezTo>
                        <a:pt x="195" y="71795"/>
                        <a:pt x="6948" y="71795"/>
                        <a:pt x="12990" y="71795"/>
                      </a:cubicBezTo>
                      <a:lnTo>
                        <a:pt x="238683" y="71795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7" name="Freeform: Shape 1076">
                  <a:extLst>
                    <a:ext uri="{FF2B5EF4-FFF2-40B4-BE49-F238E27FC236}">
                      <a16:creationId xmlns:a16="http://schemas.microsoft.com/office/drawing/2014/main" id="{866CA9E3-123B-5EC2-0338-BC9DCD4715A6}"/>
                    </a:ext>
                  </a:extLst>
                </p:cNvPr>
                <p:cNvSpPr/>
                <p:nvPr>
                  <p:custDataLst>
                    <p:tags r:id="rId120"/>
                  </p:custDataLst>
                </p:nvPr>
              </p:nvSpPr>
              <p:spPr>
                <a:xfrm>
                  <a:off x="10117712" y="4265649"/>
                  <a:ext cx="14216" cy="362323"/>
                </a:xfrm>
                <a:custGeom>
                  <a:avLst/>
                  <a:gdLst>
                    <a:gd name="connsiteX0" fmla="*/ 14428 w 14216"/>
                    <a:gd name="connsiteY0" fmla="*/ 13099 h 362323"/>
                    <a:gd name="connsiteX1" fmla="*/ 7320 w 14216"/>
                    <a:gd name="connsiteY1" fmla="*/ 55 h 362323"/>
                    <a:gd name="connsiteX2" fmla="*/ 211 w 14216"/>
                    <a:gd name="connsiteY2" fmla="*/ 13099 h 362323"/>
                    <a:gd name="connsiteX3" fmla="*/ 211 w 14216"/>
                    <a:gd name="connsiteY3" fmla="*/ 349334 h 362323"/>
                    <a:gd name="connsiteX4" fmla="*/ 7320 w 14216"/>
                    <a:gd name="connsiteY4" fmla="*/ 362378 h 362323"/>
                    <a:gd name="connsiteX5" fmla="*/ 14428 w 14216"/>
                    <a:gd name="connsiteY5" fmla="*/ 349334 h 362323"/>
                    <a:gd name="connsiteX6" fmla="*/ 14428 w 14216"/>
                    <a:gd name="connsiteY6" fmla="*/ 13099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216" h="362323">
                      <a:moveTo>
                        <a:pt x="14428" y="13099"/>
                      </a:moveTo>
                      <a:cubicBezTo>
                        <a:pt x="14428" y="6577"/>
                        <a:pt x="14428" y="55"/>
                        <a:pt x="7320" y="55"/>
                      </a:cubicBezTo>
                      <a:cubicBezTo>
                        <a:pt x="211" y="55"/>
                        <a:pt x="211" y="6577"/>
                        <a:pt x="211" y="13099"/>
                      </a:cubicBezTo>
                      <a:lnTo>
                        <a:pt x="211" y="349334"/>
                      </a:lnTo>
                      <a:cubicBezTo>
                        <a:pt x="211" y="355856"/>
                        <a:pt x="211" y="362378"/>
                        <a:pt x="7320" y="362378"/>
                      </a:cubicBezTo>
                      <a:cubicBezTo>
                        <a:pt x="14428" y="362378"/>
                        <a:pt x="14428" y="355856"/>
                        <a:pt x="14428" y="349334"/>
                      </a:cubicBezTo>
                      <a:lnTo>
                        <a:pt x="14428" y="1309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8" name="Freeform: Shape 1077">
                  <a:extLst>
                    <a:ext uri="{FF2B5EF4-FFF2-40B4-BE49-F238E27FC236}">
                      <a16:creationId xmlns:a16="http://schemas.microsoft.com/office/drawing/2014/main" id="{E09B13DA-7694-90C0-DA43-9EEA863A2F61}"/>
                    </a:ext>
                  </a:extLst>
                </p:cNvPr>
                <p:cNvSpPr/>
                <p:nvPr>
                  <p:custDataLst>
                    <p:tags r:id="rId121"/>
                  </p:custDataLst>
                </p:nvPr>
              </p:nvSpPr>
              <p:spPr>
                <a:xfrm>
                  <a:off x="10179476" y="4377244"/>
                  <a:ext cx="163138" cy="234423"/>
                </a:xfrm>
                <a:custGeom>
                  <a:avLst/>
                  <a:gdLst>
                    <a:gd name="connsiteX0" fmla="*/ 162286 w 163138"/>
                    <a:gd name="connsiteY0" fmla="*/ 23606 h 234423"/>
                    <a:gd name="connsiteX1" fmla="*/ 163353 w 163138"/>
                    <a:gd name="connsiteY1" fmla="*/ 17084 h 234423"/>
                    <a:gd name="connsiteX2" fmla="*/ 153045 w 163138"/>
                    <a:gd name="connsiteY2" fmla="*/ 7301 h 234423"/>
                    <a:gd name="connsiteX3" fmla="*/ 138473 w 163138"/>
                    <a:gd name="connsiteY3" fmla="*/ 22881 h 234423"/>
                    <a:gd name="connsiteX4" fmla="*/ 105419 w 163138"/>
                    <a:gd name="connsiteY4" fmla="*/ 55 h 234423"/>
                    <a:gd name="connsiteX5" fmla="*/ 20828 w 163138"/>
                    <a:gd name="connsiteY5" fmla="*/ 102955 h 234423"/>
                    <a:gd name="connsiteX6" fmla="*/ 68100 w 163138"/>
                    <a:gd name="connsiteY6" fmla="*/ 160202 h 234423"/>
                    <a:gd name="connsiteX7" fmla="*/ 109328 w 163138"/>
                    <a:gd name="connsiteY7" fmla="*/ 139187 h 234423"/>
                    <a:gd name="connsiteX8" fmla="*/ 109684 w 163138"/>
                    <a:gd name="connsiteY8" fmla="*/ 139549 h 234423"/>
                    <a:gd name="connsiteX9" fmla="*/ 97955 w 163138"/>
                    <a:gd name="connsiteY9" fmla="*/ 187376 h 234423"/>
                    <a:gd name="connsiteX10" fmla="*/ 46774 w 163138"/>
                    <a:gd name="connsiteY10" fmla="*/ 226507 h 234423"/>
                    <a:gd name="connsiteX11" fmla="*/ 18340 w 163138"/>
                    <a:gd name="connsiteY11" fmla="*/ 222884 h 234423"/>
                    <a:gd name="connsiteX12" fmla="*/ 32913 w 163138"/>
                    <a:gd name="connsiteY12" fmla="*/ 204043 h 234423"/>
                    <a:gd name="connsiteX13" fmla="*/ 19407 w 163138"/>
                    <a:gd name="connsiteY13" fmla="*/ 191362 h 234423"/>
                    <a:gd name="connsiteX14" fmla="*/ 214 w 163138"/>
                    <a:gd name="connsiteY14" fmla="*/ 212376 h 234423"/>
                    <a:gd name="connsiteX15" fmla="*/ 47485 w 163138"/>
                    <a:gd name="connsiteY15" fmla="*/ 234478 h 234423"/>
                    <a:gd name="connsiteX16" fmla="*/ 122834 w 163138"/>
                    <a:gd name="connsiteY16" fmla="*/ 184477 h 234423"/>
                    <a:gd name="connsiteX17" fmla="*/ 162286 w 163138"/>
                    <a:gd name="connsiteY17" fmla="*/ 23606 h 234423"/>
                    <a:gd name="connsiteX18" fmla="*/ 116081 w 163138"/>
                    <a:gd name="connsiteY18" fmla="*/ 113824 h 234423"/>
                    <a:gd name="connsiteX19" fmla="*/ 97955 w 163138"/>
                    <a:gd name="connsiteY19" fmla="*/ 139187 h 234423"/>
                    <a:gd name="connsiteX20" fmla="*/ 69166 w 163138"/>
                    <a:gd name="connsiteY20" fmla="*/ 152231 h 234423"/>
                    <a:gd name="connsiteX21" fmla="*/ 46063 w 163138"/>
                    <a:gd name="connsiteY21" fmla="*/ 118897 h 234423"/>
                    <a:gd name="connsiteX22" fmla="*/ 65967 w 163138"/>
                    <a:gd name="connsiteY22" fmla="*/ 40273 h 234423"/>
                    <a:gd name="connsiteX23" fmla="*/ 105774 w 163138"/>
                    <a:gd name="connsiteY23" fmla="*/ 8026 h 234423"/>
                    <a:gd name="connsiteX24" fmla="*/ 134208 w 163138"/>
                    <a:gd name="connsiteY24" fmla="*/ 39186 h 234423"/>
                    <a:gd name="connsiteX25" fmla="*/ 133142 w 163138"/>
                    <a:gd name="connsiteY25" fmla="*/ 44621 h 234423"/>
                    <a:gd name="connsiteX26" fmla="*/ 116081 w 163138"/>
                    <a:gd name="connsiteY26" fmla="*/ 113824 h 234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63138" h="234423">
                      <a:moveTo>
                        <a:pt x="162286" y="23606"/>
                      </a:moveTo>
                      <a:cubicBezTo>
                        <a:pt x="162642" y="21432"/>
                        <a:pt x="163353" y="19620"/>
                        <a:pt x="163353" y="17084"/>
                      </a:cubicBezTo>
                      <a:cubicBezTo>
                        <a:pt x="163353" y="10925"/>
                        <a:pt x="159087" y="7301"/>
                        <a:pt x="153045" y="7301"/>
                      </a:cubicBezTo>
                      <a:cubicBezTo>
                        <a:pt x="149491" y="7301"/>
                        <a:pt x="139895" y="9838"/>
                        <a:pt x="138473" y="22881"/>
                      </a:cubicBezTo>
                      <a:cubicBezTo>
                        <a:pt x="132075" y="9475"/>
                        <a:pt x="119636" y="55"/>
                        <a:pt x="105419" y="55"/>
                      </a:cubicBezTo>
                      <a:cubicBezTo>
                        <a:pt x="64901" y="55"/>
                        <a:pt x="20828" y="50780"/>
                        <a:pt x="20828" y="102955"/>
                      </a:cubicBezTo>
                      <a:cubicBezTo>
                        <a:pt x="20828" y="138825"/>
                        <a:pt x="42509" y="160202"/>
                        <a:pt x="68100" y="160202"/>
                      </a:cubicBezTo>
                      <a:cubicBezTo>
                        <a:pt x="89069" y="160202"/>
                        <a:pt x="105774" y="143173"/>
                        <a:pt x="109328" y="139187"/>
                      </a:cubicBezTo>
                      <a:lnTo>
                        <a:pt x="109684" y="139549"/>
                      </a:lnTo>
                      <a:cubicBezTo>
                        <a:pt x="102220" y="171796"/>
                        <a:pt x="97955" y="186651"/>
                        <a:pt x="97955" y="187376"/>
                      </a:cubicBezTo>
                      <a:cubicBezTo>
                        <a:pt x="96533" y="190637"/>
                        <a:pt x="84449" y="226507"/>
                        <a:pt x="46774" y="226507"/>
                      </a:cubicBezTo>
                      <a:cubicBezTo>
                        <a:pt x="40021" y="226507"/>
                        <a:pt x="28292" y="226145"/>
                        <a:pt x="18340" y="222884"/>
                      </a:cubicBezTo>
                      <a:cubicBezTo>
                        <a:pt x="29003" y="219623"/>
                        <a:pt x="32913" y="210202"/>
                        <a:pt x="32913" y="204043"/>
                      </a:cubicBezTo>
                      <a:cubicBezTo>
                        <a:pt x="32913" y="198246"/>
                        <a:pt x="29003" y="191362"/>
                        <a:pt x="19407" y="191362"/>
                      </a:cubicBezTo>
                      <a:cubicBezTo>
                        <a:pt x="11587" y="191362"/>
                        <a:pt x="214" y="197883"/>
                        <a:pt x="214" y="212376"/>
                      </a:cubicBezTo>
                      <a:cubicBezTo>
                        <a:pt x="214" y="227232"/>
                        <a:pt x="13365" y="234478"/>
                        <a:pt x="47485" y="234478"/>
                      </a:cubicBezTo>
                      <a:cubicBezTo>
                        <a:pt x="91913" y="234478"/>
                        <a:pt x="117503" y="206217"/>
                        <a:pt x="122834" y="184477"/>
                      </a:cubicBezTo>
                      <a:lnTo>
                        <a:pt x="162286" y="23606"/>
                      </a:lnTo>
                      <a:close/>
                      <a:moveTo>
                        <a:pt x="116081" y="113824"/>
                      </a:moveTo>
                      <a:cubicBezTo>
                        <a:pt x="113949" y="123245"/>
                        <a:pt x="105774" y="132303"/>
                        <a:pt x="97955" y="139187"/>
                      </a:cubicBezTo>
                      <a:cubicBezTo>
                        <a:pt x="90491" y="145709"/>
                        <a:pt x="79473" y="152231"/>
                        <a:pt x="69166" y="152231"/>
                      </a:cubicBezTo>
                      <a:cubicBezTo>
                        <a:pt x="51395" y="152231"/>
                        <a:pt x="46063" y="133390"/>
                        <a:pt x="46063" y="118897"/>
                      </a:cubicBezTo>
                      <a:cubicBezTo>
                        <a:pt x="46063" y="101505"/>
                        <a:pt x="56371" y="58751"/>
                        <a:pt x="65967" y="40273"/>
                      </a:cubicBezTo>
                      <a:cubicBezTo>
                        <a:pt x="75563" y="22519"/>
                        <a:pt x="90847" y="8026"/>
                        <a:pt x="105774" y="8026"/>
                      </a:cubicBezTo>
                      <a:cubicBezTo>
                        <a:pt x="129232" y="8026"/>
                        <a:pt x="134208" y="37374"/>
                        <a:pt x="134208" y="39186"/>
                      </a:cubicBezTo>
                      <a:cubicBezTo>
                        <a:pt x="134208" y="40997"/>
                        <a:pt x="133497" y="43171"/>
                        <a:pt x="133142" y="44621"/>
                      </a:cubicBezTo>
                      <a:lnTo>
                        <a:pt x="116081" y="113824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9" name="Freeform: Shape 1078">
                  <a:extLst>
                    <a:ext uri="{FF2B5EF4-FFF2-40B4-BE49-F238E27FC236}">
                      <a16:creationId xmlns:a16="http://schemas.microsoft.com/office/drawing/2014/main" id="{EC6422B3-7194-2C98-AC36-D963A70ED292}"/>
                    </a:ext>
                  </a:extLst>
                </p:cNvPr>
                <p:cNvSpPr/>
                <p:nvPr>
                  <p:custDataLst>
                    <p:tags r:id="rId122"/>
                  </p:custDataLst>
                </p:nvPr>
              </p:nvSpPr>
              <p:spPr>
                <a:xfrm>
                  <a:off x="10368364" y="4246013"/>
                  <a:ext cx="62447" cy="131378"/>
                </a:xfrm>
                <a:custGeom>
                  <a:avLst/>
                  <a:gdLst>
                    <a:gd name="connsiteX0" fmla="*/ 60428 w 62447"/>
                    <a:gd name="connsiteY0" fmla="*/ 22116 h 131378"/>
                    <a:gd name="connsiteX1" fmla="*/ 62667 w 62447"/>
                    <a:gd name="connsiteY1" fmla="*/ 14000 h 131378"/>
                    <a:gd name="connsiteX2" fmla="*/ 47988 w 62447"/>
                    <a:gd name="connsiteY2" fmla="*/ 51 h 131378"/>
                    <a:gd name="connsiteX3" fmla="*/ 34304 w 62447"/>
                    <a:gd name="connsiteY3" fmla="*/ 11971 h 131378"/>
                    <a:gd name="connsiteX4" fmla="*/ 1463 w 62447"/>
                    <a:gd name="connsiteY4" fmla="*/ 121791 h 131378"/>
                    <a:gd name="connsiteX5" fmla="*/ 219 w 62447"/>
                    <a:gd name="connsiteY5" fmla="*/ 125849 h 131378"/>
                    <a:gd name="connsiteX6" fmla="*/ 9922 w 62447"/>
                    <a:gd name="connsiteY6" fmla="*/ 131429 h 131378"/>
                    <a:gd name="connsiteX7" fmla="*/ 13654 w 62447"/>
                    <a:gd name="connsiteY7" fmla="*/ 127118 h 131378"/>
                    <a:gd name="connsiteX8" fmla="*/ 60428 w 62447"/>
                    <a:gd name="connsiteY8" fmla="*/ 22116 h 131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447" h="131378">
                      <a:moveTo>
                        <a:pt x="60428" y="22116"/>
                      </a:moveTo>
                      <a:cubicBezTo>
                        <a:pt x="62418" y="17805"/>
                        <a:pt x="62667" y="15776"/>
                        <a:pt x="62667" y="14000"/>
                      </a:cubicBezTo>
                      <a:cubicBezTo>
                        <a:pt x="62667" y="6138"/>
                        <a:pt x="55700" y="51"/>
                        <a:pt x="47988" y="51"/>
                      </a:cubicBezTo>
                      <a:cubicBezTo>
                        <a:pt x="38534" y="51"/>
                        <a:pt x="35548" y="7913"/>
                        <a:pt x="34304" y="11971"/>
                      </a:cubicBezTo>
                      <a:lnTo>
                        <a:pt x="1463" y="121791"/>
                      </a:lnTo>
                      <a:cubicBezTo>
                        <a:pt x="1214" y="122299"/>
                        <a:pt x="219" y="125596"/>
                        <a:pt x="219" y="125849"/>
                      </a:cubicBezTo>
                      <a:cubicBezTo>
                        <a:pt x="219" y="128893"/>
                        <a:pt x="7932" y="131429"/>
                        <a:pt x="9922" y="131429"/>
                      </a:cubicBezTo>
                      <a:cubicBezTo>
                        <a:pt x="11664" y="131429"/>
                        <a:pt x="11912" y="130922"/>
                        <a:pt x="13654" y="127118"/>
                      </a:cubicBezTo>
                      <a:lnTo>
                        <a:pt x="60428" y="22116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0" name="Freeform: Shape 1079">
                  <a:extLst>
                    <a:ext uri="{FF2B5EF4-FFF2-40B4-BE49-F238E27FC236}">
                      <a16:creationId xmlns:a16="http://schemas.microsoft.com/office/drawing/2014/main" id="{5DF5B2AC-91EA-88D9-C8FA-361BF2AB6C7F}"/>
                    </a:ext>
                  </a:extLst>
                </p:cNvPr>
                <p:cNvSpPr/>
                <p:nvPr>
                  <p:custDataLst>
                    <p:tags r:id="rId123"/>
                  </p:custDataLst>
                </p:nvPr>
              </p:nvSpPr>
              <p:spPr>
                <a:xfrm>
                  <a:off x="10370789" y="4458555"/>
                  <a:ext cx="90561" cy="168407"/>
                </a:xfrm>
                <a:custGeom>
                  <a:avLst/>
                  <a:gdLst>
                    <a:gd name="connsiteX0" fmla="*/ 56446 w 90561"/>
                    <a:gd name="connsiteY0" fmla="*/ 7159 h 168407"/>
                    <a:gd name="connsiteX1" fmla="*/ 48983 w 90561"/>
                    <a:gd name="connsiteY1" fmla="*/ 57 h 168407"/>
                    <a:gd name="connsiteX2" fmla="*/ 219 w 90561"/>
                    <a:gd name="connsiteY2" fmla="*/ 16289 h 168407"/>
                    <a:gd name="connsiteX3" fmla="*/ 219 w 90561"/>
                    <a:gd name="connsiteY3" fmla="*/ 25420 h 168407"/>
                    <a:gd name="connsiteX4" fmla="*/ 36294 w 90561"/>
                    <a:gd name="connsiteY4" fmla="*/ 18318 h 168407"/>
                    <a:gd name="connsiteX5" fmla="*/ 36294 w 90561"/>
                    <a:gd name="connsiteY5" fmla="*/ 147668 h 168407"/>
                    <a:gd name="connsiteX6" fmla="*/ 11415 w 90561"/>
                    <a:gd name="connsiteY6" fmla="*/ 159335 h 168407"/>
                    <a:gd name="connsiteX7" fmla="*/ 1960 w 90561"/>
                    <a:gd name="connsiteY7" fmla="*/ 159335 h 168407"/>
                    <a:gd name="connsiteX8" fmla="*/ 1960 w 90561"/>
                    <a:gd name="connsiteY8" fmla="*/ 168465 h 168407"/>
                    <a:gd name="connsiteX9" fmla="*/ 46246 w 90561"/>
                    <a:gd name="connsiteY9" fmla="*/ 167451 h 168407"/>
                    <a:gd name="connsiteX10" fmla="*/ 90780 w 90561"/>
                    <a:gd name="connsiteY10" fmla="*/ 168465 h 168407"/>
                    <a:gd name="connsiteX11" fmla="*/ 90780 w 90561"/>
                    <a:gd name="connsiteY11" fmla="*/ 159335 h 168407"/>
                    <a:gd name="connsiteX12" fmla="*/ 81326 w 90561"/>
                    <a:gd name="connsiteY12" fmla="*/ 159335 h 168407"/>
                    <a:gd name="connsiteX13" fmla="*/ 56446 w 90561"/>
                    <a:gd name="connsiteY13" fmla="*/ 147668 h 168407"/>
                    <a:gd name="connsiteX14" fmla="*/ 56446 w 90561"/>
                    <a:gd name="connsiteY14" fmla="*/ 7159 h 16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90561" h="168407">
                      <a:moveTo>
                        <a:pt x="56446" y="7159"/>
                      </a:moveTo>
                      <a:cubicBezTo>
                        <a:pt x="56446" y="311"/>
                        <a:pt x="55949" y="57"/>
                        <a:pt x="48983" y="57"/>
                      </a:cubicBezTo>
                      <a:cubicBezTo>
                        <a:pt x="33060" y="16036"/>
                        <a:pt x="10419" y="16289"/>
                        <a:pt x="219" y="16289"/>
                      </a:cubicBezTo>
                      <a:lnTo>
                        <a:pt x="219" y="25420"/>
                      </a:lnTo>
                      <a:cubicBezTo>
                        <a:pt x="6190" y="25420"/>
                        <a:pt x="22610" y="25420"/>
                        <a:pt x="36294" y="18318"/>
                      </a:cubicBezTo>
                      <a:lnTo>
                        <a:pt x="36294" y="147668"/>
                      </a:lnTo>
                      <a:cubicBezTo>
                        <a:pt x="36294" y="156037"/>
                        <a:pt x="36294" y="159335"/>
                        <a:pt x="11415" y="159335"/>
                      </a:cubicBezTo>
                      <a:lnTo>
                        <a:pt x="1960" y="159335"/>
                      </a:lnTo>
                      <a:lnTo>
                        <a:pt x="1960" y="168465"/>
                      </a:lnTo>
                      <a:cubicBezTo>
                        <a:pt x="6439" y="168212"/>
                        <a:pt x="37040" y="167451"/>
                        <a:pt x="46246" y="167451"/>
                      </a:cubicBezTo>
                      <a:cubicBezTo>
                        <a:pt x="53959" y="167451"/>
                        <a:pt x="85307" y="168212"/>
                        <a:pt x="90780" y="168465"/>
                      </a:cubicBezTo>
                      <a:lnTo>
                        <a:pt x="90780" y="159335"/>
                      </a:lnTo>
                      <a:lnTo>
                        <a:pt x="81326" y="159335"/>
                      </a:lnTo>
                      <a:cubicBezTo>
                        <a:pt x="56446" y="159335"/>
                        <a:pt x="56446" y="156037"/>
                        <a:pt x="56446" y="147668"/>
                      </a:cubicBezTo>
                      <a:lnTo>
                        <a:pt x="56446" y="715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1" name="Freeform: Shape 1080">
                  <a:extLst>
                    <a:ext uri="{FF2B5EF4-FFF2-40B4-BE49-F238E27FC236}">
                      <a16:creationId xmlns:a16="http://schemas.microsoft.com/office/drawing/2014/main" id="{9FCC57D6-B7B9-A422-8090-E0ED88999A2B}"/>
                    </a:ext>
                  </a:extLst>
                </p:cNvPr>
                <p:cNvSpPr/>
                <p:nvPr>
                  <p:custDataLst>
                    <p:tags r:id="rId124"/>
                  </p:custDataLst>
                </p:nvPr>
              </p:nvSpPr>
              <p:spPr>
                <a:xfrm>
                  <a:off x="10538304" y="4265649"/>
                  <a:ext cx="82457" cy="362323"/>
                </a:xfrm>
                <a:custGeom>
                  <a:avLst/>
                  <a:gdLst>
                    <a:gd name="connsiteX0" fmla="*/ 82681 w 82457"/>
                    <a:gd name="connsiteY0" fmla="*/ 358755 h 362323"/>
                    <a:gd name="connsiteX1" fmla="*/ 76639 w 82457"/>
                    <a:gd name="connsiteY1" fmla="*/ 350784 h 362323"/>
                    <a:gd name="connsiteX2" fmla="*/ 20838 w 82457"/>
                    <a:gd name="connsiteY2" fmla="*/ 181216 h 362323"/>
                    <a:gd name="connsiteX3" fmla="*/ 78061 w 82457"/>
                    <a:gd name="connsiteY3" fmla="*/ 9838 h 362323"/>
                    <a:gd name="connsiteX4" fmla="*/ 82681 w 82457"/>
                    <a:gd name="connsiteY4" fmla="*/ 3678 h 362323"/>
                    <a:gd name="connsiteX5" fmla="*/ 79127 w 82457"/>
                    <a:gd name="connsiteY5" fmla="*/ 55 h 362323"/>
                    <a:gd name="connsiteX6" fmla="*/ 22615 w 82457"/>
                    <a:gd name="connsiteY6" fmla="*/ 70708 h 362323"/>
                    <a:gd name="connsiteX7" fmla="*/ 223 w 82457"/>
                    <a:gd name="connsiteY7" fmla="*/ 181216 h 362323"/>
                    <a:gd name="connsiteX8" fmla="*/ 23681 w 82457"/>
                    <a:gd name="connsiteY8" fmla="*/ 294261 h 362323"/>
                    <a:gd name="connsiteX9" fmla="*/ 79127 w 82457"/>
                    <a:gd name="connsiteY9" fmla="*/ 362378 h 362323"/>
                    <a:gd name="connsiteX10" fmla="*/ 82681 w 82457"/>
                    <a:gd name="connsiteY10" fmla="*/ 358755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457" h="362323">
                      <a:moveTo>
                        <a:pt x="82681" y="358755"/>
                      </a:moveTo>
                      <a:cubicBezTo>
                        <a:pt x="82681" y="357668"/>
                        <a:pt x="82681" y="356943"/>
                        <a:pt x="76639" y="350784"/>
                      </a:cubicBezTo>
                      <a:cubicBezTo>
                        <a:pt x="32211" y="305131"/>
                        <a:pt x="20838" y="236652"/>
                        <a:pt x="20838" y="181216"/>
                      </a:cubicBezTo>
                      <a:cubicBezTo>
                        <a:pt x="20838" y="118172"/>
                        <a:pt x="34344" y="55128"/>
                        <a:pt x="78061" y="9838"/>
                      </a:cubicBezTo>
                      <a:cubicBezTo>
                        <a:pt x="82681" y="5490"/>
                        <a:pt x="82681" y="4765"/>
                        <a:pt x="82681" y="3678"/>
                      </a:cubicBezTo>
                      <a:cubicBezTo>
                        <a:pt x="82681" y="1142"/>
                        <a:pt x="81259" y="55"/>
                        <a:pt x="79127" y="55"/>
                      </a:cubicBezTo>
                      <a:cubicBezTo>
                        <a:pt x="75573" y="55"/>
                        <a:pt x="43585" y="24693"/>
                        <a:pt x="22615" y="70708"/>
                      </a:cubicBezTo>
                      <a:cubicBezTo>
                        <a:pt x="4488" y="110563"/>
                        <a:pt x="223" y="150781"/>
                        <a:pt x="223" y="181216"/>
                      </a:cubicBezTo>
                      <a:cubicBezTo>
                        <a:pt x="223" y="209478"/>
                        <a:pt x="4133" y="253319"/>
                        <a:pt x="23681" y="294261"/>
                      </a:cubicBezTo>
                      <a:cubicBezTo>
                        <a:pt x="45006" y="338827"/>
                        <a:pt x="75573" y="362378"/>
                        <a:pt x="79127" y="362378"/>
                      </a:cubicBezTo>
                      <a:cubicBezTo>
                        <a:pt x="81259" y="362378"/>
                        <a:pt x="82681" y="361291"/>
                        <a:pt x="82681" y="358755"/>
                      </a:cubicBez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2" name="Freeform: Shape 1081">
                  <a:extLst>
                    <a:ext uri="{FF2B5EF4-FFF2-40B4-BE49-F238E27FC236}">
                      <a16:creationId xmlns:a16="http://schemas.microsoft.com/office/drawing/2014/main" id="{7AA45BFD-340D-9000-F4C4-66E5797B9E7D}"/>
                    </a:ext>
                  </a:extLst>
                </p:cNvPr>
                <p:cNvSpPr/>
                <p:nvPr>
                  <p:custDataLst>
                    <p:tags r:id="rId125"/>
                  </p:custDataLst>
                </p:nvPr>
              </p:nvSpPr>
              <p:spPr>
                <a:xfrm>
                  <a:off x="10651644" y="4377244"/>
                  <a:ext cx="176999" cy="164132"/>
                </a:xfrm>
                <a:custGeom>
                  <a:avLst/>
                  <a:gdLst>
                    <a:gd name="connsiteX0" fmla="*/ 108631 w 176999"/>
                    <a:gd name="connsiteY0" fmla="*/ 50780 h 164132"/>
                    <a:gd name="connsiteX1" fmla="*/ 143817 w 176999"/>
                    <a:gd name="connsiteY1" fmla="*/ 8026 h 164132"/>
                    <a:gd name="connsiteX2" fmla="*/ 161589 w 176999"/>
                    <a:gd name="connsiteY2" fmla="*/ 12736 h 164132"/>
                    <a:gd name="connsiteX3" fmla="*/ 144528 w 176999"/>
                    <a:gd name="connsiteY3" fmla="*/ 32302 h 164132"/>
                    <a:gd name="connsiteX4" fmla="*/ 158034 w 176999"/>
                    <a:gd name="connsiteY4" fmla="*/ 44983 h 164132"/>
                    <a:gd name="connsiteX5" fmla="*/ 177227 w 176999"/>
                    <a:gd name="connsiteY5" fmla="*/ 23968 h 164132"/>
                    <a:gd name="connsiteX6" fmla="*/ 144173 w 176999"/>
                    <a:gd name="connsiteY6" fmla="*/ 55 h 164132"/>
                    <a:gd name="connsiteX7" fmla="*/ 106854 w 176999"/>
                    <a:gd name="connsiteY7" fmla="*/ 27591 h 164132"/>
                    <a:gd name="connsiteX8" fmla="*/ 68468 w 176999"/>
                    <a:gd name="connsiteY8" fmla="*/ 55 h 164132"/>
                    <a:gd name="connsiteX9" fmla="*/ 11245 w 176999"/>
                    <a:gd name="connsiteY9" fmla="*/ 55853 h 164132"/>
                    <a:gd name="connsiteX10" fmla="*/ 15510 w 176999"/>
                    <a:gd name="connsiteY10" fmla="*/ 59476 h 164132"/>
                    <a:gd name="connsiteX11" fmla="*/ 20131 w 176999"/>
                    <a:gd name="connsiteY11" fmla="*/ 55490 h 164132"/>
                    <a:gd name="connsiteX12" fmla="*/ 67757 w 176999"/>
                    <a:gd name="connsiteY12" fmla="*/ 8026 h 164132"/>
                    <a:gd name="connsiteX13" fmla="*/ 86950 w 176999"/>
                    <a:gd name="connsiteY13" fmla="*/ 32302 h 164132"/>
                    <a:gd name="connsiteX14" fmla="*/ 67757 w 176999"/>
                    <a:gd name="connsiteY14" fmla="*/ 118535 h 164132"/>
                    <a:gd name="connsiteX15" fmla="*/ 33992 w 176999"/>
                    <a:gd name="connsiteY15" fmla="*/ 156216 h 164132"/>
                    <a:gd name="connsiteX16" fmla="*/ 16221 w 176999"/>
                    <a:gd name="connsiteY16" fmla="*/ 151506 h 164132"/>
                    <a:gd name="connsiteX17" fmla="*/ 32926 w 176999"/>
                    <a:gd name="connsiteY17" fmla="*/ 131941 h 164132"/>
                    <a:gd name="connsiteX18" fmla="*/ 19775 w 176999"/>
                    <a:gd name="connsiteY18" fmla="*/ 119259 h 164132"/>
                    <a:gd name="connsiteX19" fmla="*/ 227 w 176999"/>
                    <a:gd name="connsiteY19" fmla="*/ 140274 h 164132"/>
                    <a:gd name="connsiteX20" fmla="*/ 33637 w 176999"/>
                    <a:gd name="connsiteY20" fmla="*/ 164187 h 164132"/>
                    <a:gd name="connsiteX21" fmla="*/ 70956 w 176999"/>
                    <a:gd name="connsiteY21" fmla="*/ 136651 h 164132"/>
                    <a:gd name="connsiteX22" fmla="*/ 109342 w 176999"/>
                    <a:gd name="connsiteY22" fmla="*/ 164187 h 164132"/>
                    <a:gd name="connsiteX23" fmla="*/ 166209 w 176999"/>
                    <a:gd name="connsiteY23" fmla="*/ 108390 h 164132"/>
                    <a:gd name="connsiteX24" fmla="*/ 161944 w 176999"/>
                    <a:gd name="connsiteY24" fmla="*/ 104766 h 164132"/>
                    <a:gd name="connsiteX25" fmla="*/ 157323 w 176999"/>
                    <a:gd name="connsiteY25" fmla="*/ 108752 h 164132"/>
                    <a:gd name="connsiteX26" fmla="*/ 110052 w 176999"/>
                    <a:gd name="connsiteY26" fmla="*/ 156216 h 164132"/>
                    <a:gd name="connsiteX27" fmla="*/ 90504 w 176999"/>
                    <a:gd name="connsiteY27" fmla="*/ 132303 h 164132"/>
                    <a:gd name="connsiteX28" fmla="*/ 96546 w 176999"/>
                    <a:gd name="connsiteY28" fmla="*/ 100418 h 164132"/>
                    <a:gd name="connsiteX29" fmla="*/ 108631 w 176999"/>
                    <a:gd name="connsiteY29" fmla="*/ 50780 h 16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76999" h="164132">
                      <a:moveTo>
                        <a:pt x="108631" y="50780"/>
                      </a:moveTo>
                      <a:cubicBezTo>
                        <a:pt x="110763" y="41360"/>
                        <a:pt x="118938" y="8026"/>
                        <a:pt x="143817" y="8026"/>
                      </a:cubicBezTo>
                      <a:cubicBezTo>
                        <a:pt x="145595" y="8026"/>
                        <a:pt x="154125" y="8026"/>
                        <a:pt x="161589" y="12736"/>
                      </a:cubicBezTo>
                      <a:cubicBezTo>
                        <a:pt x="151637" y="14548"/>
                        <a:pt x="144528" y="23606"/>
                        <a:pt x="144528" y="32302"/>
                      </a:cubicBezTo>
                      <a:cubicBezTo>
                        <a:pt x="144528" y="38099"/>
                        <a:pt x="148438" y="44983"/>
                        <a:pt x="158034" y="44983"/>
                      </a:cubicBezTo>
                      <a:cubicBezTo>
                        <a:pt x="165854" y="44983"/>
                        <a:pt x="177227" y="38461"/>
                        <a:pt x="177227" y="23968"/>
                      </a:cubicBezTo>
                      <a:cubicBezTo>
                        <a:pt x="177227" y="5127"/>
                        <a:pt x="156257" y="55"/>
                        <a:pt x="144173" y="55"/>
                      </a:cubicBezTo>
                      <a:cubicBezTo>
                        <a:pt x="123558" y="55"/>
                        <a:pt x="111119" y="19258"/>
                        <a:pt x="106854" y="27591"/>
                      </a:cubicBezTo>
                      <a:cubicBezTo>
                        <a:pt x="97968" y="3678"/>
                        <a:pt x="78775" y="55"/>
                        <a:pt x="68468" y="55"/>
                      </a:cubicBezTo>
                      <a:cubicBezTo>
                        <a:pt x="31504" y="55"/>
                        <a:pt x="11245" y="46795"/>
                        <a:pt x="11245" y="55853"/>
                      </a:cubicBezTo>
                      <a:cubicBezTo>
                        <a:pt x="11245" y="59476"/>
                        <a:pt x="14799" y="59476"/>
                        <a:pt x="15510" y="59476"/>
                      </a:cubicBezTo>
                      <a:cubicBezTo>
                        <a:pt x="18354" y="59476"/>
                        <a:pt x="19420" y="58751"/>
                        <a:pt x="20131" y="55490"/>
                      </a:cubicBezTo>
                      <a:cubicBezTo>
                        <a:pt x="32215" y="17084"/>
                        <a:pt x="55673" y="8026"/>
                        <a:pt x="67757" y="8026"/>
                      </a:cubicBezTo>
                      <a:cubicBezTo>
                        <a:pt x="74510" y="8026"/>
                        <a:pt x="86950" y="11287"/>
                        <a:pt x="86950" y="32302"/>
                      </a:cubicBezTo>
                      <a:cubicBezTo>
                        <a:pt x="86950" y="43534"/>
                        <a:pt x="80908" y="67809"/>
                        <a:pt x="67757" y="118535"/>
                      </a:cubicBezTo>
                      <a:cubicBezTo>
                        <a:pt x="62070" y="140999"/>
                        <a:pt x="49631" y="156216"/>
                        <a:pt x="33992" y="156216"/>
                      </a:cubicBezTo>
                      <a:cubicBezTo>
                        <a:pt x="31860" y="156216"/>
                        <a:pt x="23685" y="156216"/>
                        <a:pt x="16221" y="151506"/>
                      </a:cubicBezTo>
                      <a:cubicBezTo>
                        <a:pt x="25107" y="149694"/>
                        <a:pt x="32926" y="142086"/>
                        <a:pt x="32926" y="131941"/>
                      </a:cubicBezTo>
                      <a:cubicBezTo>
                        <a:pt x="32926" y="122158"/>
                        <a:pt x="25107" y="119259"/>
                        <a:pt x="19775" y="119259"/>
                      </a:cubicBezTo>
                      <a:cubicBezTo>
                        <a:pt x="9113" y="119259"/>
                        <a:pt x="227" y="128680"/>
                        <a:pt x="227" y="140274"/>
                      </a:cubicBezTo>
                      <a:cubicBezTo>
                        <a:pt x="227" y="156941"/>
                        <a:pt x="17998" y="164187"/>
                        <a:pt x="33637" y="164187"/>
                      </a:cubicBezTo>
                      <a:cubicBezTo>
                        <a:pt x="57095" y="164187"/>
                        <a:pt x="69890" y="138825"/>
                        <a:pt x="70956" y="136651"/>
                      </a:cubicBezTo>
                      <a:cubicBezTo>
                        <a:pt x="75221" y="150057"/>
                        <a:pt x="88016" y="164187"/>
                        <a:pt x="109342" y="164187"/>
                      </a:cubicBezTo>
                      <a:cubicBezTo>
                        <a:pt x="145950" y="164187"/>
                        <a:pt x="166209" y="117448"/>
                        <a:pt x="166209" y="108390"/>
                      </a:cubicBezTo>
                      <a:cubicBezTo>
                        <a:pt x="166209" y="104766"/>
                        <a:pt x="163010" y="104766"/>
                        <a:pt x="161944" y="104766"/>
                      </a:cubicBezTo>
                      <a:cubicBezTo>
                        <a:pt x="158745" y="104766"/>
                        <a:pt x="158034" y="106216"/>
                        <a:pt x="157323" y="108752"/>
                      </a:cubicBezTo>
                      <a:cubicBezTo>
                        <a:pt x="145595" y="147520"/>
                        <a:pt x="121426" y="156216"/>
                        <a:pt x="110052" y="156216"/>
                      </a:cubicBezTo>
                      <a:cubicBezTo>
                        <a:pt x="96191" y="156216"/>
                        <a:pt x="90504" y="144622"/>
                        <a:pt x="90504" y="132303"/>
                      </a:cubicBezTo>
                      <a:cubicBezTo>
                        <a:pt x="90504" y="124332"/>
                        <a:pt x="92637" y="116361"/>
                        <a:pt x="96546" y="100418"/>
                      </a:cubicBezTo>
                      <a:lnTo>
                        <a:pt x="108631" y="50780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3" name="Freeform: Shape 1082">
                  <a:extLst>
                    <a:ext uri="{FF2B5EF4-FFF2-40B4-BE49-F238E27FC236}">
                      <a16:creationId xmlns:a16="http://schemas.microsoft.com/office/drawing/2014/main" id="{20544F63-A568-0C7D-A9C7-EECC4A407AAC}"/>
                    </a:ext>
                  </a:extLst>
                </p:cNvPr>
                <p:cNvSpPr/>
                <p:nvPr>
                  <p:custDataLst>
                    <p:tags r:id="rId126"/>
                  </p:custDataLst>
                </p:nvPr>
              </p:nvSpPr>
              <p:spPr>
                <a:xfrm>
                  <a:off x="10864730" y="4265649"/>
                  <a:ext cx="82457" cy="362323"/>
                </a:xfrm>
                <a:custGeom>
                  <a:avLst/>
                  <a:gdLst>
                    <a:gd name="connsiteX0" fmla="*/ 82691 w 82457"/>
                    <a:gd name="connsiteY0" fmla="*/ 181216 h 362323"/>
                    <a:gd name="connsiteX1" fmla="*/ 59233 w 82457"/>
                    <a:gd name="connsiteY1" fmla="*/ 68172 h 362323"/>
                    <a:gd name="connsiteX2" fmla="*/ 3787 w 82457"/>
                    <a:gd name="connsiteY2" fmla="*/ 55 h 362323"/>
                    <a:gd name="connsiteX3" fmla="*/ 233 w 82457"/>
                    <a:gd name="connsiteY3" fmla="*/ 3678 h 362323"/>
                    <a:gd name="connsiteX4" fmla="*/ 6986 w 82457"/>
                    <a:gd name="connsiteY4" fmla="*/ 12012 h 362323"/>
                    <a:gd name="connsiteX5" fmla="*/ 62076 w 82457"/>
                    <a:gd name="connsiteY5" fmla="*/ 181216 h 362323"/>
                    <a:gd name="connsiteX6" fmla="*/ 4853 w 82457"/>
                    <a:gd name="connsiteY6" fmla="*/ 352595 h 362323"/>
                    <a:gd name="connsiteX7" fmla="*/ 233 w 82457"/>
                    <a:gd name="connsiteY7" fmla="*/ 358755 h 362323"/>
                    <a:gd name="connsiteX8" fmla="*/ 3787 w 82457"/>
                    <a:gd name="connsiteY8" fmla="*/ 362378 h 362323"/>
                    <a:gd name="connsiteX9" fmla="*/ 60299 w 82457"/>
                    <a:gd name="connsiteY9" fmla="*/ 291725 h 362323"/>
                    <a:gd name="connsiteX10" fmla="*/ 82691 w 82457"/>
                    <a:gd name="connsiteY10" fmla="*/ 181216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457" h="362323">
                      <a:moveTo>
                        <a:pt x="82691" y="181216"/>
                      </a:moveTo>
                      <a:cubicBezTo>
                        <a:pt x="82691" y="152955"/>
                        <a:pt x="78781" y="109114"/>
                        <a:pt x="59233" y="68172"/>
                      </a:cubicBezTo>
                      <a:cubicBezTo>
                        <a:pt x="37907" y="23606"/>
                        <a:pt x="7341" y="55"/>
                        <a:pt x="3787" y="55"/>
                      </a:cubicBezTo>
                      <a:cubicBezTo>
                        <a:pt x="1654" y="55"/>
                        <a:pt x="233" y="1504"/>
                        <a:pt x="233" y="3678"/>
                      </a:cubicBezTo>
                      <a:cubicBezTo>
                        <a:pt x="233" y="4765"/>
                        <a:pt x="233" y="5490"/>
                        <a:pt x="6986" y="12012"/>
                      </a:cubicBezTo>
                      <a:cubicBezTo>
                        <a:pt x="41817" y="47882"/>
                        <a:pt x="62076" y="105491"/>
                        <a:pt x="62076" y="181216"/>
                      </a:cubicBezTo>
                      <a:cubicBezTo>
                        <a:pt x="62076" y="243174"/>
                        <a:pt x="48926" y="306943"/>
                        <a:pt x="4853" y="352595"/>
                      </a:cubicBezTo>
                      <a:cubicBezTo>
                        <a:pt x="233" y="356943"/>
                        <a:pt x="233" y="357668"/>
                        <a:pt x="233" y="358755"/>
                      </a:cubicBezTo>
                      <a:cubicBezTo>
                        <a:pt x="233" y="360929"/>
                        <a:pt x="1654" y="362378"/>
                        <a:pt x="3787" y="362378"/>
                      </a:cubicBezTo>
                      <a:cubicBezTo>
                        <a:pt x="7341" y="362378"/>
                        <a:pt x="39329" y="337740"/>
                        <a:pt x="60299" y="291725"/>
                      </a:cubicBezTo>
                      <a:cubicBezTo>
                        <a:pt x="78426" y="251869"/>
                        <a:pt x="82691" y="211652"/>
                        <a:pt x="82691" y="181216"/>
                      </a:cubicBez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4" name="Freeform: Shape 1083">
                  <a:extLst>
                    <a:ext uri="{FF2B5EF4-FFF2-40B4-BE49-F238E27FC236}">
                      <a16:creationId xmlns:a16="http://schemas.microsoft.com/office/drawing/2014/main" id="{BD931031-0DF1-E2B3-8620-961DBC7F7E2C}"/>
                    </a:ext>
                  </a:extLst>
                </p:cNvPr>
                <p:cNvSpPr/>
                <p:nvPr>
                  <p:custDataLst>
                    <p:tags r:id="rId127"/>
                  </p:custDataLst>
                </p:nvPr>
              </p:nvSpPr>
              <p:spPr>
                <a:xfrm>
                  <a:off x="11024986" y="4265649"/>
                  <a:ext cx="14216" cy="362323"/>
                </a:xfrm>
                <a:custGeom>
                  <a:avLst/>
                  <a:gdLst>
                    <a:gd name="connsiteX0" fmla="*/ 14454 w 14216"/>
                    <a:gd name="connsiteY0" fmla="*/ 13099 h 362323"/>
                    <a:gd name="connsiteX1" fmla="*/ 7345 w 14216"/>
                    <a:gd name="connsiteY1" fmla="*/ 55 h 362323"/>
                    <a:gd name="connsiteX2" fmla="*/ 237 w 14216"/>
                    <a:gd name="connsiteY2" fmla="*/ 13099 h 362323"/>
                    <a:gd name="connsiteX3" fmla="*/ 237 w 14216"/>
                    <a:gd name="connsiteY3" fmla="*/ 349334 h 362323"/>
                    <a:gd name="connsiteX4" fmla="*/ 7345 w 14216"/>
                    <a:gd name="connsiteY4" fmla="*/ 362378 h 362323"/>
                    <a:gd name="connsiteX5" fmla="*/ 14454 w 14216"/>
                    <a:gd name="connsiteY5" fmla="*/ 349334 h 362323"/>
                    <a:gd name="connsiteX6" fmla="*/ 14454 w 14216"/>
                    <a:gd name="connsiteY6" fmla="*/ 13099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216" h="362323">
                      <a:moveTo>
                        <a:pt x="14454" y="13099"/>
                      </a:moveTo>
                      <a:cubicBezTo>
                        <a:pt x="14454" y="6577"/>
                        <a:pt x="14454" y="55"/>
                        <a:pt x="7345" y="55"/>
                      </a:cubicBezTo>
                      <a:cubicBezTo>
                        <a:pt x="237" y="55"/>
                        <a:pt x="237" y="6577"/>
                        <a:pt x="237" y="13099"/>
                      </a:cubicBezTo>
                      <a:lnTo>
                        <a:pt x="237" y="349334"/>
                      </a:lnTo>
                      <a:cubicBezTo>
                        <a:pt x="237" y="355856"/>
                        <a:pt x="237" y="362378"/>
                        <a:pt x="7345" y="362378"/>
                      </a:cubicBezTo>
                      <a:cubicBezTo>
                        <a:pt x="14454" y="362378"/>
                        <a:pt x="14454" y="355856"/>
                        <a:pt x="14454" y="349334"/>
                      </a:cubicBezTo>
                      <a:lnTo>
                        <a:pt x="14454" y="1309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5" name="Freeform: Shape 1084">
                  <a:extLst>
                    <a:ext uri="{FF2B5EF4-FFF2-40B4-BE49-F238E27FC236}">
                      <a16:creationId xmlns:a16="http://schemas.microsoft.com/office/drawing/2014/main" id="{CE234141-2857-4475-AF21-D5696C84F8A3}"/>
                    </a:ext>
                  </a:extLst>
                </p:cNvPr>
                <p:cNvSpPr/>
                <p:nvPr>
                  <p:custDataLst>
                    <p:tags r:id="rId128"/>
                  </p:custDataLst>
                </p:nvPr>
              </p:nvSpPr>
              <p:spPr>
                <a:xfrm>
                  <a:off x="11200049" y="4404418"/>
                  <a:ext cx="236355" cy="84783"/>
                </a:xfrm>
                <a:custGeom>
                  <a:avLst/>
                  <a:gdLst>
                    <a:gd name="connsiteX0" fmla="*/ 224513 w 236355"/>
                    <a:gd name="connsiteY0" fmla="*/ 14548 h 84783"/>
                    <a:gd name="connsiteX1" fmla="*/ 236598 w 236355"/>
                    <a:gd name="connsiteY1" fmla="*/ 7301 h 84783"/>
                    <a:gd name="connsiteX2" fmla="*/ 224869 w 236355"/>
                    <a:gd name="connsiteY2" fmla="*/ 55 h 84783"/>
                    <a:gd name="connsiteX3" fmla="*/ 11971 w 236355"/>
                    <a:gd name="connsiteY3" fmla="*/ 55 h 84783"/>
                    <a:gd name="connsiteX4" fmla="*/ 242 w 236355"/>
                    <a:gd name="connsiteY4" fmla="*/ 7301 h 84783"/>
                    <a:gd name="connsiteX5" fmla="*/ 12327 w 236355"/>
                    <a:gd name="connsiteY5" fmla="*/ 14548 h 84783"/>
                    <a:gd name="connsiteX6" fmla="*/ 224513 w 236355"/>
                    <a:gd name="connsiteY6" fmla="*/ 14548 h 84783"/>
                    <a:gd name="connsiteX7" fmla="*/ 224869 w 236355"/>
                    <a:gd name="connsiteY7" fmla="*/ 84839 h 84783"/>
                    <a:gd name="connsiteX8" fmla="*/ 236598 w 236355"/>
                    <a:gd name="connsiteY8" fmla="*/ 77592 h 84783"/>
                    <a:gd name="connsiteX9" fmla="*/ 224513 w 236355"/>
                    <a:gd name="connsiteY9" fmla="*/ 70346 h 84783"/>
                    <a:gd name="connsiteX10" fmla="*/ 12327 w 236355"/>
                    <a:gd name="connsiteY10" fmla="*/ 70346 h 84783"/>
                    <a:gd name="connsiteX11" fmla="*/ 242 w 236355"/>
                    <a:gd name="connsiteY11" fmla="*/ 77592 h 84783"/>
                    <a:gd name="connsiteX12" fmla="*/ 11971 w 236355"/>
                    <a:gd name="connsiteY12" fmla="*/ 84839 h 84783"/>
                    <a:gd name="connsiteX13" fmla="*/ 224869 w 236355"/>
                    <a:gd name="connsiteY13" fmla="*/ 84839 h 84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36355" h="84783">
                      <a:moveTo>
                        <a:pt x="224513" y="14548"/>
                      </a:moveTo>
                      <a:cubicBezTo>
                        <a:pt x="229845" y="14548"/>
                        <a:pt x="236598" y="14548"/>
                        <a:pt x="236598" y="7301"/>
                      </a:cubicBezTo>
                      <a:cubicBezTo>
                        <a:pt x="236598" y="55"/>
                        <a:pt x="229845" y="55"/>
                        <a:pt x="224869" y="55"/>
                      </a:cubicBezTo>
                      <a:lnTo>
                        <a:pt x="11971" y="55"/>
                      </a:lnTo>
                      <a:cubicBezTo>
                        <a:pt x="6995" y="55"/>
                        <a:pt x="242" y="55"/>
                        <a:pt x="242" y="7301"/>
                      </a:cubicBezTo>
                      <a:cubicBezTo>
                        <a:pt x="242" y="14548"/>
                        <a:pt x="6995" y="14548"/>
                        <a:pt x="12327" y="14548"/>
                      </a:cubicBezTo>
                      <a:lnTo>
                        <a:pt x="224513" y="14548"/>
                      </a:lnTo>
                      <a:close/>
                      <a:moveTo>
                        <a:pt x="224869" y="84839"/>
                      </a:moveTo>
                      <a:cubicBezTo>
                        <a:pt x="229845" y="84839"/>
                        <a:pt x="236598" y="84839"/>
                        <a:pt x="236598" y="77592"/>
                      </a:cubicBezTo>
                      <a:cubicBezTo>
                        <a:pt x="236598" y="70346"/>
                        <a:pt x="229845" y="70346"/>
                        <a:pt x="224513" y="70346"/>
                      </a:cubicBezTo>
                      <a:lnTo>
                        <a:pt x="12327" y="70346"/>
                      </a:lnTo>
                      <a:cubicBezTo>
                        <a:pt x="6995" y="70346"/>
                        <a:pt x="242" y="70346"/>
                        <a:pt x="242" y="77592"/>
                      </a:cubicBezTo>
                      <a:cubicBezTo>
                        <a:pt x="242" y="84839"/>
                        <a:pt x="6995" y="84839"/>
                        <a:pt x="11971" y="84839"/>
                      </a:cubicBezTo>
                      <a:lnTo>
                        <a:pt x="224869" y="8483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6" name="Freeform: Shape 1085">
                  <a:extLst>
                    <a:ext uri="{FF2B5EF4-FFF2-40B4-BE49-F238E27FC236}">
                      <a16:creationId xmlns:a16="http://schemas.microsoft.com/office/drawing/2014/main" id="{AC3BC015-633E-4729-CDFE-467C525DB428}"/>
                    </a:ext>
                  </a:extLst>
                </p:cNvPr>
                <p:cNvSpPr/>
                <p:nvPr>
                  <p:custDataLst>
                    <p:tags r:id="rId129"/>
                  </p:custDataLst>
                </p:nvPr>
              </p:nvSpPr>
              <p:spPr>
                <a:xfrm>
                  <a:off x="11586944" y="4296084"/>
                  <a:ext cx="117289" cy="241307"/>
                </a:xfrm>
                <a:custGeom>
                  <a:avLst/>
                  <a:gdLst>
                    <a:gd name="connsiteX0" fmla="*/ 73114 w 117289"/>
                    <a:gd name="connsiteY0" fmla="*/ 9475 h 241307"/>
                    <a:gd name="connsiteX1" fmla="*/ 64939 w 117289"/>
                    <a:gd name="connsiteY1" fmla="*/ 55 h 241307"/>
                    <a:gd name="connsiteX2" fmla="*/ 253 w 117289"/>
                    <a:gd name="connsiteY2" fmla="*/ 23244 h 241307"/>
                    <a:gd name="connsiteX3" fmla="*/ 253 w 117289"/>
                    <a:gd name="connsiteY3" fmla="*/ 34476 h 241307"/>
                    <a:gd name="connsiteX4" fmla="*/ 46813 w 117289"/>
                    <a:gd name="connsiteY4" fmla="*/ 25055 h 241307"/>
                    <a:gd name="connsiteX5" fmla="*/ 46813 w 117289"/>
                    <a:gd name="connsiteY5" fmla="*/ 212739 h 241307"/>
                    <a:gd name="connsiteX6" fmla="*/ 13759 w 117289"/>
                    <a:gd name="connsiteY6" fmla="*/ 230130 h 241307"/>
                    <a:gd name="connsiteX7" fmla="*/ 2385 w 117289"/>
                    <a:gd name="connsiteY7" fmla="*/ 230130 h 241307"/>
                    <a:gd name="connsiteX8" fmla="*/ 2385 w 117289"/>
                    <a:gd name="connsiteY8" fmla="*/ 241362 h 241307"/>
                    <a:gd name="connsiteX9" fmla="*/ 59964 w 117289"/>
                    <a:gd name="connsiteY9" fmla="*/ 240275 h 241307"/>
                    <a:gd name="connsiteX10" fmla="*/ 117542 w 117289"/>
                    <a:gd name="connsiteY10" fmla="*/ 241362 h 241307"/>
                    <a:gd name="connsiteX11" fmla="*/ 117542 w 117289"/>
                    <a:gd name="connsiteY11" fmla="*/ 230130 h 241307"/>
                    <a:gd name="connsiteX12" fmla="*/ 106168 w 117289"/>
                    <a:gd name="connsiteY12" fmla="*/ 230130 h 241307"/>
                    <a:gd name="connsiteX13" fmla="*/ 73114 w 117289"/>
                    <a:gd name="connsiteY13" fmla="*/ 212739 h 241307"/>
                    <a:gd name="connsiteX14" fmla="*/ 73114 w 117289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7289" h="241307">
                      <a:moveTo>
                        <a:pt x="73114" y="9475"/>
                      </a:moveTo>
                      <a:cubicBezTo>
                        <a:pt x="73114" y="780"/>
                        <a:pt x="73114" y="55"/>
                        <a:pt x="64939" y="55"/>
                      </a:cubicBezTo>
                      <a:cubicBezTo>
                        <a:pt x="42903" y="23244"/>
                        <a:pt x="11626" y="23244"/>
                        <a:pt x="253" y="23244"/>
                      </a:cubicBezTo>
                      <a:lnTo>
                        <a:pt x="253" y="34476"/>
                      </a:lnTo>
                      <a:cubicBezTo>
                        <a:pt x="7361" y="34476"/>
                        <a:pt x="28331" y="34476"/>
                        <a:pt x="46813" y="25055"/>
                      </a:cubicBezTo>
                      <a:lnTo>
                        <a:pt x="46813" y="212739"/>
                      </a:lnTo>
                      <a:cubicBezTo>
                        <a:pt x="46813" y="225782"/>
                        <a:pt x="45747" y="230130"/>
                        <a:pt x="13759" y="230130"/>
                      </a:cubicBezTo>
                      <a:lnTo>
                        <a:pt x="2385" y="230130"/>
                      </a:lnTo>
                      <a:lnTo>
                        <a:pt x="2385" y="241362"/>
                      </a:lnTo>
                      <a:cubicBezTo>
                        <a:pt x="14825" y="240275"/>
                        <a:pt x="45747" y="240275"/>
                        <a:pt x="59964" y="240275"/>
                      </a:cubicBezTo>
                      <a:cubicBezTo>
                        <a:pt x="74180" y="240275"/>
                        <a:pt x="105102" y="240275"/>
                        <a:pt x="117542" y="241362"/>
                      </a:cubicBezTo>
                      <a:lnTo>
                        <a:pt x="117542" y="230130"/>
                      </a:lnTo>
                      <a:lnTo>
                        <a:pt x="106168" y="230130"/>
                      </a:lnTo>
                      <a:cubicBezTo>
                        <a:pt x="74180" y="230130"/>
                        <a:pt x="73114" y="226145"/>
                        <a:pt x="73114" y="212739"/>
                      </a:cubicBezTo>
                      <a:lnTo>
                        <a:pt x="73114" y="9475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7" name="Freeform: Shape 1086">
                  <a:extLst>
                    <a:ext uri="{FF2B5EF4-FFF2-40B4-BE49-F238E27FC236}">
                      <a16:creationId xmlns:a16="http://schemas.microsoft.com/office/drawing/2014/main" id="{FC695FD4-C8F9-6ACC-8717-3E3E99EDF864}"/>
                    </a:ext>
                  </a:extLst>
                </p:cNvPr>
                <p:cNvSpPr/>
                <p:nvPr>
                  <p:custDataLst>
                    <p:tags r:id="rId130"/>
                  </p:custDataLst>
                </p:nvPr>
              </p:nvSpPr>
              <p:spPr>
                <a:xfrm>
                  <a:off x="11752571" y="4265649"/>
                  <a:ext cx="138259" cy="362323"/>
                </a:xfrm>
                <a:custGeom>
                  <a:avLst/>
                  <a:gdLst>
                    <a:gd name="connsiteX0" fmla="*/ 136740 w 138259"/>
                    <a:gd name="connsiteY0" fmla="*/ 13823 h 362323"/>
                    <a:gd name="connsiteX1" fmla="*/ 138517 w 138259"/>
                    <a:gd name="connsiteY1" fmla="*/ 7301 h 362323"/>
                    <a:gd name="connsiteX2" fmla="*/ 131408 w 138259"/>
                    <a:gd name="connsiteY2" fmla="*/ 55 h 362323"/>
                    <a:gd name="connsiteX3" fmla="*/ 125366 w 138259"/>
                    <a:gd name="connsiteY3" fmla="*/ 3316 h 362323"/>
                    <a:gd name="connsiteX4" fmla="*/ 2035 w 138259"/>
                    <a:gd name="connsiteY4" fmla="*/ 348610 h 362323"/>
                    <a:gd name="connsiteX5" fmla="*/ 258 w 138259"/>
                    <a:gd name="connsiteY5" fmla="*/ 355132 h 362323"/>
                    <a:gd name="connsiteX6" fmla="*/ 7366 w 138259"/>
                    <a:gd name="connsiteY6" fmla="*/ 362378 h 362323"/>
                    <a:gd name="connsiteX7" fmla="*/ 15185 w 138259"/>
                    <a:gd name="connsiteY7" fmla="*/ 353682 h 362323"/>
                    <a:gd name="connsiteX8" fmla="*/ 136740 w 138259"/>
                    <a:gd name="connsiteY8" fmla="*/ 13823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8259" h="362323">
                      <a:moveTo>
                        <a:pt x="136740" y="13823"/>
                      </a:moveTo>
                      <a:cubicBezTo>
                        <a:pt x="138517" y="9113"/>
                        <a:pt x="138517" y="7664"/>
                        <a:pt x="138517" y="7301"/>
                      </a:cubicBezTo>
                      <a:cubicBezTo>
                        <a:pt x="138517" y="3316"/>
                        <a:pt x="135318" y="55"/>
                        <a:pt x="131408" y="55"/>
                      </a:cubicBezTo>
                      <a:cubicBezTo>
                        <a:pt x="128920" y="55"/>
                        <a:pt x="126432" y="1142"/>
                        <a:pt x="125366" y="3316"/>
                      </a:cubicBezTo>
                      <a:lnTo>
                        <a:pt x="2035" y="348610"/>
                      </a:lnTo>
                      <a:cubicBezTo>
                        <a:pt x="258" y="353320"/>
                        <a:pt x="258" y="354769"/>
                        <a:pt x="258" y="355132"/>
                      </a:cubicBezTo>
                      <a:cubicBezTo>
                        <a:pt x="258" y="359117"/>
                        <a:pt x="3456" y="362378"/>
                        <a:pt x="7366" y="362378"/>
                      </a:cubicBezTo>
                      <a:cubicBezTo>
                        <a:pt x="11987" y="362378"/>
                        <a:pt x="13053" y="359842"/>
                        <a:pt x="15185" y="353682"/>
                      </a:cubicBezTo>
                      <a:lnTo>
                        <a:pt x="136740" y="13823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8" name="Freeform: Shape 1087">
                  <a:extLst>
                    <a:ext uri="{FF2B5EF4-FFF2-40B4-BE49-F238E27FC236}">
                      <a16:creationId xmlns:a16="http://schemas.microsoft.com/office/drawing/2014/main" id="{E604881A-43B8-0337-F01A-ABF876A11EDB}"/>
                    </a:ext>
                  </a:extLst>
                </p:cNvPr>
                <p:cNvSpPr/>
                <p:nvPr>
                  <p:custDataLst>
                    <p:tags r:id="rId131"/>
                  </p:custDataLst>
                </p:nvPr>
              </p:nvSpPr>
              <p:spPr>
                <a:xfrm>
                  <a:off x="11921041" y="4377244"/>
                  <a:ext cx="176999" cy="164132"/>
                </a:xfrm>
                <a:custGeom>
                  <a:avLst/>
                  <a:gdLst>
                    <a:gd name="connsiteX0" fmla="*/ 108666 w 176999"/>
                    <a:gd name="connsiteY0" fmla="*/ 50780 h 164132"/>
                    <a:gd name="connsiteX1" fmla="*/ 143853 w 176999"/>
                    <a:gd name="connsiteY1" fmla="*/ 8026 h 164132"/>
                    <a:gd name="connsiteX2" fmla="*/ 161624 w 176999"/>
                    <a:gd name="connsiteY2" fmla="*/ 12736 h 164132"/>
                    <a:gd name="connsiteX3" fmla="*/ 144564 w 176999"/>
                    <a:gd name="connsiteY3" fmla="*/ 32302 h 164132"/>
                    <a:gd name="connsiteX4" fmla="*/ 158070 w 176999"/>
                    <a:gd name="connsiteY4" fmla="*/ 44983 h 164132"/>
                    <a:gd name="connsiteX5" fmla="*/ 177263 w 176999"/>
                    <a:gd name="connsiteY5" fmla="*/ 23968 h 164132"/>
                    <a:gd name="connsiteX6" fmla="*/ 144208 w 176999"/>
                    <a:gd name="connsiteY6" fmla="*/ 55 h 164132"/>
                    <a:gd name="connsiteX7" fmla="*/ 106889 w 176999"/>
                    <a:gd name="connsiteY7" fmla="*/ 27591 h 164132"/>
                    <a:gd name="connsiteX8" fmla="*/ 68504 w 176999"/>
                    <a:gd name="connsiteY8" fmla="*/ 55 h 164132"/>
                    <a:gd name="connsiteX9" fmla="*/ 11281 w 176999"/>
                    <a:gd name="connsiteY9" fmla="*/ 55853 h 164132"/>
                    <a:gd name="connsiteX10" fmla="*/ 15546 w 176999"/>
                    <a:gd name="connsiteY10" fmla="*/ 59476 h 164132"/>
                    <a:gd name="connsiteX11" fmla="*/ 20166 w 176999"/>
                    <a:gd name="connsiteY11" fmla="*/ 55490 h 164132"/>
                    <a:gd name="connsiteX12" fmla="*/ 67793 w 176999"/>
                    <a:gd name="connsiteY12" fmla="*/ 8026 h 164132"/>
                    <a:gd name="connsiteX13" fmla="*/ 86986 w 176999"/>
                    <a:gd name="connsiteY13" fmla="*/ 32302 h 164132"/>
                    <a:gd name="connsiteX14" fmla="*/ 67793 w 176999"/>
                    <a:gd name="connsiteY14" fmla="*/ 118535 h 164132"/>
                    <a:gd name="connsiteX15" fmla="*/ 34028 w 176999"/>
                    <a:gd name="connsiteY15" fmla="*/ 156216 h 164132"/>
                    <a:gd name="connsiteX16" fmla="*/ 16257 w 176999"/>
                    <a:gd name="connsiteY16" fmla="*/ 151506 h 164132"/>
                    <a:gd name="connsiteX17" fmla="*/ 32961 w 176999"/>
                    <a:gd name="connsiteY17" fmla="*/ 131941 h 164132"/>
                    <a:gd name="connsiteX18" fmla="*/ 19811 w 176999"/>
                    <a:gd name="connsiteY18" fmla="*/ 119259 h 164132"/>
                    <a:gd name="connsiteX19" fmla="*/ 263 w 176999"/>
                    <a:gd name="connsiteY19" fmla="*/ 140274 h 164132"/>
                    <a:gd name="connsiteX20" fmla="*/ 33672 w 176999"/>
                    <a:gd name="connsiteY20" fmla="*/ 164187 h 164132"/>
                    <a:gd name="connsiteX21" fmla="*/ 70992 w 176999"/>
                    <a:gd name="connsiteY21" fmla="*/ 136651 h 164132"/>
                    <a:gd name="connsiteX22" fmla="*/ 109377 w 176999"/>
                    <a:gd name="connsiteY22" fmla="*/ 164187 h 164132"/>
                    <a:gd name="connsiteX23" fmla="*/ 166245 w 176999"/>
                    <a:gd name="connsiteY23" fmla="*/ 108390 h 164132"/>
                    <a:gd name="connsiteX24" fmla="*/ 161980 w 176999"/>
                    <a:gd name="connsiteY24" fmla="*/ 104766 h 164132"/>
                    <a:gd name="connsiteX25" fmla="*/ 157359 w 176999"/>
                    <a:gd name="connsiteY25" fmla="*/ 108752 h 164132"/>
                    <a:gd name="connsiteX26" fmla="*/ 110088 w 176999"/>
                    <a:gd name="connsiteY26" fmla="*/ 156216 h 164132"/>
                    <a:gd name="connsiteX27" fmla="*/ 90540 w 176999"/>
                    <a:gd name="connsiteY27" fmla="*/ 132303 h 164132"/>
                    <a:gd name="connsiteX28" fmla="*/ 96582 w 176999"/>
                    <a:gd name="connsiteY28" fmla="*/ 100418 h 164132"/>
                    <a:gd name="connsiteX29" fmla="*/ 108666 w 176999"/>
                    <a:gd name="connsiteY29" fmla="*/ 50780 h 16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76999" h="164132">
                      <a:moveTo>
                        <a:pt x="108666" y="50780"/>
                      </a:moveTo>
                      <a:cubicBezTo>
                        <a:pt x="110799" y="41360"/>
                        <a:pt x="118973" y="8026"/>
                        <a:pt x="143853" y="8026"/>
                      </a:cubicBezTo>
                      <a:cubicBezTo>
                        <a:pt x="145630" y="8026"/>
                        <a:pt x="154160" y="8026"/>
                        <a:pt x="161624" y="12736"/>
                      </a:cubicBezTo>
                      <a:cubicBezTo>
                        <a:pt x="151672" y="14548"/>
                        <a:pt x="144564" y="23606"/>
                        <a:pt x="144564" y="32302"/>
                      </a:cubicBezTo>
                      <a:cubicBezTo>
                        <a:pt x="144564" y="38099"/>
                        <a:pt x="148473" y="44983"/>
                        <a:pt x="158070" y="44983"/>
                      </a:cubicBezTo>
                      <a:cubicBezTo>
                        <a:pt x="165889" y="44983"/>
                        <a:pt x="177263" y="38461"/>
                        <a:pt x="177263" y="23968"/>
                      </a:cubicBezTo>
                      <a:cubicBezTo>
                        <a:pt x="177263" y="5127"/>
                        <a:pt x="156293" y="55"/>
                        <a:pt x="144208" y="55"/>
                      </a:cubicBezTo>
                      <a:cubicBezTo>
                        <a:pt x="123594" y="55"/>
                        <a:pt x="111154" y="19258"/>
                        <a:pt x="106889" y="27591"/>
                      </a:cubicBezTo>
                      <a:cubicBezTo>
                        <a:pt x="98004" y="3678"/>
                        <a:pt x="78811" y="55"/>
                        <a:pt x="68504" y="55"/>
                      </a:cubicBezTo>
                      <a:cubicBezTo>
                        <a:pt x="31540" y="55"/>
                        <a:pt x="11281" y="46795"/>
                        <a:pt x="11281" y="55853"/>
                      </a:cubicBezTo>
                      <a:cubicBezTo>
                        <a:pt x="11281" y="59476"/>
                        <a:pt x="14835" y="59476"/>
                        <a:pt x="15546" y="59476"/>
                      </a:cubicBezTo>
                      <a:cubicBezTo>
                        <a:pt x="18389" y="59476"/>
                        <a:pt x="19455" y="58751"/>
                        <a:pt x="20166" y="55490"/>
                      </a:cubicBezTo>
                      <a:cubicBezTo>
                        <a:pt x="32251" y="17084"/>
                        <a:pt x="55708" y="8026"/>
                        <a:pt x="67793" y="8026"/>
                      </a:cubicBezTo>
                      <a:cubicBezTo>
                        <a:pt x="74546" y="8026"/>
                        <a:pt x="86986" y="11287"/>
                        <a:pt x="86986" y="32302"/>
                      </a:cubicBezTo>
                      <a:cubicBezTo>
                        <a:pt x="86986" y="43534"/>
                        <a:pt x="80943" y="67809"/>
                        <a:pt x="67793" y="118535"/>
                      </a:cubicBezTo>
                      <a:cubicBezTo>
                        <a:pt x="62106" y="140999"/>
                        <a:pt x="49666" y="156216"/>
                        <a:pt x="34028" y="156216"/>
                      </a:cubicBezTo>
                      <a:cubicBezTo>
                        <a:pt x="31895" y="156216"/>
                        <a:pt x="23720" y="156216"/>
                        <a:pt x="16257" y="151506"/>
                      </a:cubicBezTo>
                      <a:cubicBezTo>
                        <a:pt x="25142" y="149694"/>
                        <a:pt x="32961" y="142086"/>
                        <a:pt x="32961" y="131941"/>
                      </a:cubicBezTo>
                      <a:cubicBezTo>
                        <a:pt x="32961" y="122158"/>
                        <a:pt x="25142" y="119259"/>
                        <a:pt x="19811" y="119259"/>
                      </a:cubicBezTo>
                      <a:cubicBezTo>
                        <a:pt x="9148" y="119259"/>
                        <a:pt x="263" y="128680"/>
                        <a:pt x="263" y="140274"/>
                      </a:cubicBezTo>
                      <a:cubicBezTo>
                        <a:pt x="263" y="156941"/>
                        <a:pt x="18034" y="164187"/>
                        <a:pt x="33672" y="164187"/>
                      </a:cubicBezTo>
                      <a:cubicBezTo>
                        <a:pt x="57130" y="164187"/>
                        <a:pt x="69925" y="138825"/>
                        <a:pt x="70992" y="136651"/>
                      </a:cubicBezTo>
                      <a:cubicBezTo>
                        <a:pt x="75257" y="150057"/>
                        <a:pt x="88052" y="164187"/>
                        <a:pt x="109377" y="164187"/>
                      </a:cubicBezTo>
                      <a:cubicBezTo>
                        <a:pt x="145986" y="164187"/>
                        <a:pt x="166245" y="117448"/>
                        <a:pt x="166245" y="108390"/>
                      </a:cubicBezTo>
                      <a:cubicBezTo>
                        <a:pt x="166245" y="104766"/>
                        <a:pt x="163046" y="104766"/>
                        <a:pt x="161980" y="104766"/>
                      </a:cubicBezTo>
                      <a:cubicBezTo>
                        <a:pt x="158781" y="104766"/>
                        <a:pt x="158070" y="106216"/>
                        <a:pt x="157359" y="108752"/>
                      </a:cubicBezTo>
                      <a:cubicBezTo>
                        <a:pt x="145630" y="147520"/>
                        <a:pt x="121461" y="156216"/>
                        <a:pt x="110088" y="156216"/>
                      </a:cubicBezTo>
                      <a:cubicBezTo>
                        <a:pt x="96226" y="156216"/>
                        <a:pt x="90540" y="144622"/>
                        <a:pt x="90540" y="132303"/>
                      </a:cubicBezTo>
                      <a:cubicBezTo>
                        <a:pt x="90540" y="124332"/>
                        <a:pt x="92672" y="116361"/>
                        <a:pt x="96582" y="100418"/>
                      </a:cubicBezTo>
                      <a:lnTo>
                        <a:pt x="108666" y="50780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9" name="Freeform: Shape 1088">
                  <a:extLst>
                    <a:ext uri="{FF2B5EF4-FFF2-40B4-BE49-F238E27FC236}">
                      <a16:creationId xmlns:a16="http://schemas.microsoft.com/office/drawing/2014/main" id="{E7D960E0-604B-2EE6-06DF-F8DEFA4E8E49}"/>
                    </a:ext>
                  </a:extLst>
                </p:cNvPr>
                <p:cNvSpPr/>
                <p:nvPr>
                  <p:custDataLst>
                    <p:tags r:id="rId132"/>
                  </p:custDataLst>
                </p:nvPr>
              </p:nvSpPr>
              <p:spPr>
                <a:xfrm>
                  <a:off x="12129542" y="4219383"/>
                  <a:ext cx="109967" cy="168407"/>
                </a:xfrm>
                <a:custGeom>
                  <a:avLst/>
                  <a:gdLst>
                    <a:gd name="connsiteX0" fmla="*/ 110236 w 109967"/>
                    <a:gd name="connsiteY0" fmla="*/ 122299 h 168407"/>
                    <a:gd name="connsiteX1" fmla="*/ 101777 w 109967"/>
                    <a:gd name="connsiteY1" fmla="*/ 122299 h 168407"/>
                    <a:gd name="connsiteX2" fmla="*/ 95308 w 109967"/>
                    <a:gd name="connsiteY2" fmla="*/ 145379 h 168407"/>
                    <a:gd name="connsiteX3" fmla="*/ 70677 w 109967"/>
                    <a:gd name="connsiteY3" fmla="*/ 146900 h 168407"/>
                    <a:gd name="connsiteX4" fmla="*/ 24899 w 109967"/>
                    <a:gd name="connsiteY4" fmla="*/ 146900 h 168407"/>
                    <a:gd name="connsiteX5" fmla="*/ 74658 w 109967"/>
                    <a:gd name="connsiteY5" fmla="*/ 104291 h 168407"/>
                    <a:gd name="connsiteX6" fmla="*/ 110236 w 109967"/>
                    <a:gd name="connsiteY6" fmla="*/ 49508 h 168407"/>
                    <a:gd name="connsiteX7" fmla="*/ 52018 w 109967"/>
                    <a:gd name="connsiteY7" fmla="*/ 51 h 168407"/>
                    <a:gd name="connsiteX8" fmla="*/ 268 w 109967"/>
                    <a:gd name="connsiteY8" fmla="*/ 45450 h 168407"/>
                    <a:gd name="connsiteX9" fmla="*/ 13455 w 109967"/>
                    <a:gd name="connsiteY9" fmla="*/ 59653 h 168407"/>
                    <a:gd name="connsiteX10" fmla="*/ 26641 w 109967"/>
                    <a:gd name="connsiteY10" fmla="*/ 46211 h 168407"/>
                    <a:gd name="connsiteX11" fmla="*/ 11962 w 109967"/>
                    <a:gd name="connsiteY11" fmla="*/ 32769 h 168407"/>
                    <a:gd name="connsiteX12" fmla="*/ 48286 w 109967"/>
                    <a:gd name="connsiteY12" fmla="*/ 9181 h 168407"/>
                    <a:gd name="connsiteX13" fmla="*/ 86103 w 109967"/>
                    <a:gd name="connsiteY13" fmla="*/ 49508 h 168407"/>
                    <a:gd name="connsiteX14" fmla="*/ 62716 w 109967"/>
                    <a:gd name="connsiteY14" fmla="*/ 98204 h 168407"/>
                    <a:gd name="connsiteX15" fmla="*/ 2756 w 109967"/>
                    <a:gd name="connsiteY15" fmla="*/ 158567 h 168407"/>
                    <a:gd name="connsiteX16" fmla="*/ 268 w 109967"/>
                    <a:gd name="connsiteY16" fmla="*/ 168459 h 168407"/>
                    <a:gd name="connsiteX17" fmla="*/ 102772 w 109967"/>
                    <a:gd name="connsiteY17" fmla="*/ 168459 h 168407"/>
                    <a:gd name="connsiteX18" fmla="*/ 110236 w 109967"/>
                    <a:gd name="connsiteY18" fmla="*/ 122299 h 16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9967" h="168407">
                      <a:moveTo>
                        <a:pt x="110236" y="122299"/>
                      </a:moveTo>
                      <a:lnTo>
                        <a:pt x="101777" y="122299"/>
                      </a:lnTo>
                      <a:cubicBezTo>
                        <a:pt x="101030" y="127878"/>
                        <a:pt x="98542" y="142842"/>
                        <a:pt x="95308" y="145379"/>
                      </a:cubicBezTo>
                      <a:cubicBezTo>
                        <a:pt x="93318" y="146900"/>
                        <a:pt x="74161" y="146900"/>
                        <a:pt x="70677" y="146900"/>
                      </a:cubicBezTo>
                      <a:lnTo>
                        <a:pt x="24899" y="146900"/>
                      </a:lnTo>
                      <a:cubicBezTo>
                        <a:pt x="51023" y="123313"/>
                        <a:pt x="59730" y="116212"/>
                        <a:pt x="74658" y="104291"/>
                      </a:cubicBezTo>
                      <a:cubicBezTo>
                        <a:pt x="93069" y="89327"/>
                        <a:pt x="110236" y="73602"/>
                        <a:pt x="110236" y="49508"/>
                      </a:cubicBezTo>
                      <a:cubicBezTo>
                        <a:pt x="110236" y="18819"/>
                        <a:pt x="83864" y="51"/>
                        <a:pt x="52018" y="51"/>
                      </a:cubicBezTo>
                      <a:cubicBezTo>
                        <a:pt x="21167" y="51"/>
                        <a:pt x="268" y="22116"/>
                        <a:pt x="268" y="45450"/>
                      </a:cubicBezTo>
                      <a:cubicBezTo>
                        <a:pt x="268" y="58385"/>
                        <a:pt x="10967" y="59653"/>
                        <a:pt x="13455" y="59653"/>
                      </a:cubicBezTo>
                      <a:cubicBezTo>
                        <a:pt x="19426" y="59653"/>
                        <a:pt x="26641" y="55341"/>
                        <a:pt x="26641" y="46211"/>
                      </a:cubicBezTo>
                      <a:cubicBezTo>
                        <a:pt x="26641" y="41645"/>
                        <a:pt x="24899" y="32769"/>
                        <a:pt x="11962" y="32769"/>
                      </a:cubicBezTo>
                      <a:cubicBezTo>
                        <a:pt x="19674" y="14761"/>
                        <a:pt x="36592" y="9181"/>
                        <a:pt x="48286" y="9181"/>
                      </a:cubicBezTo>
                      <a:cubicBezTo>
                        <a:pt x="73165" y="9181"/>
                        <a:pt x="86103" y="28964"/>
                        <a:pt x="86103" y="49508"/>
                      </a:cubicBezTo>
                      <a:cubicBezTo>
                        <a:pt x="86103" y="71573"/>
                        <a:pt x="70677" y="89074"/>
                        <a:pt x="62716" y="98204"/>
                      </a:cubicBezTo>
                      <a:lnTo>
                        <a:pt x="2756" y="158567"/>
                      </a:lnTo>
                      <a:cubicBezTo>
                        <a:pt x="268" y="160850"/>
                        <a:pt x="268" y="161357"/>
                        <a:pt x="268" y="168459"/>
                      </a:cubicBezTo>
                      <a:lnTo>
                        <a:pt x="102772" y="168459"/>
                      </a:lnTo>
                      <a:lnTo>
                        <a:pt x="110236" y="12229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27" name="Group 1126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|g_2'(x)| = 1/(x-1)^2&#10;\end{align*}&#10;%%}&#10;\end{document}" title="IguanaTex Vector Display">
                <a:extLst>
                  <a:ext uri="{FF2B5EF4-FFF2-40B4-BE49-F238E27FC236}">
                    <a16:creationId xmlns:a16="http://schemas.microsoft.com/office/drawing/2014/main" id="{78F05B9B-2FDA-9F3E-4273-8362285BF4E5}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100"/>
                </p:custDataLst>
              </p:nvPr>
            </p:nvGrpSpPr>
            <p:grpSpPr>
              <a:xfrm>
                <a:off x="8402590" y="1544607"/>
                <a:ext cx="3594048" cy="408589"/>
                <a:chOff x="15225999" y="3350171"/>
                <a:chExt cx="3594048" cy="408589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1109" name="Freeform: Shape 1108">
                  <a:extLst>
                    <a:ext uri="{FF2B5EF4-FFF2-40B4-BE49-F238E27FC236}">
                      <a16:creationId xmlns:a16="http://schemas.microsoft.com/office/drawing/2014/main" id="{E76E0204-BFAF-9FA9-993A-3DD7CE2C067B}"/>
                    </a:ext>
                  </a:extLst>
                </p:cNvPr>
                <p:cNvSpPr/>
                <p:nvPr>
                  <p:custDataLst>
                    <p:tags r:id="rId101"/>
                  </p:custDataLst>
                </p:nvPr>
              </p:nvSpPr>
              <p:spPr>
                <a:xfrm>
                  <a:off x="15225999" y="3477959"/>
                  <a:ext cx="314593" cy="199277"/>
                </a:xfrm>
                <a:custGeom>
                  <a:avLst/>
                  <a:gdLst>
                    <a:gd name="connsiteX0" fmla="*/ 237899 w 314593"/>
                    <a:gd name="connsiteY0" fmla="*/ 71795 h 199277"/>
                    <a:gd name="connsiteX1" fmla="*/ 282537 w 314593"/>
                    <a:gd name="connsiteY1" fmla="*/ 99694 h 199277"/>
                    <a:gd name="connsiteX2" fmla="*/ 237899 w 314593"/>
                    <a:gd name="connsiteY2" fmla="*/ 127593 h 199277"/>
                    <a:gd name="connsiteX3" fmla="*/ 12936 w 314593"/>
                    <a:gd name="connsiteY3" fmla="*/ 127593 h 199277"/>
                    <a:gd name="connsiteX4" fmla="*/ 183 w 314593"/>
                    <a:gd name="connsiteY4" fmla="*/ 134839 h 199277"/>
                    <a:gd name="connsiteX5" fmla="*/ 12582 w 314593"/>
                    <a:gd name="connsiteY5" fmla="*/ 142086 h 199277"/>
                    <a:gd name="connsiteX6" fmla="*/ 221957 w 314593"/>
                    <a:gd name="connsiteY6" fmla="*/ 142086 h 199277"/>
                    <a:gd name="connsiteX7" fmla="*/ 186530 w 314593"/>
                    <a:gd name="connsiteY7" fmla="*/ 195347 h 199277"/>
                    <a:gd name="connsiteX8" fmla="*/ 193261 w 314593"/>
                    <a:gd name="connsiteY8" fmla="*/ 199333 h 199277"/>
                    <a:gd name="connsiteX9" fmla="*/ 199992 w 314593"/>
                    <a:gd name="connsiteY9" fmla="*/ 196434 h 199277"/>
                    <a:gd name="connsiteX10" fmla="*/ 240379 w 314593"/>
                    <a:gd name="connsiteY10" fmla="*/ 142448 h 199277"/>
                    <a:gd name="connsiteX11" fmla="*/ 306982 w 314593"/>
                    <a:gd name="connsiteY11" fmla="*/ 105129 h 199277"/>
                    <a:gd name="connsiteX12" fmla="*/ 314067 w 314593"/>
                    <a:gd name="connsiteY12" fmla="*/ 101868 h 199277"/>
                    <a:gd name="connsiteX13" fmla="*/ 314776 w 314593"/>
                    <a:gd name="connsiteY13" fmla="*/ 99694 h 199277"/>
                    <a:gd name="connsiteX14" fmla="*/ 314422 w 314593"/>
                    <a:gd name="connsiteY14" fmla="*/ 97520 h 199277"/>
                    <a:gd name="connsiteX15" fmla="*/ 313359 w 314593"/>
                    <a:gd name="connsiteY15" fmla="*/ 96795 h 199277"/>
                    <a:gd name="connsiteX16" fmla="*/ 305565 w 314593"/>
                    <a:gd name="connsiteY16" fmla="*/ 93897 h 199277"/>
                    <a:gd name="connsiteX17" fmla="*/ 202472 w 314593"/>
                    <a:gd name="connsiteY17" fmla="*/ 7664 h 199277"/>
                    <a:gd name="connsiteX18" fmla="*/ 193261 w 314593"/>
                    <a:gd name="connsiteY18" fmla="*/ 55 h 199277"/>
                    <a:gd name="connsiteX19" fmla="*/ 186530 w 314593"/>
                    <a:gd name="connsiteY19" fmla="*/ 4040 h 199277"/>
                    <a:gd name="connsiteX20" fmla="*/ 221957 w 314593"/>
                    <a:gd name="connsiteY20" fmla="*/ 57302 h 199277"/>
                    <a:gd name="connsiteX21" fmla="*/ 12582 w 314593"/>
                    <a:gd name="connsiteY21" fmla="*/ 57302 h 199277"/>
                    <a:gd name="connsiteX22" fmla="*/ 183 w 314593"/>
                    <a:gd name="connsiteY22" fmla="*/ 64548 h 199277"/>
                    <a:gd name="connsiteX23" fmla="*/ 12936 w 314593"/>
                    <a:gd name="connsiteY23" fmla="*/ 71795 h 199277"/>
                    <a:gd name="connsiteX24" fmla="*/ 237899 w 314593"/>
                    <a:gd name="connsiteY24" fmla="*/ 71795 h 1992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14593" h="199277">
                      <a:moveTo>
                        <a:pt x="237899" y="71795"/>
                      </a:moveTo>
                      <a:cubicBezTo>
                        <a:pt x="252778" y="84839"/>
                        <a:pt x="270846" y="94259"/>
                        <a:pt x="282537" y="99694"/>
                      </a:cubicBezTo>
                      <a:cubicBezTo>
                        <a:pt x="269783" y="105491"/>
                        <a:pt x="252424" y="114911"/>
                        <a:pt x="237899" y="127593"/>
                      </a:cubicBezTo>
                      <a:lnTo>
                        <a:pt x="12936" y="127593"/>
                      </a:lnTo>
                      <a:cubicBezTo>
                        <a:pt x="6914" y="127593"/>
                        <a:pt x="183" y="127593"/>
                        <a:pt x="183" y="134839"/>
                      </a:cubicBezTo>
                      <a:cubicBezTo>
                        <a:pt x="183" y="142086"/>
                        <a:pt x="6560" y="142086"/>
                        <a:pt x="12582" y="142086"/>
                      </a:cubicBezTo>
                      <a:lnTo>
                        <a:pt x="221957" y="142086"/>
                      </a:lnTo>
                      <a:cubicBezTo>
                        <a:pt x="204952" y="158752"/>
                        <a:pt x="186530" y="190637"/>
                        <a:pt x="186530" y="195347"/>
                      </a:cubicBezTo>
                      <a:cubicBezTo>
                        <a:pt x="186530" y="199333"/>
                        <a:pt x="191135" y="199333"/>
                        <a:pt x="193261" y="199333"/>
                      </a:cubicBezTo>
                      <a:cubicBezTo>
                        <a:pt x="196095" y="199333"/>
                        <a:pt x="198575" y="199333"/>
                        <a:pt x="199992" y="196434"/>
                      </a:cubicBezTo>
                      <a:cubicBezTo>
                        <a:pt x="207432" y="182666"/>
                        <a:pt x="217351" y="163463"/>
                        <a:pt x="240379" y="142448"/>
                      </a:cubicBezTo>
                      <a:cubicBezTo>
                        <a:pt x="264824" y="120346"/>
                        <a:pt x="288560" y="110563"/>
                        <a:pt x="306982" y="105129"/>
                      </a:cubicBezTo>
                      <a:cubicBezTo>
                        <a:pt x="313004" y="102955"/>
                        <a:pt x="313359" y="102592"/>
                        <a:pt x="314067" y="101868"/>
                      </a:cubicBezTo>
                      <a:cubicBezTo>
                        <a:pt x="314776" y="101505"/>
                        <a:pt x="314776" y="100418"/>
                        <a:pt x="314776" y="99694"/>
                      </a:cubicBezTo>
                      <a:cubicBezTo>
                        <a:pt x="314776" y="98969"/>
                        <a:pt x="314776" y="98244"/>
                        <a:pt x="314422" y="97520"/>
                      </a:cubicBezTo>
                      <a:lnTo>
                        <a:pt x="313359" y="96795"/>
                      </a:lnTo>
                      <a:cubicBezTo>
                        <a:pt x="312650" y="96433"/>
                        <a:pt x="312296" y="96071"/>
                        <a:pt x="305565" y="93897"/>
                      </a:cubicBezTo>
                      <a:cubicBezTo>
                        <a:pt x="257738" y="79404"/>
                        <a:pt x="222311" y="46432"/>
                        <a:pt x="202472" y="7664"/>
                      </a:cubicBezTo>
                      <a:cubicBezTo>
                        <a:pt x="198575" y="417"/>
                        <a:pt x="198220" y="55"/>
                        <a:pt x="193261" y="55"/>
                      </a:cubicBezTo>
                      <a:cubicBezTo>
                        <a:pt x="191135" y="55"/>
                        <a:pt x="186530" y="55"/>
                        <a:pt x="186530" y="4040"/>
                      </a:cubicBezTo>
                      <a:cubicBezTo>
                        <a:pt x="186530" y="8751"/>
                        <a:pt x="204597" y="40273"/>
                        <a:pt x="221957" y="57302"/>
                      </a:cubicBezTo>
                      <a:lnTo>
                        <a:pt x="12582" y="57302"/>
                      </a:lnTo>
                      <a:cubicBezTo>
                        <a:pt x="6560" y="57302"/>
                        <a:pt x="183" y="57302"/>
                        <a:pt x="183" y="64548"/>
                      </a:cubicBezTo>
                      <a:cubicBezTo>
                        <a:pt x="183" y="71795"/>
                        <a:pt x="6914" y="71795"/>
                        <a:pt x="12936" y="71795"/>
                      </a:cubicBezTo>
                      <a:lnTo>
                        <a:pt x="237899" y="71795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0" name="Freeform: Shape 1109">
                  <a:extLst>
                    <a:ext uri="{FF2B5EF4-FFF2-40B4-BE49-F238E27FC236}">
                      <a16:creationId xmlns:a16="http://schemas.microsoft.com/office/drawing/2014/main" id="{F27A88CE-F107-3110-135C-7A696F40CA33}"/>
                    </a:ext>
                  </a:extLst>
                </p:cNvPr>
                <p:cNvSpPr/>
                <p:nvPr>
                  <p:custDataLst>
                    <p:tags r:id="rId102"/>
                  </p:custDataLst>
                </p:nvPr>
              </p:nvSpPr>
              <p:spPr>
                <a:xfrm>
                  <a:off x="15819439" y="3396437"/>
                  <a:ext cx="14170" cy="362323"/>
                </a:xfrm>
                <a:custGeom>
                  <a:avLst/>
                  <a:gdLst>
                    <a:gd name="connsiteX0" fmla="*/ 14370 w 14170"/>
                    <a:gd name="connsiteY0" fmla="*/ 13099 h 362323"/>
                    <a:gd name="connsiteX1" fmla="*/ 7284 w 14170"/>
                    <a:gd name="connsiteY1" fmla="*/ 55 h 362323"/>
                    <a:gd name="connsiteX2" fmla="*/ 199 w 14170"/>
                    <a:gd name="connsiteY2" fmla="*/ 13099 h 362323"/>
                    <a:gd name="connsiteX3" fmla="*/ 199 w 14170"/>
                    <a:gd name="connsiteY3" fmla="*/ 349334 h 362323"/>
                    <a:gd name="connsiteX4" fmla="*/ 7284 w 14170"/>
                    <a:gd name="connsiteY4" fmla="*/ 362378 h 362323"/>
                    <a:gd name="connsiteX5" fmla="*/ 14370 w 14170"/>
                    <a:gd name="connsiteY5" fmla="*/ 349334 h 362323"/>
                    <a:gd name="connsiteX6" fmla="*/ 14370 w 14170"/>
                    <a:gd name="connsiteY6" fmla="*/ 13099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170" h="362323">
                      <a:moveTo>
                        <a:pt x="14370" y="13099"/>
                      </a:moveTo>
                      <a:cubicBezTo>
                        <a:pt x="14370" y="6577"/>
                        <a:pt x="14370" y="55"/>
                        <a:pt x="7284" y="55"/>
                      </a:cubicBezTo>
                      <a:cubicBezTo>
                        <a:pt x="199" y="55"/>
                        <a:pt x="199" y="6577"/>
                        <a:pt x="199" y="13099"/>
                      </a:cubicBezTo>
                      <a:lnTo>
                        <a:pt x="199" y="349334"/>
                      </a:lnTo>
                      <a:cubicBezTo>
                        <a:pt x="199" y="355856"/>
                        <a:pt x="199" y="362378"/>
                        <a:pt x="7284" y="362378"/>
                      </a:cubicBezTo>
                      <a:cubicBezTo>
                        <a:pt x="14370" y="362378"/>
                        <a:pt x="14370" y="355856"/>
                        <a:pt x="14370" y="349334"/>
                      </a:cubicBezTo>
                      <a:lnTo>
                        <a:pt x="14370" y="1309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1" name="Freeform: Shape 1110">
                  <a:extLst>
                    <a:ext uri="{FF2B5EF4-FFF2-40B4-BE49-F238E27FC236}">
                      <a16:creationId xmlns:a16="http://schemas.microsoft.com/office/drawing/2014/main" id="{F05647C2-2381-DC4F-FC03-D95E5444B5B8}"/>
                    </a:ext>
                  </a:extLst>
                </p:cNvPr>
                <p:cNvSpPr/>
                <p:nvPr>
                  <p:custDataLst>
                    <p:tags r:id="rId103"/>
                  </p:custDataLst>
                </p:nvPr>
              </p:nvSpPr>
              <p:spPr>
                <a:xfrm>
                  <a:off x="15881004" y="3508032"/>
                  <a:ext cx="162610" cy="234423"/>
                </a:xfrm>
                <a:custGeom>
                  <a:avLst/>
                  <a:gdLst>
                    <a:gd name="connsiteX0" fmla="*/ 161749 w 162610"/>
                    <a:gd name="connsiteY0" fmla="*/ 23606 h 234423"/>
                    <a:gd name="connsiteX1" fmla="*/ 162812 w 162610"/>
                    <a:gd name="connsiteY1" fmla="*/ 17084 h 234423"/>
                    <a:gd name="connsiteX2" fmla="*/ 152538 w 162610"/>
                    <a:gd name="connsiteY2" fmla="*/ 7301 h 234423"/>
                    <a:gd name="connsiteX3" fmla="*/ 138013 w 162610"/>
                    <a:gd name="connsiteY3" fmla="*/ 22881 h 234423"/>
                    <a:gd name="connsiteX4" fmla="*/ 105066 w 162610"/>
                    <a:gd name="connsiteY4" fmla="*/ 55 h 234423"/>
                    <a:gd name="connsiteX5" fmla="*/ 20749 w 162610"/>
                    <a:gd name="connsiteY5" fmla="*/ 102955 h 234423"/>
                    <a:gd name="connsiteX6" fmla="*/ 67867 w 162610"/>
                    <a:gd name="connsiteY6" fmla="*/ 160202 h 234423"/>
                    <a:gd name="connsiteX7" fmla="*/ 108963 w 162610"/>
                    <a:gd name="connsiteY7" fmla="*/ 139187 h 234423"/>
                    <a:gd name="connsiteX8" fmla="*/ 109317 w 162610"/>
                    <a:gd name="connsiteY8" fmla="*/ 139549 h 234423"/>
                    <a:gd name="connsiteX9" fmla="*/ 97626 w 162610"/>
                    <a:gd name="connsiteY9" fmla="*/ 187376 h 234423"/>
                    <a:gd name="connsiteX10" fmla="*/ 46611 w 162610"/>
                    <a:gd name="connsiteY10" fmla="*/ 226507 h 234423"/>
                    <a:gd name="connsiteX11" fmla="*/ 18269 w 162610"/>
                    <a:gd name="connsiteY11" fmla="*/ 222884 h 234423"/>
                    <a:gd name="connsiteX12" fmla="*/ 32794 w 162610"/>
                    <a:gd name="connsiteY12" fmla="*/ 204043 h 234423"/>
                    <a:gd name="connsiteX13" fmla="*/ 19332 w 162610"/>
                    <a:gd name="connsiteY13" fmla="*/ 191362 h 234423"/>
                    <a:gd name="connsiteX14" fmla="*/ 202 w 162610"/>
                    <a:gd name="connsiteY14" fmla="*/ 212376 h 234423"/>
                    <a:gd name="connsiteX15" fmla="*/ 47320 w 162610"/>
                    <a:gd name="connsiteY15" fmla="*/ 234478 h 234423"/>
                    <a:gd name="connsiteX16" fmla="*/ 122425 w 162610"/>
                    <a:gd name="connsiteY16" fmla="*/ 184477 h 234423"/>
                    <a:gd name="connsiteX17" fmla="*/ 161749 w 162610"/>
                    <a:gd name="connsiteY17" fmla="*/ 23606 h 234423"/>
                    <a:gd name="connsiteX18" fmla="*/ 115694 w 162610"/>
                    <a:gd name="connsiteY18" fmla="*/ 113824 h 234423"/>
                    <a:gd name="connsiteX19" fmla="*/ 97626 w 162610"/>
                    <a:gd name="connsiteY19" fmla="*/ 139187 h 234423"/>
                    <a:gd name="connsiteX20" fmla="*/ 68930 w 162610"/>
                    <a:gd name="connsiteY20" fmla="*/ 152231 h 234423"/>
                    <a:gd name="connsiteX21" fmla="*/ 45903 w 162610"/>
                    <a:gd name="connsiteY21" fmla="*/ 118897 h 234423"/>
                    <a:gd name="connsiteX22" fmla="*/ 65742 w 162610"/>
                    <a:gd name="connsiteY22" fmla="*/ 40273 h 234423"/>
                    <a:gd name="connsiteX23" fmla="*/ 105420 w 162610"/>
                    <a:gd name="connsiteY23" fmla="*/ 8026 h 234423"/>
                    <a:gd name="connsiteX24" fmla="*/ 133762 w 162610"/>
                    <a:gd name="connsiteY24" fmla="*/ 39186 h 234423"/>
                    <a:gd name="connsiteX25" fmla="*/ 132699 w 162610"/>
                    <a:gd name="connsiteY25" fmla="*/ 44621 h 234423"/>
                    <a:gd name="connsiteX26" fmla="*/ 115694 w 162610"/>
                    <a:gd name="connsiteY26" fmla="*/ 113824 h 234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62610" h="234423">
                      <a:moveTo>
                        <a:pt x="161749" y="23606"/>
                      </a:moveTo>
                      <a:cubicBezTo>
                        <a:pt x="162104" y="21432"/>
                        <a:pt x="162812" y="19620"/>
                        <a:pt x="162812" y="17084"/>
                      </a:cubicBezTo>
                      <a:cubicBezTo>
                        <a:pt x="162812" y="10925"/>
                        <a:pt x="158561" y="7301"/>
                        <a:pt x="152538" y="7301"/>
                      </a:cubicBezTo>
                      <a:cubicBezTo>
                        <a:pt x="148996" y="7301"/>
                        <a:pt x="139430" y="9838"/>
                        <a:pt x="138013" y="22881"/>
                      </a:cubicBezTo>
                      <a:cubicBezTo>
                        <a:pt x="131636" y="9475"/>
                        <a:pt x="119237" y="55"/>
                        <a:pt x="105066" y="55"/>
                      </a:cubicBezTo>
                      <a:cubicBezTo>
                        <a:pt x="64679" y="55"/>
                        <a:pt x="20749" y="50780"/>
                        <a:pt x="20749" y="102955"/>
                      </a:cubicBezTo>
                      <a:cubicBezTo>
                        <a:pt x="20749" y="138825"/>
                        <a:pt x="42360" y="160202"/>
                        <a:pt x="67867" y="160202"/>
                      </a:cubicBezTo>
                      <a:cubicBezTo>
                        <a:pt x="88769" y="160202"/>
                        <a:pt x="105420" y="143173"/>
                        <a:pt x="108963" y="139187"/>
                      </a:cubicBezTo>
                      <a:lnTo>
                        <a:pt x="109317" y="139549"/>
                      </a:lnTo>
                      <a:cubicBezTo>
                        <a:pt x="101877" y="171796"/>
                        <a:pt x="97626" y="186651"/>
                        <a:pt x="97626" y="187376"/>
                      </a:cubicBezTo>
                      <a:cubicBezTo>
                        <a:pt x="96209" y="190637"/>
                        <a:pt x="84164" y="226507"/>
                        <a:pt x="46611" y="226507"/>
                      </a:cubicBezTo>
                      <a:cubicBezTo>
                        <a:pt x="39880" y="226507"/>
                        <a:pt x="28189" y="226145"/>
                        <a:pt x="18269" y="222884"/>
                      </a:cubicBezTo>
                      <a:cubicBezTo>
                        <a:pt x="28897" y="219623"/>
                        <a:pt x="32794" y="210202"/>
                        <a:pt x="32794" y="204043"/>
                      </a:cubicBezTo>
                      <a:cubicBezTo>
                        <a:pt x="32794" y="198246"/>
                        <a:pt x="28897" y="191362"/>
                        <a:pt x="19332" y="191362"/>
                      </a:cubicBezTo>
                      <a:cubicBezTo>
                        <a:pt x="11538" y="191362"/>
                        <a:pt x="202" y="197883"/>
                        <a:pt x="202" y="212376"/>
                      </a:cubicBezTo>
                      <a:cubicBezTo>
                        <a:pt x="202" y="227232"/>
                        <a:pt x="13310" y="234478"/>
                        <a:pt x="47320" y="234478"/>
                      </a:cubicBezTo>
                      <a:cubicBezTo>
                        <a:pt x="91604" y="234478"/>
                        <a:pt x="117111" y="206217"/>
                        <a:pt x="122425" y="184477"/>
                      </a:cubicBezTo>
                      <a:lnTo>
                        <a:pt x="161749" y="23606"/>
                      </a:lnTo>
                      <a:close/>
                      <a:moveTo>
                        <a:pt x="115694" y="113824"/>
                      </a:moveTo>
                      <a:cubicBezTo>
                        <a:pt x="113568" y="123245"/>
                        <a:pt x="105420" y="132303"/>
                        <a:pt x="97626" y="139187"/>
                      </a:cubicBezTo>
                      <a:cubicBezTo>
                        <a:pt x="90186" y="145709"/>
                        <a:pt x="79204" y="152231"/>
                        <a:pt x="68930" y="152231"/>
                      </a:cubicBezTo>
                      <a:cubicBezTo>
                        <a:pt x="51217" y="152231"/>
                        <a:pt x="45903" y="133390"/>
                        <a:pt x="45903" y="118897"/>
                      </a:cubicBezTo>
                      <a:cubicBezTo>
                        <a:pt x="45903" y="101505"/>
                        <a:pt x="56176" y="58751"/>
                        <a:pt x="65742" y="40273"/>
                      </a:cubicBezTo>
                      <a:cubicBezTo>
                        <a:pt x="75307" y="22519"/>
                        <a:pt x="90541" y="8026"/>
                        <a:pt x="105420" y="8026"/>
                      </a:cubicBezTo>
                      <a:cubicBezTo>
                        <a:pt x="128802" y="8026"/>
                        <a:pt x="133762" y="37374"/>
                        <a:pt x="133762" y="39186"/>
                      </a:cubicBezTo>
                      <a:cubicBezTo>
                        <a:pt x="133762" y="40997"/>
                        <a:pt x="133053" y="43171"/>
                        <a:pt x="132699" y="44621"/>
                      </a:cubicBezTo>
                      <a:lnTo>
                        <a:pt x="115694" y="113824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2" name="Freeform: Shape 1111">
                  <a:extLst>
                    <a:ext uri="{FF2B5EF4-FFF2-40B4-BE49-F238E27FC236}">
                      <a16:creationId xmlns:a16="http://schemas.microsoft.com/office/drawing/2014/main" id="{82E96BAF-86F2-3FEF-3369-9D713E11E45D}"/>
                    </a:ext>
                  </a:extLst>
                </p:cNvPr>
                <p:cNvSpPr/>
                <p:nvPr>
                  <p:custDataLst>
                    <p:tags r:id="rId104"/>
                  </p:custDataLst>
                </p:nvPr>
              </p:nvSpPr>
              <p:spPr>
                <a:xfrm>
                  <a:off x="16069280" y="3376801"/>
                  <a:ext cx="62245" cy="131378"/>
                </a:xfrm>
                <a:custGeom>
                  <a:avLst/>
                  <a:gdLst>
                    <a:gd name="connsiteX0" fmla="*/ 60220 w 62245"/>
                    <a:gd name="connsiteY0" fmla="*/ 22116 h 131378"/>
                    <a:gd name="connsiteX1" fmla="*/ 62452 w 62245"/>
                    <a:gd name="connsiteY1" fmla="*/ 14000 h 131378"/>
                    <a:gd name="connsiteX2" fmla="*/ 47821 w 62245"/>
                    <a:gd name="connsiteY2" fmla="*/ 51 h 131378"/>
                    <a:gd name="connsiteX3" fmla="*/ 34181 w 62245"/>
                    <a:gd name="connsiteY3" fmla="*/ 11971 h 131378"/>
                    <a:gd name="connsiteX4" fmla="*/ 1447 w 62245"/>
                    <a:gd name="connsiteY4" fmla="*/ 121791 h 131378"/>
                    <a:gd name="connsiteX5" fmla="*/ 207 w 62245"/>
                    <a:gd name="connsiteY5" fmla="*/ 125849 h 131378"/>
                    <a:gd name="connsiteX6" fmla="*/ 9878 w 62245"/>
                    <a:gd name="connsiteY6" fmla="*/ 131429 h 131378"/>
                    <a:gd name="connsiteX7" fmla="*/ 13598 w 62245"/>
                    <a:gd name="connsiteY7" fmla="*/ 127118 h 131378"/>
                    <a:gd name="connsiteX8" fmla="*/ 60220 w 62245"/>
                    <a:gd name="connsiteY8" fmla="*/ 22116 h 131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245" h="131378">
                      <a:moveTo>
                        <a:pt x="60220" y="22116"/>
                      </a:moveTo>
                      <a:cubicBezTo>
                        <a:pt x="62204" y="17805"/>
                        <a:pt x="62452" y="15776"/>
                        <a:pt x="62452" y="14000"/>
                      </a:cubicBezTo>
                      <a:cubicBezTo>
                        <a:pt x="62452" y="6138"/>
                        <a:pt x="55508" y="51"/>
                        <a:pt x="47821" y="51"/>
                      </a:cubicBezTo>
                      <a:cubicBezTo>
                        <a:pt x="38397" y="51"/>
                        <a:pt x="35421" y="7913"/>
                        <a:pt x="34181" y="11971"/>
                      </a:cubicBezTo>
                      <a:lnTo>
                        <a:pt x="1447" y="121791"/>
                      </a:lnTo>
                      <a:cubicBezTo>
                        <a:pt x="1199" y="122299"/>
                        <a:pt x="207" y="125596"/>
                        <a:pt x="207" y="125849"/>
                      </a:cubicBezTo>
                      <a:cubicBezTo>
                        <a:pt x="207" y="128893"/>
                        <a:pt x="7894" y="131429"/>
                        <a:pt x="9878" y="131429"/>
                      </a:cubicBezTo>
                      <a:cubicBezTo>
                        <a:pt x="11614" y="131429"/>
                        <a:pt x="11862" y="130922"/>
                        <a:pt x="13598" y="127118"/>
                      </a:cubicBezTo>
                      <a:lnTo>
                        <a:pt x="60220" y="22116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3" name="Freeform: Shape 1112">
                  <a:extLst>
                    <a:ext uri="{FF2B5EF4-FFF2-40B4-BE49-F238E27FC236}">
                      <a16:creationId xmlns:a16="http://schemas.microsoft.com/office/drawing/2014/main" id="{CDEE0361-0FA4-8AEF-9FBF-74CDCB35C0FE}"/>
                    </a:ext>
                  </a:extLst>
                </p:cNvPr>
                <p:cNvSpPr/>
                <p:nvPr>
                  <p:custDataLst>
                    <p:tags r:id="rId105"/>
                  </p:custDataLst>
                </p:nvPr>
              </p:nvSpPr>
              <p:spPr>
                <a:xfrm>
                  <a:off x="16060290" y="3589343"/>
                  <a:ext cx="109611" cy="168407"/>
                </a:xfrm>
                <a:custGeom>
                  <a:avLst/>
                  <a:gdLst>
                    <a:gd name="connsiteX0" fmla="*/ 109818 w 109611"/>
                    <a:gd name="connsiteY0" fmla="*/ 122305 h 168407"/>
                    <a:gd name="connsiteX1" fmla="*/ 101386 w 109611"/>
                    <a:gd name="connsiteY1" fmla="*/ 122305 h 168407"/>
                    <a:gd name="connsiteX2" fmla="*/ 94938 w 109611"/>
                    <a:gd name="connsiteY2" fmla="*/ 145385 h 168407"/>
                    <a:gd name="connsiteX3" fmla="*/ 70387 w 109611"/>
                    <a:gd name="connsiteY3" fmla="*/ 146907 h 168407"/>
                    <a:gd name="connsiteX4" fmla="*/ 24757 w 109611"/>
                    <a:gd name="connsiteY4" fmla="*/ 146907 h 168407"/>
                    <a:gd name="connsiteX5" fmla="*/ 74355 w 109611"/>
                    <a:gd name="connsiteY5" fmla="*/ 104298 h 168407"/>
                    <a:gd name="connsiteX6" fmla="*/ 109818 w 109611"/>
                    <a:gd name="connsiteY6" fmla="*/ 49514 h 168407"/>
                    <a:gd name="connsiteX7" fmla="*/ 51788 w 109611"/>
                    <a:gd name="connsiteY7" fmla="*/ 57 h 168407"/>
                    <a:gd name="connsiteX8" fmla="*/ 206 w 109611"/>
                    <a:gd name="connsiteY8" fmla="*/ 45456 h 168407"/>
                    <a:gd name="connsiteX9" fmla="*/ 13350 w 109611"/>
                    <a:gd name="connsiteY9" fmla="*/ 59660 h 168407"/>
                    <a:gd name="connsiteX10" fmla="*/ 26493 w 109611"/>
                    <a:gd name="connsiteY10" fmla="*/ 46217 h 168407"/>
                    <a:gd name="connsiteX11" fmla="*/ 11862 w 109611"/>
                    <a:gd name="connsiteY11" fmla="*/ 32775 h 168407"/>
                    <a:gd name="connsiteX12" fmla="*/ 48068 w 109611"/>
                    <a:gd name="connsiteY12" fmla="*/ 9188 h 168407"/>
                    <a:gd name="connsiteX13" fmla="*/ 85763 w 109611"/>
                    <a:gd name="connsiteY13" fmla="*/ 49514 h 168407"/>
                    <a:gd name="connsiteX14" fmla="*/ 62452 w 109611"/>
                    <a:gd name="connsiteY14" fmla="*/ 98211 h 168407"/>
                    <a:gd name="connsiteX15" fmla="*/ 2686 w 109611"/>
                    <a:gd name="connsiteY15" fmla="*/ 158574 h 168407"/>
                    <a:gd name="connsiteX16" fmla="*/ 206 w 109611"/>
                    <a:gd name="connsiteY16" fmla="*/ 168465 h 168407"/>
                    <a:gd name="connsiteX17" fmla="*/ 102378 w 109611"/>
                    <a:gd name="connsiteY17" fmla="*/ 168465 h 168407"/>
                    <a:gd name="connsiteX18" fmla="*/ 109818 w 109611"/>
                    <a:gd name="connsiteY18" fmla="*/ 122305 h 16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9611" h="168407">
                      <a:moveTo>
                        <a:pt x="109818" y="122305"/>
                      </a:moveTo>
                      <a:lnTo>
                        <a:pt x="101386" y="122305"/>
                      </a:lnTo>
                      <a:cubicBezTo>
                        <a:pt x="100642" y="127885"/>
                        <a:pt x="98162" y="142849"/>
                        <a:pt x="94938" y="145385"/>
                      </a:cubicBezTo>
                      <a:cubicBezTo>
                        <a:pt x="92955" y="146907"/>
                        <a:pt x="73859" y="146907"/>
                        <a:pt x="70387" y="146907"/>
                      </a:cubicBezTo>
                      <a:lnTo>
                        <a:pt x="24757" y="146907"/>
                      </a:lnTo>
                      <a:cubicBezTo>
                        <a:pt x="50796" y="123320"/>
                        <a:pt x="59476" y="116218"/>
                        <a:pt x="74355" y="104298"/>
                      </a:cubicBezTo>
                      <a:cubicBezTo>
                        <a:pt x="92707" y="89334"/>
                        <a:pt x="109818" y="73609"/>
                        <a:pt x="109818" y="49514"/>
                      </a:cubicBezTo>
                      <a:cubicBezTo>
                        <a:pt x="109818" y="18826"/>
                        <a:pt x="83531" y="57"/>
                        <a:pt x="51788" y="57"/>
                      </a:cubicBezTo>
                      <a:cubicBezTo>
                        <a:pt x="21037" y="57"/>
                        <a:pt x="206" y="22123"/>
                        <a:pt x="206" y="45456"/>
                      </a:cubicBezTo>
                      <a:cubicBezTo>
                        <a:pt x="206" y="58391"/>
                        <a:pt x="10870" y="59660"/>
                        <a:pt x="13350" y="59660"/>
                      </a:cubicBezTo>
                      <a:cubicBezTo>
                        <a:pt x="19302" y="59660"/>
                        <a:pt x="26493" y="55348"/>
                        <a:pt x="26493" y="46217"/>
                      </a:cubicBezTo>
                      <a:cubicBezTo>
                        <a:pt x="26493" y="41652"/>
                        <a:pt x="24757" y="32775"/>
                        <a:pt x="11862" y="32775"/>
                      </a:cubicBezTo>
                      <a:cubicBezTo>
                        <a:pt x="19550" y="14768"/>
                        <a:pt x="36413" y="9188"/>
                        <a:pt x="48068" y="9188"/>
                      </a:cubicBezTo>
                      <a:cubicBezTo>
                        <a:pt x="72867" y="9188"/>
                        <a:pt x="85763" y="28971"/>
                        <a:pt x="85763" y="49514"/>
                      </a:cubicBezTo>
                      <a:cubicBezTo>
                        <a:pt x="85763" y="71580"/>
                        <a:pt x="70387" y="89080"/>
                        <a:pt x="62452" y="98211"/>
                      </a:cubicBezTo>
                      <a:lnTo>
                        <a:pt x="2686" y="158574"/>
                      </a:lnTo>
                      <a:cubicBezTo>
                        <a:pt x="206" y="160856"/>
                        <a:pt x="206" y="161364"/>
                        <a:pt x="206" y="168465"/>
                      </a:cubicBezTo>
                      <a:lnTo>
                        <a:pt x="102378" y="168465"/>
                      </a:lnTo>
                      <a:lnTo>
                        <a:pt x="109818" y="122305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4" name="Freeform: Shape 1113">
                  <a:extLst>
                    <a:ext uri="{FF2B5EF4-FFF2-40B4-BE49-F238E27FC236}">
                      <a16:creationId xmlns:a16="http://schemas.microsoft.com/office/drawing/2014/main" id="{25DF1CC6-56BD-5ABF-C1DA-C177FAB6E1A0}"/>
                    </a:ext>
                  </a:extLst>
                </p:cNvPr>
                <p:cNvSpPr/>
                <p:nvPr>
                  <p:custDataLst>
                    <p:tags r:id="rId106"/>
                  </p:custDataLst>
                </p:nvPr>
              </p:nvSpPr>
              <p:spPr>
                <a:xfrm>
                  <a:off x="16238670" y="3396437"/>
                  <a:ext cx="82190" cy="362323"/>
                </a:xfrm>
                <a:custGeom>
                  <a:avLst/>
                  <a:gdLst>
                    <a:gd name="connsiteX0" fmla="*/ 82402 w 82190"/>
                    <a:gd name="connsiteY0" fmla="*/ 358755 h 362323"/>
                    <a:gd name="connsiteX1" fmla="*/ 76379 w 82190"/>
                    <a:gd name="connsiteY1" fmla="*/ 350784 h 362323"/>
                    <a:gd name="connsiteX2" fmla="*/ 20758 w 82190"/>
                    <a:gd name="connsiteY2" fmla="*/ 181216 h 362323"/>
                    <a:gd name="connsiteX3" fmla="*/ 77796 w 82190"/>
                    <a:gd name="connsiteY3" fmla="*/ 9838 h 362323"/>
                    <a:gd name="connsiteX4" fmla="*/ 82402 w 82190"/>
                    <a:gd name="connsiteY4" fmla="*/ 3678 h 362323"/>
                    <a:gd name="connsiteX5" fmla="*/ 78859 w 82190"/>
                    <a:gd name="connsiteY5" fmla="*/ 55 h 362323"/>
                    <a:gd name="connsiteX6" fmla="*/ 22530 w 82190"/>
                    <a:gd name="connsiteY6" fmla="*/ 70708 h 362323"/>
                    <a:gd name="connsiteX7" fmla="*/ 211 w 82190"/>
                    <a:gd name="connsiteY7" fmla="*/ 181216 h 362323"/>
                    <a:gd name="connsiteX8" fmla="*/ 23593 w 82190"/>
                    <a:gd name="connsiteY8" fmla="*/ 294261 h 362323"/>
                    <a:gd name="connsiteX9" fmla="*/ 78859 w 82190"/>
                    <a:gd name="connsiteY9" fmla="*/ 362378 h 362323"/>
                    <a:gd name="connsiteX10" fmla="*/ 82402 w 82190"/>
                    <a:gd name="connsiteY10" fmla="*/ 358755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190" h="362323">
                      <a:moveTo>
                        <a:pt x="82402" y="358755"/>
                      </a:moveTo>
                      <a:cubicBezTo>
                        <a:pt x="82402" y="357668"/>
                        <a:pt x="82402" y="356943"/>
                        <a:pt x="76379" y="350784"/>
                      </a:cubicBezTo>
                      <a:cubicBezTo>
                        <a:pt x="32095" y="305131"/>
                        <a:pt x="20758" y="236652"/>
                        <a:pt x="20758" y="181216"/>
                      </a:cubicBezTo>
                      <a:cubicBezTo>
                        <a:pt x="20758" y="118172"/>
                        <a:pt x="34221" y="55128"/>
                        <a:pt x="77796" y="9838"/>
                      </a:cubicBezTo>
                      <a:cubicBezTo>
                        <a:pt x="82402" y="5490"/>
                        <a:pt x="82402" y="4765"/>
                        <a:pt x="82402" y="3678"/>
                      </a:cubicBezTo>
                      <a:cubicBezTo>
                        <a:pt x="82402" y="1142"/>
                        <a:pt x="80985" y="55"/>
                        <a:pt x="78859" y="55"/>
                      </a:cubicBezTo>
                      <a:cubicBezTo>
                        <a:pt x="75316" y="55"/>
                        <a:pt x="43432" y="24693"/>
                        <a:pt x="22530" y="70708"/>
                      </a:cubicBezTo>
                      <a:cubicBezTo>
                        <a:pt x="4462" y="110563"/>
                        <a:pt x="211" y="150781"/>
                        <a:pt x="211" y="181216"/>
                      </a:cubicBezTo>
                      <a:cubicBezTo>
                        <a:pt x="211" y="209478"/>
                        <a:pt x="4108" y="253319"/>
                        <a:pt x="23593" y="294261"/>
                      </a:cubicBezTo>
                      <a:cubicBezTo>
                        <a:pt x="44849" y="338827"/>
                        <a:pt x="75316" y="362378"/>
                        <a:pt x="78859" y="362378"/>
                      </a:cubicBezTo>
                      <a:cubicBezTo>
                        <a:pt x="80985" y="362378"/>
                        <a:pt x="82402" y="361291"/>
                        <a:pt x="82402" y="358755"/>
                      </a:cubicBez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5" name="Freeform: Shape 1114">
                  <a:extLst>
                    <a:ext uri="{FF2B5EF4-FFF2-40B4-BE49-F238E27FC236}">
                      <a16:creationId xmlns:a16="http://schemas.microsoft.com/office/drawing/2014/main" id="{BF2D0A52-0F5D-D190-02F1-BB31B08FA563}"/>
                    </a:ext>
                  </a:extLst>
                </p:cNvPr>
                <p:cNvSpPr/>
                <p:nvPr>
                  <p:custDataLst>
                    <p:tags r:id="rId107"/>
                  </p:custDataLst>
                </p:nvPr>
              </p:nvSpPr>
              <p:spPr>
                <a:xfrm>
                  <a:off x="16351644" y="3508032"/>
                  <a:ext cx="176427" cy="164132"/>
                </a:xfrm>
                <a:custGeom>
                  <a:avLst/>
                  <a:gdLst>
                    <a:gd name="connsiteX0" fmla="*/ 108267 w 176427"/>
                    <a:gd name="connsiteY0" fmla="*/ 50780 h 164132"/>
                    <a:gd name="connsiteX1" fmla="*/ 143340 w 176427"/>
                    <a:gd name="connsiteY1" fmla="*/ 8026 h 164132"/>
                    <a:gd name="connsiteX2" fmla="*/ 161054 w 176427"/>
                    <a:gd name="connsiteY2" fmla="*/ 12736 h 164132"/>
                    <a:gd name="connsiteX3" fmla="*/ 144049 w 176427"/>
                    <a:gd name="connsiteY3" fmla="*/ 32302 h 164132"/>
                    <a:gd name="connsiteX4" fmla="*/ 157511 w 176427"/>
                    <a:gd name="connsiteY4" fmla="*/ 44983 h 164132"/>
                    <a:gd name="connsiteX5" fmla="*/ 176642 w 176427"/>
                    <a:gd name="connsiteY5" fmla="*/ 23968 h 164132"/>
                    <a:gd name="connsiteX6" fmla="*/ 143695 w 176427"/>
                    <a:gd name="connsiteY6" fmla="*/ 55 h 164132"/>
                    <a:gd name="connsiteX7" fmla="*/ 106496 w 176427"/>
                    <a:gd name="connsiteY7" fmla="*/ 27591 h 164132"/>
                    <a:gd name="connsiteX8" fmla="*/ 68235 w 176427"/>
                    <a:gd name="connsiteY8" fmla="*/ 55 h 164132"/>
                    <a:gd name="connsiteX9" fmla="*/ 11197 w 176427"/>
                    <a:gd name="connsiteY9" fmla="*/ 55853 h 164132"/>
                    <a:gd name="connsiteX10" fmla="*/ 15448 w 176427"/>
                    <a:gd name="connsiteY10" fmla="*/ 59476 h 164132"/>
                    <a:gd name="connsiteX11" fmla="*/ 20054 w 176427"/>
                    <a:gd name="connsiteY11" fmla="*/ 55490 h 164132"/>
                    <a:gd name="connsiteX12" fmla="*/ 67526 w 176427"/>
                    <a:gd name="connsiteY12" fmla="*/ 8026 h 164132"/>
                    <a:gd name="connsiteX13" fmla="*/ 86657 w 176427"/>
                    <a:gd name="connsiteY13" fmla="*/ 32302 h 164132"/>
                    <a:gd name="connsiteX14" fmla="*/ 67526 w 176427"/>
                    <a:gd name="connsiteY14" fmla="*/ 118535 h 164132"/>
                    <a:gd name="connsiteX15" fmla="*/ 33870 w 176427"/>
                    <a:gd name="connsiteY15" fmla="*/ 156216 h 164132"/>
                    <a:gd name="connsiteX16" fmla="*/ 16157 w 176427"/>
                    <a:gd name="connsiteY16" fmla="*/ 151506 h 164132"/>
                    <a:gd name="connsiteX17" fmla="*/ 32808 w 176427"/>
                    <a:gd name="connsiteY17" fmla="*/ 131941 h 164132"/>
                    <a:gd name="connsiteX18" fmla="*/ 19700 w 176427"/>
                    <a:gd name="connsiteY18" fmla="*/ 119259 h 164132"/>
                    <a:gd name="connsiteX19" fmla="*/ 215 w 176427"/>
                    <a:gd name="connsiteY19" fmla="*/ 140274 h 164132"/>
                    <a:gd name="connsiteX20" fmla="*/ 33516 w 176427"/>
                    <a:gd name="connsiteY20" fmla="*/ 164187 h 164132"/>
                    <a:gd name="connsiteX21" fmla="*/ 70715 w 176427"/>
                    <a:gd name="connsiteY21" fmla="*/ 136651 h 164132"/>
                    <a:gd name="connsiteX22" fmla="*/ 108976 w 176427"/>
                    <a:gd name="connsiteY22" fmla="*/ 164187 h 164132"/>
                    <a:gd name="connsiteX23" fmla="*/ 165659 w 176427"/>
                    <a:gd name="connsiteY23" fmla="*/ 108390 h 164132"/>
                    <a:gd name="connsiteX24" fmla="*/ 161408 w 176427"/>
                    <a:gd name="connsiteY24" fmla="*/ 104766 h 164132"/>
                    <a:gd name="connsiteX25" fmla="*/ 156803 w 176427"/>
                    <a:gd name="connsiteY25" fmla="*/ 108752 h 164132"/>
                    <a:gd name="connsiteX26" fmla="*/ 109684 w 176427"/>
                    <a:gd name="connsiteY26" fmla="*/ 156216 h 164132"/>
                    <a:gd name="connsiteX27" fmla="*/ 90200 w 176427"/>
                    <a:gd name="connsiteY27" fmla="*/ 132303 h 164132"/>
                    <a:gd name="connsiteX28" fmla="*/ 96222 w 176427"/>
                    <a:gd name="connsiteY28" fmla="*/ 100418 h 164132"/>
                    <a:gd name="connsiteX29" fmla="*/ 108267 w 176427"/>
                    <a:gd name="connsiteY29" fmla="*/ 50780 h 16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76427" h="164132">
                      <a:moveTo>
                        <a:pt x="108267" y="50780"/>
                      </a:moveTo>
                      <a:cubicBezTo>
                        <a:pt x="110393" y="41360"/>
                        <a:pt x="118541" y="8026"/>
                        <a:pt x="143340" y="8026"/>
                      </a:cubicBezTo>
                      <a:cubicBezTo>
                        <a:pt x="145112" y="8026"/>
                        <a:pt x="153614" y="8026"/>
                        <a:pt x="161054" y="12736"/>
                      </a:cubicBezTo>
                      <a:cubicBezTo>
                        <a:pt x="151134" y="14548"/>
                        <a:pt x="144049" y="23606"/>
                        <a:pt x="144049" y="32302"/>
                      </a:cubicBezTo>
                      <a:cubicBezTo>
                        <a:pt x="144049" y="38099"/>
                        <a:pt x="147946" y="44983"/>
                        <a:pt x="157511" y="44983"/>
                      </a:cubicBezTo>
                      <a:cubicBezTo>
                        <a:pt x="165305" y="44983"/>
                        <a:pt x="176642" y="38461"/>
                        <a:pt x="176642" y="23968"/>
                      </a:cubicBezTo>
                      <a:cubicBezTo>
                        <a:pt x="176642" y="5127"/>
                        <a:pt x="155740" y="55"/>
                        <a:pt x="143695" y="55"/>
                      </a:cubicBezTo>
                      <a:cubicBezTo>
                        <a:pt x="123147" y="55"/>
                        <a:pt x="110747" y="19258"/>
                        <a:pt x="106496" y="27591"/>
                      </a:cubicBezTo>
                      <a:cubicBezTo>
                        <a:pt x="97639" y="3678"/>
                        <a:pt x="78509" y="55"/>
                        <a:pt x="68235" y="55"/>
                      </a:cubicBezTo>
                      <a:cubicBezTo>
                        <a:pt x="31391" y="55"/>
                        <a:pt x="11197" y="46795"/>
                        <a:pt x="11197" y="55853"/>
                      </a:cubicBezTo>
                      <a:cubicBezTo>
                        <a:pt x="11197" y="59476"/>
                        <a:pt x="14740" y="59476"/>
                        <a:pt x="15448" y="59476"/>
                      </a:cubicBezTo>
                      <a:cubicBezTo>
                        <a:pt x="18282" y="59476"/>
                        <a:pt x="19345" y="58751"/>
                        <a:pt x="20054" y="55490"/>
                      </a:cubicBezTo>
                      <a:cubicBezTo>
                        <a:pt x="32099" y="17084"/>
                        <a:pt x="55481" y="8026"/>
                        <a:pt x="67526" y="8026"/>
                      </a:cubicBezTo>
                      <a:cubicBezTo>
                        <a:pt x="74257" y="8026"/>
                        <a:pt x="86657" y="11287"/>
                        <a:pt x="86657" y="32302"/>
                      </a:cubicBezTo>
                      <a:cubicBezTo>
                        <a:pt x="86657" y="43534"/>
                        <a:pt x="80634" y="67809"/>
                        <a:pt x="67526" y="118535"/>
                      </a:cubicBezTo>
                      <a:cubicBezTo>
                        <a:pt x="61858" y="140999"/>
                        <a:pt x="49458" y="156216"/>
                        <a:pt x="33870" y="156216"/>
                      </a:cubicBezTo>
                      <a:cubicBezTo>
                        <a:pt x="31745" y="156216"/>
                        <a:pt x="23597" y="156216"/>
                        <a:pt x="16157" y="151506"/>
                      </a:cubicBezTo>
                      <a:cubicBezTo>
                        <a:pt x="25014" y="149694"/>
                        <a:pt x="32808" y="142086"/>
                        <a:pt x="32808" y="131941"/>
                      </a:cubicBezTo>
                      <a:cubicBezTo>
                        <a:pt x="32808" y="122158"/>
                        <a:pt x="25014" y="119259"/>
                        <a:pt x="19700" y="119259"/>
                      </a:cubicBezTo>
                      <a:cubicBezTo>
                        <a:pt x="9071" y="119259"/>
                        <a:pt x="215" y="128680"/>
                        <a:pt x="215" y="140274"/>
                      </a:cubicBezTo>
                      <a:cubicBezTo>
                        <a:pt x="215" y="156941"/>
                        <a:pt x="17928" y="164187"/>
                        <a:pt x="33516" y="164187"/>
                      </a:cubicBezTo>
                      <a:cubicBezTo>
                        <a:pt x="56898" y="164187"/>
                        <a:pt x="69652" y="138825"/>
                        <a:pt x="70715" y="136651"/>
                      </a:cubicBezTo>
                      <a:cubicBezTo>
                        <a:pt x="74966" y="150057"/>
                        <a:pt x="87720" y="164187"/>
                        <a:pt x="108976" y="164187"/>
                      </a:cubicBezTo>
                      <a:cubicBezTo>
                        <a:pt x="145466" y="164187"/>
                        <a:pt x="165659" y="117448"/>
                        <a:pt x="165659" y="108390"/>
                      </a:cubicBezTo>
                      <a:cubicBezTo>
                        <a:pt x="165659" y="104766"/>
                        <a:pt x="162471" y="104766"/>
                        <a:pt x="161408" y="104766"/>
                      </a:cubicBezTo>
                      <a:cubicBezTo>
                        <a:pt x="158220" y="104766"/>
                        <a:pt x="157511" y="106216"/>
                        <a:pt x="156803" y="108752"/>
                      </a:cubicBezTo>
                      <a:cubicBezTo>
                        <a:pt x="145112" y="147520"/>
                        <a:pt x="121021" y="156216"/>
                        <a:pt x="109684" y="156216"/>
                      </a:cubicBezTo>
                      <a:cubicBezTo>
                        <a:pt x="95868" y="156216"/>
                        <a:pt x="90200" y="144622"/>
                        <a:pt x="90200" y="132303"/>
                      </a:cubicBezTo>
                      <a:cubicBezTo>
                        <a:pt x="90200" y="124332"/>
                        <a:pt x="92325" y="116361"/>
                        <a:pt x="96222" y="100418"/>
                      </a:cubicBezTo>
                      <a:lnTo>
                        <a:pt x="108267" y="50780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6" name="Freeform: Shape 1115">
                  <a:extLst>
                    <a:ext uri="{FF2B5EF4-FFF2-40B4-BE49-F238E27FC236}">
                      <a16:creationId xmlns:a16="http://schemas.microsoft.com/office/drawing/2014/main" id="{CF55338E-4C78-D855-EDB7-A2EE314994DF}"/>
                    </a:ext>
                  </a:extLst>
                </p:cNvPr>
                <p:cNvSpPr/>
                <p:nvPr>
                  <p:custDataLst>
                    <p:tags r:id="rId108"/>
                  </p:custDataLst>
                </p:nvPr>
              </p:nvSpPr>
              <p:spPr>
                <a:xfrm>
                  <a:off x="16564039" y="3396437"/>
                  <a:ext cx="82191" cy="362323"/>
                </a:xfrm>
                <a:custGeom>
                  <a:avLst/>
                  <a:gdLst>
                    <a:gd name="connsiteX0" fmla="*/ 82411 w 82191"/>
                    <a:gd name="connsiteY0" fmla="*/ 181216 h 362323"/>
                    <a:gd name="connsiteX1" fmla="*/ 59029 w 82191"/>
                    <a:gd name="connsiteY1" fmla="*/ 68172 h 362323"/>
                    <a:gd name="connsiteX2" fmla="*/ 3763 w 82191"/>
                    <a:gd name="connsiteY2" fmla="*/ 55 h 362323"/>
                    <a:gd name="connsiteX3" fmla="*/ 220 w 82191"/>
                    <a:gd name="connsiteY3" fmla="*/ 3678 h 362323"/>
                    <a:gd name="connsiteX4" fmla="*/ 6952 w 82191"/>
                    <a:gd name="connsiteY4" fmla="*/ 12012 h 362323"/>
                    <a:gd name="connsiteX5" fmla="*/ 61864 w 82191"/>
                    <a:gd name="connsiteY5" fmla="*/ 181216 h 362323"/>
                    <a:gd name="connsiteX6" fmla="*/ 4826 w 82191"/>
                    <a:gd name="connsiteY6" fmla="*/ 352595 h 362323"/>
                    <a:gd name="connsiteX7" fmla="*/ 220 w 82191"/>
                    <a:gd name="connsiteY7" fmla="*/ 358755 h 362323"/>
                    <a:gd name="connsiteX8" fmla="*/ 3763 w 82191"/>
                    <a:gd name="connsiteY8" fmla="*/ 362378 h 362323"/>
                    <a:gd name="connsiteX9" fmla="*/ 60092 w 82191"/>
                    <a:gd name="connsiteY9" fmla="*/ 291725 h 362323"/>
                    <a:gd name="connsiteX10" fmla="*/ 82411 w 82191"/>
                    <a:gd name="connsiteY10" fmla="*/ 181216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191" h="362323">
                      <a:moveTo>
                        <a:pt x="82411" y="181216"/>
                      </a:moveTo>
                      <a:cubicBezTo>
                        <a:pt x="82411" y="152955"/>
                        <a:pt x="78514" y="109114"/>
                        <a:pt x="59029" y="68172"/>
                      </a:cubicBezTo>
                      <a:cubicBezTo>
                        <a:pt x="37773" y="23606"/>
                        <a:pt x="7306" y="55"/>
                        <a:pt x="3763" y="55"/>
                      </a:cubicBezTo>
                      <a:cubicBezTo>
                        <a:pt x="1637" y="55"/>
                        <a:pt x="220" y="1504"/>
                        <a:pt x="220" y="3678"/>
                      </a:cubicBezTo>
                      <a:cubicBezTo>
                        <a:pt x="220" y="4765"/>
                        <a:pt x="220" y="5490"/>
                        <a:pt x="6952" y="12012"/>
                      </a:cubicBezTo>
                      <a:cubicBezTo>
                        <a:pt x="41670" y="47882"/>
                        <a:pt x="61864" y="105491"/>
                        <a:pt x="61864" y="181216"/>
                      </a:cubicBezTo>
                      <a:cubicBezTo>
                        <a:pt x="61864" y="243174"/>
                        <a:pt x="48756" y="306943"/>
                        <a:pt x="4826" y="352595"/>
                      </a:cubicBezTo>
                      <a:cubicBezTo>
                        <a:pt x="220" y="356943"/>
                        <a:pt x="220" y="357668"/>
                        <a:pt x="220" y="358755"/>
                      </a:cubicBezTo>
                      <a:cubicBezTo>
                        <a:pt x="220" y="360929"/>
                        <a:pt x="1637" y="362378"/>
                        <a:pt x="3763" y="362378"/>
                      </a:cubicBezTo>
                      <a:cubicBezTo>
                        <a:pt x="7306" y="362378"/>
                        <a:pt x="39190" y="337740"/>
                        <a:pt x="60092" y="291725"/>
                      </a:cubicBezTo>
                      <a:cubicBezTo>
                        <a:pt x="78160" y="251869"/>
                        <a:pt x="82411" y="211652"/>
                        <a:pt x="82411" y="181216"/>
                      </a:cubicBez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7" name="Freeform: Shape 1116">
                  <a:extLst>
                    <a:ext uri="{FF2B5EF4-FFF2-40B4-BE49-F238E27FC236}">
                      <a16:creationId xmlns:a16="http://schemas.microsoft.com/office/drawing/2014/main" id="{CF6DC9E1-6B40-8362-9D6B-DE47840593F8}"/>
                    </a:ext>
                  </a:extLst>
                </p:cNvPr>
                <p:cNvSpPr/>
                <p:nvPr>
                  <p:custDataLst>
                    <p:tags r:id="rId109"/>
                  </p:custDataLst>
                </p:nvPr>
              </p:nvSpPr>
              <p:spPr>
                <a:xfrm>
                  <a:off x="16723777" y="3396437"/>
                  <a:ext cx="14170" cy="362323"/>
                </a:xfrm>
                <a:custGeom>
                  <a:avLst/>
                  <a:gdLst>
                    <a:gd name="connsiteX0" fmla="*/ 14395 w 14170"/>
                    <a:gd name="connsiteY0" fmla="*/ 13099 h 362323"/>
                    <a:gd name="connsiteX1" fmla="*/ 7310 w 14170"/>
                    <a:gd name="connsiteY1" fmla="*/ 55 h 362323"/>
                    <a:gd name="connsiteX2" fmla="*/ 224 w 14170"/>
                    <a:gd name="connsiteY2" fmla="*/ 13099 h 362323"/>
                    <a:gd name="connsiteX3" fmla="*/ 224 w 14170"/>
                    <a:gd name="connsiteY3" fmla="*/ 349334 h 362323"/>
                    <a:gd name="connsiteX4" fmla="*/ 7310 w 14170"/>
                    <a:gd name="connsiteY4" fmla="*/ 362378 h 362323"/>
                    <a:gd name="connsiteX5" fmla="*/ 14395 w 14170"/>
                    <a:gd name="connsiteY5" fmla="*/ 349334 h 362323"/>
                    <a:gd name="connsiteX6" fmla="*/ 14395 w 14170"/>
                    <a:gd name="connsiteY6" fmla="*/ 13099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170" h="362323">
                      <a:moveTo>
                        <a:pt x="14395" y="13099"/>
                      </a:moveTo>
                      <a:cubicBezTo>
                        <a:pt x="14395" y="6577"/>
                        <a:pt x="14395" y="55"/>
                        <a:pt x="7310" y="55"/>
                      </a:cubicBezTo>
                      <a:cubicBezTo>
                        <a:pt x="224" y="55"/>
                        <a:pt x="224" y="6577"/>
                        <a:pt x="224" y="13099"/>
                      </a:cubicBezTo>
                      <a:lnTo>
                        <a:pt x="224" y="349334"/>
                      </a:lnTo>
                      <a:cubicBezTo>
                        <a:pt x="224" y="355856"/>
                        <a:pt x="224" y="362378"/>
                        <a:pt x="7310" y="362378"/>
                      </a:cubicBezTo>
                      <a:cubicBezTo>
                        <a:pt x="14395" y="362378"/>
                        <a:pt x="14395" y="355856"/>
                        <a:pt x="14395" y="349334"/>
                      </a:cubicBezTo>
                      <a:lnTo>
                        <a:pt x="14395" y="1309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8" name="Freeform: Shape 1117">
                  <a:extLst>
                    <a:ext uri="{FF2B5EF4-FFF2-40B4-BE49-F238E27FC236}">
                      <a16:creationId xmlns:a16="http://schemas.microsoft.com/office/drawing/2014/main" id="{8AA4891D-A041-5771-8928-889577D28778}"/>
                    </a:ext>
                  </a:extLst>
                </p:cNvPr>
                <p:cNvSpPr/>
                <p:nvPr>
                  <p:custDataLst>
                    <p:tags r:id="rId110"/>
                  </p:custDataLst>
                </p:nvPr>
              </p:nvSpPr>
              <p:spPr>
                <a:xfrm>
                  <a:off x="16898273" y="3535206"/>
                  <a:ext cx="235590" cy="84783"/>
                </a:xfrm>
                <a:custGeom>
                  <a:avLst/>
                  <a:gdLst>
                    <a:gd name="connsiteX0" fmla="*/ 223775 w 235590"/>
                    <a:gd name="connsiteY0" fmla="*/ 14548 h 84783"/>
                    <a:gd name="connsiteX1" fmla="*/ 235820 w 235590"/>
                    <a:gd name="connsiteY1" fmla="*/ 7301 h 84783"/>
                    <a:gd name="connsiteX2" fmla="*/ 224129 w 235590"/>
                    <a:gd name="connsiteY2" fmla="*/ 55 h 84783"/>
                    <a:gd name="connsiteX3" fmla="*/ 11921 w 235590"/>
                    <a:gd name="connsiteY3" fmla="*/ 55 h 84783"/>
                    <a:gd name="connsiteX4" fmla="*/ 230 w 235590"/>
                    <a:gd name="connsiteY4" fmla="*/ 7301 h 84783"/>
                    <a:gd name="connsiteX5" fmla="*/ 12275 w 235590"/>
                    <a:gd name="connsiteY5" fmla="*/ 14548 h 84783"/>
                    <a:gd name="connsiteX6" fmla="*/ 223775 w 235590"/>
                    <a:gd name="connsiteY6" fmla="*/ 14548 h 84783"/>
                    <a:gd name="connsiteX7" fmla="*/ 224129 w 235590"/>
                    <a:gd name="connsiteY7" fmla="*/ 84839 h 84783"/>
                    <a:gd name="connsiteX8" fmla="*/ 235820 w 235590"/>
                    <a:gd name="connsiteY8" fmla="*/ 77592 h 84783"/>
                    <a:gd name="connsiteX9" fmla="*/ 223775 w 235590"/>
                    <a:gd name="connsiteY9" fmla="*/ 70346 h 84783"/>
                    <a:gd name="connsiteX10" fmla="*/ 12275 w 235590"/>
                    <a:gd name="connsiteY10" fmla="*/ 70346 h 84783"/>
                    <a:gd name="connsiteX11" fmla="*/ 230 w 235590"/>
                    <a:gd name="connsiteY11" fmla="*/ 77592 h 84783"/>
                    <a:gd name="connsiteX12" fmla="*/ 11921 w 235590"/>
                    <a:gd name="connsiteY12" fmla="*/ 84839 h 84783"/>
                    <a:gd name="connsiteX13" fmla="*/ 224129 w 235590"/>
                    <a:gd name="connsiteY13" fmla="*/ 84839 h 84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35590" h="84783">
                      <a:moveTo>
                        <a:pt x="223775" y="14548"/>
                      </a:moveTo>
                      <a:cubicBezTo>
                        <a:pt x="229089" y="14548"/>
                        <a:pt x="235820" y="14548"/>
                        <a:pt x="235820" y="7301"/>
                      </a:cubicBezTo>
                      <a:cubicBezTo>
                        <a:pt x="235820" y="55"/>
                        <a:pt x="229089" y="55"/>
                        <a:pt x="224129" y="55"/>
                      </a:cubicBezTo>
                      <a:lnTo>
                        <a:pt x="11921" y="55"/>
                      </a:lnTo>
                      <a:cubicBezTo>
                        <a:pt x="6961" y="55"/>
                        <a:pt x="230" y="55"/>
                        <a:pt x="230" y="7301"/>
                      </a:cubicBezTo>
                      <a:cubicBezTo>
                        <a:pt x="230" y="14548"/>
                        <a:pt x="6961" y="14548"/>
                        <a:pt x="12275" y="14548"/>
                      </a:cubicBezTo>
                      <a:lnTo>
                        <a:pt x="223775" y="14548"/>
                      </a:lnTo>
                      <a:close/>
                      <a:moveTo>
                        <a:pt x="224129" y="84839"/>
                      </a:moveTo>
                      <a:cubicBezTo>
                        <a:pt x="229089" y="84839"/>
                        <a:pt x="235820" y="84839"/>
                        <a:pt x="235820" y="77592"/>
                      </a:cubicBezTo>
                      <a:cubicBezTo>
                        <a:pt x="235820" y="70346"/>
                        <a:pt x="229089" y="70346"/>
                        <a:pt x="223775" y="70346"/>
                      </a:cubicBezTo>
                      <a:lnTo>
                        <a:pt x="12275" y="70346"/>
                      </a:lnTo>
                      <a:cubicBezTo>
                        <a:pt x="6961" y="70346"/>
                        <a:pt x="230" y="70346"/>
                        <a:pt x="230" y="77592"/>
                      </a:cubicBezTo>
                      <a:cubicBezTo>
                        <a:pt x="230" y="84839"/>
                        <a:pt x="6961" y="84839"/>
                        <a:pt x="11921" y="84839"/>
                      </a:cubicBezTo>
                      <a:lnTo>
                        <a:pt x="224129" y="8483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19" name="Freeform: Shape 1118">
                  <a:extLst>
                    <a:ext uri="{FF2B5EF4-FFF2-40B4-BE49-F238E27FC236}">
                      <a16:creationId xmlns:a16="http://schemas.microsoft.com/office/drawing/2014/main" id="{A0684E28-9F6A-C9A7-BF49-DF34F16CBAC0}"/>
                    </a:ext>
                  </a:extLst>
                </p:cNvPr>
                <p:cNvSpPr/>
                <p:nvPr>
                  <p:custDataLst>
                    <p:tags r:id="rId111"/>
                  </p:custDataLst>
                </p:nvPr>
              </p:nvSpPr>
              <p:spPr>
                <a:xfrm>
                  <a:off x="17283916" y="3426872"/>
                  <a:ext cx="116909" cy="241307"/>
                </a:xfrm>
                <a:custGeom>
                  <a:avLst/>
                  <a:gdLst>
                    <a:gd name="connsiteX0" fmla="*/ 72866 w 116909"/>
                    <a:gd name="connsiteY0" fmla="*/ 9475 h 241307"/>
                    <a:gd name="connsiteX1" fmla="*/ 64718 w 116909"/>
                    <a:gd name="connsiteY1" fmla="*/ 55 h 241307"/>
                    <a:gd name="connsiteX2" fmla="*/ 240 w 116909"/>
                    <a:gd name="connsiteY2" fmla="*/ 23244 h 241307"/>
                    <a:gd name="connsiteX3" fmla="*/ 240 w 116909"/>
                    <a:gd name="connsiteY3" fmla="*/ 34476 h 241307"/>
                    <a:gd name="connsiteX4" fmla="*/ 46650 w 116909"/>
                    <a:gd name="connsiteY4" fmla="*/ 25055 h 241307"/>
                    <a:gd name="connsiteX5" fmla="*/ 46650 w 116909"/>
                    <a:gd name="connsiteY5" fmla="*/ 212739 h 241307"/>
                    <a:gd name="connsiteX6" fmla="*/ 13703 w 116909"/>
                    <a:gd name="connsiteY6" fmla="*/ 230130 h 241307"/>
                    <a:gd name="connsiteX7" fmla="*/ 2366 w 116909"/>
                    <a:gd name="connsiteY7" fmla="*/ 230130 h 241307"/>
                    <a:gd name="connsiteX8" fmla="*/ 2366 w 116909"/>
                    <a:gd name="connsiteY8" fmla="*/ 241362 h 241307"/>
                    <a:gd name="connsiteX9" fmla="*/ 59758 w 116909"/>
                    <a:gd name="connsiteY9" fmla="*/ 240275 h 241307"/>
                    <a:gd name="connsiteX10" fmla="*/ 117150 w 116909"/>
                    <a:gd name="connsiteY10" fmla="*/ 241362 h 241307"/>
                    <a:gd name="connsiteX11" fmla="*/ 117150 w 116909"/>
                    <a:gd name="connsiteY11" fmla="*/ 230130 h 241307"/>
                    <a:gd name="connsiteX12" fmla="*/ 105813 w 116909"/>
                    <a:gd name="connsiteY12" fmla="*/ 230130 h 241307"/>
                    <a:gd name="connsiteX13" fmla="*/ 72866 w 116909"/>
                    <a:gd name="connsiteY13" fmla="*/ 212739 h 241307"/>
                    <a:gd name="connsiteX14" fmla="*/ 72866 w 116909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909" h="241307">
                      <a:moveTo>
                        <a:pt x="72866" y="9475"/>
                      </a:moveTo>
                      <a:cubicBezTo>
                        <a:pt x="72866" y="780"/>
                        <a:pt x="72866" y="55"/>
                        <a:pt x="64718" y="55"/>
                      </a:cubicBezTo>
                      <a:cubicBezTo>
                        <a:pt x="42753" y="23244"/>
                        <a:pt x="11577" y="23244"/>
                        <a:pt x="240" y="23244"/>
                      </a:cubicBezTo>
                      <a:lnTo>
                        <a:pt x="240" y="34476"/>
                      </a:lnTo>
                      <a:cubicBezTo>
                        <a:pt x="7326" y="34476"/>
                        <a:pt x="28228" y="34476"/>
                        <a:pt x="46650" y="25055"/>
                      </a:cubicBezTo>
                      <a:lnTo>
                        <a:pt x="46650" y="212739"/>
                      </a:lnTo>
                      <a:cubicBezTo>
                        <a:pt x="46650" y="225782"/>
                        <a:pt x="45587" y="230130"/>
                        <a:pt x="13703" y="230130"/>
                      </a:cubicBezTo>
                      <a:lnTo>
                        <a:pt x="2366" y="230130"/>
                      </a:lnTo>
                      <a:lnTo>
                        <a:pt x="2366" y="241362"/>
                      </a:lnTo>
                      <a:cubicBezTo>
                        <a:pt x="14765" y="240275"/>
                        <a:pt x="45587" y="240275"/>
                        <a:pt x="59758" y="240275"/>
                      </a:cubicBezTo>
                      <a:cubicBezTo>
                        <a:pt x="73929" y="240275"/>
                        <a:pt x="104750" y="240275"/>
                        <a:pt x="117150" y="241362"/>
                      </a:cubicBezTo>
                      <a:lnTo>
                        <a:pt x="117150" y="230130"/>
                      </a:lnTo>
                      <a:lnTo>
                        <a:pt x="105813" y="230130"/>
                      </a:lnTo>
                      <a:cubicBezTo>
                        <a:pt x="73929" y="230130"/>
                        <a:pt x="72866" y="226145"/>
                        <a:pt x="72866" y="212739"/>
                      </a:cubicBezTo>
                      <a:lnTo>
                        <a:pt x="72866" y="9475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20" name="Freeform: Shape 1119">
                  <a:extLst>
                    <a:ext uri="{FF2B5EF4-FFF2-40B4-BE49-F238E27FC236}">
                      <a16:creationId xmlns:a16="http://schemas.microsoft.com/office/drawing/2014/main" id="{76DFEA9B-1F61-327E-E748-D9DC8C1DCC69}"/>
                    </a:ext>
                  </a:extLst>
                </p:cNvPr>
                <p:cNvSpPr/>
                <p:nvPr>
                  <p:custDataLst>
                    <p:tags r:id="rId112"/>
                  </p:custDataLst>
                </p:nvPr>
              </p:nvSpPr>
              <p:spPr>
                <a:xfrm>
                  <a:off x="17449007" y="3396437"/>
                  <a:ext cx="137811" cy="362323"/>
                </a:xfrm>
                <a:custGeom>
                  <a:avLst/>
                  <a:gdLst>
                    <a:gd name="connsiteX0" fmla="*/ 136285 w 137811"/>
                    <a:gd name="connsiteY0" fmla="*/ 13823 h 362323"/>
                    <a:gd name="connsiteX1" fmla="*/ 138057 w 137811"/>
                    <a:gd name="connsiteY1" fmla="*/ 7301 h 362323"/>
                    <a:gd name="connsiteX2" fmla="*/ 130971 w 137811"/>
                    <a:gd name="connsiteY2" fmla="*/ 55 h 362323"/>
                    <a:gd name="connsiteX3" fmla="*/ 124949 w 137811"/>
                    <a:gd name="connsiteY3" fmla="*/ 3316 h 362323"/>
                    <a:gd name="connsiteX4" fmla="*/ 2017 w 137811"/>
                    <a:gd name="connsiteY4" fmla="*/ 348610 h 362323"/>
                    <a:gd name="connsiteX5" fmla="*/ 245 w 137811"/>
                    <a:gd name="connsiteY5" fmla="*/ 355132 h 362323"/>
                    <a:gd name="connsiteX6" fmla="*/ 7331 w 137811"/>
                    <a:gd name="connsiteY6" fmla="*/ 362378 h 362323"/>
                    <a:gd name="connsiteX7" fmla="*/ 15125 w 137811"/>
                    <a:gd name="connsiteY7" fmla="*/ 353682 h 362323"/>
                    <a:gd name="connsiteX8" fmla="*/ 136285 w 137811"/>
                    <a:gd name="connsiteY8" fmla="*/ 13823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7811" h="362323">
                      <a:moveTo>
                        <a:pt x="136285" y="13823"/>
                      </a:moveTo>
                      <a:cubicBezTo>
                        <a:pt x="138057" y="9113"/>
                        <a:pt x="138057" y="7664"/>
                        <a:pt x="138057" y="7301"/>
                      </a:cubicBezTo>
                      <a:cubicBezTo>
                        <a:pt x="138057" y="3316"/>
                        <a:pt x="134868" y="55"/>
                        <a:pt x="130971" y="55"/>
                      </a:cubicBezTo>
                      <a:cubicBezTo>
                        <a:pt x="128492" y="55"/>
                        <a:pt x="126012" y="1142"/>
                        <a:pt x="124949" y="3316"/>
                      </a:cubicBezTo>
                      <a:lnTo>
                        <a:pt x="2017" y="348610"/>
                      </a:lnTo>
                      <a:cubicBezTo>
                        <a:pt x="245" y="353320"/>
                        <a:pt x="245" y="354769"/>
                        <a:pt x="245" y="355132"/>
                      </a:cubicBezTo>
                      <a:cubicBezTo>
                        <a:pt x="245" y="359117"/>
                        <a:pt x="3434" y="362378"/>
                        <a:pt x="7331" y="362378"/>
                      </a:cubicBezTo>
                      <a:cubicBezTo>
                        <a:pt x="11936" y="362378"/>
                        <a:pt x="12999" y="359842"/>
                        <a:pt x="15125" y="353682"/>
                      </a:cubicBezTo>
                      <a:lnTo>
                        <a:pt x="136285" y="13823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21" name="Freeform: Shape 1120">
                  <a:extLst>
                    <a:ext uri="{FF2B5EF4-FFF2-40B4-BE49-F238E27FC236}">
                      <a16:creationId xmlns:a16="http://schemas.microsoft.com/office/drawing/2014/main" id="{0E8AC89F-1183-52F1-53F9-5DF5DA42567C}"/>
                    </a:ext>
                  </a:extLst>
                </p:cNvPr>
                <p:cNvSpPr/>
                <p:nvPr>
                  <p:custDataLst>
                    <p:tags r:id="rId113"/>
                  </p:custDataLst>
                </p:nvPr>
              </p:nvSpPr>
              <p:spPr>
                <a:xfrm>
                  <a:off x="17641732" y="3396437"/>
                  <a:ext cx="82190" cy="362323"/>
                </a:xfrm>
                <a:custGeom>
                  <a:avLst/>
                  <a:gdLst>
                    <a:gd name="connsiteX0" fmla="*/ 82441 w 82190"/>
                    <a:gd name="connsiteY0" fmla="*/ 358755 h 362323"/>
                    <a:gd name="connsiteX1" fmla="*/ 76419 w 82190"/>
                    <a:gd name="connsiteY1" fmla="*/ 350784 h 362323"/>
                    <a:gd name="connsiteX2" fmla="*/ 20798 w 82190"/>
                    <a:gd name="connsiteY2" fmla="*/ 181216 h 362323"/>
                    <a:gd name="connsiteX3" fmla="*/ 77836 w 82190"/>
                    <a:gd name="connsiteY3" fmla="*/ 9838 h 362323"/>
                    <a:gd name="connsiteX4" fmla="*/ 82441 w 82190"/>
                    <a:gd name="connsiteY4" fmla="*/ 3678 h 362323"/>
                    <a:gd name="connsiteX5" fmla="*/ 78898 w 82190"/>
                    <a:gd name="connsiteY5" fmla="*/ 55 h 362323"/>
                    <a:gd name="connsiteX6" fmla="*/ 22569 w 82190"/>
                    <a:gd name="connsiteY6" fmla="*/ 70708 h 362323"/>
                    <a:gd name="connsiteX7" fmla="*/ 250 w 82190"/>
                    <a:gd name="connsiteY7" fmla="*/ 181216 h 362323"/>
                    <a:gd name="connsiteX8" fmla="*/ 23632 w 82190"/>
                    <a:gd name="connsiteY8" fmla="*/ 294261 h 362323"/>
                    <a:gd name="connsiteX9" fmla="*/ 78898 w 82190"/>
                    <a:gd name="connsiteY9" fmla="*/ 362378 h 362323"/>
                    <a:gd name="connsiteX10" fmla="*/ 82441 w 82190"/>
                    <a:gd name="connsiteY10" fmla="*/ 358755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190" h="362323">
                      <a:moveTo>
                        <a:pt x="82441" y="358755"/>
                      </a:moveTo>
                      <a:cubicBezTo>
                        <a:pt x="82441" y="357668"/>
                        <a:pt x="82441" y="356943"/>
                        <a:pt x="76419" y="350784"/>
                      </a:cubicBezTo>
                      <a:cubicBezTo>
                        <a:pt x="32135" y="305131"/>
                        <a:pt x="20798" y="236652"/>
                        <a:pt x="20798" y="181216"/>
                      </a:cubicBezTo>
                      <a:cubicBezTo>
                        <a:pt x="20798" y="118172"/>
                        <a:pt x="34260" y="55128"/>
                        <a:pt x="77836" y="9838"/>
                      </a:cubicBezTo>
                      <a:cubicBezTo>
                        <a:pt x="82441" y="5490"/>
                        <a:pt x="82441" y="4765"/>
                        <a:pt x="82441" y="3678"/>
                      </a:cubicBezTo>
                      <a:cubicBezTo>
                        <a:pt x="82441" y="1142"/>
                        <a:pt x="81024" y="55"/>
                        <a:pt x="78898" y="55"/>
                      </a:cubicBezTo>
                      <a:cubicBezTo>
                        <a:pt x="75356" y="55"/>
                        <a:pt x="43471" y="24693"/>
                        <a:pt x="22569" y="70708"/>
                      </a:cubicBezTo>
                      <a:cubicBezTo>
                        <a:pt x="4501" y="110563"/>
                        <a:pt x="250" y="150781"/>
                        <a:pt x="250" y="181216"/>
                      </a:cubicBezTo>
                      <a:cubicBezTo>
                        <a:pt x="250" y="209478"/>
                        <a:pt x="4147" y="253319"/>
                        <a:pt x="23632" y="294261"/>
                      </a:cubicBezTo>
                      <a:cubicBezTo>
                        <a:pt x="44888" y="338827"/>
                        <a:pt x="75356" y="362378"/>
                        <a:pt x="78898" y="362378"/>
                      </a:cubicBezTo>
                      <a:cubicBezTo>
                        <a:pt x="81024" y="362378"/>
                        <a:pt x="82441" y="361291"/>
                        <a:pt x="82441" y="358755"/>
                      </a:cubicBez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22" name="Freeform: Shape 1121">
                  <a:extLst>
                    <a:ext uri="{FF2B5EF4-FFF2-40B4-BE49-F238E27FC236}">
                      <a16:creationId xmlns:a16="http://schemas.microsoft.com/office/drawing/2014/main" id="{D6C43E70-8218-405B-0B4A-ED8DB3C0F94B}"/>
                    </a:ext>
                  </a:extLst>
                </p:cNvPr>
                <p:cNvSpPr/>
                <p:nvPr>
                  <p:custDataLst>
                    <p:tags r:id="rId114"/>
                  </p:custDataLst>
                </p:nvPr>
              </p:nvSpPr>
              <p:spPr>
                <a:xfrm>
                  <a:off x="17754705" y="3508032"/>
                  <a:ext cx="176427" cy="164132"/>
                </a:xfrm>
                <a:custGeom>
                  <a:avLst/>
                  <a:gdLst>
                    <a:gd name="connsiteX0" fmla="*/ 108307 w 176427"/>
                    <a:gd name="connsiteY0" fmla="*/ 50780 h 164132"/>
                    <a:gd name="connsiteX1" fmla="*/ 143380 w 176427"/>
                    <a:gd name="connsiteY1" fmla="*/ 8026 h 164132"/>
                    <a:gd name="connsiteX2" fmla="*/ 161093 w 176427"/>
                    <a:gd name="connsiteY2" fmla="*/ 12736 h 164132"/>
                    <a:gd name="connsiteX3" fmla="*/ 144088 w 176427"/>
                    <a:gd name="connsiteY3" fmla="*/ 32302 h 164132"/>
                    <a:gd name="connsiteX4" fmla="*/ 157551 w 176427"/>
                    <a:gd name="connsiteY4" fmla="*/ 44983 h 164132"/>
                    <a:gd name="connsiteX5" fmla="*/ 176681 w 176427"/>
                    <a:gd name="connsiteY5" fmla="*/ 23968 h 164132"/>
                    <a:gd name="connsiteX6" fmla="*/ 143734 w 176427"/>
                    <a:gd name="connsiteY6" fmla="*/ 55 h 164132"/>
                    <a:gd name="connsiteX7" fmla="*/ 106536 w 176427"/>
                    <a:gd name="connsiteY7" fmla="*/ 27591 h 164132"/>
                    <a:gd name="connsiteX8" fmla="*/ 68274 w 176427"/>
                    <a:gd name="connsiteY8" fmla="*/ 55 h 164132"/>
                    <a:gd name="connsiteX9" fmla="*/ 11236 w 176427"/>
                    <a:gd name="connsiteY9" fmla="*/ 55853 h 164132"/>
                    <a:gd name="connsiteX10" fmla="*/ 15488 w 176427"/>
                    <a:gd name="connsiteY10" fmla="*/ 59476 h 164132"/>
                    <a:gd name="connsiteX11" fmla="*/ 20093 w 176427"/>
                    <a:gd name="connsiteY11" fmla="*/ 55490 h 164132"/>
                    <a:gd name="connsiteX12" fmla="*/ 67566 w 176427"/>
                    <a:gd name="connsiteY12" fmla="*/ 8026 h 164132"/>
                    <a:gd name="connsiteX13" fmla="*/ 86696 w 176427"/>
                    <a:gd name="connsiteY13" fmla="*/ 32302 h 164132"/>
                    <a:gd name="connsiteX14" fmla="*/ 67566 w 176427"/>
                    <a:gd name="connsiteY14" fmla="*/ 118535 h 164132"/>
                    <a:gd name="connsiteX15" fmla="*/ 33910 w 176427"/>
                    <a:gd name="connsiteY15" fmla="*/ 156216 h 164132"/>
                    <a:gd name="connsiteX16" fmla="*/ 16196 w 176427"/>
                    <a:gd name="connsiteY16" fmla="*/ 151506 h 164132"/>
                    <a:gd name="connsiteX17" fmla="*/ 32847 w 176427"/>
                    <a:gd name="connsiteY17" fmla="*/ 131941 h 164132"/>
                    <a:gd name="connsiteX18" fmla="*/ 19739 w 176427"/>
                    <a:gd name="connsiteY18" fmla="*/ 119259 h 164132"/>
                    <a:gd name="connsiteX19" fmla="*/ 254 w 176427"/>
                    <a:gd name="connsiteY19" fmla="*/ 140274 h 164132"/>
                    <a:gd name="connsiteX20" fmla="*/ 33556 w 176427"/>
                    <a:gd name="connsiteY20" fmla="*/ 164187 h 164132"/>
                    <a:gd name="connsiteX21" fmla="*/ 70754 w 176427"/>
                    <a:gd name="connsiteY21" fmla="*/ 136651 h 164132"/>
                    <a:gd name="connsiteX22" fmla="*/ 109015 w 176427"/>
                    <a:gd name="connsiteY22" fmla="*/ 164187 h 164132"/>
                    <a:gd name="connsiteX23" fmla="*/ 165699 w 176427"/>
                    <a:gd name="connsiteY23" fmla="*/ 108390 h 164132"/>
                    <a:gd name="connsiteX24" fmla="*/ 161448 w 176427"/>
                    <a:gd name="connsiteY24" fmla="*/ 104766 h 164132"/>
                    <a:gd name="connsiteX25" fmla="*/ 156842 w 176427"/>
                    <a:gd name="connsiteY25" fmla="*/ 108752 h 164132"/>
                    <a:gd name="connsiteX26" fmla="*/ 109724 w 176427"/>
                    <a:gd name="connsiteY26" fmla="*/ 156216 h 164132"/>
                    <a:gd name="connsiteX27" fmla="*/ 90239 w 176427"/>
                    <a:gd name="connsiteY27" fmla="*/ 132303 h 164132"/>
                    <a:gd name="connsiteX28" fmla="*/ 96262 w 176427"/>
                    <a:gd name="connsiteY28" fmla="*/ 100418 h 164132"/>
                    <a:gd name="connsiteX29" fmla="*/ 108307 w 176427"/>
                    <a:gd name="connsiteY29" fmla="*/ 50780 h 164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176427" h="164132">
                      <a:moveTo>
                        <a:pt x="108307" y="50780"/>
                      </a:moveTo>
                      <a:cubicBezTo>
                        <a:pt x="110433" y="41360"/>
                        <a:pt x="118581" y="8026"/>
                        <a:pt x="143380" y="8026"/>
                      </a:cubicBezTo>
                      <a:cubicBezTo>
                        <a:pt x="145151" y="8026"/>
                        <a:pt x="153654" y="8026"/>
                        <a:pt x="161093" y="12736"/>
                      </a:cubicBezTo>
                      <a:cubicBezTo>
                        <a:pt x="151174" y="14548"/>
                        <a:pt x="144088" y="23606"/>
                        <a:pt x="144088" y="32302"/>
                      </a:cubicBezTo>
                      <a:cubicBezTo>
                        <a:pt x="144088" y="38099"/>
                        <a:pt x="147985" y="44983"/>
                        <a:pt x="157551" y="44983"/>
                      </a:cubicBezTo>
                      <a:cubicBezTo>
                        <a:pt x="165345" y="44983"/>
                        <a:pt x="176681" y="38461"/>
                        <a:pt x="176681" y="23968"/>
                      </a:cubicBezTo>
                      <a:cubicBezTo>
                        <a:pt x="176681" y="5127"/>
                        <a:pt x="155779" y="55"/>
                        <a:pt x="143734" y="55"/>
                      </a:cubicBezTo>
                      <a:cubicBezTo>
                        <a:pt x="123186" y="55"/>
                        <a:pt x="110787" y="19258"/>
                        <a:pt x="106536" y="27591"/>
                      </a:cubicBezTo>
                      <a:cubicBezTo>
                        <a:pt x="97679" y="3678"/>
                        <a:pt x="78548" y="55"/>
                        <a:pt x="68274" y="55"/>
                      </a:cubicBezTo>
                      <a:cubicBezTo>
                        <a:pt x="31430" y="55"/>
                        <a:pt x="11236" y="46795"/>
                        <a:pt x="11236" y="55853"/>
                      </a:cubicBezTo>
                      <a:cubicBezTo>
                        <a:pt x="11236" y="59476"/>
                        <a:pt x="14779" y="59476"/>
                        <a:pt x="15488" y="59476"/>
                      </a:cubicBezTo>
                      <a:cubicBezTo>
                        <a:pt x="18322" y="59476"/>
                        <a:pt x="19385" y="58751"/>
                        <a:pt x="20093" y="55490"/>
                      </a:cubicBezTo>
                      <a:cubicBezTo>
                        <a:pt x="32139" y="17084"/>
                        <a:pt x="55520" y="8026"/>
                        <a:pt x="67566" y="8026"/>
                      </a:cubicBezTo>
                      <a:cubicBezTo>
                        <a:pt x="74297" y="8026"/>
                        <a:pt x="86696" y="11287"/>
                        <a:pt x="86696" y="32302"/>
                      </a:cubicBezTo>
                      <a:cubicBezTo>
                        <a:pt x="86696" y="43534"/>
                        <a:pt x="80674" y="67809"/>
                        <a:pt x="67566" y="118535"/>
                      </a:cubicBezTo>
                      <a:cubicBezTo>
                        <a:pt x="61897" y="140999"/>
                        <a:pt x="49498" y="156216"/>
                        <a:pt x="33910" y="156216"/>
                      </a:cubicBezTo>
                      <a:cubicBezTo>
                        <a:pt x="31784" y="156216"/>
                        <a:pt x="23636" y="156216"/>
                        <a:pt x="16196" y="151506"/>
                      </a:cubicBezTo>
                      <a:cubicBezTo>
                        <a:pt x="25053" y="149694"/>
                        <a:pt x="32847" y="142086"/>
                        <a:pt x="32847" y="131941"/>
                      </a:cubicBezTo>
                      <a:cubicBezTo>
                        <a:pt x="32847" y="122158"/>
                        <a:pt x="25053" y="119259"/>
                        <a:pt x="19739" y="119259"/>
                      </a:cubicBezTo>
                      <a:cubicBezTo>
                        <a:pt x="9111" y="119259"/>
                        <a:pt x="254" y="128680"/>
                        <a:pt x="254" y="140274"/>
                      </a:cubicBezTo>
                      <a:cubicBezTo>
                        <a:pt x="254" y="156941"/>
                        <a:pt x="17968" y="164187"/>
                        <a:pt x="33556" y="164187"/>
                      </a:cubicBezTo>
                      <a:cubicBezTo>
                        <a:pt x="56938" y="164187"/>
                        <a:pt x="69691" y="138825"/>
                        <a:pt x="70754" y="136651"/>
                      </a:cubicBezTo>
                      <a:cubicBezTo>
                        <a:pt x="75005" y="150057"/>
                        <a:pt x="87759" y="164187"/>
                        <a:pt x="109015" y="164187"/>
                      </a:cubicBezTo>
                      <a:cubicBezTo>
                        <a:pt x="145505" y="164187"/>
                        <a:pt x="165699" y="117448"/>
                        <a:pt x="165699" y="108390"/>
                      </a:cubicBezTo>
                      <a:cubicBezTo>
                        <a:pt x="165699" y="104766"/>
                        <a:pt x="162510" y="104766"/>
                        <a:pt x="161448" y="104766"/>
                      </a:cubicBezTo>
                      <a:cubicBezTo>
                        <a:pt x="158259" y="104766"/>
                        <a:pt x="157551" y="106216"/>
                        <a:pt x="156842" y="108752"/>
                      </a:cubicBezTo>
                      <a:cubicBezTo>
                        <a:pt x="145151" y="147520"/>
                        <a:pt x="121061" y="156216"/>
                        <a:pt x="109724" y="156216"/>
                      </a:cubicBezTo>
                      <a:cubicBezTo>
                        <a:pt x="95907" y="156216"/>
                        <a:pt x="90239" y="144622"/>
                        <a:pt x="90239" y="132303"/>
                      </a:cubicBezTo>
                      <a:cubicBezTo>
                        <a:pt x="90239" y="124332"/>
                        <a:pt x="92365" y="116361"/>
                        <a:pt x="96262" y="100418"/>
                      </a:cubicBezTo>
                      <a:lnTo>
                        <a:pt x="108307" y="50780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23" name="Freeform: Shape 1122">
                  <a:extLst>
                    <a:ext uri="{FF2B5EF4-FFF2-40B4-BE49-F238E27FC236}">
                      <a16:creationId xmlns:a16="http://schemas.microsoft.com/office/drawing/2014/main" id="{B6F199E4-0045-335F-3F92-7DE6C88139DB}"/>
                    </a:ext>
                  </a:extLst>
                </p:cNvPr>
                <p:cNvSpPr/>
                <p:nvPr>
                  <p:custDataLst>
                    <p:tags r:id="rId115"/>
                  </p:custDataLst>
                </p:nvPr>
              </p:nvSpPr>
              <p:spPr>
                <a:xfrm>
                  <a:off x="18055037" y="3570352"/>
                  <a:ext cx="216459" cy="14492"/>
                </a:xfrm>
                <a:custGeom>
                  <a:avLst/>
                  <a:gdLst>
                    <a:gd name="connsiteX0" fmla="*/ 204322 w 216459"/>
                    <a:gd name="connsiteY0" fmla="*/ 14548 h 14492"/>
                    <a:gd name="connsiteX1" fmla="*/ 216722 w 216459"/>
                    <a:gd name="connsiteY1" fmla="*/ 7301 h 14492"/>
                    <a:gd name="connsiteX2" fmla="*/ 204322 w 216459"/>
                    <a:gd name="connsiteY2" fmla="*/ 55 h 14492"/>
                    <a:gd name="connsiteX3" fmla="*/ 12662 w 216459"/>
                    <a:gd name="connsiteY3" fmla="*/ 55 h 14492"/>
                    <a:gd name="connsiteX4" fmla="*/ 262 w 216459"/>
                    <a:gd name="connsiteY4" fmla="*/ 7301 h 14492"/>
                    <a:gd name="connsiteX5" fmla="*/ 12662 w 216459"/>
                    <a:gd name="connsiteY5" fmla="*/ 14548 h 14492"/>
                    <a:gd name="connsiteX6" fmla="*/ 204322 w 216459"/>
                    <a:gd name="connsiteY6" fmla="*/ 14548 h 1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6459" h="14492">
                      <a:moveTo>
                        <a:pt x="204322" y="14548"/>
                      </a:moveTo>
                      <a:cubicBezTo>
                        <a:pt x="210345" y="14548"/>
                        <a:pt x="216722" y="14548"/>
                        <a:pt x="216722" y="7301"/>
                      </a:cubicBezTo>
                      <a:cubicBezTo>
                        <a:pt x="216722" y="55"/>
                        <a:pt x="210345" y="55"/>
                        <a:pt x="204322" y="55"/>
                      </a:cubicBezTo>
                      <a:lnTo>
                        <a:pt x="12662" y="55"/>
                      </a:lnTo>
                      <a:cubicBezTo>
                        <a:pt x="6639" y="55"/>
                        <a:pt x="262" y="55"/>
                        <a:pt x="262" y="7301"/>
                      </a:cubicBezTo>
                      <a:cubicBezTo>
                        <a:pt x="262" y="14548"/>
                        <a:pt x="6639" y="14548"/>
                        <a:pt x="12662" y="14548"/>
                      </a:cubicBezTo>
                      <a:lnTo>
                        <a:pt x="204322" y="14548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24" name="Freeform: Shape 1123">
                  <a:extLst>
                    <a:ext uri="{FF2B5EF4-FFF2-40B4-BE49-F238E27FC236}">
                      <a16:creationId xmlns:a16="http://schemas.microsoft.com/office/drawing/2014/main" id="{5E807C7D-990F-44F0-B053-5F327BA7F0A0}"/>
                    </a:ext>
                  </a:extLst>
                </p:cNvPr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18411434" y="3426872"/>
                  <a:ext cx="116909" cy="241307"/>
                </a:xfrm>
                <a:custGeom>
                  <a:avLst/>
                  <a:gdLst>
                    <a:gd name="connsiteX0" fmla="*/ 72898 w 116909"/>
                    <a:gd name="connsiteY0" fmla="*/ 9475 h 241307"/>
                    <a:gd name="connsiteX1" fmla="*/ 64749 w 116909"/>
                    <a:gd name="connsiteY1" fmla="*/ 55 h 241307"/>
                    <a:gd name="connsiteX2" fmla="*/ 272 w 116909"/>
                    <a:gd name="connsiteY2" fmla="*/ 23244 h 241307"/>
                    <a:gd name="connsiteX3" fmla="*/ 272 w 116909"/>
                    <a:gd name="connsiteY3" fmla="*/ 34476 h 241307"/>
                    <a:gd name="connsiteX4" fmla="*/ 46682 w 116909"/>
                    <a:gd name="connsiteY4" fmla="*/ 25055 h 241307"/>
                    <a:gd name="connsiteX5" fmla="*/ 46682 w 116909"/>
                    <a:gd name="connsiteY5" fmla="*/ 212739 h 241307"/>
                    <a:gd name="connsiteX6" fmla="*/ 13734 w 116909"/>
                    <a:gd name="connsiteY6" fmla="*/ 230130 h 241307"/>
                    <a:gd name="connsiteX7" fmla="*/ 2398 w 116909"/>
                    <a:gd name="connsiteY7" fmla="*/ 230130 h 241307"/>
                    <a:gd name="connsiteX8" fmla="*/ 2398 w 116909"/>
                    <a:gd name="connsiteY8" fmla="*/ 241362 h 241307"/>
                    <a:gd name="connsiteX9" fmla="*/ 59790 w 116909"/>
                    <a:gd name="connsiteY9" fmla="*/ 240275 h 241307"/>
                    <a:gd name="connsiteX10" fmla="*/ 117182 w 116909"/>
                    <a:gd name="connsiteY10" fmla="*/ 241362 h 241307"/>
                    <a:gd name="connsiteX11" fmla="*/ 117182 w 116909"/>
                    <a:gd name="connsiteY11" fmla="*/ 230130 h 241307"/>
                    <a:gd name="connsiteX12" fmla="*/ 105845 w 116909"/>
                    <a:gd name="connsiteY12" fmla="*/ 230130 h 241307"/>
                    <a:gd name="connsiteX13" fmla="*/ 72898 w 116909"/>
                    <a:gd name="connsiteY13" fmla="*/ 212739 h 241307"/>
                    <a:gd name="connsiteX14" fmla="*/ 72898 w 116909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909" h="241307">
                      <a:moveTo>
                        <a:pt x="72898" y="9475"/>
                      </a:moveTo>
                      <a:cubicBezTo>
                        <a:pt x="72898" y="780"/>
                        <a:pt x="72898" y="55"/>
                        <a:pt x="64749" y="55"/>
                      </a:cubicBezTo>
                      <a:cubicBezTo>
                        <a:pt x="42785" y="23244"/>
                        <a:pt x="11609" y="23244"/>
                        <a:pt x="272" y="23244"/>
                      </a:cubicBezTo>
                      <a:lnTo>
                        <a:pt x="272" y="34476"/>
                      </a:lnTo>
                      <a:cubicBezTo>
                        <a:pt x="7357" y="34476"/>
                        <a:pt x="28259" y="34476"/>
                        <a:pt x="46682" y="25055"/>
                      </a:cubicBezTo>
                      <a:lnTo>
                        <a:pt x="46682" y="212739"/>
                      </a:lnTo>
                      <a:cubicBezTo>
                        <a:pt x="46682" y="225782"/>
                        <a:pt x="45619" y="230130"/>
                        <a:pt x="13734" y="230130"/>
                      </a:cubicBezTo>
                      <a:lnTo>
                        <a:pt x="2398" y="230130"/>
                      </a:lnTo>
                      <a:lnTo>
                        <a:pt x="2398" y="241362"/>
                      </a:lnTo>
                      <a:cubicBezTo>
                        <a:pt x="14797" y="240275"/>
                        <a:pt x="45619" y="240275"/>
                        <a:pt x="59790" y="240275"/>
                      </a:cubicBezTo>
                      <a:cubicBezTo>
                        <a:pt x="73960" y="240275"/>
                        <a:pt x="104782" y="240275"/>
                        <a:pt x="117182" y="241362"/>
                      </a:cubicBezTo>
                      <a:lnTo>
                        <a:pt x="117182" y="230130"/>
                      </a:lnTo>
                      <a:lnTo>
                        <a:pt x="105845" y="230130"/>
                      </a:lnTo>
                      <a:cubicBezTo>
                        <a:pt x="73960" y="230130"/>
                        <a:pt x="72898" y="226145"/>
                        <a:pt x="72898" y="212739"/>
                      </a:cubicBezTo>
                      <a:lnTo>
                        <a:pt x="72898" y="9475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25" name="Freeform: Shape 1124">
                  <a:extLst>
                    <a:ext uri="{FF2B5EF4-FFF2-40B4-BE49-F238E27FC236}">
                      <a16:creationId xmlns:a16="http://schemas.microsoft.com/office/drawing/2014/main" id="{5E1D9D2B-BA1E-3544-6B19-E41A3D0621EA}"/>
                    </a:ext>
                  </a:extLst>
                </p:cNvPr>
                <p:cNvSpPr/>
                <p:nvPr>
                  <p:custDataLst>
                    <p:tags r:id="rId117"/>
                  </p:custDataLst>
                </p:nvPr>
              </p:nvSpPr>
              <p:spPr>
                <a:xfrm>
                  <a:off x="18577233" y="3396437"/>
                  <a:ext cx="82191" cy="362323"/>
                </a:xfrm>
                <a:custGeom>
                  <a:avLst/>
                  <a:gdLst>
                    <a:gd name="connsiteX0" fmla="*/ 82468 w 82191"/>
                    <a:gd name="connsiteY0" fmla="*/ 181216 h 362323"/>
                    <a:gd name="connsiteX1" fmla="*/ 59086 w 82191"/>
                    <a:gd name="connsiteY1" fmla="*/ 68172 h 362323"/>
                    <a:gd name="connsiteX2" fmla="*/ 3820 w 82191"/>
                    <a:gd name="connsiteY2" fmla="*/ 55 h 362323"/>
                    <a:gd name="connsiteX3" fmla="*/ 277 w 82191"/>
                    <a:gd name="connsiteY3" fmla="*/ 3678 h 362323"/>
                    <a:gd name="connsiteX4" fmla="*/ 7008 w 82191"/>
                    <a:gd name="connsiteY4" fmla="*/ 12012 h 362323"/>
                    <a:gd name="connsiteX5" fmla="*/ 61920 w 82191"/>
                    <a:gd name="connsiteY5" fmla="*/ 181216 h 362323"/>
                    <a:gd name="connsiteX6" fmla="*/ 4882 w 82191"/>
                    <a:gd name="connsiteY6" fmla="*/ 352595 h 362323"/>
                    <a:gd name="connsiteX7" fmla="*/ 277 w 82191"/>
                    <a:gd name="connsiteY7" fmla="*/ 358755 h 362323"/>
                    <a:gd name="connsiteX8" fmla="*/ 3820 w 82191"/>
                    <a:gd name="connsiteY8" fmla="*/ 362378 h 362323"/>
                    <a:gd name="connsiteX9" fmla="*/ 60149 w 82191"/>
                    <a:gd name="connsiteY9" fmla="*/ 291725 h 362323"/>
                    <a:gd name="connsiteX10" fmla="*/ 82468 w 82191"/>
                    <a:gd name="connsiteY10" fmla="*/ 181216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191" h="362323">
                      <a:moveTo>
                        <a:pt x="82468" y="181216"/>
                      </a:moveTo>
                      <a:cubicBezTo>
                        <a:pt x="82468" y="152955"/>
                        <a:pt x="78571" y="109114"/>
                        <a:pt x="59086" y="68172"/>
                      </a:cubicBezTo>
                      <a:cubicBezTo>
                        <a:pt x="37830" y="23606"/>
                        <a:pt x="7362" y="55"/>
                        <a:pt x="3820" y="55"/>
                      </a:cubicBezTo>
                      <a:cubicBezTo>
                        <a:pt x="1694" y="55"/>
                        <a:pt x="277" y="1504"/>
                        <a:pt x="277" y="3678"/>
                      </a:cubicBezTo>
                      <a:cubicBezTo>
                        <a:pt x="277" y="4765"/>
                        <a:pt x="277" y="5490"/>
                        <a:pt x="7008" y="12012"/>
                      </a:cubicBezTo>
                      <a:cubicBezTo>
                        <a:pt x="41727" y="47882"/>
                        <a:pt x="61920" y="105491"/>
                        <a:pt x="61920" y="181216"/>
                      </a:cubicBezTo>
                      <a:cubicBezTo>
                        <a:pt x="61920" y="243174"/>
                        <a:pt x="48812" y="306943"/>
                        <a:pt x="4882" y="352595"/>
                      </a:cubicBezTo>
                      <a:cubicBezTo>
                        <a:pt x="277" y="356943"/>
                        <a:pt x="277" y="357668"/>
                        <a:pt x="277" y="358755"/>
                      </a:cubicBezTo>
                      <a:cubicBezTo>
                        <a:pt x="277" y="360929"/>
                        <a:pt x="1694" y="362378"/>
                        <a:pt x="3820" y="362378"/>
                      </a:cubicBezTo>
                      <a:cubicBezTo>
                        <a:pt x="7362" y="362378"/>
                        <a:pt x="39247" y="337740"/>
                        <a:pt x="60149" y="291725"/>
                      </a:cubicBezTo>
                      <a:cubicBezTo>
                        <a:pt x="78217" y="251869"/>
                        <a:pt x="82468" y="211652"/>
                        <a:pt x="82468" y="181216"/>
                      </a:cubicBez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26" name="Freeform: Shape 1125">
                  <a:extLst>
                    <a:ext uri="{FF2B5EF4-FFF2-40B4-BE49-F238E27FC236}">
                      <a16:creationId xmlns:a16="http://schemas.microsoft.com/office/drawing/2014/main" id="{624B4E90-202D-1ABD-BC5C-E2D4D667D700}"/>
                    </a:ext>
                  </a:extLst>
                </p:cNvPr>
                <p:cNvSpPr/>
                <p:nvPr>
                  <p:custDataLst>
                    <p:tags r:id="rId118"/>
                  </p:custDataLst>
                </p:nvPr>
              </p:nvSpPr>
              <p:spPr>
                <a:xfrm>
                  <a:off x="18710436" y="3350171"/>
                  <a:ext cx="109611" cy="168407"/>
                </a:xfrm>
                <a:custGeom>
                  <a:avLst/>
                  <a:gdLst>
                    <a:gd name="connsiteX0" fmla="*/ 109892 w 109611"/>
                    <a:gd name="connsiteY0" fmla="*/ 122299 h 168407"/>
                    <a:gd name="connsiteX1" fmla="*/ 101461 w 109611"/>
                    <a:gd name="connsiteY1" fmla="*/ 122299 h 168407"/>
                    <a:gd name="connsiteX2" fmla="*/ 95013 w 109611"/>
                    <a:gd name="connsiteY2" fmla="*/ 145379 h 168407"/>
                    <a:gd name="connsiteX3" fmla="*/ 70462 w 109611"/>
                    <a:gd name="connsiteY3" fmla="*/ 146900 h 168407"/>
                    <a:gd name="connsiteX4" fmla="*/ 24832 w 109611"/>
                    <a:gd name="connsiteY4" fmla="*/ 146900 h 168407"/>
                    <a:gd name="connsiteX5" fmla="*/ 74430 w 109611"/>
                    <a:gd name="connsiteY5" fmla="*/ 104291 h 168407"/>
                    <a:gd name="connsiteX6" fmla="*/ 109892 w 109611"/>
                    <a:gd name="connsiteY6" fmla="*/ 49508 h 168407"/>
                    <a:gd name="connsiteX7" fmla="*/ 51863 w 109611"/>
                    <a:gd name="connsiteY7" fmla="*/ 51 h 168407"/>
                    <a:gd name="connsiteX8" fmla="*/ 281 w 109611"/>
                    <a:gd name="connsiteY8" fmla="*/ 45450 h 168407"/>
                    <a:gd name="connsiteX9" fmla="*/ 13424 w 109611"/>
                    <a:gd name="connsiteY9" fmla="*/ 59653 h 168407"/>
                    <a:gd name="connsiteX10" fmla="*/ 26568 w 109611"/>
                    <a:gd name="connsiteY10" fmla="*/ 46211 h 168407"/>
                    <a:gd name="connsiteX11" fmla="*/ 11936 w 109611"/>
                    <a:gd name="connsiteY11" fmla="*/ 32769 h 168407"/>
                    <a:gd name="connsiteX12" fmla="*/ 48143 w 109611"/>
                    <a:gd name="connsiteY12" fmla="*/ 9181 h 168407"/>
                    <a:gd name="connsiteX13" fmla="*/ 85837 w 109611"/>
                    <a:gd name="connsiteY13" fmla="*/ 49508 h 168407"/>
                    <a:gd name="connsiteX14" fmla="*/ 62526 w 109611"/>
                    <a:gd name="connsiteY14" fmla="*/ 98204 h 168407"/>
                    <a:gd name="connsiteX15" fmla="*/ 2761 w 109611"/>
                    <a:gd name="connsiteY15" fmla="*/ 158567 h 168407"/>
                    <a:gd name="connsiteX16" fmla="*/ 281 w 109611"/>
                    <a:gd name="connsiteY16" fmla="*/ 168459 h 168407"/>
                    <a:gd name="connsiteX17" fmla="*/ 102453 w 109611"/>
                    <a:gd name="connsiteY17" fmla="*/ 168459 h 168407"/>
                    <a:gd name="connsiteX18" fmla="*/ 109892 w 109611"/>
                    <a:gd name="connsiteY18" fmla="*/ 122299 h 16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9611" h="168407">
                      <a:moveTo>
                        <a:pt x="109892" y="122299"/>
                      </a:moveTo>
                      <a:lnTo>
                        <a:pt x="101461" y="122299"/>
                      </a:lnTo>
                      <a:cubicBezTo>
                        <a:pt x="100717" y="127878"/>
                        <a:pt x="98237" y="142842"/>
                        <a:pt x="95013" y="145379"/>
                      </a:cubicBezTo>
                      <a:cubicBezTo>
                        <a:pt x="93029" y="146900"/>
                        <a:pt x="73934" y="146900"/>
                        <a:pt x="70462" y="146900"/>
                      </a:cubicBezTo>
                      <a:lnTo>
                        <a:pt x="24832" y="146900"/>
                      </a:lnTo>
                      <a:cubicBezTo>
                        <a:pt x="50871" y="123313"/>
                        <a:pt x="59550" y="116212"/>
                        <a:pt x="74430" y="104291"/>
                      </a:cubicBezTo>
                      <a:cubicBezTo>
                        <a:pt x="92781" y="89327"/>
                        <a:pt x="109892" y="73602"/>
                        <a:pt x="109892" y="49508"/>
                      </a:cubicBezTo>
                      <a:cubicBezTo>
                        <a:pt x="109892" y="18819"/>
                        <a:pt x="83605" y="51"/>
                        <a:pt x="51863" y="51"/>
                      </a:cubicBezTo>
                      <a:cubicBezTo>
                        <a:pt x="21112" y="51"/>
                        <a:pt x="281" y="22116"/>
                        <a:pt x="281" y="45450"/>
                      </a:cubicBezTo>
                      <a:cubicBezTo>
                        <a:pt x="281" y="58385"/>
                        <a:pt x="10944" y="59653"/>
                        <a:pt x="13424" y="59653"/>
                      </a:cubicBezTo>
                      <a:cubicBezTo>
                        <a:pt x="19376" y="59653"/>
                        <a:pt x="26568" y="55341"/>
                        <a:pt x="26568" y="46211"/>
                      </a:cubicBezTo>
                      <a:cubicBezTo>
                        <a:pt x="26568" y="41645"/>
                        <a:pt x="24832" y="32769"/>
                        <a:pt x="11936" y="32769"/>
                      </a:cubicBezTo>
                      <a:cubicBezTo>
                        <a:pt x="19624" y="14761"/>
                        <a:pt x="36487" y="9181"/>
                        <a:pt x="48143" y="9181"/>
                      </a:cubicBezTo>
                      <a:cubicBezTo>
                        <a:pt x="72942" y="9181"/>
                        <a:pt x="85837" y="28964"/>
                        <a:pt x="85837" y="49508"/>
                      </a:cubicBezTo>
                      <a:cubicBezTo>
                        <a:pt x="85837" y="71573"/>
                        <a:pt x="70462" y="89074"/>
                        <a:pt x="62526" y="98204"/>
                      </a:cubicBezTo>
                      <a:lnTo>
                        <a:pt x="2761" y="158567"/>
                      </a:lnTo>
                      <a:cubicBezTo>
                        <a:pt x="281" y="160850"/>
                        <a:pt x="281" y="161357"/>
                        <a:pt x="281" y="168459"/>
                      </a:cubicBezTo>
                      <a:lnTo>
                        <a:pt x="102453" y="168459"/>
                      </a:lnTo>
                      <a:lnTo>
                        <a:pt x="109892" y="122299"/>
                      </a:lnTo>
                      <a:close/>
                    </a:path>
                  </a:pathLst>
                </a:custGeom>
                <a:grpFill/>
                <a:ln w="3562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445" name="Group 1444">
            <a:extLst>
              <a:ext uri="{FF2B5EF4-FFF2-40B4-BE49-F238E27FC236}">
                <a16:creationId xmlns:a16="http://schemas.microsoft.com/office/drawing/2014/main" id="{F5E3EF94-0E01-E2DC-F014-76D2BD344EE4}"/>
              </a:ext>
            </a:extLst>
          </p:cNvPr>
          <p:cNvGrpSpPr/>
          <p:nvPr/>
        </p:nvGrpSpPr>
        <p:grpSpPr>
          <a:xfrm>
            <a:off x="1794443" y="4414872"/>
            <a:ext cx="10060490" cy="1636639"/>
            <a:chOff x="1975338" y="3908143"/>
            <a:chExt cx="10060490" cy="1636639"/>
          </a:xfrm>
        </p:grpSpPr>
        <p:grpSp>
          <p:nvGrpSpPr>
            <p:cNvPr id="1378" name="Group 1377">
              <a:extLst>
                <a:ext uri="{FF2B5EF4-FFF2-40B4-BE49-F238E27FC236}">
                  <a16:creationId xmlns:a16="http://schemas.microsoft.com/office/drawing/2014/main" id="{747282E7-B8C2-650D-D588-D2A1FB5A0B40}"/>
                </a:ext>
              </a:extLst>
            </p:cNvPr>
            <p:cNvGrpSpPr/>
            <p:nvPr/>
          </p:nvGrpSpPr>
          <p:grpSpPr>
            <a:xfrm>
              <a:off x="1975338" y="3908143"/>
              <a:ext cx="6134593" cy="1636639"/>
              <a:chOff x="3251200" y="3644900"/>
              <a:chExt cx="6134593" cy="1636639"/>
            </a:xfrm>
          </p:grpSpPr>
          <p:grpSp>
            <p:nvGrpSpPr>
              <p:cNvPr id="1346" name="Group 1345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|g_1'(1.618)| = 1/(1.618)^2 = 0.3819 &lt; 1&#10;\end{align*}&#10;%%}&#10;\end{document}" title="IguanaTex Vector Display">
                <a:extLst>
                  <a:ext uri="{FF2B5EF4-FFF2-40B4-BE49-F238E27FC236}">
                    <a16:creationId xmlns:a16="http://schemas.microsoft.com/office/drawing/2014/main" id="{0F6CA47A-92E2-485C-C1B6-2FDC4C9EE390}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32"/>
                </p:custDataLst>
              </p:nvPr>
            </p:nvGrpSpPr>
            <p:grpSpPr>
              <a:xfrm>
                <a:off x="3251200" y="3644900"/>
                <a:ext cx="5701615" cy="408589"/>
                <a:chOff x="8715387" y="5324283"/>
                <a:chExt cx="5701615" cy="408589"/>
              </a:xfrm>
            </p:grpSpPr>
            <p:sp>
              <p:nvSpPr>
                <p:cNvPr id="1314" name="Freeform: Shape 1313">
                  <a:extLst>
                    <a:ext uri="{FF2B5EF4-FFF2-40B4-BE49-F238E27FC236}">
                      <a16:creationId xmlns:a16="http://schemas.microsoft.com/office/drawing/2014/main" id="{1002F000-CC80-889D-D14D-DC21D46E57DE}"/>
                    </a:ext>
                  </a:extLst>
                </p:cNvPr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8715387" y="5370549"/>
                  <a:ext cx="14149" cy="362323"/>
                </a:xfrm>
                <a:custGeom>
                  <a:avLst/>
                  <a:gdLst>
                    <a:gd name="connsiteX0" fmla="*/ 14302 w 14149"/>
                    <a:gd name="connsiteY0" fmla="*/ 13099 h 362323"/>
                    <a:gd name="connsiteX1" fmla="*/ 7227 w 14149"/>
                    <a:gd name="connsiteY1" fmla="*/ 55 h 362323"/>
                    <a:gd name="connsiteX2" fmla="*/ 153 w 14149"/>
                    <a:gd name="connsiteY2" fmla="*/ 13099 h 362323"/>
                    <a:gd name="connsiteX3" fmla="*/ 153 w 14149"/>
                    <a:gd name="connsiteY3" fmla="*/ 349334 h 362323"/>
                    <a:gd name="connsiteX4" fmla="*/ 7227 w 14149"/>
                    <a:gd name="connsiteY4" fmla="*/ 362378 h 362323"/>
                    <a:gd name="connsiteX5" fmla="*/ 14302 w 14149"/>
                    <a:gd name="connsiteY5" fmla="*/ 349334 h 362323"/>
                    <a:gd name="connsiteX6" fmla="*/ 14302 w 14149"/>
                    <a:gd name="connsiteY6" fmla="*/ 13099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149" h="362323">
                      <a:moveTo>
                        <a:pt x="14302" y="13099"/>
                      </a:moveTo>
                      <a:cubicBezTo>
                        <a:pt x="14302" y="6577"/>
                        <a:pt x="14302" y="55"/>
                        <a:pt x="7227" y="55"/>
                      </a:cubicBezTo>
                      <a:cubicBezTo>
                        <a:pt x="153" y="55"/>
                        <a:pt x="153" y="6577"/>
                        <a:pt x="153" y="13099"/>
                      </a:cubicBezTo>
                      <a:lnTo>
                        <a:pt x="153" y="349334"/>
                      </a:lnTo>
                      <a:cubicBezTo>
                        <a:pt x="153" y="355856"/>
                        <a:pt x="153" y="362378"/>
                        <a:pt x="7227" y="362378"/>
                      </a:cubicBezTo>
                      <a:cubicBezTo>
                        <a:pt x="14302" y="362378"/>
                        <a:pt x="14302" y="355856"/>
                        <a:pt x="14302" y="349334"/>
                      </a:cubicBezTo>
                      <a:lnTo>
                        <a:pt x="14302" y="1309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15" name="Freeform: Shape 1314">
                  <a:extLst>
                    <a:ext uri="{FF2B5EF4-FFF2-40B4-BE49-F238E27FC236}">
                      <a16:creationId xmlns:a16="http://schemas.microsoft.com/office/drawing/2014/main" id="{6204769C-0090-DAB9-33AF-05BC0D2363B2}"/>
                    </a:ext>
                  </a:extLst>
                </p:cNvPr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8776857" y="5482144"/>
                  <a:ext cx="162361" cy="234423"/>
                </a:xfrm>
                <a:custGeom>
                  <a:avLst/>
                  <a:gdLst>
                    <a:gd name="connsiteX0" fmla="*/ 161455 w 162361"/>
                    <a:gd name="connsiteY0" fmla="*/ 23606 h 234423"/>
                    <a:gd name="connsiteX1" fmla="*/ 162517 w 162361"/>
                    <a:gd name="connsiteY1" fmla="*/ 17084 h 234423"/>
                    <a:gd name="connsiteX2" fmla="*/ 152258 w 162361"/>
                    <a:gd name="connsiteY2" fmla="*/ 7301 h 234423"/>
                    <a:gd name="connsiteX3" fmla="*/ 137756 w 162361"/>
                    <a:gd name="connsiteY3" fmla="*/ 22881 h 234423"/>
                    <a:gd name="connsiteX4" fmla="*/ 104859 w 162361"/>
                    <a:gd name="connsiteY4" fmla="*/ 55 h 234423"/>
                    <a:gd name="connsiteX5" fmla="*/ 20672 w 162361"/>
                    <a:gd name="connsiteY5" fmla="*/ 102955 h 234423"/>
                    <a:gd name="connsiteX6" fmla="*/ 67718 w 162361"/>
                    <a:gd name="connsiteY6" fmla="*/ 160202 h 234423"/>
                    <a:gd name="connsiteX7" fmla="*/ 108750 w 162361"/>
                    <a:gd name="connsiteY7" fmla="*/ 139187 h 234423"/>
                    <a:gd name="connsiteX8" fmla="*/ 109104 w 162361"/>
                    <a:gd name="connsiteY8" fmla="*/ 139549 h 234423"/>
                    <a:gd name="connsiteX9" fmla="*/ 97431 w 162361"/>
                    <a:gd name="connsiteY9" fmla="*/ 187376 h 234423"/>
                    <a:gd name="connsiteX10" fmla="*/ 46494 w 162361"/>
                    <a:gd name="connsiteY10" fmla="*/ 226507 h 234423"/>
                    <a:gd name="connsiteX11" fmla="*/ 18196 w 162361"/>
                    <a:gd name="connsiteY11" fmla="*/ 222884 h 234423"/>
                    <a:gd name="connsiteX12" fmla="*/ 32698 w 162361"/>
                    <a:gd name="connsiteY12" fmla="*/ 204043 h 234423"/>
                    <a:gd name="connsiteX13" fmla="*/ 19257 w 162361"/>
                    <a:gd name="connsiteY13" fmla="*/ 191362 h 234423"/>
                    <a:gd name="connsiteX14" fmla="*/ 155 w 162361"/>
                    <a:gd name="connsiteY14" fmla="*/ 212376 h 234423"/>
                    <a:gd name="connsiteX15" fmla="*/ 47201 w 162361"/>
                    <a:gd name="connsiteY15" fmla="*/ 234478 h 234423"/>
                    <a:gd name="connsiteX16" fmla="*/ 122192 w 162361"/>
                    <a:gd name="connsiteY16" fmla="*/ 184477 h 234423"/>
                    <a:gd name="connsiteX17" fmla="*/ 161455 w 162361"/>
                    <a:gd name="connsiteY17" fmla="*/ 23606 h 234423"/>
                    <a:gd name="connsiteX18" fmla="*/ 115471 w 162361"/>
                    <a:gd name="connsiteY18" fmla="*/ 113824 h 234423"/>
                    <a:gd name="connsiteX19" fmla="*/ 97431 w 162361"/>
                    <a:gd name="connsiteY19" fmla="*/ 139187 h 234423"/>
                    <a:gd name="connsiteX20" fmla="*/ 68779 w 162361"/>
                    <a:gd name="connsiteY20" fmla="*/ 152231 h 234423"/>
                    <a:gd name="connsiteX21" fmla="*/ 45786 w 162361"/>
                    <a:gd name="connsiteY21" fmla="*/ 118897 h 234423"/>
                    <a:gd name="connsiteX22" fmla="*/ 65595 w 162361"/>
                    <a:gd name="connsiteY22" fmla="*/ 40273 h 234423"/>
                    <a:gd name="connsiteX23" fmla="*/ 105213 w 162361"/>
                    <a:gd name="connsiteY23" fmla="*/ 8026 h 234423"/>
                    <a:gd name="connsiteX24" fmla="*/ 133511 w 162361"/>
                    <a:gd name="connsiteY24" fmla="*/ 39186 h 234423"/>
                    <a:gd name="connsiteX25" fmla="*/ 132450 w 162361"/>
                    <a:gd name="connsiteY25" fmla="*/ 44621 h 234423"/>
                    <a:gd name="connsiteX26" fmla="*/ 115471 w 162361"/>
                    <a:gd name="connsiteY26" fmla="*/ 113824 h 234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62361" h="234423">
                      <a:moveTo>
                        <a:pt x="161455" y="23606"/>
                      </a:moveTo>
                      <a:cubicBezTo>
                        <a:pt x="161809" y="21432"/>
                        <a:pt x="162517" y="19620"/>
                        <a:pt x="162517" y="17084"/>
                      </a:cubicBezTo>
                      <a:cubicBezTo>
                        <a:pt x="162517" y="10925"/>
                        <a:pt x="158272" y="7301"/>
                        <a:pt x="152258" y="7301"/>
                      </a:cubicBezTo>
                      <a:cubicBezTo>
                        <a:pt x="148721" y="7301"/>
                        <a:pt x="139171" y="9838"/>
                        <a:pt x="137756" y="22881"/>
                      </a:cubicBezTo>
                      <a:cubicBezTo>
                        <a:pt x="131389" y="9475"/>
                        <a:pt x="119008" y="55"/>
                        <a:pt x="104859" y="55"/>
                      </a:cubicBezTo>
                      <a:cubicBezTo>
                        <a:pt x="64534" y="55"/>
                        <a:pt x="20672" y="50780"/>
                        <a:pt x="20672" y="102955"/>
                      </a:cubicBezTo>
                      <a:cubicBezTo>
                        <a:pt x="20672" y="138825"/>
                        <a:pt x="42249" y="160202"/>
                        <a:pt x="67718" y="160202"/>
                      </a:cubicBezTo>
                      <a:cubicBezTo>
                        <a:pt x="88587" y="160202"/>
                        <a:pt x="105213" y="143173"/>
                        <a:pt x="108750" y="139187"/>
                      </a:cubicBezTo>
                      <a:lnTo>
                        <a:pt x="109104" y="139549"/>
                      </a:lnTo>
                      <a:cubicBezTo>
                        <a:pt x="101675" y="171796"/>
                        <a:pt x="97431" y="186651"/>
                        <a:pt x="97431" y="187376"/>
                      </a:cubicBezTo>
                      <a:cubicBezTo>
                        <a:pt x="96016" y="190637"/>
                        <a:pt x="83989" y="226507"/>
                        <a:pt x="46494" y="226507"/>
                      </a:cubicBezTo>
                      <a:cubicBezTo>
                        <a:pt x="39773" y="226507"/>
                        <a:pt x="28100" y="226145"/>
                        <a:pt x="18196" y="222884"/>
                      </a:cubicBezTo>
                      <a:cubicBezTo>
                        <a:pt x="28807" y="219623"/>
                        <a:pt x="32698" y="210202"/>
                        <a:pt x="32698" y="204043"/>
                      </a:cubicBezTo>
                      <a:cubicBezTo>
                        <a:pt x="32698" y="198246"/>
                        <a:pt x="28807" y="191362"/>
                        <a:pt x="19257" y="191362"/>
                      </a:cubicBezTo>
                      <a:cubicBezTo>
                        <a:pt x="11475" y="191362"/>
                        <a:pt x="155" y="197883"/>
                        <a:pt x="155" y="212376"/>
                      </a:cubicBezTo>
                      <a:cubicBezTo>
                        <a:pt x="155" y="227232"/>
                        <a:pt x="13243" y="234478"/>
                        <a:pt x="47201" y="234478"/>
                      </a:cubicBezTo>
                      <a:cubicBezTo>
                        <a:pt x="91417" y="234478"/>
                        <a:pt x="116886" y="206217"/>
                        <a:pt x="122192" y="184477"/>
                      </a:cubicBezTo>
                      <a:lnTo>
                        <a:pt x="161455" y="23606"/>
                      </a:lnTo>
                      <a:close/>
                      <a:moveTo>
                        <a:pt x="115471" y="113824"/>
                      </a:moveTo>
                      <a:cubicBezTo>
                        <a:pt x="113348" y="123245"/>
                        <a:pt x="105213" y="132303"/>
                        <a:pt x="97431" y="139187"/>
                      </a:cubicBezTo>
                      <a:cubicBezTo>
                        <a:pt x="90002" y="145709"/>
                        <a:pt x="79037" y="152231"/>
                        <a:pt x="68779" y="152231"/>
                      </a:cubicBezTo>
                      <a:cubicBezTo>
                        <a:pt x="51092" y="152231"/>
                        <a:pt x="45786" y="133390"/>
                        <a:pt x="45786" y="118897"/>
                      </a:cubicBezTo>
                      <a:cubicBezTo>
                        <a:pt x="45786" y="101505"/>
                        <a:pt x="56044" y="58751"/>
                        <a:pt x="65595" y="40273"/>
                      </a:cubicBezTo>
                      <a:cubicBezTo>
                        <a:pt x="75146" y="22519"/>
                        <a:pt x="90356" y="8026"/>
                        <a:pt x="105213" y="8026"/>
                      </a:cubicBezTo>
                      <a:cubicBezTo>
                        <a:pt x="128559" y="8026"/>
                        <a:pt x="133511" y="37374"/>
                        <a:pt x="133511" y="39186"/>
                      </a:cubicBezTo>
                      <a:cubicBezTo>
                        <a:pt x="133511" y="40997"/>
                        <a:pt x="132803" y="43171"/>
                        <a:pt x="132450" y="44621"/>
                      </a:cubicBezTo>
                      <a:lnTo>
                        <a:pt x="115471" y="113824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16" name="Freeform: Shape 1315">
                  <a:extLst>
                    <a:ext uri="{FF2B5EF4-FFF2-40B4-BE49-F238E27FC236}">
                      <a16:creationId xmlns:a16="http://schemas.microsoft.com/office/drawing/2014/main" id="{9DC66BDF-A1DC-1B95-6656-60C4A5AB447D}"/>
                    </a:ext>
                  </a:extLst>
                </p:cNvPr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8964845" y="5350913"/>
                  <a:ext cx="62150" cy="131378"/>
                </a:xfrm>
                <a:custGeom>
                  <a:avLst/>
                  <a:gdLst>
                    <a:gd name="connsiteX0" fmla="*/ 60082 w 62150"/>
                    <a:gd name="connsiteY0" fmla="*/ 22116 h 131378"/>
                    <a:gd name="connsiteX1" fmla="*/ 62311 w 62150"/>
                    <a:gd name="connsiteY1" fmla="*/ 14000 h 131378"/>
                    <a:gd name="connsiteX2" fmla="*/ 47702 w 62150"/>
                    <a:gd name="connsiteY2" fmla="*/ 51 h 131378"/>
                    <a:gd name="connsiteX3" fmla="*/ 34083 w 62150"/>
                    <a:gd name="connsiteY3" fmla="*/ 11971 h 131378"/>
                    <a:gd name="connsiteX4" fmla="*/ 1399 w 62150"/>
                    <a:gd name="connsiteY4" fmla="*/ 121791 h 131378"/>
                    <a:gd name="connsiteX5" fmla="*/ 161 w 62150"/>
                    <a:gd name="connsiteY5" fmla="*/ 125849 h 131378"/>
                    <a:gd name="connsiteX6" fmla="*/ 9817 w 62150"/>
                    <a:gd name="connsiteY6" fmla="*/ 131429 h 131378"/>
                    <a:gd name="connsiteX7" fmla="*/ 13532 w 62150"/>
                    <a:gd name="connsiteY7" fmla="*/ 127118 h 131378"/>
                    <a:gd name="connsiteX8" fmla="*/ 60082 w 62150"/>
                    <a:gd name="connsiteY8" fmla="*/ 22116 h 131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150" h="131378">
                      <a:moveTo>
                        <a:pt x="60082" y="22116"/>
                      </a:moveTo>
                      <a:cubicBezTo>
                        <a:pt x="62063" y="17805"/>
                        <a:pt x="62311" y="15776"/>
                        <a:pt x="62311" y="14000"/>
                      </a:cubicBezTo>
                      <a:cubicBezTo>
                        <a:pt x="62311" y="6138"/>
                        <a:pt x="55378" y="51"/>
                        <a:pt x="47702" y="51"/>
                      </a:cubicBezTo>
                      <a:cubicBezTo>
                        <a:pt x="38292" y="51"/>
                        <a:pt x="35321" y="7913"/>
                        <a:pt x="34083" y="11971"/>
                      </a:cubicBezTo>
                      <a:lnTo>
                        <a:pt x="1399" y="121791"/>
                      </a:lnTo>
                      <a:cubicBezTo>
                        <a:pt x="1151" y="122299"/>
                        <a:pt x="161" y="125596"/>
                        <a:pt x="161" y="125849"/>
                      </a:cubicBezTo>
                      <a:cubicBezTo>
                        <a:pt x="161" y="128893"/>
                        <a:pt x="7836" y="131429"/>
                        <a:pt x="9817" y="131429"/>
                      </a:cubicBezTo>
                      <a:cubicBezTo>
                        <a:pt x="11551" y="131429"/>
                        <a:pt x="11798" y="130922"/>
                        <a:pt x="13532" y="127118"/>
                      </a:cubicBezTo>
                      <a:lnTo>
                        <a:pt x="60082" y="22116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17" name="Freeform: Shape 1316">
                  <a:extLst>
                    <a:ext uri="{FF2B5EF4-FFF2-40B4-BE49-F238E27FC236}">
                      <a16:creationId xmlns:a16="http://schemas.microsoft.com/office/drawing/2014/main" id="{E76F7FAE-B884-1DFB-C4D1-7F9EC97807C3}"/>
                    </a:ext>
                  </a:extLst>
                </p:cNvPr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8967258" y="5563455"/>
                  <a:ext cx="90129" cy="168407"/>
                </a:xfrm>
                <a:custGeom>
                  <a:avLst/>
                  <a:gdLst>
                    <a:gd name="connsiteX0" fmla="*/ 56120 w 90129"/>
                    <a:gd name="connsiteY0" fmla="*/ 7159 h 168407"/>
                    <a:gd name="connsiteX1" fmla="*/ 48692 w 90129"/>
                    <a:gd name="connsiteY1" fmla="*/ 57 h 168407"/>
                    <a:gd name="connsiteX2" fmla="*/ 160 w 90129"/>
                    <a:gd name="connsiteY2" fmla="*/ 16289 h 168407"/>
                    <a:gd name="connsiteX3" fmla="*/ 160 w 90129"/>
                    <a:gd name="connsiteY3" fmla="*/ 25420 h 168407"/>
                    <a:gd name="connsiteX4" fmla="*/ 36064 w 90129"/>
                    <a:gd name="connsiteY4" fmla="*/ 18318 h 168407"/>
                    <a:gd name="connsiteX5" fmla="*/ 36064 w 90129"/>
                    <a:gd name="connsiteY5" fmla="*/ 147668 h 168407"/>
                    <a:gd name="connsiteX6" fmla="*/ 11303 w 90129"/>
                    <a:gd name="connsiteY6" fmla="*/ 159335 h 168407"/>
                    <a:gd name="connsiteX7" fmla="*/ 1893 w 90129"/>
                    <a:gd name="connsiteY7" fmla="*/ 159335 h 168407"/>
                    <a:gd name="connsiteX8" fmla="*/ 1893 w 90129"/>
                    <a:gd name="connsiteY8" fmla="*/ 168465 h 168407"/>
                    <a:gd name="connsiteX9" fmla="*/ 45968 w 90129"/>
                    <a:gd name="connsiteY9" fmla="*/ 167451 h 168407"/>
                    <a:gd name="connsiteX10" fmla="*/ 90290 w 90129"/>
                    <a:gd name="connsiteY10" fmla="*/ 168465 h 168407"/>
                    <a:gd name="connsiteX11" fmla="*/ 90290 w 90129"/>
                    <a:gd name="connsiteY11" fmla="*/ 159335 h 168407"/>
                    <a:gd name="connsiteX12" fmla="*/ 80881 w 90129"/>
                    <a:gd name="connsiteY12" fmla="*/ 159335 h 168407"/>
                    <a:gd name="connsiteX13" fmla="*/ 56120 w 90129"/>
                    <a:gd name="connsiteY13" fmla="*/ 147668 h 168407"/>
                    <a:gd name="connsiteX14" fmla="*/ 56120 w 90129"/>
                    <a:gd name="connsiteY14" fmla="*/ 7159 h 16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90129" h="168407">
                      <a:moveTo>
                        <a:pt x="56120" y="7159"/>
                      </a:moveTo>
                      <a:cubicBezTo>
                        <a:pt x="56120" y="311"/>
                        <a:pt x="55625" y="57"/>
                        <a:pt x="48692" y="57"/>
                      </a:cubicBezTo>
                      <a:cubicBezTo>
                        <a:pt x="32845" y="16036"/>
                        <a:pt x="10312" y="16289"/>
                        <a:pt x="160" y="16289"/>
                      </a:cubicBezTo>
                      <a:lnTo>
                        <a:pt x="160" y="25420"/>
                      </a:lnTo>
                      <a:cubicBezTo>
                        <a:pt x="6103" y="25420"/>
                        <a:pt x="22445" y="25420"/>
                        <a:pt x="36064" y="18318"/>
                      </a:cubicBezTo>
                      <a:lnTo>
                        <a:pt x="36064" y="147668"/>
                      </a:lnTo>
                      <a:cubicBezTo>
                        <a:pt x="36064" y="156037"/>
                        <a:pt x="36064" y="159335"/>
                        <a:pt x="11303" y="159335"/>
                      </a:cubicBezTo>
                      <a:lnTo>
                        <a:pt x="1893" y="159335"/>
                      </a:lnTo>
                      <a:lnTo>
                        <a:pt x="1893" y="168465"/>
                      </a:lnTo>
                      <a:cubicBezTo>
                        <a:pt x="6350" y="168212"/>
                        <a:pt x="36806" y="167451"/>
                        <a:pt x="45968" y="167451"/>
                      </a:cubicBezTo>
                      <a:cubicBezTo>
                        <a:pt x="53644" y="167451"/>
                        <a:pt x="84843" y="168212"/>
                        <a:pt x="90290" y="168465"/>
                      </a:cubicBezTo>
                      <a:lnTo>
                        <a:pt x="90290" y="159335"/>
                      </a:lnTo>
                      <a:lnTo>
                        <a:pt x="80881" y="159335"/>
                      </a:lnTo>
                      <a:cubicBezTo>
                        <a:pt x="56120" y="159335"/>
                        <a:pt x="56120" y="156037"/>
                        <a:pt x="56120" y="147668"/>
                      </a:cubicBezTo>
                      <a:lnTo>
                        <a:pt x="56120" y="715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18" name="Freeform: Shape 1317">
                  <a:extLst>
                    <a:ext uri="{FF2B5EF4-FFF2-40B4-BE49-F238E27FC236}">
                      <a16:creationId xmlns:a16="http://schemas.microsoft.com/office/drawing/2014/main" id="{6D12FA3C-CAEA-9957-69AE-4922BE85D189}"/>
                    </a:ext>
                  </a:extLst>
                </p:cNvPr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9133975" y="5370549"/>
                  <a:ext cx="82064" cy="362323"/>
                </a:xfrm>
                <a:custGeom>
                  <a:avLst/>
                  <a:gdLst>
                    <a:gd name="connsiteX0" fmla="*/ 82230 w 82064"/>
                    <a:gd name="connsiteY0" fmla="*/ 358755 h 362323"/>
                    <a:gd name="connsiteX1" fmla="*/ 76216 w 82064"/>
                    <a:gd name="connsiteY1" fmla="*/ 350784 h 362323"/>
                    <a:gd name="connsiteX2" fmla="*/ 20681 w 82064"/>
                    <a:gd name="connsiteY2" fmla="*/ 181216 h 362323"/>
                    <a:gd name="connsiteX3" fmla="*/ 77631 w 82064"/>
                    <a:gd name="connsiteY3" fmla="*/ 9838 h 362323"/>
                    <a:gd name="connsiteX4" fmla="*/ 82230 w 82064"/>
                    <a:gd name="connsiteY4" fmla="*/ 3678 h 362323"/>
                    <a:gd name="connsiteX5" fmla="*/ 78692 w 82064"/>
                    <a:gd name="connsiteY5" fmla="*/ 55 h 362323"/>
                    <a:gd name="connsiteX6" fmla="*/ 22450 w 82064"/>
                    <a:gd name="connsiteY6" fmla="*/ 70708 h 362323"/>
                    <a:gd name="connsiteX7" fmla="*/ 165 w 82064"/>
                    <a:gd name="connsiteY7" fmla="*/ 181216 h 362323"/>
                    <a:gd name="connsiteX8" fmla="*/ 23511 w 82064"/>
                    <a:gd name="connsiteY8" fmla="*/ 294261 h 362323"/>
                    <a:gd name="connsiteX9" fmla="*/ 78692 w 82064"/>
                    <a:gd name="connsiteY9" fmla="*/ 362378 h 362323"/>
                    <a:gd name="connsiteX10" fmla="*/ 82230 w 82064"/>
                    <a:gd name="connsiteY10" fmla="*/ 358755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064" h="362323">
                      <a:moveTo>
                        <a:pt x="82230" y="358755"/>
                      </a:moveTo>
                      <a:cubicBezTo>
                        <a:pt x="82230" y="357668"/>
                        <a:pt x="82230" y="356943"/>
                        <a:pt x="76216" y="350784"/>
                      </a:cubicBezTo>
                      <a:cubicBezTo>
                        <a:pt x="32000" y="305131"/>
                        <a:pt x="20681" y="236652"/>
                        <a:pt x="20681" y="181216"/>
                      </a:cubicBezTo>
                      <a:cubicBezTo>
                        <a:pt x="20681" y="118172"/>
                        <a:pt x="34123" y="55128"/>
                        <a:pt x="77631" y="9838"/>
                      </a:cubicBezTo>
                      <a:cubicBezTo>
                        <a:pt x="82230" y="5490"/>
                        <a:pt x="82230" y="4765"/>
                        <a:pt x="82230" y="3678"/>
                      </a:cubicBezTo>
                      <a:cubicBezTo>
                        <a:pt x="82230" y="1142"/>
                        <a:pt x="80815" y="55"/>
                        <a:pt x="78692" y="55"/>
                      </a:cubicBezTo>
                      <a:cubicBezTo>
                        <a:pt x="75155" y="55"/>
                        <a:pt x="43320" y="24693"/>
                        <a:pt x="22450" y="70708"/>
                      </a:cubicBezTo>
                      <a:cubicBezTo>
                        <a:pt x="4409" y="110563"/>
                        <a:pt x="165" y="150781"/>
                        <a:pt x="165" y="181216"/>
                      </a:cubicBezTo>
                      <a:cubicBezTo>
                        <a:pt x="165" y="209478"/>
                        <a:pt x="4056" y="253319"/>
                        <a:pt x="23511" y="294261"/>
                      </a:cubicBezTo>
                      <a:cubicBezTo>
                        <a:pt x="44734" y="338827"/>
                        <a:pt x="75155" y="362378"/>
                        <a:pt x="78692" y="362378"/>
                      </a:cubicBezTo>
                      <a:cubicBezTo>
                        <a:pt x="80815" y="362378"/>
                        <a:pt x="82230" y="361291"/>
                        <a:pt x="82230" y="358755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19" name="Freeform: Shape 1318">
                  <a:extLst>
                    <a:ext uri="{FF2B5EF4-FFF2-40B4-BE49-F238E27FC236}">
                      <a16:creationId xmlns:a16="http://schemas.microsoft.com/office/drawing/2014/main" id="{C1F18172-AC2C-4D81-6EE2-7A5D2591DF72}"/>
                    </a:ext>
                  </a:extLst>
                </p:cNvPr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9267999" y="5400984"/>
                  <a:ext cx="116730" cy="241307"/>
                </a:xfrm>
                <a:custGeom>
                  <a:avLst/>
                  <a:gdLst>
                    <a:gd name="connsiteX0" fmla="*/ 72683 w 116730"/>
                    <a:gd name="connsiteY0" fmla="*/ 9475 h 241307"/>
                    <a:gd name="connsiteX1" fmla="*/ 64547 w 116730"/>
                    <a:gd name="connsiteY1" fmla="*/ 55 h 241307"/>
                    <a:gd name="connsiteX2" fmla="*/ 169 w 116730"/>
                    <a:gd name="connsiteY2" fmla="*/ 23244 h 241307"/>
                    <a:gd name="connsiteX3" fmla="*/ 169 w 116730"/>
                    <a:gd name="connsiteY3" fmla="*/ 34476 h 241307"/>
                    <a:gd name="connsiteX4" fmla="*/ 46507 w 116730"/>
                    <a:gd name="connsiteY4" fmla="*/ 25055 h 241307"/>
                    <a:gd name="connsiteX5" fmla="*/ 46507 w 116730"/>
                    <a:gd name="connsiteY5" fmla="*/ 212739 h 241307"/>
                    <a:gd name="connsiteX6" fmla="*/ 13610 w 116730"/>
                    <a:gd name="connsiteY6" fmla="*/ 230130 h 241307"/>
                    <a:gd name="connsiteX7" fmla="*/ 2291 w 116730"/>
                    <a:gd name="connsiteY7" fmla="*/ 230130 h 241307"/>
                    <a:gd name="connsiteX8" fmla="*/ 2291 w 116730"/>
                    <a:gd name="connsiteY8" fmla="*/ 241362 h 241307"/>
                    <a:gd name="connsiteX9" fmla="*/ 59595 w 116730"/>
                    <a:gd name="connsiteY9" fmla="*/ 240275 h 241307"/>
                    <a:gd name="connsiteX10" fmla="*/ 116899 w 116730"/>
                    <a:gd name="connsiteY10" fmla="*/ 241362 h 241307"/>
                    <a:gd name="connsiteX11" fmla="*/ 116899 w 116730"/>
                    <a:gd name="connsiteY11" fmla="*/ 230130 h 241307"/>
                    <a:gd name="connsiteX12" fmla="*/ 105580 w 116730"/>
                    <a:gd name="connsiteY12" fmla="*/ 230130 h 241307"/>
                    <a:gd name="connsiteX13" fmla="*/ 72683 w 116730"/>
                    <a:gd name="connsiteY13" fmla="*/ 212739 h 241307"/>
                    <a:gd name="connsiteX14" fmla="*/ 72683 w 116730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30" h="241307">
                      <a:moveTo>
                        <a:pt x="72683" y="9475"/>
                      </a:moveTo>
                      <a:cubicBezTo>
                        <a:pt x="72683" y="780"/>
                        <a:pt x="72683" y="55"/>
                        <a:pt x="64547" y="55"/>
                      </a:cubicBezTo>
                      <a:cubicBezTo>
                        <a:pt x="42616" y="23244"/>
                        <a:pt x="11488" y="23244"/>
                        <a:pt x="169" y="23244"/>
                      </a:cubicBezTo>
                      <a:lnTo>
                        <a:pt x="169" y="34476"/>
                      </a:lnTo>
                      <a:cubicBezTo>
                        <a:pt x="7243" y="34476"/>
                        <a:pt x="28113" y="34476"/>
                        <a:pt x="46507" y="25055"/>
                      </a:cubicBezTo>
                      <a:lnTo>
                        <a:pt x="46507" y="212739"/>
                      </a:lnTo>
                      <a:cubicBezTo>
                        <a:pt x="46507" y="225782"/>
                        <a:pt x="45446" y="230130"/>
                        <a:pt x="13610" y="230130"/>
                      </a:cubicBezTo>
                      <a:lnTo>
                        <a:pt x="2291" y="230130"/>
                      </a:lnTo>
                      <a:lnTo>
                        <a:pt x="2291" y="241362"/>
                      </a:lnTo>
                      <a:cubicBezTo>
                        <a:pt x="14671" y="240275"/>
                        <a:pt x="45446" y="240275"/>
                        <a:pt x="59595" y="240275"/>
                      </a:cubicBezTo>
                      <a:cubicBezTo>
                        <a:pt x="73744" y="240275"/>
                        <a:pt x="104518" y="240275"/>
                        <a:pt x="116899" y="241362"/>
                      </a:cubicBezTo>
                      <a:lnTo>
                        <a:pt x="116899" y="230130"/>
                      </a:lnTo>
                      <a:lnTo>
                        <a:pt x="105580" y="230130"/>
                      </a:lnTo>
                      <a:cubicBezTo>
                        <a:pt x="73744" y="230130"/>
                        <a:pt x="72683" y="226145"/>
                        <a:pt x="72683" y="212739"/>
                      </a:cubicBezTo>
                      <a:lnTo>
                        <a:pt x="72683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0" name="Freeform: Shape 1319">
                  <a:extLst>
                    <a:ext uri="{FF2B5EF4-FFF2-40B4-BE49-F238E27FC236}">
                      <a16:creationId xmlns:a16="http://schemas.microsoft.com/office/drawing/2014/main" id="{369FE91B-1BF8-432A-C4CB-065FFBA64858}"/>
                    </a:ext>
                  </a:extLst>
                </p:cNvPr>
                <p:cNvSpPr/>
                <p:nvPr>
                  <p:custDataLst>
                    <p:tags r:id="rId73"/>
                  </p:custDataLst>
                </p:nvPr>
              </p:nvSpPr>
              <p:spPr>
                <a:xfrm>
                  <a:off x="9443802" y="5603885"/>
                  <a:ext cx="37495" cy="38406"/>
                </a:xfrm>
                <a:custGeom>
                  <a:avLst/>
                  <a:gdLst>
                    <a:gd name="connsiteX0" fmla="*/ 37669 w 37495"/>
                    <a:gd name="connsiteY0" fmla="*/ 19258 h 38406"/>
                    <a:gd name="connsiteX1" fmla="*/ 18921 w 37495"/>
                    <a:gd name="connsiteY1" fmla="*/ 55 h 38406"/>
                    <a:gd name="connsiteX2" fmla="*/ 174 w 37495"/>
                    <a:gd name="connsiteY2" fmla="*/ 19258 h 38406"/>
                    <a:gd name="connsiteX3" fmla="*/ 18921 w 37495"/>
                    <a:gd name="connsiteY3" fmla="*/ 38461 h 38406"/>
                    <a:gd name="connsiteX4" fmla="*/ 37669 w 37495"/>
                    <a:gd name="connsiteY4" fmla="*/ 19258 h 38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495" h="38406">
                      <a:moveTo>
                        <a:pt x="37669" y="19258"/>
                      </a:moveTo>
                      <a:cubicBezTo>
                        <a:pt x="37669" y="8751"/>
                        <a:pt x="29179" y="55"/>
                        <a:pt x="18921" y="55"/>
                      </a:cubicBezTo>
                      <a:cubicBezTo>
                        <a:pt x="8663" y="55"/>
                        <a:pt x="174" y="8751"/>
                        <a:pt x="174" y="19258"/>
                      </a:cubicBezTo>
                      <a:cubicBezTo>
                        <a:pt x="174" y="29765"/>
                        <a:pt x="8663" y="38461"/>
                        <a:pt x="18921" y="38461"/>
                      </a:cubicBezTo>
                      <a:cubicBezTo>
                        <a:pt x="29179" y="38461"/>
                        <a:pt x="37669" y="29765"/>
                        <a:pt x="37669" y="1925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1" name="Freeform: Shape 1320">
                  <a:extLst>
                    <a:ext uri="{FF2B5EF4-FFF2-40B4-BE49-F238E27FC236}">
                      <a16:creationId xmlns:a16="http://schemas.microsoft.com/office/drawing/2014/main" id="{5E1B53B7-00CF-E641-3DAF-6189BAEAD1E2}"/>
                    </a:ext>
                  </a:extLst>
                </p:cNvPr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9526496" y="5400984"/>
                  <a:ext cx="146797" cy="249278"/>
                </a:xfrm>
                <a:custGeom>
                  <a:avLst/>
                  <a:gdLst>
                    <a:gd name="connsiteX0" fmla="*/ 32012 w 146797"/>
                    <a:gd name="connsiteY0" fmla="*/ 122520 h 249278"/>
                    <a:gd name="connsiteX1" fmla="*/ 32012 w 146797"/>
                    <a:gd name="connsiteY1" fmla="*/ 113824 h 249278"/>
                    <a:gd name="connsiteX2" fmla="*/ 93914 w 146797"/>
                    <a:gd name="connsiteY2" fmla="*/ 9113 h 249278"/>
                    <a:gd name="connsiteX3" fmla="*/ 125042 w 146797"/>
                    <a:gd name="connsiteY3" fmla="*/ 23606 h 249278"/>
                    <a:gd name="connsiteX4" fmla="*/ 105587 w 146797"/>
                    <a:gd name="connsiteY4" fmla="*/ 39910 h 249278"/>
                    <a:gd name="connsiteX5" fmla="*/ 121859 w 146797"/>
                    <a:gd name="connsiteY5" fmla="*/ 56577 h 249278"/>
                    <a:gd name="connsiteX6" fmla="*/ 138130 w 146797"/>
                    <a:gd name="connsiteY6" fmla="*/ 39186 h 249278"/>
                    <a:gd name="connsiteX7" fmla="*/ 93207 w 146797"/>
                    <a:gd name="connsiteY7" fmla="*/ 55 h 249278"/>
                    <a:gd name="connsiteX8" fmla="*/ 176 w 146797"/>
                    <a:gd name="connsiteY8" fmla="*/ 126868 h 249278"/>
                    <a:gd name="connsiteX9" fmla="*/ 74105 w 146797"/>
                    <a:gd name="connsiteY9" fmla="*/ 249333 h 249278"/>
                    <a:gd name="connsiteX10" fmla="*/ 146973 w 146797"/>
                    <a:gd name="connsiteY10" fmla="*/ 167448 h 249278"/>
                    <a:gd name="connsiteX11" fmla="*/ 76228 w 146797"/>
                    <a:gd name="connsiteY11" fmla="*/ 86650 h 249278"/>
                    <a:gd name="connsiteX12" fmla="*/ 32012 w 146797"/>
                    <a:gd name="connsiteY12" fmla="*/ 122520 h 249278"/>
                    <a:gd name="connsiteX13" fmla="*/ 74105 w 146797"/>
                    <a:gd name="connsiteY13" fmla="*/ 239188 h 249278"/>
                    <a:gd name="connsiteX14" fmla="*/ 39086 w 146797"/>
                    <a:gd name="connsiteY14" fmla="*/ 212014 h 249278"/>
                    <a:gd name="connsiteX15" fmla="*/ 32719 w 146797"/>
                    <a:gd name="connsiteY15" fmla="*/ 159477 h 249278"/>
                    <a:gd name="connsiteX16" fmla="*/ 75874 w 146797"/>
                    <a:gd name="connsiteY16" fmla="*/ 94984 h 249278"/>
                    <a:gd name="connsiteX17" fmla="*/ 108771 w 146797"/>
                    <a:gd name="connsiteY17" fmla="*/ 117448 h 249278"/>
                    <a:gd name="connsiteX18" fmla="*/ 115138 w 146797"/>
                    <a:gd name="connsiteY18" fmla="*/ 167086 h 249278"/>
                    <a:gd name="connsiteX19" fmla="*/ 109125 w 146797"/>
                    <a:gd name="connsiteY19" fmla="*/ 215637 h 249278"/>
                    <a:gd name="connsiteX20" fmla="*/ 74105 w 146797"/>
                    <a:gd name="connsiteY20" fmla="*/ 239188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797" h="249278">
                      <a:moveTo>
                        <a:pt x="32012" y="122520"/>
                      </a:moveTo>
                      <a:lnTo>
                        <a:pt x="32012" y="113824"/>
                      </a:lnTo>
                      <a:cubicBezTo>
                        <a:pt x="32012" y="22157"/>
                        <a:pt x="75874" y="9113"/>
                        <a:pt x="93914" y="9113"/>
                      </a:cubicBezTo>
                      <a:cubicBezTo>
                        <a:pt x="102404" y="9113"/>
                        <a:pt x="117260" y="11287"/>
                        <a:pt x="125042" y="23606"/>
                      </a:cubicBezTo>
                      <a:cubicBezTo>
                        <a:pt x="119736" y="23606"/>
                        <a:pt x="105587" y="23606"/>
                        <a:pt x="105587" y="39910"/>
                      </a:cubicBezTo>
                      <a:cubicBezTo>
                        <a:pt x="105587" y="51142"/>
                        <a:pt x="114077" y="56577"/>
                        <a:pt x="121859" y="56577"/>
                      </a:cubicBezTo>
                      <a:cubicBezTo>
                        <a:pt x="127518" y="56577"/>
                        <a:pt x="138130" y="53316"/>
                        <a:pt x="138130" y="39186"/>
                      </a:cubicBezTo>
                      <a:cubicBezTo>
                        <a:pt x="138130" y="17446"/>
                        <a:pt x="122566" y="55"/>
                        <a:pt x="93207" y="55"/>
                      </a:cubicBezTo>
                      <a:cubicBezTo>
                        <a:pt x="47930" y="55"/>
                        <a:pt x="176" y="46795"/>
                        <a:pt x="176" y="126868"/>
                      </a:cubicBezTo>
                      <a:cubicBezTo>
                        <a:pt x="176" y="223608"/>
                        <a:pt x="41209" y="249333"/>
                        <a:pt x="74105" y="249333"/>
                      </a:cubicBezTo>
                      <a:cubicBezTo>
                        <a:pt x="113369" y="249333"/>
                        <a:pt x="146973" y="215275"/>
                        <a:pt x="146973" y="167448"/>
                      </a:cubicBezTo>
                      <a:cubicBezTo>
                        <a:pt x="146973" y="121433"/>
                        <a:pt x="115492" y="86650"/>
                        <a:pt x="76228" y="86650"/>
                      </a:cubicBezTo>
                      <a:cubicBezTo>
                        <a:pt x="52174" y="86650"/>
                        <a:pt x="39086" y="105129"/>
                        <a:pt x="32012" y="122520"/>
                      </a:cubicBezTo>
                      <a:close/>
                      <a:moveTo>
                        <a:pt x="74105" y="239188"/>
                      </a:moveTo>
                      <a:cubicBezTo>
                        <a:pt x="51821" y="239188"/>
                        <a:pt x="41209" y="217449"/>
                        <a:pt x="39086" y="212014"/>
                      </a:cubicBezTo>
                      <a:cubicBezTo>
                        <a:pt x="32719" y="194985"/>
                        <a:pt x="32719" y="165999"/>
                        <a:pt x="32719" y="159477"/>
                      </a:cubicBezTo>
                      <a:cubicBezTo>
                        <a:pt x="32719" y="131216"/>
                        <a:pt x="44039" y="94984"/>
                        <a:pt x="75874" y="94984"/>
                      </a:cubicBezTo>
                      <a:cubicBezTo>
                        <a:pt x="81534" y="94984"/>
                        <a:pt x="97805" y="94984"/>
                        <a:pt x="108771" y="117448"/>
                      </a:cubicBezTo>
                      <a:cubicBezTo>
                        <a:pt x="115138" y="130854"/>
                        <a:pt x="115138" y="149332"/>
                        <a:pt x="115138" y="167086"/>
                      </a:cubicBezTo>
                      <a:cubicBezTo>
                        <a:pt x="115138" y="184477"/>
                        <a:pt x="115138" y="202594"/>
                        <a:pt x="109125" y="215637"/>
                      </a:cubicBezTo>
                      <a:cubicBezTo>
                        <a:pt x="98513" y="237377"/>
                        <a:pt x="82241" y="239188"/>
                        <a:pt x="74105" y="23918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2" name="Freeform: Shape 1321">
                  <a:extLst>
                    <a:ext uri="{FF2B5EF4-FFF2-40B4-BE49-F238E27FC236}">
                      <a16:creationId xmlns:a16="http://schemas.microsoft.com/office/drawing/2014/main" id="{F2887211-1B85-41A6-2802-7CFE21197966}"/>
                    </a:ext>
                  </a:extLst>
                </p:cNvPr>
                <p:cNvSpPr/>
                <p:nvPr>
                  <p:custDataLst>
                    <p:tags r:id="rId75"/>
                  </p:custDataLst>
                </p:nvPr>
              </p:nvSpPr>
              <p:spPr>
                <a:xfrm>
                  <a:off x="9719986" y="5400984"/>
                  <a:ext cx="116730" cy="241307"/>
                </a:xfrm>
                <a:custGeom>
                  <a:avLst/>
                  <a:gdLst>
                    <a:gd name="connsiteX0" fmla="*/ 72696 w 116730"/>
                    <a:gd name="connsiteY0" fmla="*/ 9475 h 241307"/>
                    <a:gd name="connsiteX1" fmla="*/ 64560 w 116730"/>
                    <a:gd name="connsiteY1" fmla="*/ 55 h 241307"/>
                    <a:gd name="connsiteX2" fmla="*/ 181 w 116730"/>
                    <a:gd name="connsiteY2" fmla="*/ 23244 h 241307"/>
                    <a:gd name="connsiteX3" fmla="*/ 181 w 116730"/>
                    <a:gd name="connsiteY3" fmla="*/ 34476 h 241307"/>
                    <a:gd name="connsiteX4" fmla="*/ 46520 w 116730"/>
                    <a:gd name="connsiteY4" fmla="*/ 25055 h 241307"/>
                    <a:gd name="connsiteX5" fmla="*/ 46520 w 116730"/>
                    <a:gd name="connsiteY5" fmla="*/ 212739 h 241307"/>
                    <a:gd name="connsiteX6" fmla="*/ 13623 w 116730"/>
                    <a:gd name="connsiteY6" fmla="*/ 230130 h 241307"/>
                    <a:gd name="connsiteX7" fmla="*/ 2304 w 116730"/>
                    <a:gd name="connsiteY7" fmla="*/ 230130 h 241307"/>
                    <a:gd name="connsiteX8" fmla="*/ 2304 w 116730"/>
                    <a:gd name="connsiteY8" fmla="*/ 241362 h 241307"/>
                    <a:gd name="connsiteX9" fmla="*/ 59608 w 116730"/>
                    <a:gd name="connsiteY9" fmla="*/ 240275 h 241307"/>
                    <a:gd name="connsiteX10" fmla="*/ 116912 w 116730"/>
                    <a:gd name="connsiteY10" fmla="*/ 241362 h 241307"/>
                    <a:gd name="connsiteX11" fmla="*/ 116912 w 116730"/>
                    <a:gd name="connsiteY11" fmla="*/ 230130 h 241307"/>
                    <a:gd name="connsiteX12" fmla="*/ 105592 w 116730"/>
                    <a:gd name="connsiteY12" fmla="*/ 230130 h 241307"/>
                    <a:gd name="connsiteX13" fmla="*/ 72696 w 116730"/>
                    <a:gd name="connsiteY13" fmla="*/ 212739 h 241307"/>
                    <a:gd name="connsiteX14" fmla="*/ 72696 w 116730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30" h="241307">
                      <a:moveTo>
                        <a:pt x="72696" y="9475"/>
                      </a:moveTo>
                      <a:cubicBezTo>
                        <a:pt x="72696" y="780"/>
                        <a:pt x="72696" y="55"/>
                        <a:pt x="64560" y="55"/>
                      </a:cubicBezTo>
                      <a:cubicBezTo>
                        <a:pt x="42629" y="23244"/>
                        <a:pt x="11501" y="23244"/>
                        <a:pt x="181" y="23244"/>
                      </a:cubicBezTo>
                      <a:lnTo>
                        <a:pt x="181" y="34476"/>
                      </a:lnTo>
                      <a:cubicBezTo>
                        <a:pt x="7256" y="34476"/>
                        <a:pt x="28126" y="34476"/>
                        <a:pt x="46520" y="25055"/>
                      </a:cubicBezTo>
                      <a:lnTo>
                        <a:pt x="46520" y="212739"/>
                      </a:lnTo>
                      <a:cubicBezTo>
                        <a:pt x="46520" y="225782"/>
                        <a:pt x="45458" y="230130"/>
                        <a:pt x="13623" y="230130"/>
                      </a:cubicBezTo>
                      <a:lnTo>
                        <a:pt x="2304" y="230130"/>
                      </a:lnTo>
                      <a:lnTo>
                        <a:pt x="2304" y="241362"/>
                      </a:lnTo>
                      <a:cubicBezTo>
                        <a:pt x="14684" y="240275"/>
                        <a:pt x="45458" y="240275"/>
                        <a:pt x="59608" y="240275"/>
                      </a:cubicBezTo>
                      <a:cubicBezTo>
                        <a:pt x="73757" y="240275"/>
                        <a:pt x="104531" y="240275"/>
                        <a:pt x="116912" y="241362"/>
                      </a:cubicBezTo>
                      <a:lnTo>
                        <a:pt x="116912" y="230130"/>
                      </a:lnTo>
                      <a:lnTo>
                        <a:pt x="105592" y="230130"/>
                      </a:lnTo>
                      <a:cubicBezTo>
                        <a:pt x="73757" y="230130"/>
                        <a:pt x="72696" y="226145"/>
                        <a:pt x="72696" y="212739"/>
                      </a:cubicBezTo>
                      <a:lnTo>
                        <a:pt x="72696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3" name="Freeform: Shape 1322">
                  <a:extLst>
                    <a:ext uri="{FF2B5EF4-FFF2-40B4-BE49-F238E27FC236}">
                      <a16:creationId xmlns:a16="http://schemas.microsoft.com/office/drawing/2014/main" id="{4864B7B6-CCC3-0C9C-FF63-B126E686E0B3}"/>
                    </a:ext>
                  </a:extLst>
                </p:cNvPr>
                <p:cNvSpPr/>
                <p:nvPr>
                  <p:custDataLst>
                    <p:tags r:id="rId76"/>
                  </p:custDataLst>
                </p:nvPr>
              </p:nvSpPr>
              <p:spPr>
                <a:xfrm>
                  <a:off x="9880226" y="5400984"/>
                  <a:ext cx="146797" cy="249278"/>
                </a:xfrm>
                <a:custGeom>
                  <a:avLst/>
                  <a:gdLst>
                    <a:gd name="connsiteX0" fmla="*/ 42987 w 146797"/>
                    <a:gd name="connsiteY0" fmla="*/ 75780 h 249278"/>
                    <a:gd name="connsiteX1" fmla="*/ 25301 w 146797"/>
                    <a:gd name="connsiteY1" fmla="*/ 46432 h 249278"/>
                    <a:gd name="connsiteX2" fmla="*/ 73408 w 146797"/>
                    <a:gd name="connsiteY2" fmla="*/ 9113 h 249278"/>
                    <a:gd name="connsiteX3" fmla="*/ 121869 w 146797"/>
                    <a:gd name="connsiteY3" fmla="*/ 54041 h 249278"/>
                    <a:gd name="connsiteX4" fmla="*/ 86850 w 146797"/>
                    <a:gd name="connsiteY4" fmla="*/ 104766 h 249278"/>
                    <a:gd name="connsiteX5" fmla="*/ 42987 w 146797"/>
                    <a:gd name="connsiteY5" fmla="*/ 75780 h 249278"/>
                    <a:gd name="connsiteX6" fmla="*/ 94632 w 146797"/>
                    <a:gd name="connsiteY6" fmla="*/ 110201 h 249278"/>
                    <a:gd name="connsiteX7" fmla="*/ 137433 w 146797"/>
                    <a:gd name="connsiteY7" fmla="*/ 54041 h 249278"/>
                    <a:gd name="connsiteX8" fmla="*/ 73762 w 146797"/>
                    <a:gd name="connsiteY8" fmla="*/ 55 h 249278"/>
                    <a:gd name="connsiteX9" fmla="*/ 9737 w 146797"/>
                    <a:gd name="connsiteY9" fmla="*/ 60563 h 249278"/>
                    <a:gd name="connsiteX10" fmla="*/ 25301 w 146797"/>
                    <a:gd name="connsiteY10" fmla="*/ 100418 h 249278"/>
                    <a:gd name="connsiteX11" fmla="*/ 51123 w 146797"/>
                    <a:gd name="connsiteY11" fmla="*/ 119984 h 249278"/>
                    <a:gd name="connsiteX12" fmla="*/ 186 w 146797"/>
                    <a:gd name="connsiteY12" fmla="*/ 186651 h 249278"/>
                    <a:gd name="connsiteX13" fmla="*/ 73408 w 146797"/>
                    <a:gd name="connsiteY13" fmla="*/ 249333 h 249278"/>
                    <a:gd name="connsiteX14" fmla="*/ 146983 w 146797"/>
                    <a:gd name="connsiteY14" fmla="*/ 180492 h 249278"/>
                    <a:gd name="connsiteX15" fmla="*/ 129651 w 146797"/>
                    <a:gd name="connsiteY15" fmla="*/ 135926 h 249278"/>
                    <a:gd name="connsiteX16" fmla="*/ 94632 w 146797"/>
                    <a:gd name="connsiteY16" fmla="*/ 110201 h 249278"/>
                    <a:gd name="connsiteX17" fmla="*/ 59259 w 146797"/>
                    <a:gd name="connsiteY17" fmla="*/ 125419 h 249278"/>
                    <a:gd name="connsiteX18" fmla="*/ 102767 w 146797"/>
                    <a:gd name="connsiteY18" fmla="*/ 153680 h 249278"/>
                    <a:gd name="connsiteX19" fmla="*/ 129297 w 146797"/>
                    <a:gd name="connsiteY19" fmla="*/ 193535 h 249278"/>
                    <a:gd name="connsiteX20" fmla="*/ 73762 w 146797"/>
                    <a:gd name="connsiteY20" fmla="*/ 239188 h 249278"/>
                    <a:gd name="connsiteX21" fmla="*/ 17873 w 146797"/>
                    <a:gd name="connsiteY21" fmla="*/ 186651 h 249278"/>
                    <a:gd name="connsiteX22" fmla="*/ 59259 w 146797"/>
                    <a:gd name="connsiteY22" fmla="*/ 125419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46797" h="249278">
                      <a:moveTo>
                        <a:pt x="42987" y="75780"/>
                      </a:moveTo>
                      <a:cubicBezTo>
                        <a:pt x="26716" y="64911"/>
                        <a:pt x="25301" y="52592"/>
                        <a:pt x="25301" y="46432"/>
                      </a:cubicBezTo>
                      <a:cubicBezTo>
                        <a:pt x="25301" y="24331"/>
                        <a:pt x="48293" y="9113"/>
                        <a:pt x="73408" y="9113"/>
                      </a:cubicBezTo>
                      <a:cubicBezTo>
                        <a:pt x="99230" y="9113"/>
                        <a:pt x="121869" y="27954"/>
                        <a:pt x="121869" y="54041"/>
                      </a:cubicBezTo>
                      <a:cubicBezTo>
                        <a:pt x="121869" y="74693"/>
                        <a:pt x="108073" y="92085"/>
                        <a:pt x="86850" y="104766"/>
                      </a:cubicBezTo>
                      <a:lnTo>
                        <a:pt x="42987" y="75780"/>
                      </a:lnTo>
                      <a:close/>
                      <a:moveTo>
                        <a:pt x="94632" y="110201"/>
                      </a:moveTo>
                      <a:cubicBezTo>
                        <a:pt x="120100" y="96795"/>
                        <a:pt x="137433" y="77954"/>
                        <a:pt x="137433" y="54041"/>
                      </a:cubicBezTo>
                      <a:cubicBezTo>
                        <a:pt x="137433" y="20707"/>
                        <a:pt x="105951" y="55"/>
                        <a:pt x="73762" y="55"/>
                      </a:cubicBezTo>
                      <a:cubicBezTo>
                        <a:pt x="38389" y="55"/>
                        <a:pt x="9737" y="26867"/>
                        <a:pt x="9737" y="60563"/>
                      </a:cubicBezTo>
                      <a:cubicBezTo>
                        <a:pt x="9737" y="67085"/>
                        <a:pt x="10444" y="83389"/>
                        <a:pt x="25301" y="100418"/>
                      </a:cubicBezTo>
                      <a:cubicBezTo>
                        <a:pt x="29192" y="104766"/>
                        <a:pt x="42280" y="113824"/>
                        <a:pt x="51123" y="119984"/>
                      </a:cubicBezTo>
                      <a:cubicBezTo>
                        <a:pt x="30607" y="130491"/>
                        <a:pt x="186" y="150781"/>
                        <a:pt x="186" y="186651"/>
                      </a:cubicBezTo>
                      <a:cubicBezTo>
                        <a:pt x="186" y="225058"/>
                        <a:pt x="36267" y="249333"/>
                        <a:pt x="73408" y="249333"/>
                      </a:cubicBezTo>
                      <a:cubicBezTo>
                        <a:pt x="113379" y="249333"/>
                        <a:pt x="146983" y="219260"/>
                        <a:pt x="146983" y="180492"/>
                      </a:cubicBezTo>
                      <a:cubicBezTo>
                        <a:pt x="146983" y="167448"/>
                        <a:pt x="143092" y="151144"/>
                        <a:pt x="129651" y="135926"/>
                      </a:cubicBezTo>
                      <a:cubicBezTo>
                        <a:pt x="122930" y="128317"/>
                        <a:pt x="117270" y="124694"/>
                        <a:pt x="94632" y="110201"/>
                      </a:cubicBezTo>
                      <a:close/>
                      <a:moveTo>
                        <a:pt x="59259" y="125419"/>
                      </a:moveTo>
                      <a:lnTo>
                        <a:pt x="102767" y="153680"/>
                      </a:lnTo>
                      <a:cubicBezTo>
                        <a:pt x="112672" y="160564"/>
                        <a:pt x="129297" y="171434"/>
                        <a:pt x="129297" y="193535"/>
                      </a:cubicBezTo>
                      <a:cubicBezTo>
                        <a:pt x="129297" y="220347"/>
                        <a:pt x="102767" y="239188"/>
                        <a:pt x="73762" y="239188"/>
                      </a:cubicBezTo>
                      <a:cubicBezTo>
                        <a:pt x="43341" y="239188"/>
                        <a:pt x="17873" y="216724"/>
                        <a:pt x="17873" y="186651"/>
                      </a:cubicBezTo>
                      <a:cubicBezTo>
                        <a:pt x="17873" y="165637"/>
                        <a:pt x="29192" y="142448"/>
                        <a:pt x="59259" y="125419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4" name="Freeform: Shape 1323">
                  <a:extLst>
                    <a:ext uri="{FF2B5EF4-FFF2-40B4-BE49-F238E27FC236}">
                      <a16:creationId xmlns:a16="http://schemas.microsoft.com/office/drawing/2014/main" id="{9742199D-0AC8-978C-789B-919EFD698824}"/>
                    </a:ext>
                  </a:extLst>
                </p:cNvPr>
                <p:cNvSpPr/>
                <p:nvPr>
                  <p:custDataLst>
                    <p:tags r:id="rId77"/>
                  </p:custDataLst>
                </p:nvPr>
              </p:nvSpPr>
              <p:spPr>
                <a:xfrm>
                  <a:off x="10062396" y="5370549"/>
                  <a:ext cx="82064" cy="362323"/>
                </a:xfrm>
                <a:custGeom>
                  <a:avLst/>
                  <a:gdLst>
                    <a:gd name="connsiteX0" fmla="*/ 82256 w 82064"/>
                    <a:gd name="connsiteY0" fmla="*/ 181216 h 362323"/>
                    <a:gd name="connsiteX1" fmla="*/ 58910 w 82064"/>
                    <a:gd name="connsiteY1" fmla="*/ 68172 h 362323"/>
                    <a:gd name="connsiteX2" fmla="*/ 3729 w 82064"/>
                    <a:gd name="connsiteY2" fmla="*/ 55 h 362323"/>
                    <a:gd name="connsiteX3" fmla="*/ 191 w 82064"/>
                    <a:gd name="connsiteY3" fmla="*/ 3678 h 362323"/>
                    <a:gd name="connsiteX4" fmla="*/ 6912 w 82064"/>
                    <a:gd name="connsiteY4" fmla="*/ 12012 h 362323"/>
                    <a:gd name="connsiteX5" fmla="*/ 61740 w 82064"/>
                    <a:gd name="connsiteY5" fmla="*/ 181216 h 362323"/>
                    <a:gd name="connsiteX6" fmla="*/ 4790 w 82064"/>
                    <a:gd name="connsiteY6" fmla="*/ 352595 h 362323"/>
                    <a:gd name="connsiteX7" fmla="*/ 191 w 82064"/>
                    <a:gd name="connsiteY7" fmla="*/ 358755 h 362323"/>
                    <a:gd name="connsiteX8" fmla="*/ 3729 w 82064"/>
                    <a:gd name="connsiteY8" fmla="*/ 362378 h 362323"/>
                    <a:gd name="connsiteX9" fmla="*/ 59971 w 82064"/>
                    <a:gd name="connsiteY9" fmla="*/ 291725 h 362323"/>
                    <a:gd name="connsiteX10" fmla="*/ 82256 w 82064"/>
                    <a:gd name="connsiteY10" fmla="*/ 181216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064" h="362323">
                      <a:moveTo>
                        <a:pt x="82256" y="181216"/>
                      </a:moveTo>
                      <a:cubicBezTo>
                        <a:pt x="82256" y="152955"/>
                        <a:pt x="78365" y="109114"/>
                        <a:pt x="58910" y="68172"/>
                      </a:cubicBezTo>
                      <a:cubicBezTo>
                        <a:pt x="37686" y="23606"/>
                        <a:pt x="7266" y="55"/>
                        <a:pt x="3729" y="55"/>
                      </a:cubicBezTo>
                      <a:cubicBezTo>
                        <a:pt x="1606" y="55"/>
                        <a:pt x="191" y="1504"/>
                        <a:pt x="191" y="3678"/>
                      </a:cubicBezTo>
                      <a:cubicBezTo>
                        <a:pt x="191" y="4765"/>
                        <a:pt x="191" y="5490"/>
                        <a:pt x="6912" y="12012"/>
                      </a:cubicBezTo>
                      <a:cubicBezTo>
                        <a:pt x="41577" y="47882"/>
                        <a:pt x="61740" y="105491"/>
                        <a:pt x="61740" y="181216"/>
                      </a:cubicBezTo>
                      <a:cubicBezTo>
                        <a:pt x="61740" y="243174"/>
                        <a:pt x="48652" y="306943"/>
                        <a:pt x="4790" y="352595"/>
                      </a:cubicBezTo>
                      <a:cubicBezTo>
                        <a:pt x="191" y="356943"/>
                        <a:pt x="191" y="357668"/>
                        <a:pt x="191" y="358755"/>
                      </a:cubicBezTo>
                      <a:cubicBezTo>
                        <a:pt x="191" y="360929"/>
                        <a:pt x="1606" y="362378"/>
                        <a:pt x="3729" y="362378"/>
                      </a:cubicBezTo>
                      <a:cubicBezTo>
                        <a:pt x="7266" y="362378"/>
                        <a:pt x="39101" y="337740"/>
                        <a:pt x="59971" y="291725"/>
                      </a:cubicBezTo>
                      <a:cubicBezTo>
                        <a:pt x="78011" y="251869"/>
                        <a:pt x="82256" y="211652"/>
                        <a:pt x="82256" y="181216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5" name="Freeform: Shape 1324">
                  <a:extLst>
                    <a:ext uri="{FF2B5EF4-FFF2-40B4-BE49-F238E27FC236}">
                      <a16:creationId xmlns:a16="http://schemas.microsoft.com/office/drawing/2014/main" id="{0C06D0B5-EEC9-019A-E365-C5B2A74BB993}"/>
                    </a:ext>
                  </a:extLst>
                </p:cNvPr>
                <p:cNvSpPr/>
                <p:nvPr>
                  <p:custDataLst>
                    <p:tags r:id="rId78"/>
                  </p:custDataLst>
                </p:nvPr>
              </p:nvSpPr>
              <p:spPr>
                <a:xfrm>
                  <a:off x="10221889" y="5370549"/>
                  <a:ext cx="14149" cy="362323"/>
                </a:xfrm>
                <a:custGeom>
                  <a:avLst/>
                  <a:gdLst>
                    <a:gd name="connsiteX0" fmla="*/ 14344 w 14149"/>
                    <a:gd name="connsiteY0" fmla="*/ 13099 h 362323"/>
                    <a:gd name="connsiteX1" fmla="*/ 7270 w 14149"/>
                    <a:gd name="connsiteY1" fmla="*/ 55 h 362323"/>
                    <a:gd name="connsiteX2" fmla="*/ 195 w 14149"/>
                    <a:gd name="connsiteY2" fmla="*/ 13099 h 362323"/>
                    <a:gd name="connsiteX3" fmla="*/ 195 w 14149"/>
                    <a:gd name="connsiteY3" fmla="*/ 349334 h 362323"/>
                    <a:gd name="connsiteX4" fmla="*/ 7270 w 14149"/>
                    <a:gd name="connsiteY4" fmla="*/ 362378 h 362323"/>
                    <a:gd name="connsiteX5" fmla="*/ 14344 w 14149"/>
                    <a:gd name="connsiteY5" fmla="*/ 349334 h 362323"/>
                    <a:gd name="connsiteX6" fmla="*/ 14344 w 14149"/>
                    <a:gd name="connsiteY6" fmla="*/ 13099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149" h="362323">
                      <a:moveTo>
                        <a:pt x="14344" y="13099"/>
                      </a:moveTo>
                      <a:cubicBezTo>
                        <a:pt x="14344" y="6577"/>
                        <a:pt x="14344" y="55"/>
                        <a:pt x="7270" y="55"/>
                      </a:cubicBezTo>
                      <a:cubicBezTo>
                        <a:pt x="195" y="55"/>
                        <a:pt x="195" y="6577"/>
                        <a:pt x="195" y="13099"/>
                      </a:cubicBezTo>
                      <a:lnTo>
                        <a:pt x="195" y="349334"/>
                      </a:lnTo>
                      <a:cubicBezTo>
                        <a:pt x="195" y="355856"/>
                        <a:pt x="195" y="362378"/>
                        <a:pt x="7270" y="362378"/>
                      </a:cubicBezTo>
                      <a:cubicBezTo>
                        <a:pt x="14344" y="362378"/>
                        <a:pt x="14344" y="355856"/>
                        <a:pt x="14344" y="349334"/>
                      </a:cubicBezTo>
                      <a:lnTo>
                        <a:pt x="14344" y="1309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6" name="Freeform: Shape 1325">
                  <a:extLst>
                    <a:ext uri="{FF2B5EF4-FFF2-40B4-BE49-F238E27FC236}">
                      <a16:creationId xmlns:a16="http://schemas.microsoft.com/office/drawing/2014/main" id="{948F1E07-C29A-C713-BD4A-84B47CCFCF00}"/>
                    </a:ext>
                  </a:extLst>
                </p:cNvPr>
                <p:cNvSpPr/>
                <p:nvPr>
                  <p:custDataLst>
                    <p:tags r:id="rId79"/>
                  </p:custDataLst>
                </p:nvPr>
              </p:nvSpPr>
              <p:spPr>
                <a:xfrm>
                  <a:off x="10396117" y="5509318"/>
                  <a:ext cx="235229" cy="84783"/>
                </a:xfrm>
                <a:custGeom>
                  <a:avLst/>
                  <a:gdLst>
                    <a:gd name="connsiteX0" fmla="*/ 223403 w 235229"/>
                    <a:gd name="connsiteY0" fmla="*/ 14548 h 84783"/>
                    <a:gd name="connsiteX1" fmla="*/ 235430 w 235229"/>
                    <a:gd name="connsiteY1" fmla="*/ 7301 h 84783"/>
                    <a:gd name="connsiteX2" fmla="*/ 223757 w 235229"/>
                    <a:gd name="connsiteY2" fmla="*/ 55 h 84783"/>
                    <a:gd name="connsiteX3" fmla="*/ 11874 w 235229"/>
                    <a:gd name="connsiteY3" fmla="*/ 55 h 84783"/>
                    <a:gd name="connsiteX4" fmla="*/ 201 w 235229"/>
                    <a:gd name="connsiteY4" fmla="*/ 7301 h 84783"/>
                    <a:gd name="connsiteX5" fmla="*/ 12227 w 235229"/>
                    <a:gd name="connsiteY5" fmla="*/ 14548 h 84783"/>
                    <a:gd name="connsiteX6" fmla="*/ 223403 w 235229"/>
                    <a:gd name="connsiteY6" fmla="*/ 14548 h 84783"/>
                    <a:gd name="connsiteX7" fmla="*/ 223757 w 235229"/>
                    <a:gd name="connsiteY7" fmla="*/ 84839 h 84783"/>
                    <a:gd name="connsiteX8" fmla="*/ 235430 w 235229"/>
                    <a:gd name="connsiteY8" fmla="*/ 77592 h 84783"/>
                    <a:gd name="connsiteX9" fmla="*/ 223403 w 235229"/>
                    <a:gd name="connsiteY9" fmla="*/ 70346 h 84783"/>
                    <a:gd name="connsiteX10" fmla="*/ 12227 w 235229"/>
                    <a:gd name="connsiteY10" fmla="*/ 70346 h 84783"/>
                    <a:gd name="connsiteX11" fmla="*/ 201 w 235229"/>
                    <a:gd name="connsiteY11" fmla="*/ 77592 h 84783"/>
                    <a:gd name="connsiteX12" fmla="*/ 11874 w 235229"/>
                    <a:gd name="connsiteY12" fmla="*/ 84839 h 84783"/>
                    <a:gd name="connsiteX13" fmla="*/ 223757 w 235229"/>
                    <a:gd name="connsiteY13" fmla="*/ 84839 h 84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35229" h="84783">
                      <a:moveTo>
                        <a:pt x="223403" y="14548"/>
                      </a:moveTo>
                      <a:cubicBezTo>
                        <a:pt x="228709" y="14548"/>
                        <a:pt x="235430" y="14548"/>
                        <a:pt x="235430" y="7301"/>
                      </a:cubicBezTo>
                      <a:cubicBezTo>
                        <a:pt x="235430" y="55"/>
                        <a:pt x="228709" y="55"/>
                        <a:pt x="223757" y="55"/>
                      </a:cubicBezTo>
                      <a:lnTo>
                        <a:pt x="11874" y="55"/>
                      </a:lnTo>
                      <a:cubicBezTo>
                        <a:pt x="6922" y="55"/>
                        <a:pt x="201" y="55"/>
                        <a:pt x="201" y="7301"/>
                      </a:cubicBezTo>
                      <a:cubicBezTo>
                        <a:pt x="201" y="14548"/>
                        <a:pt x="6922" y="14548"/>
                        <a:pt x="12227" y="14548"/>
                      </a:cubicBezTo>
                      <a:lnTo>
                        <a:pt x="223403" y="14548"/>
                      </a:lnTo>
                      <a:close/>
                      <a:moveTo>
                        <a:pt x="223757" y="84839"/>
                      </a:moveTo>
                      <a:cubicBezTo>
                        <a:pt x="228709" y="84839"/>
                        <a:pt x="235430" y="84839"/>
                        <a:pt x="235430" y="77592"/>
                      </a:cubicBezTo>
                      <a:cubicBezTo>
                        <a:pt x="235430" y="70346"/>
                        <a:pt x="228709" y="70346"/>
                        <a:pt x="223403" y="70346"/>
                      </a:cubicBezTo>
                      <a:lnTo>
                        <a:pt x="12227" y="70346"/>
                      </a:lnTo>
                      <a:cubicBezTo>
                        <a:pt x="6922" y="70346"/>
                        <a:pt x="201" y="70346"/>
                        <a:pt x="201" y="77592"/>
                      </a:cubicBezTo>
                      <a:cubicBezTo>
                        <a:pt x="201" y="84839"/>
                        <a:pt x="6922" y="84839"/>
                        <a:pt x="11874" y="84839"/>
                      </a:cubicBezTo>
                      <a:lnTo>
                        <a:pt x="223757" y="8483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7" name="Freeform: Shape 1326">
                  <a:extLst>
                    <a:ext uri="{FF2B5EF4-FFF2-40B4-BE49-F238E27FC236}">
                      <a16:creationId xmlns:a16="http://schemas.microsoft.com/office/drawing/2014/main" id="{D4BFE5A4-2807-7595-7773-6A69AC663315}"/>
                    </a:ext>
                  </a:extLst>
                </p:cNvPr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10781168" y="5400984"/>
                  <a:ext cx="116730" cy="241307"/>
                </a:xfrm>
                <a:custGeom>
                  <a:avLst/>
                  <a:gdLst>
                    <a:gd name="connsiteX0" fmla="*/ 72725 w 116730"/>
                    <a:gd name="connsiteY0" fmla="*/ 9475 h 241307"/>
                    <a:gd name="connsiteX1" fmla="*/ 64590 w 116730"/>
                    <a:gd name="connsiteY1" fmla="*/ 55 h 241307"/>
                    <a:gd name="connsiteX2" fmla="*/ 211 w 116730"/>
                    <a:gd name="connsiteY2" fmla="*/ 23244 h 241307"/>
                    <a:gd name="connsiteX3" fmla="*/ 211 w 116730"/>
                    <a:gd name="connsiteY3" fmla="*/ 34476 h 241307"/>
                    <a:gd name="connsiteX4" fmla="*/ 46550 w 116730"/>
                    <a:gd name="connsiteY4" fmla="*/ 25055 h 241307"/>
                    <a:gd name="connsiteX5" fmla="*/ 46550 w 116730"/>
                    <a:gd name="connsiteY5" fmla="*/ 212739 h 241307"/>
                    <a:gd name="connsiteX6" fmla="*/ 13653 w 116730"/>
                    <a:gd name="connsiteY6" fmla="*/ 230130 h 241307"/>
                    <a:gd name="connsiteX7" fmla="*/ 2334 w 116730"/>
                    <a:gd name="connsiteY7" fmla="*/ 230130 h 241307"/>
                    <a:gd name="connsiteX8" fmla="*/ 2334 w 116730"/>
                    <a:gd name="connsiteY8" fmla="*/ 241362 h 241307"/>
                    <a:gd name="connsiteX9" fmla="*/ 59638 w 116730"/>
                    <a:gd name="connsiteY9" fmla="*/ 240275 h 241307"/>
                    <a:gd name="connsiteX10" fmla="*/ 116941 w 116730"/>
                    <a:gd name="connsiteY10" fmla="*/ 241362 h 241307"/>
                    <a:gd name="connsiteX11" fmla="*/ 116941 w 116730"/>
                    <a:gd name="connsiteY11" fmla="*/ 230130 h 241307"/>
                    <a:gd name="connsiteX12" fmla="*/ 105622 w 116730"/>
                    <a:gd name="connsiteY12" fmla="*/ 230130 h 241307"/>
                    <a:gd name="connsiteX13" fmla="*/ 72725 w 116730"/>
                    <a:gd name="connsiteY13" fmla="*/ 212739 h 241307"/>
                    <a:gd name="connsiteX14" fmla="*/ 72725 w 116730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30" h="241307">
                      <a:moveTo>
                        <a:pt x="72725" y="9475"/>
                      </a:moveTo>
                      <a:cubicBezTo>
                        <a:pt x="72725" y="780"/>
                        <a:pt x="72725" y="55"/>
                        <a:pt x="64590" y="55"/>
                      </a:cubicBezTo>
                      <a:cubicBezTo>
                        <a:pt x="42659" y="23244"/>
                        <a:pt x="11530" y="23244"/>
                        <a:pt x="211" y="23244"/>
                      </a:cubicBezTo>
                      <a:lnTo>
                        <a:pt x="211" y="34476"/>
                      </a:lnTo>
                      <a:cubicBezTo>
                        <a:pt x="7286" y="34476"/>
                        <a:pt x="28156" y="34476"/>
                        <a:pt x="46550" y="25055"/>
                      </a:cubicBezTo>
                      <a:lnTo>
                        <a:pt x="46550" y="212739"/>
                      </a:lnTo>
                      <a:cubicBezTo>
                        <a:pt x="46550" y="225782"/>
                        <a:pt x="45488" y="230130"/>
                        <a:pt x="13653" y="230130"/>
                      </a:cubicBezTo>
                      <a:lnTo>
                        <a:pt x="2334" y="230130"/>
                      </a:lnTo>
                      <a:lnTo>
                        <a:pt x="2334" y="241362"/>
                      </a:lnTo>
                      <a:cubicBezTo>
                        <a:pt x="14714" y="240275"/>
                        <a:pt x="45488" y="240275"/>
                        <a:pt x="59638" y="240275"/>
                      </a:cubicBezTo>
                      <a:cubicBezTo>
                        <a:pt x="73787" y="240275"/>
                        <a:pt x="104561" y="240275"/>
                        <a:pt x="116941" y="241362"/>
                      </a:cubicBezTo>
                      <a:lnTo>
                        <a:pt x="116941" y="230130"/>
                      </a:lnTo>
                      <a:lnTo>
                        <a:pt x="105622" y="230130"/>
                      </a:lnTo>
                      <a:cubicBezTo>
                        <a:pt x="73787" y="230130"/>
                        <a:pt x="72725" y="226145"/>
                        <a:pt x="72725" y="212739"/>
                      </a:cubicBezTo>
                      <a:lnTo>
                        <a:pt x="72725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8" name="Freeform: Shape 1327">
                  <a:extLst>
                    <a:ext uri="{FF2B5EF4-FFF2-40B4-BE49-F238E27FC236}">
                      <a16:creationId xmlns:a16="http://schemas.microsoft.com/office/drawing/2014/main" id="{830E8FEC-53E6-347B-A305-808AC1388101}"/>
                    </a:ext>
                  </a:extLst>
                </p:cNvPr>
                <p:cNvSpPr/>
                <p:nvPr>
                  <p:custDataLst>
                    <p:tags r:id="rId81"/>
                  </p:custDataLst>
                </p:nvPr>
              </p:nvSpPr>
              <p:spPr>
                <a:xfrm>
                  <a:off x="10946006" y="5370549"/>
                  <a:ext cx="137600" cy="362323"/>
                </a:xfrm>
                <a:custGeom>
                  <a:avLst/>
                  <a:gdLst>
                    <a:gd name="connsiteX0" fmla="*/ 136048 w 137600"/>
                    <a:gd name="connsiteY0" fmla="*/ 13823 h 362323"/>
                    <a:gd name="connsiteX1" fmla="*/ 137816 w 137600"/>
                    <a:gd name="connsiteY1" fmla="*/ 7301 h 362323"/>
                    <a:gd name="connsiteX2" fmla="*/ 130742 w 137600"/>
                    <a:gd name="connsiteY2" fmla="*/ 55 h 362323"/>
                    <a:gd name="connsiteX3" fmla="*/ 124728 w 137600"/>
                    <a:gd name="connsiteY3" fmla="*/ 3316 h 362323"/>
                    <a:gd name="connsiteX4" fmla="*/ 1985 w 137600"/>
                    <a:gd name="connsiteY4" fmla="*/ 348610 h 362323"/>
                    <a:gd name="connsiteX5" fmla="*/ 216 w 137600"/>
                    <a:gd name="connsiteY5" fmla="*/ 355132 h 362323"/>
                    <a:gd name="connsiteX6" fmla="*/ 7291 w 137600"/>
                    <a:gd name="connsiteY6" fmla="*/ 362378 h 362323"/>
                    <a:gd name="connsiteX7" fmla="*/ 15073 w 137600"/>
                    <a:gd name="connsiteY7" fmla="*/ 353682 h 362323"/>
                    <a:gd name="connsiteX8" fmla="*/ 136048 w 137600"/>
                    <a:gd name="connsiteY8" fmla="*/ 13823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7600" h="362323">
                      <a:moveTo>
                        <a:pt x="136048" y="13823"/>
                      </a:moveTo>
                      <a:cubicBezTo>
                        <a:pt x="137816" y="9113"/>
                        <a:pt x="137816" y="7664"/>
                        <a:pt x="137816" y="7301"/>
                      </a:cubicBezTo>
                      <a:cubicBezTo>
                        <a:pt x="137816" y="3316"/>
                        <a:pt x="134633" y="55"/>
                        <a:pt x="130742" y="55"/>
                      </a:cubicBezTo>
                      <a:cubicBezTo>
                        <a:pt x="128266" y="55"/>
                        <a:pt x="125790" y="1142"/>
                        <a:pt x="124728" y="3316"/>
                      </a:cubicBezTo>
                      <a:lnTo>
                        <a:pt x="1985" y="348610"/>
                      </a:lnTo>
                      <a:cubicBezTo>
                        <a:pt x="216" y="353320"/>
                        <a:pt x="216" y="354769"/>
                        <a:pt x="216" y="355132"/>
                      </a:cubicBezTo>
                      <a:cubicBezTo>
                        <a:pt x="216" y="359117"/>
                        <a:pt x="3400" y="362378"/>
                        <a:pt x="7291" y="362378"/>
                      </a:cubicBezTo>
                      <a:cubicBezTo>
                        <a:pt x="11889" y="362378"/>
                        <a:pt x="12950" y="359842"/>
                        <a:pt x="15073" y="353682"/>
                      </a:cubicBezTo>
                      <a:lnTo>
                        <a:pt x="136048" y="13823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29" name="Freeform: Shape 1328">
                  <a:extLst>
                    <a:ext uri="{FF2B5EF4-FFF2-40B4-BE49-F238E27FC236}">
                      <a16:creationId xmlns:a16="http://schemas.microsoft.com/office/drawing/2014/main" id="{5AA2D321-E196-178C-5052-5BBB223DC482}"/>
                    </a:ext>
                  </a:extLst>
                </p:cNvPr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11138435" y="5370549"/>
                  <a:ext cx="82064" cy="362323"/>
                </a:xfrm>
                <a:custGeom>
                  <a:avLst/>
                  <a:gdLst>
                    <a:gd name="connsiteX0" fmla="*/ 82286 w 82064"/>
                    <a:gd name="connsiteY0" fmla="*/ 358755 h 362323"/>
                    <a:gd name="connsiteX1" fmla="*/ 76273 w 82064"/>
                    <a:gd name="connsiteY1" fmla="*/ 350784 h 362323"/>
                    <a:gd name="connsiteX2" fmla="*/ 20737 w 82064"/>
                    <a:gd name="connsiteY2" fmla="*/ 181216 h 362323"/>
                    <a:gd name="connsiteX3" fmla="*/ 77688 w 82064"/>
                    <a:gd name="connsiteY3" fmla="*/ 9838 h 362323"/>
                    <a:gd name="connsiteX4" fmla="*/ 82286 w 82064"/>
                    <a:gd name="connsiteY4" fmla="*/ 3678 h 362323"/>
                    <a:gd name="connsiteX5" fmla="*/ 78749 w 82064"/>
                    <a:gd name="connsiteY5" fmla="*/ 55 h 362323"/>
                    <a:gd name="connsiteX6" fmla="*/ 22506 w 82064"/>
                    <a:gd name="connsiteY6" fmla="*/ 70708 h 362323"/>
                    <a:gd name="connsiteX7" fmla="*/ 221 w 82064"/>
                    <a:gd name="connsiteY7" fmla="*/ 181216 h 362323"/>
                    <a:gd name="connsiteX8" fmla="*/ 23567 w 82064"/>
                    <a:gd name="connsiteY8" fmla="*/ 294261 h 362323"/>
                    <a:gd name="connsiteX9" fmla="*/ 78749 w 82064"/>
                    <a:gd name="connsiteY9" fmla="*/ 362378 h 362323"/>
                    <a:gd name="connsiteX10" fmla="*/ 82286 w 82064"/>
                    <a:gd name="connsiteY10" fmla="*/ 358755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064" h="362323">
                      <a:moveTo>
                        <a:pt x="82286" y="358755"/>
                      </a:moveTo>
                      <a:cubicBezTo>
                        <a:pt x="82286" y="357668"/>
                        <a:pt x="82286" y="356943"/>
                        <a:pt x="76273" y="350784"/>
                      </a:cubicBezTo>
                      <a:cubicBezTo>
                        <a:pt x="32057" y="305131"/>
                        <a:pt x="20737" y="236652"/>
                        <a:pt x="20737" y="181216"/>
                      </a:cubicBezTo>
                      <a:cubicBezTo>
                        <a:pt x="20737" y="118172"/>
                        <a:pt x="34179" y="55128"/>
                        <a:pt x="77688" y="9838"/>
                      </a:cubicBezTo>
                      <a:cubicBezTo>
                        <a:pt x="82286" y="5490"/>
                        <a:pt x="82286" y="4765"/>
                        <a:pt x="82286" y="3678"/>
                      </a:cubicBezTo>
                      <a:cubicBezTo>
                        <a:pt x="82286" y="1142"/>
                        <a:pt x="80871" y="55"/>
                        <a:pt x="78749" y="55"/>
                      </a:cubicBezTo>
                      <a:cubicBezTo>
                        <a:pt x="75211" y="55"/>
                        <a:pt x="43376" y="24693"/>
                        <a:pt x="22506" y="70708"/>
                      </a:cubicBezTo>
                      <a:cubicBezTo>
                        <a:pt x="4466" y="110563"/>
                        <a:pt x="221" y="150781"/>
                        <a:pt x="221" y="181216"/>
                      </a:cubicBezTo>
                      <a:cubicBezTo>
                        <a:pt x="221" y="209478"/>
                        <a:pt x="4112" y="253319"/>
                        <a:pt x="23567" y="294261"/>
                      </a:cubicBezTo>
                      <a:cubicBezTo>
                        <a:pt x="44791" y="338827"/>
                        <a:pt x="75211" y="362378"/>
                        <a:pt x="78749" y="362378"/>
                      </a:cubicBezTo>
                      <a:cubicBezTo>
                        <a:pt x="80871" y="362378"/>
                        <a:pt x="82286" y="361291"/>
                        <a:pt x="82286" y="358755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0" name="Freeform: Shape 1329">
                  <a:extLst>
                    <a:ext uri="{FF2B5EF4-FFF2-40B4-BE49-F238E27FC236}">
                      <a16:creationId xmlns:a16="http://schemas.microsoft.com/office/drawing/2014/main" id="{1790D85D-92AB-D46A-A22F-4588799F9E65}"/>
                    </a:ext>
                  </a:extLst>
                </p:cNvPr>
                <p:cNvSpPr/>
                <p:nvPr>
                  <p:custDataLst>
                    <p:tags r:id="rId83"/>
                  </p:custDataLst>
                </p:nvPr>
              </p:nvSpPr>
              <p:spPr>
                <a:xfrm>
                  <a:off x="11272459" y="5400984"/>
                  <a:ext cx="116730" cy="241307"/>
                </a:xfrm>
                <a:custGeom>
                  <a:avLst/>
                  <a:gdLst>
                    <a:gd name="connsiteX0" fmla="*/ 72739 w 116730"/>
                    <a:gd name="connsiteY0" fmla="*/ 9475 h 241307"/>
                    <a:gd name="connsiteX1" fmla="*/ 64604 w 116730"/>
                    <a:gd name="connsiteY1" fmla="*/ 55 h 241307"/>
                    <a:gd name="connsiteX2" fmla="*/ 225 w 116730"/>
                    <a:gd name="connsiteY2" fmla="*/ 23244 h 241307"/>
                    <a:gd name="connsiteX3" fmla="*/ 225 w 116730"/>
                    <a:gd name="connsiteY3" fmla="*/ 34476 h 241307"/>
                    <a:gd name="connsiteX4" fmla="*/ 46563 w 116730"/>
                    <a:gd name="connsiteY4" fmla="*/ 25055 h 241307"/>
                    <a:gd name="connsiteX5" fmla="*/ 46563 w 116730"/>
                    <a:gd name="connsiteY5" fmla="*/ 212739 h 241307"/>
                    <a:gd name="connsiteX6" fmla="*/ 13667 w 116730"/>
                    <a:gd name="connsiteY6" fmla="*/ 230130 h 241307"/>
                    <a:gd name="connsiteX7" fmla="*/ 2347 w 116730"/>
                    <a:gd name="connsiteY7" fmla="*/ 230130 h 241307"/>
                    <a:gd name="connsiteX8" fmla="*/ 2347 w 116730"/>
                    <a:gd name="connsiteY8" fmla="*/ 241362 h 241307"/>
                    <a:gd name="connsiteX9" fmla="*/ 59651 w 116730"/>
                    <a:gd name="connsiteY9" fmla="*/ 240275 h 241307"/>
                    <a:gd name="connsiteX10" fmla="*/ 116955 w 116730"/>
                    <a:gd name="connsiteY10" fmla="*/ 241362 h 241307"/>
                    <a:gd name="connsiteX11" fmla="*/ 116955 w 116730"/>
                    <a:gd name="connsiteY11" fmla="*/ 230130 h 241307"/>
                    <a:gd name="connsiteX12" fmla="*/ 105636 w 116730"/>
                    <a:gd name="connsiteY12" fmla="*/ 230130 h 241307"/>
                    <a:gd name="connsiteX13" fmla="*/ 72739 w 116730"/>
                    <a:gd name="connsiteY13" fmla="*/ 212739 h 241307"/>
                    <a:gd name="connsiteX14" fmla="*/ 72739 w 116730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30" h="241307">
                      <a:moveTo>
                        <a:pt x="72739" y="9475"/>
                      </a:moveTo>
                      <a:cubicBezTo>
                        <a:pt x="72739" y="780"/>
                        <a:pt x="72739" y="55"/>
                        <a:pt x="64604" y="55"/>
                      </a:cubicBezTo>
                      <a:cubicBezTo>
                        <a:pt x="42672" y="23244"/>
                        <a:pt x="11544" y="23244"/>
                        <a:pt x="225" y="23244"/>
                      </a:cubicBezTo>
                      <a:lnTo>
                        <a:pt x="225" y="34476"/>
                      </a:lnTo>
                      <a:cubicBezTo>
                        <a:pt x="7300" y="34476"/>
                        <a:pt x="28170" y="34476"/>
                        <a:pt x="46563" y="25055"/>
                      </a:cubicBezTo>
                      <a:lnTo>
                        <a:pt x="46563" y="212739"/>
                      </a:lnTo>
                      <a:cubicBezTo>
                        <a:pt x="46563" y="225782"/>
                        <a:pt x="45502" y="230130"/>
                        <a:pt x="13667" y="230130"/>
                      </a:cubicBezTo>
                      <a:lnTo>
                        <a:pt x="2347" y="230130"/>
                      </a:lnTo>
                      <a:lnTo>
                        <a:pt x="2347" y="241362"/>
                      </a:lnTo>
                      <a:cubicBezTo>
                        <a:pt x="14728" y="240275"/>
                        <a:pt x="45502" y="240275"/>
                        <a:pt x="59651" y="240275"/>
                      </a:cubicBezTo>
                      <a:cubicBezTo>
                        <a:pt x="73800" y="240275"/>
                        <a:pt x="104575" y="240275"/>
                        <a:pt x="116955" y="241362"/>
                      </a:cubicBezTo>
                      <a:lnTo>
                        <a:pt x="116955" y="230130"/>
                      </a:lnTo>
                      <a:lnTo>
                        <a:pt x="105636" y="230130"/>
                      </a:lnTo>
                      <a:cubicBezTo>
                        <a:pt x="73800" y="230130"/>
                        <a:pt x="72739" y="226145"/>
                        <a:pt x="72739" y="212739"/>
                      </a:cubicBezTo>
                      <a:lnTo>
                        <a:pt x="72739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1" name="Freeform: Shape 1330">
                  <a:extLst>
                    <a:ext uri="{FF2B5EF4-FFF2-40B4-BE49-F238E27FC236}">
                      <a16:creationId xmlns:a16="http://schemas.microsoft.com/office/drawing/2014/main" id="{1C39F1DC-A539-832E-B19F-0CCD19AB2FFB}"/>
                    </a:ext>
                  </a:extLst>
                </p:cNvPr>
                <p:cNvSpPr/>
                <p:nvPr>
                  <p:custDataLst>
                    <p:tags r:id="rId84"/>
                  </p:custDataLst>
                </p:nvPr>
              </p:nvSpPr>
              <p:spPr>
                <a:xfrm>
                  <a:off x="11448262" y="5603885"/>
                  <a:ext cx="37495" cy="38406"/>
                </a:xfrm>
                <a:custGeom>
                  <a:avLst/>
                  <a:gdLst>
                    <a:gd name="connsiteX0" fmla="*/ 37725 w 37495"/>
                    <a:gd name="connsiteY0" fmla="*/ 19258 h 38406"/>
                    <a:gd name="connsiteX1" fmla="*/ 18978 w 37495"/>
                    <a:gd name="connsiteY1" fmla="*/ 55 h 38406"/>
                    <a:gd name="connsiteX2" fmla="*/ 230 w 37495"/>
                    <a:gd name="connsiteY2" fmla="*/ 19258 h 38406"/>
                    <a:gd name="connsiteX3" fmla="*/ 18978 w 37495"/>
                    <a:gd name="connsiteY3" fmla="*/ 38461 h 38406"/>
                    <a:gd name="connsiteX4" fmla="*/ 37725 w 37495"/>
                    <a:gd name="connsiteY4" fmla="*/ 19258 h 38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495" h="38406">
                      <a:moveTo>
                        <a:pt x="37725" y="19258"/>
                      </a:moveTo>
                      <a:cubicBezTo>
                        <a:pt x="37725" y="8751"/>
                        <a:pt x="29236" y="55"/>
                        <a:pt x="18978" y="55"/>
                      </a:cubicBezTo>
                      <a:cubicBezTo>
                        <a:pt x="8719" y="55"/>
                        <a:pt x="230" y="8751"/>
                        <a:pt x="230" y="19258"/>
                      </a:cubicBezTo>
                      <a:cubicBezTo>
                        <a:pt x="230" y="29765"/>
                        <a:pt x="8719" y="38461"/>
                        <a:pt x="18978" y="38461"/>
                      </a:cubicBezTo>
                      <a:cubicBezTo>
                        <a:pt x="29236" y="38461"/>
                        <a:pt x="37725" y="29765"/>
                        <a:pt x="37725" y="1925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2" name="Freeform: Shape 1331">
                  <a:extLst>
                    <a:ext uri="{FF2B5EF4-FFF2-40B4-BE49-F238E27FC236}">
                      <a16:creationId xmlns:a16="http://schemas.microsoft.com/office/drawing/2014/main" id="{65535757-649E-D463-938E-D95BAD94213B}"/>
                    </a:ext>
                  </a:extLst>
                </p:cNvPr>
                <p:cNvSpPr/>
                <p:nvPr>
                  <p:custDataLst>
                    <p:tags r:id="rId85"/>
                  </p:custDataLst>
                </p:nvPr>
              </p:nvSpPr>
              <p:spPr>
                <a:xfrm>
                  <a:off x="11530956" y="5400984"/>
                  <a:ext cx="146797" cy="249278"/>
                </a:xfrm>
                <a:custGeom>
                  <a:avLst/>
                  <a:gdLst>
                    <a:gd name="connsiteX0" fmla="*/ 32068 w 146797"/>
                    <a:gd name="connsiteY0" fmla="*/ 122520 h 249278"/>
                    <a:gd name="connsiteX1" fmla="*/ 32068 w 146797"/>
                    <a:gd name="connsiteY1" fmla="*/ 113824 h 249278"/>
                    <a:gd name="connsiteX2" fmla="*/ 93971 w 146797"/>
                    <a:gd name="connsiteY2" fmla="*/ 9113 h 249278"/>
                    <a:gd name="connsiteX3" fmla="*/ 125099 w 146797"/>
                    <a:gd name="connsiteY3" fmla="*/ 23606 h 249278"/>
                    <a:gd name="connsiteX4" fmla="*/ 105644 w 146797"/>
                    <a:gd name="connsiteY4" fmla="*/ 39910 h 249278"/>
                    <a:gd name="connsiteX5" fmla="*/ 121915 w 146797"/>
                    <a:gd name="connsiteY5" fmla="*/ 56577 h 249278"/>
                    <a:gd name="connsiteX6" fmla="*/ 138187 w 146797"/>
                    <a:gd name="connsiteY6" fmla="*/ 39186 h 249278"/>
                    <a:gd name="connsiteX7" fmla="*/ 93263 w 146797"/>
                    <a:gd name="connsiteY7" fmla="*/ 55 h 249278"/>
                    <a:gd name="connsiteX8" fmla="*/ 233 w 146797"/>
                    <a:gd name="connsiteY8" fmla="*/ 126868 h 249278"/>
                    <a:gd name="connsiteX9" fmla="*/ 74162 w 146797"/>
                    <a:gd name="connsiteY9" fmla="*/ 249333 h 249278"/>
                    <a:gd name="connsiteX10" fmla="*/ 147030 w 146797"/>
                    <a:gd name="connsiteY10" fmla="*/ 167448 h 249278"/>
                    <a:gd name="connsiteX11" fmla="*/ 76284 w 146797"/>
                    <a:gd name="connsiteY11" fmla="*/ 86650 h 249278"/>
                    <a:gd name="connsiteX12" fmla="*/ 32068 w 146797"/>
                    <a:gd name="connsiteY12" fmla="*/ 122520 h 249278"/>
                    <a:gd name="connsiteX13" fmla="*/ 74162 w 146797"/>
                    <a:gd name="connsiteY13" fmla="*/ 239188 h 249278"/>
                    <a:gd name="connsiteX14" fmla="*/ 39143 w 146797"/>
                    <a:gd name="connsiteY14" fmla="*/ 212014 h 249278"/>
                    <a:gd name="connsiteX15" fmla="*/ 32776 w 146797"/>
                    <a:gd name="connsiteY15" fmla="*/ 159477 h 249278"/>
                    <a:gd name="connsiteX16" fmla="*/ 75931 w 146797"/>
                    <a:gd name="connsiteY16" fmla="*/ 94984 h 249278"/>
                    <a:gd name="connsiteX17" fmla="*/ 108827 w 146797"/>
                    <a:gd name="connsiteY17" fmla="*/ 117448 h 249278"/>
                    <a:gd name="connsiteX18" fmla="*/ 115194 w 146797"/>
                    <a:gd name="connsiteY18" fmla="*/ 167086 h 249278"/>
                    <a:gd name="connsiteX19" fmla="*/ 109181 w 146797"/>
                    <a:gd name="connsiteY19" fmla="*/ 215637 h 249278"/>
                    <a:gd name="connsiteX20" fmla="*/ 74162 w 146797"/>
                    <a:gd name="connsiteY20" fmla="*/ 239188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797" h="249278">
                      <a:moveTo>
                        <a:pt x="32068" y="122520"/>
                      </a:moveTo>
                      <a:lnTo>
                        <a:pt x="32068" y="113824"/>
                      </a:lnTo>
                      <a:cubicBezTo>
                        <a:pt x="32068" y="22157"/>
                        <a:pt x="75931" y="9113"/>
                        <a:pt x="93971" y="9113"/>
                      </a:cubicBezTo>
                      <a:cubicBezTo>
                        <a:pt x="102460" y="9113"/>
                        <a:pt x="117317" y="11287"/>
                        <a:pt x="125099" y="23606"/>
                      </a:cubicBezTo>
                      <a:cubicBezTo>
                        <a:pt x="119793" y="23606"/>
                        <a:pt x="105644" y="23606"/>
                        <a:pt x="105644" y="39910"/>
                      </a:cubicBezTo>
                      <a:cubicBezTo>
                        <a:pt x="105644" y="51142"/>
                        <a:pt x="114133" y="56577"/>
                        <a:pt x="121915" y="56577"/>
                      </a:cubicBezTo>
                      <a:cubicBezTo>
                        <a:pt x="127575" y="56577"/>
                        <a:pt x="138187" y="53316"/>
                        <a:pt x="138187" y="39186"/>
                      </a:cubicBezTo>
                      <a:cubicBezTo>
                        <a:pt x="138187" y="17446"/>
                        <a:pt x="122623" y="55"/>
                        <a:pt x="93263" y="55"/>
                      </a:cubicBezTo>
                      <a:cubicBezTo>
                        <a:pt x="47986" y="55"/>
                        <a:pt x="233" y="46795"/>
                        <a:pt x="233" y="126868"/>
                      </a:cubicBezTo>
                      <a:cubicBezTo>
                        <a:pt x="233" y="223608"/>
                        <a:pt x="41265" y="249333"/>
                        <a:pt x="74162" y="249333"/>
                      </a:cubicBezTo>
                      <a:cubicBezTo>
                        <a:pt x="113426" y="249333"/>
                        <a:pt x="147030" y="215275"/>
                        <a:pt x="147030" y="167448"/>
                      </a:cubicBezTo>
                      <a:cubicBezTo>
                        <a:pt x="147030" y="121433"/>
                        <a:pt x="115548" y="86650"/>
                        <a:pt x="76284" y="86650"/>
                      </a:cubicBezTo>
                      <a:cubicBezTo>
                        <a:pt x="52231" y="86650"/>
                        <a:pt x="39143" y="105129"/>
                        <a:pt x="32068" y="122520"/>
                      </a:cubicBezTo>
                      <a:close/>
                      <a:moveTo>
                        <a:pt x="74162" y="239188"/>
                      </a:moveTo>
                      <a:cubicBezTo>
                        <a:pt x="51877" y="239188"/>
                        <a:pt x="41265" y="217449"/>
                        <a:pt x="39143" y="212014"/>
                      </a:cubicBezTo>
                      <a:cubicBezTo>
                        <a:pt x="32776" y="194985"/>
                        <a:pt x="32776" y="165999"/>
                        <a:pt x="32776" y="159477"/>
                      </a:cubicBezTo>
                      <a:cubicBezTo>
                        <a:pt x="32776" y="131216"/>
                        <a:pt x="44095" y="94984"/>
                        <a:pt x="75931" y="94984"/>
                      </a:cubicBezTo>
                      <a:cubicBezTo>
                        <a:pt x="81590" y="94984"/>
                        <a:pt x="97862" y="94984"/>
                        <a:pt x="108827" y="117448"/>
                      </a:cubicBezTo>
                      <a:cubicBezTo>
                        <a:pt x="115194" y="130854"/>
                        <a:pt x="115194" y="149332"/>
                        <a:pt x="115194" y="167086"/>
                      </a:cubicBezTo>
                      <a:cubicBezTo>
                        <a:pt x="115194" y="184477"/>
                        <a:pt x="115194" y="202594"/>
                        <a:pt x="109181" y="215637"/>
                      </a:cubicBezTo>
                      <a:cubicBezTo>
                        <a:pt x="98569" y="237377"/>
                        <a:pt x="82298" y="239188"/>
                        <a:pt x="74162" y="23918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3" name="Freeform: Shape 1332">
                  <a:extLst>
                    <a:ext uri="{FF2B5EF4-FFF2-40B4-BE49-F238E27FC236}">
                      <a16:creationId xmlns:a16="http://schemas.microsoft.com/office/drawing/2014/main" id="{3076A40F-616E-D7FC-2FD9-EF732F062B30}"/>
                    </a:ext>
                  </a:extLst>
                </p:cNvPr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11724446" y="5400984"/>
                  <a:ext cx="116730" cy="241307"/>
                </a:xfrm>
                <a:custGeom>
                  <a:avLst/>
                  <a:gdLst>
                    <a:gd name="connsiteX0" fmla="*/ 72752 w 116730"/>
                    <a:gd name="connsiteY0" fmla="*/ 9475 h 241307"/>
                    <a:gd name="connsiteX1" fmla="*/ 64616 w 116730"/>
                    <a:gd name="connsiteY1" fmla="*/ 55 h 241307"/>
                    <a:gd name="connsiteX2" fmla="*/ 238 w 116730"/>
                    <a:gd name="connsiteY2" fmla="*/ 23244 h 241307"/>
                    <a:gd name="connsiteX3" fmla="*/ 238 w 116730"/>
                    <a:gd name="connsiteY3" fmla="*/ 34476 h 241307"/>
                    <a:gd name="connsiteX4" fmla="*/ 46576 w 116730"/>
                    <a:gd name="connsiteY4" fmla="*/ 25055 h 241307"/>
                    <a:gd name="connsiteX5" fmla="*/ 46576 w 116730"/>
                    <a:gd name="connsiteY5" fmla="*/ 212739 h 241307"/>
                    <a:gd name="connsiteX6" fmla="*/ 13679 w 116730"/>
                    <a:gd name="connsiteY6" fmla="*/ 230130 h 241307"/>
                    <a:gd name="connsiteX7" fmla="*/ 2360 w 116730"/>
                    <a:gd name="connsiteY7" fmla="*/ 230130 h 241307"/>
                    <a:gd name="connsiteX8" fmla="*/ 2360 w 116730"/>
                    <a:gd name="connsiteY8" fmla="*/ 241362 h 241307"/>
                    <a:gd name="connsiteX9" fmla="*/ 59664 w 116730"/>
                    <a:gd name="connsiteY9" fmla="*/ 240275 h 241307"/>
                    <a:gd name="connsiteX10" fmla="*/ 116968 w 116730"/>
                    <a:gd name="connsiteY10" fmla="*/ 241362 h 241307"/>
                    <a:gd name="connsiteX11" fmla="*/ 116968 w 116730"/>
                    <a:gd name="connsiteY11" fmla="*/ 230130 h 241307"/>
                    <a:gd name="connsiteX12" fmla="*/ 105649 w 116730"/>
                    <a:gd name="connsiteY12" fmla="*/ 230130 h 241307"/>
                    <a:gd name="connsiteX13" fmla="*/ 72752 w 116730"/>
                    <a:gd name="connsiteY13" fmla="*/ 212739 h 241307"/>
                    <a:gd name="connsiteX14" fmla="*/ 72752 w 116730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30" h="241307">
                      <a:moveTo>
                        <a:pt x="72752" y="9475"/>
                      </a:moveTo>
                      <a:cubicBezTo>
                        <a:pt x="72752" y="780"/>
                        <a:pt x="72752" y="55"/>
                        <a:pt x="64616" y="55"/>
                      </a:cubicBezTo>
                      <a:cubicBezTo>
                        <a:pt x="42685" y="23244"/>
                        <a:pt x="11557" y="23244"/>
                        <a:pt x="238" y="23244"/>
                      </a:cubicBezTo>
                      <a:lnTo>
                        <a:pt x="238" y="34476"/>
                      </a:lnTo>
                      <a:cubicBezTo>
                        <a:pt x="7312" y="34476"/>
                        <a:pt x="28182" y="34476"/>
                        <a:pt x="46576" y="25055"/>
                      </a:cubicBezTo>
                      <a:lnTo>
                        <a:pt x="46576" y="212739"/>
                      </a:lnTo>
                      <a:cubicBezTo>
                        <a:pt x="46576" y="225782"/>
                        <a:pt x="45515" y="230130"/>
                        <a:pt x="13679" y="230130"/>
                      </a:cubicBezTo>
                      <a:lnTo>
                        <a:pt x="2360" y="230130"/>
                      </a:lnTo>
                      <a:lnTo>
                        <a:pt x="2360" y="241362"/>
                      </a:lnTo>
                      <a:cubicBezTo>
                        <a:pt x="14741" y="240275"/>
                        <a:pt x="45515" y="240275"/>
                        <a:pt x="59664" y="240275"/>
                      </a:cubicBezTo>
                      <a:cubicBezTo>
                        <a:pt x="73813" y="240275"/>
                        <a:pt x="104588" y="240275"/>
                        <a:pt x="116968" y="241362"/>
                      </a:cubicBezTo>
                      <a:lnTo>
                        <a:pt x="116968" y="230130"/>
                      </a:lnTo>
                      <a:lnTo>
                        <a:pt x="105649" y="230130"/>
                      </a:lnTo>
                      <a:cubicBezTo>
                        <a:pt x="73813" y="230130"/>
                        <a:pt x="72752" y="226145"/>
                        <a:pt x="72752" y="212739"/>
                      </a:cubicBezTo>
                      <a:lnTo>
                        <a:pt x="72752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4" name="Freeform: Shape 1333">
                  <a:extLst>
                    <a:ext uri="{FF2B5EF4-FFF2-40B4-BE49-F238E27FC236}">
                      <a16:creationId xmlns:a16="http://schemas.microsoft.com/office/drawing/2014/main" id="{2E4F2C68-449D-3CF6-9B5A-20AC0820CAE6}"/>
                    </a:ext>
                  </a:extLst>
                </p:cNvPr>
                <p:cNvSpPr/>
                <p:nvPr>
                  <p:custDataLst>
                    <p:tags r:id="rId87"/>
                  </p:custDataLst>
                </p:nvPr>
              </p:nvSpPr>
              <p:spPr>
                <a:xfrm>
                  <a:off x="11884686" y="5400984"/>
                  <a:ext cx="146797" cy="249278"/>
                </a:xfrm>
                <a:custGeom>
                  <a:avLst/>
                  <a:gdLst>
                    <a:gd name="connsiteX0" fmla="*/ 43044 w 146797"/>
                    <a:gd name="connsiteY0" fmla="*/ 75780 h 249278"/>
                    <a:gd name="connsiteX1" fmla="*/ 25357 w 146797"/>
                    <a:gd name="connsiteY1" fmla="*/ 46432 h 249278"/>
                    <a:gd name="connsiteX2" fmla="*/ 73464 w 146797"/>
                    <a:gd name="connsiteY2" fmla="*/ 9113 h 249278"/>
                    <a:gd name="connsiteX3" fmla="*/ 121925 w 146797"/>
                    <a:gd name="connsiteY3" fmla="*/ 54041 h 249278"/>
                    <a:gd name="connsiteX4" fmla="*/ 86906 w 146797"/>
                    <a:gd name="connsiteY4" fmla="*/ 104766 h 249278"/>
                    <a:gd name="connsiteX5" fmla="*/ 43044 w 146797"/>
                    <a:gd name="connsiteY5" fmla="*/ 75780 h 249278"/>
                    <a:gd name="connsiteX6" fmla="*/ 94688 w 146797"/>
                    <a:gd name="connsiteY6" fmla="*/ 110201 h 249278"/>
                    <a:gd name="connsiteX7" fmla="*/ 137489 w 146797"/>
                    <a:gd name="connsiteY7" fmla="*/ 54041 h 249278"/>
                    <a:gd name="connsiteX8" fmla="*/ 73818 w 146797"/>
                    <a:gd name="connsiteY8" fmla="*/ 55 h 249278"/>
                    <a:gd name="connsiteX9" fmla="*/ 9793 w 146797"/>
                    <a:gd name="connsiteY9" fmla="*/ 60563 h 249278"/>
                    <a:gd name="connsiteX10" fmla="*/ 25357 w 146797"/>
                    <a:gd name="connsiteY10" fmla="*/ 100418 h 249278"/>
                    <a:gd name="connsiteX11" fmla="*/ 51180 w 146797"/>
                    <a:gd name="connsiteY11" fmla="*/ 119984 h 249278"/>
                    <a:gd name="connsiteX12" fmla="*/ 243 w 146797"/>
                    <a:gd name="connsiteY12" fmla="*/ 186651 h 249278"/>
                    <a:gd name="connsiteX13" fmla="*/ 73464 w 146797"/>
                    <a:gd name="connsiteY13" fmla="*/ 249333 h 249278"/>
                    <a:gd name="connsiteX14" fmla="*/ 147040 w 146797"/>
                    <a:gd name="connsiteY14" fmla="*/ 180492 h 249278"/>
                    <a:gd name="connsiteX15" fmla="*/ 129707 w 146797"/>
                    <a:gd name="connsiteY15" fmla="*/ 135926 h 249278"/>
                    <a:gd name="connsiteX16" fmla="*/ 94688 w 146797"/>
                    <a:gd name="connsiteY16" fmla="*/ 110201 h 249278"/>
                    <a:gd name="connsiteX17" fmla="*/ 59315 w 146797"/>
                    <a:gd name="connsiteY17" fmla="*/ 125419 h 249278"/>
                    <a:gd name="connsiteX18" fmla="*/ 102824 w 146797"/>
                    <a:gd name="connsiteY18" fmla="*/ 153680 h 249278"/>
                    <a:gd name="connsiteX19" fmla="*/ 129353 w 146797"/>
                    <a:gd name="connsiteY19" fmla="*/ 193535 h 249278"/>
                    <a:gd name="connsiteX20" fmla="*/ 73818 w 146797"/>
                    <a:gd name="connsiteY20" fmla="*/ 239188 h 249278"/>
                    <a:gd name="connsiteX21" fmla="*/ 17929 w 146797"/>
                    <a:gd name="connsiteY21" fmla="*/ 186651 h 249278"/>
                    <a:gd name="connsiteX22" fmla="*/ 59315 w 146797"/>
                    <a:gd name="connsiteY22" fmla="*/ 125419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46797" h="249278">
                      <a:moveTo>
                        <a:pt x="43044" y="75780"/>
                      </a:moveTo>
                      <a:cubicBezTo>
                        <a:pt x="26772" y="64911"/>
                        <a:pt x="25357" y="52592"/>
                        <a:pt x="25357" y="46432"/>
                      </a:cubicBezTo>
                      <a:cubicBezTo>
                        <a:pt x="25357" y="24331"/>
                        <a:pt x="48350" y="9113"/>
                        <a:pt x="73464" y="9113"/>
                      </a:cubicBezTo>
                      <a:cubicBezTo>
                        <a:pt x="99287" y="9113"/>
                        <a:pt x="121925" y="27954"/>
                        <a:pt x="121925" y="54041"/>
                      </a:cubicBezTo>
                      <a:cubicBezTo>
                        <a:pt x="121925" y="74693"/>
                        <a:pt x="108130" y="92085"/>
                        <a:pt x="86906" y="104766"/>
                      </a:cubicBezTo>
                      <a:lnTo>
                        <a:pt x="43044" y="75780"/>
                      </a:lnTo>
                      <a:close/>
                      <a:moveTo>
                        <a:pt x="94688" y="110201"/>
                      </a:moveTo>
                      <a:cubicBezTo>
                        <a:pt x="120157" y="96795"/>
                        <a:pt x="137489" y="77954"/>
                        <a:pt x="137489" y="54041"/>
                      </a:cubicBezTo>
                      <a:cubicBezTo>
                        <a:pt x="137489" y="20707"/>
                        <a:pt x="106007" y="55"/>
                        <a:pt x="73818" y="55"/>
                      </a:cubicBezTo>
                      <a:cubicBezTo>
                        <a:pt x="38445" y="55"/>
                        <a:pt x="9793" y="26867"/>
                        <a:pt x="9793" y="60563"/>
                      </a:cubicBezTo>
                      <a:cubicBezTo>
                        <a:pt x="9793" y="67085"/>
                        <a:pt x="10501" y="83389"/>
                        <a:pt x="25357" y="100418"/>
                      </a:cubicBezTo>
                      <a:cubicBezTo>
                        <a:pt x="29248" y="104766"/>
                        <a:pt x="42336" y="113824"/>
                        <a:pt x="51180" y="119984"/>
                      </a:cubicBezTo>
                      <a:cubicBezTo>
                        <a:pt x="30663" y="130491"/>
                        <a:pt x="243" y="150781"/>
                        <a:pt x="243" y="186651"/>
                      </a:cubicBezTo>
                      <a:cubicBezTo>
                        <a:pt x="243" y="225058"/>
                        <a:pt x="36323" y="249333"/>
                        <a:pt x="73464" y="249333"/>
                      </a:cubicBezTo>
                      <a:cubicBezTo>
                        <a:pt x="113436" y="249333"/>
                        <a:pt x="147040" y="219260"/>
                        <a:pt x="147040" y="180492"/>
                      </a:cubicBezTo>
                      <a:cubicBezTo>
                        <a:pt x="147040" y="167448"/>
                        <a:pt x="143149" y="151144"/>
                        <a:pt x="129707" y="135926"/>
                      </a:cubicBezTo>
                      <a:cubicBezTo>
                        <a:pt x="122986" y="128317"/>
                        <a:pt x="117327" y="124694"/>
                        <a:pt x="94688" y="110201"/>
                      </a:cubicBezTo>
                      <a:close/>
                      <a:moveTo>
                        <a:pt x="59315" y="125419"/>
                      </a:moveTo>
                      <a:lnTo>
                        <a:pt x="102824" y="153680"/>
                      </a:lnTo>
                      <a:cubicBezTo>
                        <a:pt x="112728" y="160564"/>
                        <a:pt x="129353" y="171434"/>
                        <a:pt x="129353" y="193535"/>
                      </a:cubicBezTo>
                      <a:cubicBezTo>
                        <a:pt x="129353" y="220347"/>
                        <a:pt x="102824" y="239188"/>
                        <a:pt x="73818" y="239188"/>
                      </a:cubicBezTo>
                      <a:cubicBezTo>
                        <a:pt x="43398" y="239188"/>
                        <a:pt x="17929" y="216724"/>
                        <a:pt x="17929" y="186651"/>
                      </a:cubicBezTo>
                      <a:cubicBezTo>
                        <a:pt x="17929" y="165637"/>
                        <a:pt x="29248" y="142448"/>
                        <a:pt x="59315" y="125419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5" name="Freeform: Shape 1334">
                  <a:extLst>
                    <a:ext uri="{FF2B5EF4-FFF2-40B4-BE49-F238E27FC236}">
                      <a16:creationId xmlns:a16="http://schemas.microsoft.com/office/drawing/2014/main" id="{356D8440-69AA-6ED6-A72D-C389A7047237}"/>
                    </a:ext>
                  </a:extLst>
                </p:cNvPr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12066856" y="5370549"/>
                  <a:ext cx="82064" cy="362323"/>
                </a:xfrm>
                <a:custGeom>
                  <a:avLst/>
                  <a:gdLst>
                    <a:gd name="connsiteX0" fmla="*/ 82313 w 82064"/>
                    <a:gd name="connsiteY0" fmla="*/ 181216 h 362323"/>
                    <a:gd name="connsiteX1" fmla="*/ 58967 w 82064"/>
                    <a:gd name="connsiteY1" fmla="*/ 68172 h 362323"/>
                    <a:gd name="connsiteX2" fmla="*/ 3785 w 82064"/>
                    <a:gd name="connsiteY2" fmla="*/ 55 h 362323"/>
                    <a:gd name="connsiteX3" fmla="*/ 248 w 82064"/>
                    <a:gd name="connsiteY3" fmla="*/ 3678 h 362323"/>
                    <a:gd name="connsiteX4" fmla="*/ 6969 w 82064"/>
                    <a:gd name="connsiteY4" fmla="*/ 12012 h 362323"/>
                    <a:gd name="connsiteX5" fmla="*/ 61796 w 82064"/>
                    <a:gd name="connsiteY5" fmla="*/ 181216 h 362323"/>
                    <a:gd name="connsiteX6" fmla="*/ 4846 w 82064"/>
                    <a:gd name="connsiteY6" fmla="*/ 352595 h 362323"/>
                    <a:gd name="connsiteX7" fmla="*/ 248 w 82064"/>
                    <a:gd name="connsiteY7" fmla="*/ 358755 h 362323"/>
                    <a:gd name="connsiteX8" fmla="*/ 3785 w 82064"/>
                    <a:gd name="connsiteY8" fmla="*/ 362378 h 362323"/>
                    <a:gd name="connsiteX9" fmla="*/ 60028 w 82064"/>
                    <a:gd name="connsiteY9" fmla="*/ 291725 h 362323"/>
                    <a:gd name="connsiteX10" fmla="*/ 82313 w 82064"/>
                    <a:gd name="connsiteY10" fmla="*/ 181216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064" h="362323">
                      <a:moveTo>
                        <a:pt x="82313" y="181216"/>
                      </a:moveTo>
                      <a:cubicBezTo>
                        <a:pt x="82313" y="152955"/>
                        <a:pt x="78422" y="109114"/>
                        <a:pt x="58967" y="68172"/>
                      </a:cubicBezTo>
                      <a:cubicBezTo>
                        <a:pt x="37743" y="23606"/>
                        <a:pt x="7322" y="55"/>
                        <a:pt x="3785" y="55"/>
                      </a:cubicBezTo>
                      <a:cubicBezTo>
                        <a:pt x="1663" y="55"/>
                        <a:pt x="248" y="1504"/>
                        <a:pt x="248" y="3678"/>
                      </a:cubicBezTo>
                      <a:cubicBezTo>
                        <a:pt x="248" y="4765"/>
                        <a:pt x="248" y="5490"/>
                        <a:pt x="6969" y="12012"/>
                      </a:cubicBezTo>
                      <a:cubicBezTo>
                        <a:pt x="41634" y="47882"/>
                        <a:pt x="61796" y="105491"/>
                        <a:pt x="61796" y="181216"/>
                      </a:cubicBezTo>
                      <a:cubicBezTo>
                        <a:pt x="61796" y="243174"/>
                        <a:pt x="48708" y="306943"/>
                        <a:pt x="4846" y="352595"/>
                      </a:cubicBezTo>
                      <a:cubicBezTo>
                        <a:pt x="248" y="356943"/>
                        <a:pt x="248" y="357668"/>
                        <a:pt x="248" y="358755"/>
                      </a:cubicBezTo>
                      <a:cubicBezTo>
                        <a:pt x="248" y="360929"/>
                        <a:pt x="1663" y="362378"/>
                        <a:pt x="3785" y="362378"/>
                      </a:cubicBezTo>
                      <a:cubicBezTo>
                        <a:pt x="7322" y="362378"/>
                        <a:pt x="39158" y="337740"/>
                        <a:pt x="60028" y="291725"/>
                      </a:cubicBezTo>
                      <a:cubicBezTo>
                        <a:pt x="78068" y="251869"/>
                        <a:pt x="82313" y="211652"/>
                        <a:pt x="82313" y="181216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6" name="Freeform: Shape 1335">
                  <a:extLst>
                    <a:ext uri="{FF2B5EF4-FFF2-40B4-BE49-F238E27FC236}">
                      <a16:creationId xmlns:a16="http://schemas.microsoft.com/office/drawing/2014/main" id="{8E7A8630-DEAD-2187-05A9-DF053AAE28EC}"/>
                    </a:ext>
                  </a:extLst>
                </p:cNvPr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12199855" y="5324283"/>
                  <a:ext cx="109443" cy="168407"/>
                </a:xfrm>
                <a:custGeom>
                  <a:avLst/>
                  <a:gdLst>
                    <a:gd name="connsiteX0" fmla="*/ 109695 w 109443"/>
                    <a:gd name="connsiteY0" fmla="*/ 122299 h 168407"/>
                    <a:gd name="connsiteX1" fmla="*/ 101276 w 109443"/>
                    <a:gd name="connsiteY1" fmla="*/ 122299 h 168407"/>
                    <a:gd name="connsiteX2" fmla="*/ 94838 w 109443"/>
                    <a:gd name="connsiteY2" fmla="*/ 145379 h 168407"/>
                    <a:gd name="connsiteX3" fmla="*/ 70325 w 109443"/>
                    <a:gd name="connsiteY3" fmla="*/ 146900 h 168407"/>
                    <a:gd name="connsiteX4" fmla="*/ 24765 w 109443"/>
                    <a:gd name="connsiteY4" fmla="*/ 146900 h 168407"/>
                    <a:gd name="connsiteX5" fmla="*/ 74287 w 109443"/>
                    <a:gd name="connsiteY5" fmla="*/ 104291 h 168407"/>
                    <a:gd name="connsiteX6" fmla="*/ 109695 w 109443"/>
                    <a:gd name="connsiteY6" fmla="*/ 49508 h 168407"/>
                    <a:gd name="connsiteX7" fmla="*/ 51754 w 109443"/>
                    <a:gd name="connsiteY7" fmla="*/ 51 h 168407"/>
                    <a:gd name="connsiteX8" fmla="*/ 252 w 109443"/>
                    <a:gd name="connsiteY8" fmla="*/ 45450 h 168407"/>
                    <a:gd name="connsiteX9" fmla="*/ 13375 w 109443"/>
                    <a:gd name="connsiteY9" fmla="*/ 59653 h 168407"/>
                    <a:gd name="connsiteX10" fmla="*/ 26498 w 109443"/>
                    <a:gd name="connsiteY10" fmla="*/ 46211 h 168407"/>
                    <a:gd name="connsiteX11" fmla="*/ 11889 w 109443"/>
                    <a:gd name="connsiteY11" fmla="*/ 32769 h 168407"/>
                    <a:gd name="connsiteX12" fmla="*/ 48040 w 109443"/>
                    <a:gd name="connsiteY12" fmla="*/ 9181 h 168407"/>
                    <a:gd name="connsiteX13" fmla="*/ 85677 w 109443"/>
                    <a:gd name="connsiteY13" fmla="*/ 49508 h 168407"/>
                    <a:gd name="connsiteX14" fmla="*/ 62402 w 109443"/>
                    <a:gd name="connsiteY14" fmla="*/ 98204 h 168407"/>
                    <a:gd name="connsiteX15" fmla="*/ 2728 w 109443"/>
                    <a:gd name="connsiteY15" fmla="*/ 158567 h 168407"/>
                    <a:gd name="connsiteX16" fmla="*/ 252 w 109443"/>
                    <a:gd name="connsiteY16" fmla="*/ 168459 h 168407"/>
                    <a:gd name="connsiteX17" fmla="*/ 102267 w 109443"/>
                    <a:gd name="connsiteY17" fmla="*/ 168459 h 168407"/>
                    <a:gd name="connsiteX18" fmla="*/ 109695 w 109443"/>
                    <a:gd name="connsiteY18" fmla="*/ 122299 h 16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9443" h="168407">
                      <a:moveTo>
                        <a:pt x="109695" y="122299"/>
                      </a:moveTo>
                      <a:lnTo>
                        <a:pt x="101276" y="122299"/>
                      </a:lnTo>
                      <a:cubicBezTo>
                        <a:pt x="100533" y="127878"/>
                        <a:pt x="98057" y="142842"/>
                        <a:pt x="94838" y="145379"/>
                      </a:cubicBezTo>
                      <a:cubicBezTo>
                        <a:pt x="92858" y="146900"/>
                        <a:pt x="73792" y="146900"/>
                        <a:pt x="70325" y="146900"/>
                      </a:cubicBezTo>
                      <a:lnTo>
                        <a:pt x="24765" y="146900"/>
                      </a:lnTo>
                      <a:cubicBezTo>
                        <a:pt x="50764" y="123313"/>
                        <a:pt x="59430" y="116212"/>
                        <a:pt x="74287" y="104291"/>
                      </a:cubicBezTo>
                      <a:cubicBezTo>
                        <a:pt x="92610" y="89327"/>
                        <a:pt x="109695" y="73602"/>
                        <a:pt x="109695" y="49508"/>
                      </a:cubicBezTo>
                      <a:cubicBezTo>
                        <a:pt x="109695" y="18819"/>
                        <a:pt x="83448" y="51"/>
                        <a:pt x="51754" y="51"/>
                      </a:cubicBezTo>
                      <a:cubicBezTo>
                        <a:pt x="21051" y="51"/>
                        <a:pt x="252" y="22116"/>
                        <a:pt x="252" y="45450"/>
                      </a:cubicBezTo>
                      <a:cubicBezTo>
                        <a:pt x="252" y="58385"/>
                        <a:pt x="10899" y="59653"/>
                        <a:pt x="13375" y="59653"/>
                      </a:cubicBezTo>
                      <a:cubicBezTo>
                        <a:pt x="19318" y="59653"/>
                        <a:pt x="26498" y="55341"/>
                        <a:pt x="26498" y="46211"/>
                      </a:cubicBezTo>
                      <a:cubicBezTo>
                        <a:pt x="26498" y="41645"/>
                        <a:pt x="24765" y="32769"/>
                        <a:pt x="11889" y="32769"/>
                      </a:cubicBezTo>
                      <a:cubicBezTo>
                        <a:pt x="19565" y="14761"/>
                        <a:pt x="36403" y="9181"/>
                        <a:pt x="48040" y="9181"/>
                      </a:cubicBezTo>
                      <a:cubicBezTo>
                        <a:pt x="72801" y="9181"/>
                        <a:pt x="85677" y="28964"/>
                        <a:pt x="85677" y="49508"/>
                      </a:cubicBezTo>
                      <a:cubicBezTo>
                        <a:pt x="85677" y="71573"/>
                        <a:pt x="70325" y="89074"/>
                        <a:pt x="62402" y="98204"/>
                      </a:cubicBezTo>
                      <a:lnTo>
                        <a:pt x="2728" y="158567"/>
                      </a:lnTo>
                      <a:cubicBezTo>
                        <a:pt x="252" y="160850"/>
                        <a:pt x="252" y="161357"/>
                        <a:pt x="252" y="168459"/>
                      </a:cubicBezTo>
                      <a:lnTo>
                        <a:pt x="102267" y="168459"/>
                      </a:lnTo>
                      <a:lnTo>
                        <a:pt x="109695" y="12229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7" name="Freeform: Shape 1336">
                  <a:extLst>
                    <a:ext uri="{FF2B5EF4-FFF2-40B4-BE49-F238E27FC236}">
                      <a16:creationId xmlns:a16="http://schemas.microsoft.com/office/drawing/2014/main" id="{A890DC53-1842-D569-04A3-5F4FA56F40C6}"/>
                    </a:ext>
                  </a:extLst>
                </p:cNvPr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12461006" y="5509318"/>
                  <a:ext cx="235229" cy="84783"/>
                </a:xfrm>
                <a:custGeom>
                  <a:avLst/>
                  <a:gdLst>
                    <a:gd name="connsiteX0" fmla="*/ 223461 w 235229"/>
                    <a:gd name="connsiteY0" fmla="*/ 14548 h 84783"/>
                    <a:gd name="connsiteX1" fmla="*/ 235488 w 235229"/>
                    <a:gd name="connsiteY1" fmla="*/ 7301 h 84783"/>
                    <a:gd name="connsiteX2" fmla="*/ 223815 w 235229"/>
                    <a:gd name="connsiteY2" fmla="*/ 55 h 84783"/>
                    <a:gd name="connsiteX3" fmla="*/ 11932 w 235229"/>
                    <a:gd name="connsiteY3" fmla="*/ 55 h 84783"/>
                    <a:gd name="connsiteX4" fmla="*/ 259 w 235229"/>
                    <a:gd name="connsiteY4" fmla="*/ 7301 h 84783"/>
                    <a:gd name="connsiteX5" fmla="*/ 12286 w 235229"/>
                    <a:gd name="connsiteY5" fmla="*/ 14548 h 84783"/>
                    <a:gd name="connsiteX6" fmla="*/ 223461 w 235229"/>
                    <a:gd name="connsiteY6" fmla="*/ 14548 h 84783"/>
                    <a:gd name="connsiteX7" fmla="*/ 223815 w 235229"/>
                    <a:gd name="connsiteY7" fmla="*/ 84839 h 84783"/>
                    <a:gd name="connsiteX8" fmla="*/ 235488 w 235229"/>
                    <a:gd name="connsiteY8" fmla="*/ 77592 h 84783"/>
                    <a:gd name="connsiteX9" fmla="*/ 223461 w 235229"/>
                    <a:gd name="connsiteY9" fmla="*/ 70346 h 84783"/>
                    <a:gd name="connsiteX10" fmla="*/ 12286 w 235229"/>
                    <a:gd name="connsiteY10" fmla="*/ 70346 h 84783"/>
                    <a:gd name="connsiteX11" fmla="*/ 259 w 235229"/>
                    <a:gd name="connsiteY11" fmla="*/ 77592 h 84783"/>
                    <a:gd name="connsiteX12" fmla="*/ 11932 w 235229"/>
                    <a:gd name="connsiteY12" fmla="*/ 84839 h 84783"/>
                    <a:gd name="connsiteX13" fmla="*/ 223815 w 235229"/>
                    <a:gd name="connsiteY13" fmla="*/ 84839 h 84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35229" h="84783">
                      <a:moveTo>
                        <a:pt x="223461" y="14548"/>
                      </a:moveTo>
                      <a:cubicBezTo>
                        <a:pt x="228767" y="14548"/>
                        <a:pt x="235488" y="14548"/>
                        <a:pt x="235488" y="7301"/>
                      </a:cubicBezTo>
                      <a:cubicBezTo>
                        <a:pt x="235488" y="55"/>
                        <a:pt x="228767" y="55"/>
                        <a:pt x="223815" y="55"/>
                      </a:cubicBezTo>
                      <a:lnTo>
                        <a:pt x="11932" y="55"/>
                      </a:lnTo>
                      <a:cubicBezTo>
                        <a:pt x="6980" y="55"/>
                        <a:pt x="259" y="55"/>
                        <a:pt x="259" y="7301"/>
                      </a:cubicBezTo>
                      <a:cubicBezTo>
                        <a:pt x="259" y="14548"/>
                        <a:pt x="6980" y="14548"/>
                        <a:pt x="12286" y="14548"/>
                      </a:cubicBezTo>
                      <a:lnTo>
                        <a:pt x="223461" y="14548"/>
                      </a:lnTo>
                      <a:close/>
                      <a:moveTo>
                        <a:pt x="223815" y="84839"/>
                      </a:moveTo>
                      <a:cubicBezTo>
                        <a:pt x="228767" y="84839"/>
                        <a:pt x="235488" y="84839"/>
                        <a:pt x="235488" y="77592"/>
                      </a:cubicBezTo>
                      <a:cubicBezTo>
                        <a:pt x="235488" y="70346"/>
                        <a:pt x="228767" y="70346"/>
                        <a:pt x="223461" y="70346"/>
                      </a:cubicBezTo>
                      <a:lnTo>
                        <a:pt x="12286" y="70346"/>
                      </a:lnTo>
                      <a:cubicBezTo>
                        <a:pt x="6980" y="70346"/>
                        <a:pt x="259" y="70346"/>
                        <a:pt x="259" y="77592"/>
                      </a:cubicBezTo>
                      <a:cubicBezTo>
                        <a:pt x="259" y="84839"/>
                        <a:pt x="6980" y="84839"/>
                        <a:pt x="11932" y="84839"/>
                      </a:cubicBezTo>
                      <a:lnTo>
                        <a:pt x="223815" y="8483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8" name="Freeform: Shape 1337">
                  <a:extLst>
                    <a:ext uri="{FF2B5EF4-FFF2-40B4-BE49-F238E27FC236}">
                      <a16:creationId xmlns:a16="http://schemas.microsoft.com/office/drawing/2014/main" id="{8ABBC594-A09D-CA08-9723-CAEE736F92A1}"/>
                    </a:ext>
                  </a:extLst>
                </p:cNvPr>
                <p:cNvSpPr/>
                <p:nvPr>
                  <p:custDataLst>
                    <p:tags r:id="rId91"/>
                  </p:custDataLst>
                </p:nvPr>
              </p:nvSpPr>
              <p:spPr>
                <a:xfrm>
                  <a:off x="12828371" y="5400984"/>
                  <a:ext cx="148919" cy="249278"/>
                </a:xfrm>
                <a:custGeom>
                  <a:avLst/>
                  <a:gdLst>
                    <a:gd name="connsiteX0" fmla="*/ 149189 w 148919"/>
                    <a:gd name="connsiteY0" fmla="*/ 125419 h 249278"/>
                    <a:gd name="connsiteX1" fmla="*/ 135040 w 148919"/>
                    <a:gd name="connsiteY1" fmla="*/ 40635 h 249278"/>
                    <a:gd name="connsiteX2" fmla="*/ 74906 w 148919"/>
                    <a:gd name="connsiteY2" fmla="*/ 55 h 249278"/>
                    <a:gd name="connsiteX3" fmla="*/ 13357 w 148919"/>
                    <a:gd name="connsiteY3" fmla="*/ 43171 h 249278"/>
                    <a:gd name="connsiteX4" fmla="*/ 269 w 148919"/>
                    <a:gd name="connsiteY4" fmla="*/ 125419 h 249278"/>
                    <a:gd name="connsiteX5" fmla="*/ 16187 w 148919"/>
                    <a:gd name="connsiteY5" fmla="*/ 212739 h 249278"/>
                    <a:gd name="connsiteX6" fmla="*/ 74552 w 148919"/>
                    <a:gd name="connsiteY6" fmla="*/ 249333 h 249278"/>
                    <a:gd name="connsiteX7" fmla="*/ 136101 w 148919"/>
                    <a:gd name="connsiteY7" fmla="*/ 207304 h 249278"/>
                    <a:gd name="connsiteX8" fmla="*/ 149189 w 148919"/>
                    <a:gd name="connsiteY8" fmla="*/ 125419 h 249278"/>
                    <a:gd name="connsiteX9" fmla="*/ 74552 w 148919"/>
                    <a:gd name="connsiteY9" fmla="*/ 241362 h 249278"/>
                    <a:gd name="connsiteX10" fmla="*/ 33520 w 148919"/>
                    <a:gd name="connsiteY10" fmla="*/ 197521 h 249278"/>
                    <a:gd name="connsiteX11" fmla="*/ 29629 w 148919"/>
                    <a:gd name="connsiteY11" fmla="*/ 121071 h 249278"/>
                    <a:gd name="connsiteX12" fmla="*/ 32459 w 148919"/>
                    <a:gd name="connsiteY12" fmla="*/ 54403 h 249278"/>
                    <a:gd name="connsiteX13" fmla="*/ 74552 w 148919"/>
                    <a:gd name="connsiteY13" fmla="*/ 8026 h 249278"/>
                    <a:gd name="connsiteX14" fmla="*/ 116292 w 148919"/>
                    <a:gd name="connsiteY14" fmla="*/ 50418 h 249278"/>
                    <a:gd name="connsiteX15" fmla="*/ 119829 w 148919"/>
                    <a:gd name="connsiteY15" fmla="*/ 121071 h 249278"/>
                    <a:gd name="connsiteX16" fmla="*/ 115938 w 148919"/>
                    <a:gd name="connsiteY16" fmla="*/ 196072 h 249278"/>
                    <a:gd name="connsiteX17" fmla="*/ 74552 w 148919"/>
                    <a:gd name="connsiteY17" fmla="*/ 241362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48919" h="249278">
                      <a:moveTo>
                        <a:pt x="149189" y="125419"/>
                      </a:moveTo>
                      <a:cubicBezTo>
                        <a:pt x="149189" y="96433"/>
                        <a:pt x="147420" y="67447"/>
                        <a:pt x="135040" y="40635"/>
                      </a:cubicBezTo>
                      <a:cubicBezTo>
                        <a:pt x="118768" y="5852"/>
                        <a:pt x="89763" y="55"/>
                        <a:pt x="74906" y="55"/>
                      </a:cubicBezTo>
                      <a:cubicBezTo>
                        <a:pt x="53682" y="55"/>
                        <a:pt x="27860" y="9475"/>
                        <a:pt x="13357" y="43171"/>
                      </a:cubicBezTo>
                      <a:cubicBezTo>
                        <a:pt x="2038" y="68172"/>
                        <a:pt x="269" y="96433"/>
                        <a:pt x="269" y="125419"/>
                      </a:cubicBezTo>
                      <a:cubicBezTo>
                        <a:pt x="269" y="152593"/>
                        <a:pt x="1684" y="185202"/>
                        <a:pt x="16187" y="212739"/>
                      </a:cubicBezTo>
                      <a:cubicBezTo>
                        <a:pt x="31397" y="242087"/>
                        <a:pt x="57220" y="249333"/>
                        <a:pt x="74552" y="249333"/>
                      </a:cubicBezTo>
                      <a:cubicBezTo>
                        <a:pt x="93654" y="249333"/>
                        <a:pt x="120537" y="241724"/>
                        <a:pt x="136101" y="207304"/>
                      </a:cubicBezTo>
                      <a:cubicBezTo>
                        <a:pt x="147420" y="182303"/>
                        <a:pt x="149189" y="154042"/>
                        <a:pt x="149189" y="125419"/>
                      </a:cubicBezTo>
                      <a:close/>
                      <a:moveTo>
                        <a:pt x="74552" y="241362"/>
                      </a:moveTo>
                      <a:cubicBezTo>
                        <a:pt x="60757" y="241362"/>
                        <a:pt x="39887" y="232304"/>
                        <a:pt x="33520" y="197521"/>
                      </a:cubicBezTo>
                      <a:cubicBezTo>
                        <a:pt x="29629" y="175782"/>
                        <a:pt x="29629" y="142448"/>
                        <a:pt x="29629" y="121071"/>
                      </a:cubicBezTo>
                      <a:cubicBezTo>
                        <a:pt x="29629" y="97882"/>
                        <a:pt x="29629" y="73969"/>
                        <a:pt x="32459" y="54403"/>
                      </a:cubicBezTo>
                      <a:cubicBezTo>
                        <a:pt x="39179" y="11287"/>
                        <a:pt x="65709" y="8026"/>
                        <a:pt x="74552" y="8026"/>
                      </a:cubicBezTo>
                      <a:cubicBezTo>
                        <a:pt x="86225" y="8026"/>
                        <a:pt x="109571" y="14548"/>
                        <a:pt x="116292" y="50418"/>
                      </a:cubicBezTo>
                      <a:cubicBezTo>
                        <a:pt x="119829" y="70708"/>
                        <a:pt x="119829" y="98244"/>
                        <a:pt x="119829" y="121071"/>
                      </a:cubicBezTo>
                      <a:cubicBezTo>
                        <a:pt x="119829" y="148245"/>
                        <a:pt x="119829" y="172883"/>
                        <a:pt x="115938" y="196072"/>
                      </a:cubicBezTo>
                      <a:cubicBezTo>
                        <a:pt x="110632" y="230492"/>
                        <a:pt x="90470" y="241362"/>
                        <a:pt x="74552" y="24136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39" name="Freeform: Shape 1338">
                  <a:extLst>
                    <a:ext uri="{FF2B5EF4-FFF2-40B4-BE49-F238E27FC236}">
                      <a16:creationId xmlns:a16="http://schemas.microsoft.com/office/drawing/2014/main" id="{EF8C5DB7-1C1D-6F9D-35FC-3EB34DCC7315}"/>
                    </a:ext>
                  </a:extLst>
                </p:cNvPr>
                <p:cNvSpPr/>
                <p:nvPr>
                  <p:custDataLst>
                    <p:tags r:id="rId92"/>
                  </p:custDataLst>
                </p:nvPr>
              </p:nvSpPr>
              <p:spPr>
                <a:xfrm>
                  <a:off x="13021861" y="5603885"/>
                  <a:ext cx="37495" cy="38406"/>
                </a:xfrm>
                <a:custGeom>
                  <a:avLst/>
                  <a:gdLst>
                    <a:gd name="connsiteX0" fmla="*/ 37769 w 37495"/>
                    <a:gd name="connsiteY0" fmla="*/ 19258 h 38406"/>
                    <a:gd name="connsiteX1" fmla="*/ 19022 w 37495"/>
                    <a:gd name="connsiteY1" fmla="*/ 55 h 38406"/>
                    <a:gd name="connsiteX2" fmla="*/ 274 w 37495"/>
                    <a:gd name="connsiteY2" fmla="*/ 19258 h 38406"/>
                    <a:gd name="connsiteX3" fmla="*/ 19022 w 37495"/>
                    <a:gd name="connsiteY3" fmla="*/ 38461 h 38406"/>
                    <a:gd name="connsiteX4" fmla="*/ 37769 w 37495"/>
                    <a:gd name="connsiteY4" fmla="*/ 19258 h 38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495" h="38406">
                      <a:moveTo>
                        <a:pt x="37769" y="19258"/>
                      </a:moveTo>
                      <a:cubicBezTo>
                        <a:pt x="37769" y="8751"/>
                        <a:pt x="29280" y="55"/>
                        <a:pt x="19022" y="55"/>
                      </a:cubicBezTo>
                      <a:cubicBezTo>
                        <a:pt x="8764" y="55"/>
                        <a:pt x="274" y="8751"/>
                        <a:pt x="274" y="19258"/>
                      </a:cubicBezTo>
                      <a:cubicBezTo>
                        <a:pt x="274" y="29765"/>
                        <a:pt x="8764" y="38461"/>
                        <a:pt x="19022" y="38461"/>
                      </a:cubicBezTo>
                      <a:cubicBezTo>
                        <a:pt x="29280" y="38461"/>
                        <a:pt x="37769" y="29765"/>
                        <a:pt x="37769" y="1925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40" name="Freeform: Shape 1339">
                  <a:extLst>
                    <a:ext uri="{FF2B5EF4-FFF2-40B4-BE49-F238E27FC236}">
                      <a16:creationId xmlns:a16="http://schemas.microsoft.com/office/drawing/2014/main" id="{852BFCD7-B812-61B4-B5D0-712DC40C0A03}"/>
                    </a:ext>
                  </a:extLst>
                </p:cNvPr>
                <p:cNvSpPr/>
                <p:nvPr>
                  <p:custDataLst>
                    <p:tags r:id="rId93"/>
                  </p:custDataLst>
                </p:nvPr>
              </p:nvSpPr>
              <p:spPr>
                <a:xfrm>
                  <a:off x="13104555" y="5400984"/>
                  <a:ext cx="146797" cy="249278"/>
                </a:xfrm>
                <a:custGeom>
                  <a:avLst/>
                  <a:gdLst>
                    <a:gd name="connsiteX0" fmla="*/ 88002 w 146797"/>
                    <a:gd name="connsiteY0" fmla="*/ 113824 h 249278"/>
                    <a:gd name="connsiteX1" fmla="*/ 137524 w 146797"/>
                    <a:gd name="connsiteY1" fmla="*/ 50056 h 249278"/>
                    <a:gd name="connsiteX2" fmla="*/ 72438 w 146797"/>
                    <a:gd name="connsiteY2" fmla="*/ 55 h 249278"/>
                    <a:gd name="connsiteX3" fmla="*/ 9828 w 146797"/>
                    <a:gd name="connsiteY3" fmla="*/ 49331 h 249278"/>
                    <a:gd name="connsiteX4" fmla="*/ 27868 w 146797"/>
                    <a:gd name="connsiteY4" fmla="*/ 68172 h 249278"/>
                    <a:gd name="connsiteX5" fmla="*/ 45908 w 146797"/>
                    <a:gd name="connsiteY5" fmla="*/ 49693 h 249278"/>
                    <a:gd name="connsiteX6" fmla="*/ 23977 w 146797"/>
                    <a:gd name="connsiteY6" fmla="*/ 31577 h 249278"/>
                    <a:gd name="connsiteX7" fmla="*/ 71023 w 146797"/>
                    <a:gd name="connsiteY7" fmla="*/ 9113 h 249278"/>
                    <a:gd name="connsiteX8" fmla="*/ 104981 w 146797"/>
                    <a:gd name="connsiteY8" fmla="*/ 49693 h 249278"/>
                    <a:gd name="connsiteX9" fmla="*/ 95076 w 146797"/>
                    <a:gd name="connsiteY9" fmla="*/ 90998 h 249278"/>
                    <a:gd name="connsiteX10" fmla="*/ 63594 w 146797"/>
                    <a:gd name="connsiteY10" fmla="*/ 109839 h 249278"/>
                    <a:gd name="connsiteX11" fmla="*/ 49799 w 146797"/>
                    <a:gd name="connsiteY11" fmla="*/ 110926 h 249278"/>
                    <a:gd name="connsiteX12" fmla="*/ 44493 w 146797"/>
                    <a:gd name="connsiteY12" fmla="*/ 115274 h 249278"/>
                    <a:gd name="connsiteX13" fmla="*/ 52983 w 146797"/>
                    <a:gd name="connsiteY13" fmla="*/ 119259 h 249278"/>
                    <a:gd name="connsiteX14" fmla="*/ 68547 w 146797"/>
                    <a:gd name="connsiteY14" fmla="*/ 119259 h 249278"/>
                    <a:gd name="connsiteX15" fmla="*/ 110640 w 146797"/>
                    <a:gd name="connsiteY15" fmla="*/ 179405 h 249278"/>
                    <a:gd name="connsiteX16" fmla="*/ 70669 w 146797"/>
                    <a:gd name="connsiteY16" fmla="*/ 239188 h 249278"/>
                    <a:gd name="connsiteX17" fmla="*/ 16549 w 146797"/>
                    <a:gd name="connsiteY17" fmla="*/ 211652 h 249278"/>
                    <a:gd name="connsiteX18" fmla="*/ 39895 w 146797"/>
                    <a:gd name="connsiteY18" fmla="*/ 191724 h 249278"/>
                    <a:gd name="connsiteX19" fmla="*/ 20086 w 146797"/>
                    <a:gd name="connsiteY19" fmla="*/ 171434 h 249278"/>
                    <a:gd name="connsiteX20" fmla="*/ 277 w 146797"/>
                    <a:gd name="connsiteY20" fmla="*/ 192449 h 249278"/>
                    <a:gd name="connsiteX21" fmla="*/ 71730 w 146797"/>
                    <a:gd name="connsiteY21" fmla="*/ 249333 h 249278"/>
                    <a:gd name="connsiteX22" fmla="*/ 147074 w 146797"/>
                    <a:gd name="connsiteY22" fmla="*/ 179405 h 249278"/>
                    <a:gd name="connsiteX23" fmla="*/ 88002 w 146797"/>
                    <a:gd name="connsiteY23" fmla="*/ 113824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46797" h="249278">
                      <a:moveTo>
                        <a:pt x="88002" y="113824"/>
                      </a:moveTo>
                      <a:cubicBezTo>
                        <a:pt x="117007" y="104042"/>
                        <a:pt x="137524" y="78679"/>
                        <a:pt x="137524" y="50056"/>
                      </a:cubicBezTo>
                      <a:cubicBezTo>
                        <a:pt x="137524" y="20345"/>
                        <a:pt x="106395" y="55"/>
                        <a:pt x="72438" y="55"/>
                      </a:cubicBezTo>
                      <a:cubicBezTo>
                        <a:pt x="36711" y="55"/>
                        <a:pt x="9828" y="21794"/>
                        <a:pt x="9828" y="49331"/>
                      </a:cubicBezTo>
                      <a:cubicBezTo>
                        <a:pt x="9828" y="61288"/>
                        <a:pt x="17610" y="68172"/>
                        <a:pt x="27868" y="68172"/>
                      </a:cubicBezTo>
                      <a:cubicBezTo>
                        <a:pt x="38833" y="68172"/>
                        <a:pt x="45908" y="60201"/>
                        <a:pt x="45908" y="49693"/>
                      </a:cubicBezTo>
                      <a:cubicBezTo>
                        <a:pt x="45908" y="31577"/>
                        <a:pt x="29283" y="31577"/>
                        <a:pt x="23977" y="31577"/>
                      </a:cubicBezTo>
                      <a:cubicBezTo>
                        <a:pt x="34942" y="13823"/>
                        <a:pt x="58288" y="9113"/>
                        <a:pt x="71023" y="9113"/>
                      </a:cubicBezTo>
                      <a:cubicBezTo>
                        <a:pt x="85526" y="9113"/>
                        <a:pt x="104981" y="17084"/>
                        <a:pt x="104981" y="49693"/>
                      </a:cubicBezTo>
                      <a:cubicBezTo>
                        <a:pt x="104981" y="54041"/>
                        <a:pt x="104273" y="75056"/>
                        <a:pt x="95076" y="90998"/>
                      </a:cubicBezTo>
                      <a:cubicBezTo>
                        <a:pt x="84464" y="108390"/>
                        <a:pt x="72438" y="109476"/>
                        <a:pt x="63594" y="109839"/>
                      </a:cubicBezTo>
                      <a:cubicBezTo>
                        <a:pt x="60765" y="110201"/>
                        <a:pt x="52275" y="110926"/>
                        <a:pt x="49799" y="110926"/>
                      </a:cubicBezTo>
                      <a:cubicBezTo>
                        <a:pt x="46969" y="111288"/>
                        <a:pt x="44493" y="111650"/>
                        <a:pt x="44493" y="115274"/>
                      </a:cubicBezTo>
                      <a:cubicBezTo>
                        <a:pt x="44493" y="119259"/>
                        <a:pt x="46969" y="119259"/>
                        <a:pt x="52983" y="119259"/>
                      </a:cubicBezTo>
                      <a:lnTo>
                        <a:pt x="68547" y="119259"/>
                      </a:lnTo>
                      <a:cubicBezTo>
                        <a:pt x="97552" y="119259"/>
                        <a:pt x="110640" y="143897"/>
                        <a:pt x="110640" y="179405"/>
                      </a:cubicBezTo>
                      <a:cubicBezTo>
                        <a:pt x="110640" y="228681"/>
                        <a:pt x="86233" y="239188"/>
                        <a:pt x="70669" y="239188"/>
                      </a:cubicBezTo>
                      <a:cubicBezTo>
                        <a:pt x="55459" y="239188"/>
                        <a:pt x="28929" y="233029"/>
                        <a:pt x="16549" y="211652"/>
                      </a:cubicBezTo>
                      <a:cubicBezTo>
                        <a:pt x="28929" y="213463"/>
                        <a:pt x="39895" y="205492"/>
                        <a:pt x="39895" y="191724"/>
                      </a:cubicBezTo>
                      <a:cubicBezTo>
                        <a:pt x="39895" y="178680"/>
                        <a:pt x="30344" y="171434"/>
                        <a:pt x="20086" y="171434"/>
                      </a:cubicBezTo>
                      <a:cubicBezTo>
                        <a:pt x="11596" y="171434"/>
                        <a:pt x="277" y="176506"/>
                        <a:pt x="277" y="192449"/>
                      </a:cubicBezTo>
                      <a:cubicBezTo>
                        <a:pt x="277" y="225420"/>
                        <a:pt x="33174" y="249333"/>
                        <a:pt x="71730" y="249333"/>
                      </a:cubicBezTo>
                      <a:cubicBezTo>
                        <a:pt x="114885" y="249333"/>
                        <a:pt x="147074" y="216362"/>
                        <a:pt x="147074" y="179405"/>
                      </a:cubicBezTo>
                      <a:cubicBezTo>
                        <a:pt x="147074" y="149694"/>
                        <a:pt x="124789" y="121433"/>
                        <a:pt x="88002" y="113824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41" name="Freeform: Shape 1340">
                  <a:extLst>
                    <a:ext uri="{FF2B5EF4-FFF2-40B4-BE49-F238E27FC236}">
                      <a16:creationId xmlns:a16="http://schemas.microsoft.com/office/drawing/2014/main" id="{3D0B1309-DECC-7BE5-690E-CFEE5D5B62CA}"/>
                    </a:ext>
                  </a:extLst>
                </p:cNvPr>
                <p:cNvSpPr/>
                <p:nvPr>
                  <p:custDataLst>
                    <p:tags r:id="rId94"/>
                  </p:custDataLst>
                </p:nvPr>
              </p:nvSpPr>
              <p:spPr>
                <a:xfrm>
                  <a:off x="13281419" y="5400984"/>
                  <a:ext cx="146797" cy="249278"/>
                </a:xfrm>
                <a:custGeom>
                  <a:avLst/>
                  <a:gdLst>
                    <a:gd name="connsiteX0" fmla="*/ 43083 w 146797"/>
                    <a:gd name="connsiteY0" fmla="*/ 75780 h 249278"/>
                    <a:gd name="connsiteX1" fmla="*/ 25397 w 146797"/>
                    <a:gd name="connsiteY1" fmla="*/ 46432 h 249278"/>
                    <a:gd name="connsiteX2" fmla="*/ 73504 w 146797"/>
                    <a:gd name="connsiteY2" fmla="*/ 9113 h 249278"/>
                    <a:gd name="connsiteX3" fmla="*/ 121964 w 146797"/>
                    <a:gd name="connsiteY3" fmla="*/ 54041 h 249278"/>
                    <a:gd name="connsiteX4" fmla="*/ 86945 w 146797"/>
                    <a:gd name="connsiteY4" fmla="*/ 104766 h 249278"/>
                    <a:gd name="connsiteX5" fmla="*/ 43083 w 146797"/>
                    <a:gd name="connsiteY5" fmla="*/ 75780 h 249278"/>
                    <a:gd name="connsiteX6" fmla="*/ 94727 w 146797"/>
                    <a:gd name="connsiteY6" fmla="*/ 110201 h 249278"/>
                    <a:gd name="connsiteX7" fmla="*/ 137529 w 146797"/>
                    <a:gd name="connsiteY7" fmla="*/ 54041 h 249278"/>
                    <a:gd name="connsiteX8" fmla="*/ 73857 w 146797"/>
                    <a:gd name="connsiteY8" fmla="*/ 55 h 249278"/>
                    <a:gd name="connsiteX9" fmla="*/ 9833 w 146797"/>
                    <a:gd name="connsiteY9" fmla="*/ 60563 h 249278"/>
                    <a:gd name="connsiteX10" fmla="*/ 25397 w 146797"/>
                    <a:gd name="connsiteY10" fmla="*/ 100418 h 249278"/>
                    <a:gd name="connsiteX11" fmla="*/ 51219 w 146797"/>
                    <a:gd name="connsiteY11" fmla="*/ 119984 h 249278"/>
                    <a:gd name="connsiteX12" fmla="*/ 282 w 146797"/>
                    <a:gd name="connsiteY12" fmla="*/ 186651 h 249278"/>
                    <a:gd name="connsiteX13" fmla="*/ 73504 w 146797"/>
                    <a:gd name="connsiteY13" fmla="*/ 249333 h 249278"/>
                    <a:gd name="connsiteX14" fmla="*/ 147079 w 146797"/>
                    <a:gd name="connsiteY14" fmla="*/ 180492 h 249278"/>
                    <a:gd name="connsiteX15" fmla="*/ 129746 w 146797"/>
                    <a:gd name="connsiteY15" fmla="*/ 135926 h 249278"/>
                    <a:gd name="connsiteX16" fmla="*/ 94727 w 146797"/>
                    <a:gd name="connsiteY16" fmla="*/ 110201 h 249278"/>
                    <a:gd name="connsiteX17" fmla="*/ 59355 w 146797"/>
                    <a:gd name="connsiteY17" fmla="*/ 125419 h 249278"/>
                    <a:gd name="connsiteX18" fmla="*/ 102863 w 146797"/>
                    <a:gd name="connsiteY18" fmla="*/ 153680 h 249278"/>
                    <a:gd name="connsiteX19" fmla="*/ 129393 w 146797"/>
                    <a:gd name="connsiteY19" fmla="*/ 193535 h 249278"/>
                    <a:gd name="connsiteX20" fmla="*/ 73857 w 146797"/>
                    <a:gd name="connsiteY20" fmla="*/ 239188 h 249278"/>
                    <a:gd name="connsiteX21" fmla="*/ 17968 w 146797"/>
                    <a:gd name="connsiteY21" fmla="*/ 186651 h 249278"/>
                    <a:gd name="connsiteX22" fmla="*/ 59355 w 146797"/>
                    <a:gd name="connsiteY22" fmla="*/ 125419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46797" h="249278">
                      <a:moveTo>
                        <a:pt x="43083" y="75780"/>
                      </a:moveTo>
                      <a:cubicBezTo>
                        <a:pt x="26812" y="64911"/>
                        <a:pt x="25397" y="52592"/>
                        <a:pt x="25397" y="46432"/>
                      </a:cubicBezTo>
                      <a:cubicBezTo>
                        <a:pt x="25397" y="24331"/>
                        <a:pt x="48389" y="9113"/>
                        <a:pt x="73504" y="9113"/>
                      </a:cubicBezTo>
                      <a:cubicBezTo>
                        <a:pt x="99326" y="9113"/>
                        <a:pt x="121964" y="27954"/>
                        <a:pt x="121964" y="54041"/>
                      </a:cubicBezTo>
                      <a:cubicBezTo>
                        <a:pt x="121964" y="74693"/>
                        <a:pt x="108169" y="92085"/>
                        <a:pt x="86945" y="104766"/>
                      </a:cubicBezTo>
                      <a:lnTo>
                        <a:pt x="43083" y="75780"/>
                      </a:lnTo>
                      <a:close/>
                      <a:moveTo>
                        <a:pt x="94727" y="110201"/>
                      </a:moveTo>
                      <a:cubicBezTo>
                        <a:pt x="120196" y="96795"/>
                        <a:pt x="137529" y="77954"/>
                        <a:pt x="137529" y="54041"/>
                      </a:cubicBezTo>
                      <a:cubicBezTo>
                        <a:pt x="137529" y="20707"/>
                        <a:pt x="106047" y="55"/>
                        <a:pt x="73857" y="55"/>
                      </a:cubicBezTo>
                      <a:cubicBezTo>
                        <a:pt x="38485" y="55"/>
                        <a:pt x="9833" y="26867"/>
                        <a:pt x="9833" y="60563"/>
                      </a:cubicBezTo>
                      <a:cubicBezTo>
                        <a:pt x="9833" y="67085"/>
                        <a:pt x="10540" y="83389"/>
                        <a:pt x="25397" y="100418"/>
                      </a:cubicBezTo>
                      <a:cubicBezTo>
                        <a:pt x="29288" y="104766"/>
                        <a:pt x="42376" y="113824"/>
                        <a:pt x="51219" y="119984"/>
                      </a:cubicBezTo>
                      <a:cubicBezTo>
                        <a:pt x="30703" y="130491"/>
                        <a:pt x="282" y="150781"/>
                        <a:pt x="282" y="186651"/>
                      </a:cubicBezTo>
                      <a:cubicBezTo>
                        <a:pt x="282" y="225058"/>
                        <a:pt x="36362" y="249333"/>
                        <a:pt x="73504" y="249333"/>
                      </a:cubicBezTo>
                      <a:cubicBezTo>
                        <a:pt x="113475" y="249333"/>
                        <a:pt x="147079" y="219260"/>
                        <a:pt x="147079" y="180492"/>
                      </a:cubicBezTo>
                      <a:cubicBezTo>
                        <a:pt x="147079" y="167448"/>
                        <a:pt x="143188" y="151144"/>
                        <a:pt x="129746" y="135926"/>
                      </a:cubicBezTo>
                      <a:cubicBezTo>
                        <a:pt x="123026" y="128317"/>
                        <a:pt x="117366" y="124694"/>
                        <a:pt x="94727" y="110201"/>
                      </a:cubicBezTo>
                      <a:close/>
                      <a:moveTo>
                        <a:pt x="59355" y="125419"/>
                      </a:moveTo>
                      <a:lnTo>
                        <a:pt x="102863" y="153680"/>
                      </a:lnTo>
                      <a:cubicBezTo>
                        <a:pt x="112768" y="160564"/>
                        <a:pt x="129393" y="171434"/>
                        <a:pt x="129393" y="193535"/>
                      </a:cubicBezTo>
                      <a:cubicBezTo>
                        <a:pt x="129393" y="220347"/>
                        <a:pt x="102863" y="239188"/>
                        <a:pt x="73857" y="239188"/>
                      </a:cubicBezTo>
                      <a:cubicBezTo>
                        <a:pt x="43437" y="239188"/>
                        <a:pt x="17968" y="216724"/>
                        <a:pt x="17968" y="186651"/>
                      </a:cubicBezTo>
                      <a:cubicBezTo>
                        <a:pt x="17968" y="165637"/>
                        <a:pt x="29288" y="142448"/>
                        <a:pt x="59355" y="125419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42" name="Freeform: Shape 1341">
                  <a:extLst>
                    <a:ext uri="{FF2B5EF4-FFF2-40B4-BE49-F238E27FC236}">
                      <a16:creationId xmlns:a16="http://schemas.microsoft.com/office/drawing/2014/main" id="{F81DBF63-B185-5CB8-E6B0-430E3AECB4A6}"/>
                    </a:ext>
                  </a:extLst>
                </p:cNvPr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13474909" y="5400984"/>
                  <a:ext cx="116730" cy="241307"/>
                </a:xfrm>
                <a:custGeom>
                  <a:avLst/>
                  <a:gdLst>
                    <a:gd name="connsiteX0" fmla="*/ 72801 w 116730"/>
                    <a:gd name="connsiteY0" fmla="*/ 9475 h 241307"/>
                    <a:gd name="connsiteX1" fmla="*/ 64666 w 116730"/>
                    <a:gd name="connsiteY1" fmla="*/ 55 h 241307"/>
                    <a:gd name="connsiteX2" fmla="*/ 287 w 116730"/>
                    <a:gd name="connsiteY2" fmla="*/ 23244 h 241307"/>
                    <a:gd name="connsiteX3" fmla="*/ 287 w 116730"/>
                    <a:gd name="connsiteY3" fmla="*/ 34476 h 241307"/>
                    <a:gd name="connsiteX4" fmla="*/ 46625 w 116730"/>
                    <a:gd name="connsiteY4" fmla="*/ 25055 h 241307"/>
                    <a:gd name="connsiteX5" fmla="*/ 46625 w 116730"/>
                    <a:gd name="connsiteY5" fmla="*/ 212739 h 241307"/>
                    <a:gd name="connsiteX6" fmla="*/ 13729 w 116730"/>
                    <a:gd name="connsiteY6" fmla="*/ 230130 h 241307"/>
                    <a:gd name="connsiteX7" fmla="*/ 2409 w 116730"/>
                    <a:gd name="connsiteY7" fmla="*/ 230130 h 241307"/>
                    <a:gd name="connsiteX8" fmla="*/ 2409 w 116730"/>
                    <a:gd name="connsiteY8" fmla="*/ 241362 h 241307"/>
                    <a:gd name="connsiteX9" fmla="*/ 59713 w 116730"/>
                    <a:gd name="connsiteY9" fmla="*/ 240275 h 241307"/>
                    <a:gd name="connsiteX10" fmla="*/ 117017 w 116730"/>
                    <a:gd name="connsiteY10" fmla="*/ 241362 h 241307"/>
                    <a:gd name="connsiteX11" fmla="*/ 117017 w 116730"/>
                    <a:gd name="connsiteY11" fmla="*/ 230130 h 241307"/>
                    <a:gd name="connsiteX12" fmla="*/ 105698 w 116730"/>
                    <a:gd name="connsiteY12" fmla="*/ 230130 h 241307"/>
                    <a:gd name="connsiteX13" fmla="*/ 72801 w 116730"/>
                    <a:gd name="connsiteY13" fmla="*/ 212739 h 241307"/>
                    <a:gd name="connsiteX14" fmla="*/ 72801 w 116730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30" h="241307">
                      <a:moveTo>
                        <a:pt x="72801" y="9475"/>
                      </a:moveTo>
                      <a:cubicBezTo>
                        <a:pt x="72801" y="780"/>
                        <a:pt x="72801" y="55"/>
                        <a:pt x="64666" y="55"/>
                      </a:cubicBezTo>
                      <a:cubicBezTo>
                        <a:pt x="42734" y="23244"/>
                        <a:pt x="11606" y="23244"/>
                        <a:pt x="287" y="23244"/>
                      </a:cubicBezTo>
                      <a:lnTo>
                        <a:pt x="287" y="34476"/>
                      </a:lnTo>
                      <a:cubicBezTo>
                        <a:pt x="7362" y="34476"/>
                        <a:pt x="28232" y="34476"/>
                        <a:pt x="46625" y="25055"/>
                      </a:cubicBezTo>
                      <a:lnTo>
                        <a:pt x="46625" y="212739"/>
                      </a:lnTo>
                      <a:cubicBezTo>
                        <a:pt x="46625" y="225782"/>
                        <a:pt x="45564" y="230130"/>
                        <a:pt x="13729" y="230130"/>
                      </a:cubicBezTo>
                      <a:lnTo>
                        <a:pt x="2409" y="230130"/>
                      </a:lnTo>
                      <a:lnTo>
                        <a:pt x="2409" y="241362"/>
                      </a:lnTo>
                      <a:cubicBezTo>
                        <a:pt x="14790" y="240275"/>
                        <a:pt x="45564" y="240275"/>
                        <a:pt x="59713" y="240275"/>
                      </a:cubicBezTo>
                      <a:cubicBezTo>
                        <a:pt x="73863" y="240275"/>
                        <a:pt x="104637" y="240275"/>
                        <a:pt x="117017" y="241362"/>
                      </a:cubicBezTo>
                      <a:lnTo>
                        <a:pt x="117017" y="230130"/>
                      </a:lnTo>
                      <a:lnTo>
                        <a:pt x="105698" y="230130"/>
                      </a:lnTo>
                      <a:cubicBezTo>
                        <a:pt x="73862" y="230130"/>
                        <a:pt x="72801" y="226145"/>
                        <a:pt x="72801" y="212739"/>
                      </a:cubicBezTo>
                      <a:lnTo>
                        <a:pt x="72801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43" name="Freeform: Shape 1342">
                  <a:extLst>
                    <a:ext uri="{FF2B5EF4-FFF2-40B4-BE49-F238E27FC236}">
                      <a16:creationId xmlns:a16="http://schemas.microsoft.com/office/drawing/2014/main" id="{5CC31B12-AD14-4C0D-B6F7-992E7B555D40}"/>
                    </a:ext>
                  </a:extLst>
                </p:cNvPr>
                <p:cNvSpPr/>
                <p:nvPr>
                  <p:custDataLst>
                    <p:tags r:id="rId96"/>
                  </p:custDataLst>
                </p:nvPr>
              </p:nvSpPr>
              <p:spPr>
                <a:xfrm>
                  <a:off x="13635149" y="5400984"/>
                  <a:ext cx="146797" cy="249278"/>
                </a:xfrm>
                <a:custGeom>
                  <a:avLst/>
                  <a:gdLst>
                    <a:gd name="connsiteX0" fmla="*/ 115254 w 146797"/>
                    <a:gd name="connsiteY0" fmla="*/ 126143 h 249278"/>
                    <a:gd name="connsiteX1" fmla="*/ 115254 w 146797"/>
                    <a:gd name="connsiteY1" fmla="*/ 137738 h 249278"/>
                    <a:gd name="connsiteX2" fmla="*/ 57950 w 146797"/>
                    <a:gd name="connsiteY2" fmla="*/ 239188 h 249278"/>
                    <a:gd name="connsiteX3" fmla="*/ 23284 w 146797"/>
                    <a:gd name="connsiteY3" fmla="*/ 226145 h 249278"/>
                    <a:gd name="connsiteX4" fmla="*/ 41678 w 146797"/>
                    <a:gd name="connsiteY4" fmla="*/ 209478 h 249278"/>
                    <a:gd name="connsiteX5" fmla="*/ 25407 w 146797"/>
                    <a:gd name="connsiteY5" fmla="*/ 192811 h 249278"/>
                    <a:gd name="connsiteX6" fmla="*/ 9135 w 146797"/>
                    <a:gd name="connsiteY6" fmla="*/ 210202 h 249278"/>
                    <a:gd name="connsiteX7" fmla="*/ 58303 w 146797"/>
                    <a:gd name="connsiteY7" fmla="*/ 249333 h 249278"/>
                    <a:gd name="connsiteX8" fmla="*/ 147089 w 146797"/>
                    <a:gd name="connsiteY8" fmla="*/ 122158 h 249278"/>
                    <a:gd name="connsiteX9" fmla="*/ 74929 w 146797"/>
                    <a:gd name="connsiteY9" fmla="*/ 55 h 249278"/>
                    <a:gd name="connsiteX10" fmla="*/ 22931 w 146797"/>
                    <a:gd name="connsiteY10" fmla="*/ 22881 h 249278"/>
                    <a:gd name="connsiteX11" fmla="*/ 292 w 146797"/>
                    <a:gd name="connsiteY11" fmla="*/ 81578 h 249278"/>
                    <a:gd name="connsiteX12" fmla="*/ 71038 w 146797"/>
                    <a:gd name="connsiteY12" fmla="*/ 162376 h 249278"/>
                    <a:gd name="connsiteX13" fmla="*/ 115254 w 146797"/>
                    <a:gd name="connsiteY13" fmla="*/ 126143 h 249278"/>
                    <a:gd name="connsiteX14" fmla="*/ 71391 w 146797"/>
                    <a:gd name="connsiteY14" fmla="*/ 154042 h 249278"/>
                    <a:gd name="connsiteX15" fmla="*/ 38495 w 146797"/>
                    <a:gd name="connsiteY15" fmla="*/ 131216 h 249278"/>
                    <a:gd name="connsiteX16" fmla="*/ 32128 w 146797"/>
                    <a:gd name="connsiteY16" fmla="*/ 81940 h 249278"/>
                    <a:gd name="connsiteX17" fmla="*/ 39556 w 146797"/>
                    <a:gd name="connsiteY17" fmla="*/ 31939 h 249278"/>
                    <a:gd name="connsiteX18" fmla="*/ 74929 w 146797"/>
                    <a:gd name="connsiteY18" fmla="*/ 9113 h 249278"/>
                    <a:gd name="connsiteX19" fmla="*/ 108887 w 146797"/>
                    <a:gd name="connsiteY19" fmla="*/ 37737 h 249278"/>
                    <a:gd name="connsiteX20" fmla="*/ 114546 w 146797"/>
                    <a:gd name="connsiteY20" fmla="*/ 88824 h 249278"/>
                    <a:gd name="connsiteX21" fmla="*/ 71391 w 146797"/>
                    <a:gd name="connsiteY21" fmla="*/ 154042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46797" h="249278">
                      <a:moveTo>
                        <a:pt x="115254" y="126143"/>
                      </a:moveTo>
                      <a:lnTo>
                        <a:pt x="115254" y="137738"/>
                      </a:lnTo>
                      <a:cubicBezTo>
                        <a:pt x="115254" y="222521"/>
                        <a:pt x="78466" y="239188"/>
                        <a:pt x="57950" y="239188"/>
                      </a:cubicBezTo>
                      <a:cubicBezTo>
                        <a:pt x="51936" y="239188"/>
                        <a:pt x="32835" y="238464"/>
                        <a:pt x="23284" y="226145"/>
                      </a:cubicBezTo>
                      <a:cubicBezTo>
                        <a:pt x="38848" y="226145"/>
                        <a:pt x="41678" y="215637"/>
                        <a:pt x="41678" y="209478"/>
                      </a:cubicBezTo>
                      <a:cubicBezTo>
                        <a:pt x="41678" y="198246"/>
                        <a:pt x="33189" y="192811"/>
                        <a:pt x="25407" y="192811"/>
                      </a:cubicBezTo>
                      <a:cubicBezTo>
                        <a:pt x="19747" y="192811"/>
                        <a:pt x="9135" y="196072"/>
                        <a:pt x="9135" y="210202"/>
                      </a:cubicBezTo>
                      <a:cubicBezTo>
                        <a:pt x="9135" y="234478"/>
                        <a:pt x="28237" y="249333"/>
                        <a:pt x="58303" y="249333"/>
                      </a:cubicBezTo>
                      <a:cubicBezTo>
                        <a:pt x="103934" y="249333"/>
                        <a:pt x="147089" y="200057"/>
                        <a:pt x="147089" y="122158"/>
                      </a:cubicBezTo>
                      <a:cubicBezTo>
                        <a:pt x="147089" y="24693"/>
                        <a:pt x="106410" y="55"/>
                        <a:pt x="74929" y="55"/>
                      </a:cubicBezTo>
                      <a:cubicBezTo>
                        <a:pt x="55474" y="55"/>
                        <a:pt x="38141" y="6577"/>
                        <a:pt x="22931" y="22881"/>
                      </a:cubicBezTo>
                      <a:cubicBezTo>
                        <a:pt x="8428" y="39186"/>
                        <a:pt x="292" y="54403"/>
                        <a:pt x="292" y="81578"/>
                      </a:cubicBezTo>
                      <a:cubicBezTo>
                        <a:pt x="292" y="126868"/>
                        <a:pt x="31420" y="162376"/>
                        <a:pt x="71038" y="162376"/>
                      </a:cubicBezTo>
                      <a:cubicBezTo>
                        <a:pt x="92615" y="162376"/>
                        <a:pt x="107118" y="147158"/>
                        <a:pt x="115254" y="126143"/>
                      </a:cubicBezTo>
                      <a:close/>
                      <a:moveTo>
                        <a:pt x="71391" y="154042"/>
                      </a:moveTo>
                      <a:cubicBezTo>
                        <a:pt x="65732" y="154042"/>
                        <a:pt x="49460" y="154042"/>
                        <a:pt x="38495" y="131216"/>
                      </a:cubicBezTo>
                      <a:cubicBezTo>
                        <a:pt x="32128" y="117810"/>
                        <a:pt x="32128" y="99694"/>
                        <a:pt x="32128" y="81940"/>
                      </a:cubicBezTo>
                      <a:cubicBezTo>
                        <a:pt x="32128" y="62374"/>
                        <a:pt x="32128" y="45345"/>
                        <a:pt x="39556" y="31939"/>
                      </a:cubicBezTo>
                      <a:cubicBezTo>
                        <a:pt x="49106" y="13823"/>
                        <a:pt x="62548" y="9113"/>
                        <a:pt x="74929" y="9113"/>
                      </a:cubicBezTo>
                      <a:cubicBezTo>
                        <a:pt x="91200" y="9113"/>
                        <a:pt x="102873" y="21432"/>
                        <a:pt x="108887" y="37737"/>
                      </a:cubicBezTo>
                      <a:cubicBezTo>
                        <a:pt x="113131" y="49331"/>
                        <a:pt x="114546" y="72157"/>
                        <a:pt x="114546" y="88824"/>
                      </a:cubicBezTo>
                      <a:cubicBezTo>
                        <a:pt x="114546" y="118897"/>
                        <a:pt x="102519" y="154042"/>
                        <a:pt x="71391" y="15404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44" name="Freeform: Shape 1343">
                  <a:extLst>
                    <a:ext uri="{FF2B5EF4-FFF2-40B4-BE49-F238E27FC236}">
                      <a16:creationId xmlns:a16="http://schemas.microsoft.com/office/drawing/2014/main" id="{13E61068-1661-301C-FD13-3B311A3340E4}"/>
                    </a:ext>
                  </a:extLst>
                </p:cNvPr>
                <p:cNvSpPr/>
                <p:nvPr>
                  <p:custDataLst>
                    <p:tags r:id="rId97"/>
                  </p:custDataLst>
                </p:nvPr>
              </p:nvSpPr>
              <p:spPr>
                <a:xfrm>
                  <a:off x="13924772" y="5446636"/>
                  <a:ext cx="216127" cy="210147"/>
                </a:xfrm>
                <a:custGeom>
                  <a:avLst/>
                  <a:gdLst>
                    <a:gd name="connsiteX0" fmla="*/ 209707 w 216127"/>
                    <a:gd name="connsiteY0" fmla="*/ 15273 h 210147"/>
                    <a:gd name="connsiteX1" fmla="*/ 216428 w 216127"/>
                    <a:gd name="connsiteY1" fmla="*/ 7301 h 210147"/>
                    <a:gd name="connsiteX2" fmla="*/ 209353 w 216127"/>
                    <a:gd name="connsiteY2" fmla="*/ 55 h 210147"/>
                    <a:gd name="connsiteX3" fmla="*/ 202986 w 216127"/>
                    <a:gd name="connsiteY3" fmla="*/ 2591 h 210147"/>
                    <a:gd name="connsiteX4" fmla="*/ 7021 w 216127"/>
                    <a:gd name="connsiteY4" fmla="*/ 97158 h 210147"/>
                    <a:gd name="connsiteX5" fmla="*/ 300 w 216127"/>
                    <a:gd name="connsiteY5" fmla="*/ 105129 h 210147"/>
                    <a:gd name="connsiteX6" fmla="*/ 7021 w 216127"/>
                    <a:gd name="connsiteY6" fmla="*/ 113100 h 210147"/>
                    <a:gd name="connsiteX7" fmla="*/ 202986 w 216127"/>
                    <a:gd name="connsiteY7" fmla="*/ 207666 h 210147"/>
                    <a:gd name="connsiteX8" fmla="*/ 209353 w 216127"/>
                    <a:gd name="connsiteY8" fmla="*/ 210202 h 210147"/>
                    <a:gd name="connsiteX9" fmla="*/ 216428 w 216127"/>
                    <a:gd name="connsiteY9" fmla="*/ 202956 h 210147"/>
                    <a:gd name="connsiteX10" fmla="*/ 209707 w 216127"/>
                    <a:gd name="connsiteY10" fmla="*/ 194985 h 210147"/>
                    <a:gd name="connsiteX11" fmla="*/ 24000 w 216127"/>
                    <a:gd name="connsiteY11" fmla="*/ 105129 h 210147"/>
                    <a:gd name="connsiteX12" fmla="*/ 209707 w 216127"/>
                    <a:gd name="connsiteY12" fmla="*/ 15273 h 210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6127" h="210147">
                      <a:moveTo>
                        <a:pt x="209707" y="15273"/>
                      </a:moveTo>
                      <a:cubicBezTo>
                        <a:pt x="213951" y="13099"/>
                        <a:pt x="216428" y="11287"/>
                        <a:pt x="216428" y="7301"/>
                      </a:cubicBezTo>
                      <a:cubicBezTo>
                        <a:pt x="216428" y="3316"/>
                        <a:pt x="213244" y="55"/>
                        <a:pt x="209353" y="55"/>
                      </a:cubicBezTo>
                      <a:cubicBezTo>
                        <a:pt x="208292" y="55"/>
                        <a:pt x="207584" y="55"/>
                        <a:pt x="202986" y="2591"/>
                      </a:cubicBezTo>
                      <a:lnTo>
                        <a:pt x="7021" y="97158"/>
                      </a:lnTo>
                      <a:cubicBezTo>
                        <a:pt x="3130" y="98969"/>
                        <a:pt x="300" y="100781"/>
                        <a:pt x="300" y="105129"/>
                      </a:cubicBezTo>
                      <a:cubicBezTo>
                        <a:pt x="300" y="109477"/>
                        <a:pt x="3130" y="111288"/>
                        <a:pt x="7021" y="113100"/>
                      </a:cubicBezTo>
                      <a:lnTo>
                        <a:pt x="202986" y="207666"/>
                      </a:lnTo>
                      <a:cubicBezTo>
                        <a:pt x="207584" y="210202"/>
                        <a:pt x="208292" y="210202"/>
                        <a:pt x="209353" y="210202"/>
                      </a:cubicBezTo>
                      <a:cubicBezTo>
                        <a:pt x="213244" y="210202"/>
                        <a:pt x="216428" y="206941"/>
                        <a:pt x="216428" y="202956"/>
                      </a:cubicBezTo>
                      <a:cubicBezTo>
                        <a:pt x="216428" y="198970"/>
                        <a:pt x="213951" y="197159"/>
                        <a:pt x="209707" y="194985"/>
                      </a:cubicBezTo>
                      <a:lnTo>
                        <a:pt x="24000" y="105129"/>
                      </a:lnTo>
                      <a:lnTo>
                        <a:pt x="209707" y="15273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345" name="Freeform: Shape 1344">
                  <a:extLst>
                    <a:ext uri="{FF2B5EF4-FFF2-40B4-BE49-F238E27FC236}">
                      <a16:creationId xmlns:a16="http://schemas.microsoft.com/office/drawing/2014/main" id="{27E423DF-F092-E7D5-BAF8-5A307F35789C}"/>
                    </a:ext>
                  </a:extLst>
                </p:cNvPr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14300272" y="5400984"/>
                  <a:ext cx="116730" cy="241307"/>
                </a:xfrm>
                <a:custGeom>
                  <a:avLst/>
                  <a:gdLst>
                    <a:gd name="connsiteX0" fmla="*/ 72825 w 116730"/>
                    <a:gd name="connsiteY0" fmla="*/ 9475 h 241307"/>
                    <a:gd name="connsiteX1" fmla="*/ 64689 w 116730"/>
                    <a:gd name="connsiteY1" fmla="*/ 55 h 241307"/>
                    <a:gd name="connsiteX2" fmla="*/ 310 w 116730"/>
                    <a:gd name="connsiteY2" fmla="*/ 23244 h 241307"/>
                    <a:gd name="connsiteX3" fmla="*/ 310 w 116730"/>
                    <a:gd name="connsiteY3" fmla="*/ 34476 h 241307"/>
                    <a:gd name="connsiteX4" fmla="*/ 46649 w 116730"/>
                    <a:gd name="connsiteY4" fmla="*/ 25055 h 241307"/>
                    <a:gd name="connsiteX5" fmla="*/ 46649 w 116730"/>
                    <a:gd name="connsiteY5" fmla="*/ 212739 h 241307"/>
                    <a:gd name="connsiteX6" fmla="*/ 13752 w 116730"/>
                    <a:gd name="connsiteY6" fmla="*/ 230130 h 241307"/>
                    <a:gd name="connsiteX7" fmla="*/ 2433 w 116730"/>
                    <a:gd name="connsiteY7" fmla="*/ 230130 h 241307"/>
                    <a:gd name="connsiteX8" fmla="*/ 2433 w 116730"/>
                    <a:gd name="connsiteY8" fmla="*/ 241362 h 241307"/>
                    <a:gd name="connsiteX9" fmla="*/ 59737 w 116730"/>
                    <a:gd name="connsiteY9" fmla="*/ 240275 h 241307"/>
                    <a:gd name="connsiteX10" fmla="*/ 117041 w 116730"/>
                    <a:gd name="connsiteY10" fmla="*/ 241362 h 241307"/>
                    <a:gd name="connsiteX11" fmla="*/ 117041 w 116730"/>
                    <a:gd name="connsiteY11" fmla="*/ 230130 h 241307"/>
                    <a:gd name="connsiteX12" fmla="*/ 105721 w 116730"/>
                    <a:gd name="connsiteY12" fmla="*/ 230130 h 241307"/>
                    <a:gd name="connsiteX13" fmla="*/ 72825 w 116730"/>
                    <a:gd name="connsiteY13" fmla="*/ 212739 h 241307"/>
                    <a:gd name="connsiteX14" fmla="*/ 72825 w 116730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30" h="241307">
                      <a:moveTo>
                        <a:pt x="72825" y="9475"/>
                      </a:moveTo>
                      <a:cubicBezTo>
                        <a:pt x="72825" y="780"/>
                        <a:pt x="72825" y="55"/>
                        <a:pt x="64689" y="55"/>
                      </a:cubicBezTo>
                      <a:cubicBezTo>
                        <a:pt x="42758" y="23244"/>
                        <a:pt x="11630" y="23244"/>
                        <a:pt x="310" y="23244"/>
                      </a:cubicBezTo>
                      <a:lnTo>
                        <a:pt x="310" y="34476"/>
                      </a:lnTo>
                      <a:cubicBezTo>
                        <a:pt x="7385" y="34476"/>
                        <a:pt x="28255" y="34476"/>
                        <a:pt x="46649" y="25055"/>
                      </a:cubicBezTo>
                      <a:lnTo>
                        <a:pt x="46649" y="212739"/>
                      </a:lnTo>
                      <a:cubicBezTo>
                        <a:pt x="46649" y="225782"/>
                        <a:pt x="45587" y="230130"/>
                        <a:pt x="13752" y="230130"/>
                      </a:cubicBezTo>
                      <a:lnTo>
                        <a:pt x="2433" y="230130"/>
                      </a:lnTo>
                      <a:lnTo>
                        <a:pt x="2433" y="241362"/>
                      </a:lnTo>
                      <a:cubicBezTo>
                        <a:pt x="14813" y="240275"/>
                        <a:pt x="45587" y="240275"/>
                        <a:pt x="59737" y="240275"/>
                      </a:cubicBezTo>
                      <a:cubicBezTo>
                        <a:pt x="73886" y="240275"/>
                        <a:pt x="104660" y="240275"/>
                        <a:pt x="117041" y="241362"/>
                      </a:cubicBezTo>
                      <a:lnTo>
                        <a:pt x="117041" y="230130"/>
                      </a:lnTo>
                      <a:lnTo>
                        <a:pt x="105721" y="230130"/>
                      </a:lnTo>
                      <a:cubicBezTo>
                        <a:pt x="73886" y="230130"/>
                        <a:pt x="72825" y="226145"/>
                        <a:pt x="72825" y="212739"/>
                      </a:cubicBezTo>
                      <a:lnTo>
                        <a:pt x="72825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79" name="Group 1278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|g_2'(1.618)| = 1/(1.618-1)^2 = 2.618 &gt; 1&#10;\end{align*}&#10;%%}&#10;\end{document}" title="IguanaTex Vector Display">
                <a:extLst>
                  <a:ext uri="{FF2B5EF4-FFF2-40B4-BE49-F238E27FC236}">
                    <a16:creationId xmlns:a16="http://schemas.microsoft.com/office/drawing/2014/main" id="{29CC6803-C69B-D753-8A81-2E718BDECCA8}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33"/>
                </p:custDataLst>
              </p:nvPr>
            </p:nvGrpSpPr>
            <p:grpSpPr>
              <a:xfrm>
                <a:off x="3251200" y="4872950"/>
                <a:ext cx="6134593" cy="408589"/>
                <a:chOff x="8576822" y="6299197"/>
                <a:chExt cx="6134593" cy="408589"/>
              </a:xfrm>
            </p:grpSpPr>
            <p:sp>
              <p:nvSpPr>
                <p:cNvPr id="1246" name="Freeform: Shape 1245">
                  <a:extLst>
                    <a:ext uri="{FF2B5EF4-FFF2-40B4-BE49-F238E27FC236}">
                      <a16:creationId xmlns:a16="http://schemas.microsoft.com/office/drawing/2014/main" id="{68BD847A-954B-9639-7982-FB8FC897369E}"/>
                    </a:ext>
                  </a:extLst>
                </p:cNvPr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576822" y="6345463"/>
                  <a:ext cx="14150" cy="362323"/>
                </a:xfrm>
                <a:custGeom>
                  <a:avLst/>
                  <a:gdLst>
                    <a:gd name="connsiteX0" fmla="*/ 14297 w 14150"/>
                    <a:gd name="connsiteY0" fmla="*/ 13099 h 362323"/>
                    <a:gd name="connsiteX1" fmla="*/ 7222 w 14150"/>
                    <a:gd name="connsiteY1" fmla="*/ 55 h 362323"/>
                    <a:gd name="connsiteX2" fmla="*/ 147 w 14150"/>
                    <a:gd name="connsiteY2" fmla="*/ 13099 h 362323"/>
                    <a:gd name="connsiteX3" fmla="*/ 147 w 14150"/>
                    <a:gd name="connsiteY3" fmla="*/ 349334 h 362323"/>
                    <a:gd name="connsiteX4" fmla="*/ 7222 w 14150"/>
                    <a:gd name="connsiteY4" fmla="*/ 362378 h 362323"/>
                    <a:gd name="connsiteX5" fmla="*/ 14297 w 14150"/>
                    <a:gd name="connsiteY5" fmla="*/ 349334 h 362323"/>
                    <a:gd name="connsiteX6" fmla="*/ 14297 w 14150"/>
                    <a:gd name="connsiteY6" fmla="*/ 13099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150" h="362323">
                      <a:moveTo>
                        <a:pt x="14297" y="13099"/>
                      </a:moveTo>
                      <a:cubicBezTo>
                        <a:pt x="14297" y="6577"/>
                        <a:pt x="14297" y="55"/>
                        <a:pt x="7222" y="55"/>
                      </a:cubicBezTo>
                      <a:cubicBezTo>
                        <a:pt x="147" y="55"/>
                        <a:pt x="147" y="6577"/>
                        <a:pt x="147" y="13099"/>
                      </a:cubicBezTo>
                      <a:lnTo>
                        <a:pt x="147" y="349334"/>
                      </a:lnTo>
                      <a:cubicBezTo>
                        <a:pt x="147" y="355856"/>
                        <a:pt x="147" y="362378"/>
                        <a:pt x="7222" y="362378"/>
                      </a:cubicBezTo>
                      <a:cubicBezTo>
                        <a:pt x="14297" y="362378"/>
                        <a:pt x="14297" y="355856"/>
                        <a:pt x="14297" y="349334"/>
                      </a:cubicBezTo>
                      <a:lnTo>
                        <a:pt x="14297" y="1309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47" name="Freeform: Shape 1246">
                  <a:extLst>
                    <a:ext uri="{FF2B5EF4-FFF2-40B4-BE49-F238E27FC236}">
                      <a16:creationId xmlns:a16="http://schemas.microsoft.com/office/drawing/2014/main" id="{47BD335F-71D4-5828-DCA5-C9D16B8A8AA5}"/>
                    </a:ext>
                  </a:extLst>
                </p:cNvPr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8638299" y="6457058"/>
                  <a:ext cx="162378" cy="234423"/>
                </a:xfrm>
                <a:custGeom>
                  <a:avLst/>
                  <a:gdLst>
                    <a:gd name="connsiteX0" fmla="*/ 161466 w 162378"/>
                    <a:gd name="connsiteY0" fmla="*/ 23606 h 234423"/>
                    <a:gd name="connsiteX1" fmla="*/ 162528 w 162378"/>
                    <a:gd name="connsiteY1" fmla="*/ 17084 h 234423"/>
                    <a:gd name="connsiteX2" fmla="*/ 152268 w 162378"/>
                    <a:gd name="connsiteY2" fmla="*/ 7301 h 234423"/>
                    <a:gd name="connsiteX3" fmla="*/ 137764 w 162378"/>
                    <a:gd name="connsiteY3" fmla="*/ 22881 h 234423"/>
                    <a:gd name="connsiteX4" fmla="*/ 104864 w 162378"/>
                    <a:gd name="connsiteY4" fmla="*/ 55 h 234423"/>
                    <a:gd name="connsiteX5" fmla="*/ 20668 w 162378"/>
                    <a:gd name="connsiteY5" fmla="*/ 102955 h 234423"/>
                    <a:gd name="connsiteX6" fmla="*/ 67719 w 162378"/>
                    <a:gd name="connsiteY6" fmla="*/ 160202 h 234423"/>
                    <a:gd name="connsiteX7" fmla="*/ 108755 w 162378"/>
                    <a:gd name="connsiteY7" fmla="*/ 139187 h 234423"/>
                    <a:gd name="connsiteX8" fmla="*/ 109109 w 162378"/>
                    <a:gd name="connsiteY8" fmla="*/ 139549 h 234423"/>
                    <a:gd name="connsiteX9" fmla="*/ 97435 w 162378"/>
                    <a:gd name="connsiteY9" fmla="*/ 187376 h 234423"/>
                    <a:gd name="connsiteX10" fmla="*/ 46493 w 162378"/>
                    <a:gd name="connsiteY10" fmla="*/ 226507 h 234423"/>
                    <a:gd name="connsiteX11" fmla="*/ 18191 w 162378"/>
                    <a:gd name="connsiteY11" fmla="*/ 222884 h 234423"/>
                    <a:gd name="connsiteX12" fmla="*/ 32696 w 162378"/>
                    <a:gd name="connsiteY12" fmla="*/ 204043 h 234423"/>
                    <a:gd name="connsiteX13" fmla="*/ 19253 w 162378"/>
                    <a:gd name="connsiteY13" fmla="*/ 191362 h 234423"/>
                    <a:gd name="connsiteX14" fmla="*/ 149 w 162378"/>
                    <a:gd name="connsiteY14" fmla="*/ 212376 h 234423"/>
                    <a:gd name="connsiteX15" fmla="*/ 47200 w 162378"/>
                    <a:gd name="connsiteY15" fmla="*/ 234478 h 234423"/>
                    <a:gd name="connsiteX16" fmla="*/ 122198 w 162378"/>
                    <a:gd name="connsiteY16" fmla="*/ 184477 h 234423"/>
                    <a:gd name="connsiteX17" fmla="*/ 161466 w 162378"/>
                    <a:gd name="connsiteY17" fmla="*/ 23606 h 234423"/>
                    <a:gd name="connsiteX18" fmla="*/ 115477 w 162378"/>
                    <a:gd name="connsiteY18" fmla="*/ 113824 h 234423"/>
                    <a:gd name="connsiteX19" fmla="*/ 97435 w 162378"/>
                    <a:gd name="connsiteY19" fmla="*/ 139187 h 234423"/>
                    <a:gd name="connsiteX20" fmla="*/ 68780 w 162378"/>
                    <a:gd name="connsiteY20" fmla="*/ 152231 h 234423"/>
                    <a:gd name="connsiteX21" fmla="*/ 45785 w 162378"/>
                    <a:gd name="connsiteY21" fmla="*/ 118897 h 234423"/>
                    <a:gd name="connsiteX22" fmla="*/ 65596 w 162378"/>
                    <a:gd name="connsiteY22" fmla="*/ 40273 h 234423"/>
                    <a:gd name="connsiteX23" fmla="*/ 105218 w 162378"/>
                    <a:gd name="connsiteY23" fmla="*/ 8026 h 234423"/>
                    <a:gd name="connsiteX24" fmla="*/ 133519 w 162378"/>
                    <a:gd name="connsiteY24" fmla="*/ 39186 h 234423"/>
                    <a:gd name="connsiteX25" fmla="*/ 132458 w 162378"/>
                    <a:gd name="connsiteY25" fmla="*/ 44621 h 234423"/>
                    <a:gd name="connsiteX26" fmla="*/ 115477 w 162378"/>
                    <a:gd name="connsiteY26" fmla="*/ 113824 h 234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62378" h="234423">
                      <a:moveTo>
                        <a:pt x="161466" y="23606"/>
                      </a:moveTo>
                      <a:cubicBezTo>
                        <a:pt x="161820" y="21432"/>
                        <a:pt x="162528" y="19620"/>
                        <a:pt x="162528" y="17084"/>
                      </a:cubicBezTo>
                      <a:cubicBezTo>
                        <a:pt x="162528" y="10925"/>
                        <a:pt x="158282" y="7301"/>
                        <a:pt x="152268" y="7301"/>
                      </a:cubicBezTo>
                      <a:cubicBezTo>
                        <a:pt x="148731" y="7301"/>
                        <a:pt x="139179" y="9838"/>
                        <a:pt x="137764" y="22881"/>
                      </a:cubicBezTo>
                      <a:cubicBezTo>
                        <a:pt x="131396" y="9475"/>
                        <a:pt x="119015" y="55"/>
                        <a:pt x="104864" y="55"/>
                      </a:cubicBezTo>
                      <a:cubicBezTo>
                        <a:pt x="64535" y="55"/>
                        <a:pt x="20668" y="50780"/>
                        <a:pt x="20668" y="102955"/>
                      </a:cubicBezTo>
                      <a:cubicBezTo>
                        <a:pt x="20668" y="138825"/>
                        <a:pt x="42247" y="160202"/>
                        <a:pt x="67719" y="160202"/>
                      </a:cubicBezTo>
                      <a:cubicBezTo>
                        <a:pt x="88591" y="160202"/>
                        <a:pt x="105218" y="143173"/>
                        <a:pt x="108755" y="139187"/>
                      </a:cubicBezTo>
                      <a:lnTo>
                        <a:pt x="109109" y="139549"/>
                      </a:lnTo>
                      <a:cubicBezTo>
                        <a:pt x="101680" y="171796"/>
                        <a:pt x="97435" y="186651"/>
                        <a:pt x="97435" y="187376"/>
                      </a:cubicBezTo>
                      <a:cubicBezTo>
                        <a:pt x="96020" y="190637"/>
                        <a:pt x="83992" y="226507"/>
                        <a:pt x="46493" y="226507"/>
                      </a:cubicBezTo>
                      <a:cubicBezTo>
                        <a:pt x="39771" y="226507"/>
                        <a:pt x="28097" y="226145"/>
                        <a:pt x="18191" y="222884"/>
                      </a:cubicBezTo>
                      <a:cubicBezTo>
                        <a:pt x="28804" y="219623"/>
                        <a:pt x="32696" y="210202"/>
                        <a:pt x="32696" y="204043"/>
                      </a:cubicBezTo>
                      <a:cubicBezTo>
                        <a:pt x="32696" y="198246"/>
                        <a:pt x="28804" y="191362"/>
                        <a:pt x="19253" y="191362"/>
                      </a:cubicBezTo>
                      <a:cubicBezTo>
                        <a:pt x="11470" y="191362"/>
                        <a:pt x="149" y="197883"/>
                        <a:pt x="149" y="212376"/>
                      </a:cubicBezTo>
                      <a:cubicBezTo>
                        <a:pt x="149" y="227232"/>
                        <a:pt x="13239" y="234478"/>
                        <a:pt x="47200" y="234478"/>
                      </a:cubicBezTo>
                      <a:cubicBezTo>
                        <a:pt x="91421" y="234478"/>
                        <a:pt x="116892" y="206217"/>
                        <a:pt x="122198" y="184477"/>
                      </a:cubicBezTo>
                      <a:lnTo>
                        <a:pt x="161466" y="23606"/>
                      </a:lnTo>
                      <a:close/>
                      <a:moveTo>
                        <a:pt x="115477" y="113824"/>
                      </a:moveTo>
                      <a:cubicBezTo>
                        <a:pt x="113354" y="123245"/>
                        <a:pt x="105218" y="132303"/>
                        <a:pt x="97435" y="139187"/>
                      </a:cubicBezTo>
                      <a:cubicBezTo>
                        <a:pt x="90006" y="145709"/>
                        <a:pt x="79039" y="152231"/>
                        <a:pt x="68780" y="152231"/>
                      </a:cubicBezTo>
                      <a:cubicBezTo>
                        <a:pt x="51092" y="152231"/>
                        <a:pt x="45785" y="133390"/>
                        <a:pt x="45785" y="118897"/>
                      </a:cubicBezTo>
                      <a:cubicBezTo>
                        <a:pt x="45785" y="101505"/>
                        <a:pt x="56044" y="58751"/>
                        <a:pt x="65596" y="40273"/>
                      </a:cubicBezTo>
                      <a:cubicBezTo>
                        <a:pt x="75148" y="22519"/>
                        <a:pt x="90360" y="8026"/>
                        <a:pt x="105218" y="8026"/>
                      </a:cubicBezTo>
                      <a:cubicBezTo>
                        <a:pt x="128566" y="8026"/>
                        <a:pt x="133519" y="37374"/>
                        <a:pt x="133519" y="39186"/>
                      </a:cubicBezTo>
                      <a:cubicBezTo>
                        <a:pt x="133519" y="40997"/>
                        <a:pt x="132811" y="43171"/>
                        <a:pt x="132458" y="44621"/>
                      </a:cubicBezTo>
                      <a:lnTo>
                        <a:pt x="115477" y="113824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48" name="Freeform: Shape 1247">
                  <a:extLst>
                    <a:ext uri="{FF2B5EF4-FFF2-40B4-BE49-F238E27FC236}">
                      <a16:creationId xmlns:a16="http://schemas.microsoft.com/office/drawing/2014/main" id="{807B922C-F0E4-4E65-67F9-C6B40B7C8EAC}"/>
                    </a:ext>
                  </a:extLst>
                </p:cNvPr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8826307" y="6325827"/>
                  <a:ext cx="62156" cy="131378"/>
                </a:xfrm>
                <a:custGeom>
                  <a:avLst/>
                  <a:gdLst>
                    <a:gd name="connsiteX0" fmla="*/ 60082 w 62156"/>
                    <a:gd name="connsiteY0" fmla="*/ 22116 h 131378"/>
                    <a:gd name="connsiteX1" fmla="*/ 62311 w 62156"/>
                    <a:gd name="connsiteY1" fmla="*/ 14000 h 131378"/>
                    <a:gd name="connsiteX2" fmla="*/ 47701 w 62156"/>
                    <a:gd name="connsiteY2" fmla="*/ 51 h 131378"/>
                    <a:gd name="connsiteX3" fmla="*/ 34081 w 62156"/>
                    <a:gd name="connsiteY3" fmla="*/ 11971 h 131378"/>
                    <a:gd name="connsiteX4" fmla="*/ 1393 w 62156"/>
                    <a:gd name="connsiteY4" fmla="*/ 121791 h 131378"/>
                    <a:gd name="connsiteX5" fmla="*/ 155 w 62156"/>
                    <a:gd name="connsiteY5" fmla="*/ 125849 h 131378"/>
                    <a:gd name="connsiteX6" fmla="*/ 9812 w 62156"/>
                    <a:gd name="connsiteY6" fmla="*/ 131429 h 131378"/>
                    <a:gd name="connsiteX7" fmla="*/ 13527 w 62156"/>
                    <a:gd name="connsiteY7" fmla="*/ 127118 h 131378"/>
                    <a:gd name="connsiteX8" fmla="*/ 60082 w 62156"/>
                    <a:gd name="connsiteY8" fmla="*/ 22116 h 131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156" h="131378">
                      <a:moveTo>
                        <a:pt x="60082" y="22116"/>
                      </a:moveTo>
                      <a:cubicBezTo>
                        <a:pt x="62063" y="17805"/>
                        <a:pt x="62311" y="15776"/>
                        <a:pt x="62311" y="14000"/>
                      </a:cubicBezTo>
                      <a:cubicBezTo>
                        <a:pt x="62311" y="6138"/>
                        <a:pt x="55377" y="51"/>
                        <a:pt x="47701" y="51"/>
                      </a:cubicBezTo>
                      <a:cubicBezTo>
                        <a:pt x="38290" y="51"/>
                        <a:pt x="35319" y="7913"/>
                        <a:pt x="34081" y="11971"/>
                      </a:cubicBezTo>
                      <a:lnTo>
                        <a:pt x="1393" y="121791"/>
                      </a:lnTo>
                      <a:cubicBezTo>
                        <a:pt x="1145" y="122299"/>
                        <a:pt x="155" y="125596"/>
                        <a:pt x="155" y="125849"/>
                      </a:cubicBezTo>
                      <a:cubicBezTo>
                        <a:pt x="155" y="128893"/>
                        <a:pt x="7831" y="131429"/>
                        <a:pt x="9812" y="131429"/>
                      </a:cubicBezTo>
                      <a:cubicBezTo>
                        <a:pt x="11546" y="131429"/>
                        <a:pt x="11793" y="130922"/>
                        <a:pt x="13527" y="127118"/>
                      </a:cubicBezTo>
                      <a:lnTo>
                        <a:pt x="60082" y="22116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49" name="Freeform: Shape 1248">
                  <a:extLst>
                    <a:ext uri="{FF2B5EF4-FFF2-40B4-BE49-F238E27FC236}">
                      <a16:creationId xmlns:a16="http://schemas.microsoft.com/office/drawing/2014/main" id="{D405D898-5E8E-4AEC-FE07-1F4D0480E247}"/>
                    </a:ext>
                  </a:extLst>
                </p:cNvPr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8817329" y="6538369"/>
                  <a:ext cx="109454" cy="168407"/>
                </a:xfrm>
                <a:custGeom>
                  <a:avLst/>
                  <a:gdLst>
                    <a:gd name="connsiteX0" fmla="*/ 109609 w 109454"/>
                    <a:gd name="connsiteY0" fmla="*/ 122305 h 168407"/>
                    <a:gd name="connsiteX1" fmla="*/ 101189 w 109454"/>
                    <a:gd name="connsiteY1" fmla="*/ 122305 h 168407"/>
                    <a:gd name="connsiteX2" fmla="*/ 94751 w 109454"/>
                    <a:gd name="connsiteY2" fmla="*/ 145385 h 168407"/>
                    <a:gd name="connsiteX3" fmla="*/ 70235 w 109454"/>
                    <a:gd name="connsiteY3" fmla="*/ 146907 h 168407"/>
                    <a:gd name="connsiteX4" fmla="*/ 24670 w 109454"/>
                    <a:gd name="connsiteY4" fmla="*/ 146907 h 168407"/>
                    <a:gd name="connsiteX5" fmla="*/ 74197 w 109454"/>
                    <a:gd name="connsiteY5" fmla="*/ 104298 h 168407"/>
                    <a:gd name="connsiteX6" fmla="*/ 109609 w 109454"/>
                    <a:gd name="connsiteY6" fmla="*/ 49514 h 168407"/>
                    <a:gd name="connsiteX7" fmla="*/ 51662 w 109454"/>
                    <a:gd name="connsiteY7" fmla="*/ 57 h 168407"/>
                    <a:gd name="connsiteX8" fmla="*/ 154 w 109454"/>
                    <a:gd name="connsiteY8" fmla="*/ 45456 h 168407"/>
                    <a:gd name="connsiteX9" fmla="*/ 13279 w 109454"/>
                    <a:gd name="connsiteY9" fmla="*/ 59660 h 168407"/>
                    <a:gd name="connsiteX10" fmla="*/ 26404 w 109454"/>
                    <a:gd name="connsiteY10" fmla="*/ 46217 h 168407"/>
                    <a:gd name="connsiteX11" fmla="*/ 11793 w 109454"/>
                    <a:gd name="connsiteY11" fmla="*/ 32775 h 168407"/>
                    <a:gd name="connsiteX12" fmla="*/ 47948 w 109454"/>
                    <a:gd name="connsiteY12" fmla="*/ 9188 h 168407"/>
                    <a:gd name="connsiteX13" fmla="*/ 85588 w 109454"/>
                    <a:gd name="connsiteY13" fmla="*/ 49514 h 168407"/>
                    <a:gd name="connsiteX14" fmla="*/ 62311 w 109454"/>
                    <a:gd name="connsiteY14" fmla="*/ 98211 h 168407"/>
                    <a:gd name="connsiteX15" fmla="*/ 2631 w 109454"/>
                    <a:gd name="connsiteY15" fmla="*/ 158574 h 168407"/>
                    <a:gd name="connsiteX16" fmla="*/ 154 w 109454"/>
                    <a:gd name="connsiteY16" fmla="*/ 168465 h 168407"/>
                    <a:gd name="connsiteX17" fmla="*/ 102180 w 109454"/>
                    <a:gd name="connsiteY17" fmla="*/ 168465 h 168407"/>
                    <a:gd name="connsiteX18" fmla="*/ 109609 w 109454"/>
                    <a:gd name="connsiteY18" fmla="*/ 122305 h 16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9454" h="168407">
                      <a:moveTo>
                        <a:pt x="109609" y="122305"/>
                      </a:moveTo>
                      <a:lnTo>
                        <a:pt x="101189" y="122305"/>
                      </a:lnTo>
                      <a:cubicBezTo>
                        <a:pt x="100447" y="127885"/>
                        <a:pt x="97970" y="142849"/>
                        <a:pt x="94751" y="145385"/>
                      </a:cubicBezTo>
                      <a:cubicBezTo>
                        <a:pt x="92770" y="146907"/>
                        <a:pt x="73702" y="146907"/>
                        <a:pt x="70235" y="146907"/>
                      </a:cubicBezTo>
                      <a:lnTo>
                        <a:pt x="24670" y="146907"/>
                      </a:lnTo>
                      <a:cubicBezTo>
                        <a:pt x="50672" y="123320"/>
                        <a:pt x="59339" y="116218"/>
                        <a:pt x="74197" y="104298"/>
                      </a:cubicBezTo>
                      <a:cubicBezTo>
                        <a:pt x="92522" y="89334"/>
                        <a:pt x="109609" y="73609"/>
                        <a:pt x="109609" y="49514"/>
                      </a:cubicBezTo>
                      <a:cubicBezTo>
                        <a:pt x="109609" y="18826"/>
                        <a:pt x="83360" y="57"/>
                        <a:pt x="51662" y="57"/>
                      </a:cubicBezTo>
                      <a:cubicBezTo>
                        <a:pt x="20956" y="57"/>
                        <a:pt x="154" y="22123"/>
                        <a:pt x="154" y="45456"/>
                      </a:cubicBezTo>
                      <a:cubicBezTo>
                        <a:pt x="154" y="58391"/>
                        <a:pt x="10802" y="59660"/>
                        <a:pt x="13279" y="59660"/>
                      </a:cubicBezTo>
                      <a:cubicBezTo>
                        <a:pt x="19222" y="59660"/>
                        <a:pt x="26404" y="55348"/>
                        <a:pt x="26404" y="46217"/>
                      </a:cubicBezTo>
                      <a:cubicBezTo>
                        <a:pt x="26404" y="41652"/>
                        <a:pt x="24670" y="32775"/>
                        <a:pt x="11793" y="32775"/>
                      </a:cubicBezTo>
                      <a:cubicBezTo>
                        <a:pt x="19470" y="14768"/>
                        <a:pt x="36309" y="9188"/>
                        <a:pt x="47948" y="9188"/>
                      </a:cubicBezTo>
                      <a:cubicBezTo>
                        <a:pt x="72711" y="9188"/>
                        <a:pt x="85588" y="28971"/>
                        <a:pt x="85588" y="49514"/>
                      </a:cubicBezTo>
                      <a:cubicBezTo>
                        <a:pt x="85588" y="71580"/>
                        <a:pt x="70235" y="89080"/>
                        <a:pt x="62311" y="98211"/>
                      </a:cubicBezTo>
                      <a:lnTo>
                        <a:pt x="2631" y="158574"/>
                      </a:lnTo>
                      <a:cubicBezTo>
                        <a:pt x="154" y="160856"/>
                        <a:pt x="154" y="161364"/>
                        <a:pt x="154" y="168465"/>
                      </a:cubicBezTo>
                      <a:lnTo>
                        <a:pt x="102180" y="168465"/>
                      </a:lnTo>
                      <a:lnTo>
                        <a:pt x="109609" y="12230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0" name="Freeform: Shape 1249">
                  <a:extLst>
                    <a:ext uri="{FF2B5EF4-FFF2-40B4-BE49-F238E27FC236}">
                      <a16:creationId xmlns:a16="http://schemas.microsoft.com/office/drawing/2014/main" id="{74D8B661-3080-F608-1E2D-80285A7D6284}"/>
                    </a:ext>
                  </a:extLst>
                </p:cNvPr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8995454" y="6345463"/>
                  <a:ext cx="82073" cy="362323"/>
                </a:xfrm>
                <a:custGeom>
                  <a:avLst/>
                  <a:gdLst>
                    <a:gd name="connsiteX0" fmla="*/ 82232 w 82073"/>
                    <a:gd name="connsiteY0" fmla="*/ 358755 h 362323"/>
                    <a:gd name="connsiteX1" fmla="*/ 76218 w 82073"/>
                    <a:gd name="connsiteY1" fmla="*/ 350784 h 362323"/>
                    <a:gd name="connsiteX2" fmla="*/ 20677 w 82073"/>
                    <a:gd name="connsiteY2" fmla="*/ 181216 h 362323"/>
                    <a:gd name="connsiteX3" fmla="*/ 77633 w 82073"/>
                    <a:gd name="connsiteY3" fmla="*/ 9838 h 362323"/>
                    <a:gd name="connsiteX4" fmla="*/ 82232 w 82073"/>
                    <a:gd name="connsiteY4" fmla="*/ 3678 h 362323"/>
                    <a:gd name="connsiteX5" fmla="*/ 78694 w 82073"/>
                    <a:gd name="connsiteY5" fmla="*/ 55 h 362323"/>
                    <a:gd name="connsiteX6" fmla="*/ 22446 w 82073"/>
                    <a:gd name="connsiteY6" fmla="*/ 70708 h 362323"/>
                    <a:gd name="connsiteX7" fmla="*/ 159 w 82073"/>
                    <a:gd name="connsiteY7" fmla="*/ 181216 h 362323"/>
                    <a:gd name="connsiteX8" fmla="*/ 23507 w 82073"/>
                    <a:gd name="connsiteY8" fmla="*/ 294261 h 362323"/>
                    <a:gd name="connsiteX9" fmla="*/ 78694 w 82073"/>
                    <a:gd name="connsiteY9" fmla="*/ 362378 h 362323"/>
                    <a:gd name="connsiteX10" fmla="*/ 82232 w 82073"/>
                    <a:gd name="connsiteY10" fmla="*/ 358755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073" h="362323">
                      <a:moveTo>
                        <a:pt x="82232" y="358755"/>
                      </a:moveTo>
                      <a:cubicBezTo>
                        <a:pt x="82232" y="357668"/>
                        <a:pt x="82232" y="356943"/>
                        <a:pt x="76218" y="350784"/>
                      </a:cubicBezTo>
                      <a:cubicBezTo>
                        <a:pt x="31997" y="305131"/>
                        <a:pt x="20677" y="236652"/>
                        <a:pt x="20677" y="181216"/>
                      </a:cubicBezTo>
                      <a:cubicBezTo>
                        <a:pt x="20677" y="118172"/>
                        <a:pt x="34120" y="55128"/>
                        <a:pt x="77633" y="9838"/>
                      </a:cubicBezTo>
                      <a:cubicBezTo>
                        <a:pt x="82232" y="5490"/>
                        <a:pt x="82232" y="4765"/>
                        <a:pt x="82232" y="3678"/>
                      </a:cubicBezTo>
                      <a:cubicBezTo>
                        <a:pt x="82232" y="1142"/>
                        <a:pt x="80817" y="55"/>
                        <a:pt x="78694" y="55"/>
                      </a:cubicBezTo>
                      <a:cubicBezTo>
                        <a:pt x="75157" y="55"/>
                        <a:pt x="43318" y="24693"/>
                        <a:pt x="22446" y="70708"/>
                      </a:cubicBezTo>
                      <a:cubicBezTo>
                        <a:pt x="4404" y="110563"/>
                        <a:pt x="159" y="150781"/>
                        <a:pt x="159" y="181216"/>
                      </a:cubicBezTo>
                      <a:cubicBezTo>
                        <a:pt x="159" y="209478"/>
                        <a:pt x="4050" y="253319"/>
                        <a:pt x="23507" y="294261"/>
                      </a:cubicBezTo>
                      <a:cubicBezTo>
                        <a:pt x="44733" y="338827"/>
                        <a:pt x="75157" y="362378"/>
                        <a:pt x="78694" y="362378"/>
                      </a:cubicBezTo>
                      <a:cubicBezTo>
                        <a:pt x="80817" y="362378"/>
                        <a:pt x="82232" y="361291"/>
                        <a:pt x="82232" y="358755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1" name="Freeform: Shape 1250">
                  <a:extLst>
                    <a:ext uri="{FF2B5EF4-FFF2-40B4-BE49-F238E27FC236}">
                      <a16:creationId xmlns:a16="http://schemas.microsoft.com/office/drawing/2014/main" id="{05F83208-DD58-D3B5-9ADA-68F164ADA30A}"/>
                    </a:ext>
                  </a:extLst>
                </p:cNvPr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9129492" y="6375898"/>
                  <a:ext cx="116742" cy="241307"/>
                </a:xfrm>
                <a:custGeom>
                  <a:avLst/>
                  <a:gdLst>
                    <a:gd name="connsiteX0" fmla="*/ 72684 w 116742"/>
                    <a:gd name="connsiteY0" fmla="*/ 9475 h 241307"/>
                    <a:gd name="connsiteX1" fmla="*/ 64548 w 116742"/>
                    <a:gd name="connsiteY1" fmla="*/ 55 h 241307"/>
                    <a:gd name="connsiteX2" fmla="*/ 162 w 116742"/>
                    <a:gd name="connsiteY2" fmla="*/ 23244 h 241307"/>
                    <a:gd name="connsiteX3" fmla="*/ 162 w 116742"/>
                    <a:gd name="connsiteY3" fmla="*/ 34476 h 241307"/>
                    <a:gd name="connsiteX4" fmla="*/ 46506 w 116742"/>
                    <a:gd name="connsiteY4" fmla="*/ 25055 h 241307"/>
                    <a:gd name="connsiteX5" fmla="*/ 46506 w 116742"/>
                    <a:gd name="connsiteY5" fmla="*/ 212739 h 241307"/>
                    <a:gd name="connsiteX6" fmla="*/ 13606 w 116742"/>
                    <a:gd name="connsiteY6" fmla="*/ 230130 h 241307"/>
                    <a:gd name="connsiteX7" fmla="*/ 2285 w 116742"/>
                    <a:gd name="connsiteY7" fmla="*/ 230130 h 241307"/>
                    <a:gd name="connsiteX8" fmla="*/ 2285 w 116742"/>
                    <a:gd name="connsiteY8" fmla="*/ 241362 h 241307"/>
                    <a:gd name="connsiteX9" fmla="*/ 59595 w 116742"/>
                    <a:gd name="connsiteY9" fmla="*/ 240275 h 241307"/>
                    <a:gd name="connsiteX10" fmla="*/ 116905 w 116742"/>
                    <a:gd name="connsiteY10" fmla="*/ 241362 h 241307"/>
                    <a:gd name="connsiteX11" fmla="*/ 116905 w 116742"/>
                    <a:gd name="connsiteY11" fmla="*/ 230130 h 241307"/>
                    <a:gd name="connsiteX12" fmla="*/ 105585 w 116742"/>
                    <a:gd name="connsiteY12" fmla="*/ 230130 h 241307"/>
                    <a:gd name="connsiteX13" fmla="*/ 72684 w 116742"/>
                    <a:gd name="connsiteY13" fmla="*/ 212739 h 241307"/>
                    <a:gd name="connsiteX14" fmla="*/ 72684 w 116742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42" h="241307">
                      <a:moveTo>
                        <a:pt x="72684" y="9475"/>
                      </a:moveTo>
                      <a:cubicBezTo>
                        <a:pt x="72684" y="780"/>
                        <a:pt x="72684" y="55"/>
                        <a:pt x="64548" y="55"/>
                      </a:cubicBezTo>
                      <a:cubicBezTo>
                        <a:pt x="42614" y="23244"/>
                        <a:pt x="11483" y="23244"/>
                        <a:pt x="162" y="23244"/>
                      </a:cubicBezTo>
                      <a:lnTo>
                        <a:pt x="162" y="34476"/>
                      </a:lnTo>
                      <a:cubicBezTo>
                        <a:pt x="7238" y="34476"/>
                        <a:pt x="28110" y="34476"/>
                        <a:pt x="46506" y="25055"/>
                      </a:cubicBezTo>
                      <a:lnTo>
                        <a:pt x="46506" y="212739"/>
                      </a:lnTo>
                      <a:cubicBezTo>
                        <a:pt x="46506" y="225782"/>
                        <a:pt x="45444" y="230130"/>
                        <a:pt x="13606" y="230130"/>
                      </a:cubicBezTo>
                      <a:lnTo>
                        <a:pt x="2285" y="230130"/>
                      </a:lnTo>
                      <a:lnTo>
                        <a:pt x="2285" y="241362"/>
                      </a:lnTo>
                      <a:cubicBezTo>
                        <a:pt x="14667" y="240275"/>
                        <a:pt x="45444" y="240275"/>
                        <a:pt x="59595" y="240275"/>
                      </a:cubicBezTo>
                      <a:cubicBezTo>
                        <a:pt x="73746" y="240275"/>
                        <a:pt x="104523" y="240275"/>
                        <a:pt x="116905" y="241362"/>
                      </a:cubicBezTo>
                      <a:lnTo>
                        <a:pt x="116905" y="230130"/>
                      </a:lnTo>
                      <a:lnTo>
                        <a:pt x="105585" y="230130"/>
                      </a:lnTo>
                      <a:cubicBezTo>
                        <a:pt x="73746" y="230130"/>
                        <a:pt x="72684" y="226145"/>
                        <a:pt x="72684" y="212739"/>
                      </a:cubicBezTo>
                      <a:lnTo>
                        <a:pt x="72684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2" name="Freeform: Shape 1251">
                  <a:extLst>
                    <a:ext uri="{FF2B5EF4-FFF2-40B4-BE49-F238E27FC236}">
                      <a16:creationId xmlns:a16="http://schemas.microsoft.com/office/drawing/2014/main" id="{3EB9BA00-5CB2-FF7A-A787-1852CC114E59}"/>
                    </a:ext>
                  </a:extLst>
                </p:cNvPr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9305314" y="6578799"/>
                  <a:ext cx="37499" cy="38406"/>
                </a:xfrm>
                <a:custGeom>
                  <a:avLst/>
                  <a:gdLst>
                    <a:gd name="connsiteX0" fmla="*/ 37667 w 37499"/>
                    <a:gd name="connsiteY0" fmla="*/ 19258 h 38406"/>
                    <a:gd name="connsiteX1" fmla="*/ 18917 w 37499"/>
                    <a:gd name="connsiteY1" fmla="*/ 55 h 38406"/>
                    <a:gd name="connsiteX2" fmla="*/ 167 w 37499"/>
                    <a:gd name="connsiteY2" fmla="*/ 19258 h 38406"/>
                    <a:gd name="connsiteX3" fmla="*/ 18917 w 37499"/>
                    <a:gd name="connsiteY3" fmla="*/ 38461 h 38406"/>
                    <a:gd name="connsiteX4" fmla="*/ 37667 w 37499"/>
                    <a:gd name="connsiteY4" fmla="*/ 19258 h 38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499" h="38406">
                      <a:moveTo>
                        <a:pt x="37667" y="19258"/>
                      </a:moveTo>
                      <a:cubicBezTo>
                        <a:pt x="37667" y="8751"/>
                        <a:pt x="29176" y="55"/>
                        <a:pt x="18917" y="55"/>
                      </a:cubicBezTo>
                      <a:cubicBezTo>
                        <a:pt x="8658" y="55"/>
                        <a:pt x="167" y="8751"/>
                        <a:pt x="167" y="19258"/>
                      </a:cubicBezTo>
                      <a:cubicBezTo>
                        <a:pt x="167" y="29765"/>
                        <a:pt x="8658" y="38461"/>
                        <a:pt x="18917" y="38461"/>
                      </a:cubicBezTo>
                      <a:cubicBezTo>
                        <a:pt x="29176" y="38461"/>
                        <a:pt x="37667" y="29765"/>
                        <a:pt x="37667" y="1925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3" name="Freeform: Shape 1252">
                  <a:extLst>
                    <a:ext uri="{FF2B5EF4-FFF2-40B4-BE49-F238E27FC236}">
                      <a16:creationId xmlns:a16="http://schemas.microsoft.com/office/drawing/2014/main" id="{BB5A6AA5-F6C0-FE9C-B96E-6BCCCF385220}"/>
                    </a:ext>
                  </a:extLst>
                </p:cNvPr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9388017" y="6375898"/>
                  <a:ext cx="146812" cy="249278"/>
                </a:xfrm>
                <a:custGeom>
                  <a:avLst/>
                  <a:gdLst>
                    <a:gd name="connsiteX0" fmla="*/ 32009 w 146812"/>
                    <a:gd name="connsiteY0" fmla="*/ 122520 h 249278"/>
                    <a:gd name="connsiteX1" fmla="*/ 32009 w 146812"/>
                    <a:gd name="connsiteY1" fmla="*/ 113824 h 249278"/>
                    <a:gd name="connsiteX2" fmla="*/ 93918 w 146812"/>
                    <a:gd name="connsiteY2" fmla="*/ 9113 h 249278"/>
                    <a:gd name="connsiteX3" fmla="*/ 125049 w 146812"/>
                    <a:gd name="connsiteY3" fmla="*/ 23606 h 249278"/>
                    <a:gd name="connsiteX4" fmla="*/ 105592 w 146812"/>
                    <a:gd name="connsiteY4" fmla="*/ 39910 h 249278"/>
                    <a:gd name="connsiteX5" fmla="*/ 121865 w 146812"/>
                    <a:gd name="connsiteY5" fmla="*/ 56577 h 249278"/>
                    <a:gd name="connsiteX6" fmla="*/ 138139 w 146812"/>
                    <a:gd name="connsiteY6" fmla="*/ 39186 h 249278"/>
                    <a:gd name="connsiteX7" fmla="*/ 93210 w 146812"/>
                    <a:gd name="connsiteY7" fmla="*/ 55 h 249278"/>
                    <a:gd name="connsiteX8" fmla="*/ 170 w 146812"/>
                    <a:gd name="connsiteY8" fmla="*/ 126868 h 249278"/>
                    <a:gd name="connsiteX9" fmla="*/ 74107 w 146812"/>
                    <a:gd name="connsiteY9" fmla="*/ 249333 h 249278"/>
                    <a:gd name="connsiteX10" fmla="*/ 146983 w 146812"/>
                    <a:gd name="connsiteY10" fmla="*/ 167448 h 249278"/>
                    <a:gd name="connsiteX11" fmla="*/ 76230 w 146812"/>
                    <a:gd name="connsiteY11" fmla="*/ 86650 h 249278"/>
                    <a:gd name="connsiteX12" fmla="*/ 32009 w 146812"/>
                    <a:gd name="connsiteY12" fmla="*/ 122520 h 249278"/>
                    <a:gd name="connsiteX13" fmla="*/ 74107 w 146812"/>
                    <a:gd name="connsiteY13" fmla="*/ 239188 h 249278"/>
                    <a:gd name="connsiteX14" fmla="*/ 39084 w 146812"/>
                    <a:gd name="connsiteY14" fmla="*/ 212014 h 249278"/>
                    <a:gd name="connsiteX15" fmla="*/ 32717 w 146812"/>
                    <a:gd name="connsiteY15" fmla="*/ 159477 h 249278"/>
                    <a:gd name="connsiteX16" fmla="*/ 75876 w 146812"/>
                    <a:gd name="connsiteY16" fmla="*/ 94984 h 249278"/>
                    <a:gd name="connsiteX17" fmla="*/ 108776 w 146812"/>
                    <a:gd name="connsiteY17" fmla="*/ 117448 h 249278"/>
                    <a:gd name="connsiteX18" fmla="*/ 115144 w 146812"/>
                    <a:gd name="connsiteY18" fmla="*/ 167086 h 249278"/>
                    <a:gd name="connsiteX19" fmla="*/ 109130 w 146812"/>
                    <a:gd name="connsiteY19" fmla="*/ 215637 h 249278"/>
                    <a:gd name="connsiteX20" fmla="*/ 74107 w 146812"/>
                    <a:gd name="connsiteY20" fmla="*/ 239188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812" h="249278">
                      <a:moveTo>
                        <a:pt x="32009" y="122520"/>
                      </a:moveTo>
                      <a:lnTo>
                        <a:pt x="32009" y="113824"/>
                      </a:lnTo>
                      <a:cubicBezTo>
                        <a:pt x="32009" y="22157"/>
                        <a:pt x="75876" y="9113"/>
                        <a:pt x="93918" y="9113"/>
                      </a:cubicBezTo>
                      <a:cubicBezTo>
                        <a:pt x="102408" y="9113"/>
                        <a:pt x="117267" y="11287"/>
                        <a:pt x="125049" y="23606"/>
                      </a:cubicBezTo>
                      <a:cubicBezTo>
                        <a:pt x="119743" y="23606"/>
                        <a:pt x="105592" y="23606"/>
                        <a:pt x="105592" y="39910"/>
                      </a:cubicBezTo>
                      <a:cubicBezTo>
                        <a:pt x="105592" y="51142"/>
                        <a:pt x="114083" y="56577"/>
                        <a:pt x="121865" y="56577"/>
                      </a:cubicBezTo>
                      <a:cubicBezTo>
                        <a:pt x="127526" y="56577"/>
                        <a:pt x="138139" y="53316"/>
                        <a:pt x="138139" y="39186"/>
                      </a:cubicBezTo>
                      <a:cubicBezTo>
                        <a:pt x="138139" y="17446"/>
                        <a:pt x="122573" y="55"/>
                        <a:pt x="93210" y="55"/>
                      </a:cubicBezTo>
                      <a:cubicBezTo>
                        <a:pt x="47929" y="55"/>
                        <a:pt x="170" y="46795"/>
                        <a:pt x="170" y="126868"/>
                      </a:cubicBezTo>
                      <a:cubicBezTo>
                        <a:pt x="170" y="223608"/>
                        <a:pt x="41207" y="249333"/>
                        <a:pt x="74107" y="249333"/>
                      </a:cubicBezTo>
                      <a:cubicBezTo>
                        <a:pt x="113375" y="249333"/>
                        <a:pt x="146983" y="215275"/>
                        <a:pt x="146983" y="167448"/>
                      </a:cubicBezTo>
                      <a:cubicBezTo>
                        <a:pt x="146983" y="121433"/>
                        <a:pt x="115498" y="86650"/>
                        <a:pt x="76230" y="86650"/>
                      </a:cubicBezTo>
                      <a:cubicBezTo>
                        <a:pt x="52174" y="86650"/>
                        <a:pt x="39084" y="105129"/>
                        <a:pt x="32009" y="122520"/>
                      </a:cubicBezTo>
                      <a:close/>
                      <a:moveTo>
                        <a:pt x="74107" y="239188"/>
                      </a:moveTo>
                      <a:cubicBezTo>
                        <a:pt x="51820" y="239188"/>
                        <a:pt x="41207" y="217449"/>
                        <a:pt x="39084" y="212014"/>
                      </a:cubicBezTo>
                      <a:cubicBezTo>
                        <a:pt x="32717" y="194985"/>
                        <a:pt x="32717" y="165999"/>
                        <a:pt x="32717" y="159477"/>
                      </a:cubicBezTo>
                      <a:cubicBezTo>
                        <a:pt x="32717" y="131216"/>
                        <a:pt x="44037" y="94984"/>
                        <a:pt x="75876" y="94984"/>
                      </a:cubicBezTo>
                      <a:cubicBezTo>
                        <a:pt x="81536" y="94984"/>
                        <a:pt x="97809" y="94984"/>
                        <a:pt x="108776" y="117448"/>
                      </a:cubicBezTo>
                      <a:cubicBezTo>
                        <a:pt x="115144" y="130854"/>
                        <a:pt x="115144" y="149332"/>
                        <a:pt x="115144" y="167086"/>
                      </a:cubicBezTo>
                      <a:cubicBezTo>
                        <a:pt x="115144" y="184477"/>
                        <a:pt x="115144" y="202594"/>
                        <a:pt x="109130" y="215637"/>
                      </a:cubicBezTo>
                      <a:cubicBezTo>
                        <a:pt x="98517" y="237377"/>
                        <a:pt x="82244" y="239188"/>
                        <a:pt x="74107" y="23918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4" name="Freeform: Shape 1253">
                  <a:extLst>
                    <a:ext uri="{FF2B5EF4-FFF2-40B4-BE49-F238E27FC236}">
                      <a16:creationId xmlns:a16="http://schemas.microsoft.com/office/drawing/2014/main" id="{A36D28DF-73EB-F6AC-920F-85E675BCBC23}"/>
                    </a:ext>
                  </a:extLst>
                </p:cNvPr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9581527" y="6375898"/>
                  <a:ext cx="116742" cy="241307"/>
                </a:xfrm>
                <a:custGeom>
                  <a:avLst/>
                  <a:gdLst>
                    <a:gd name="connsiteX0" fmla="*/ 72697 w 116742"/>
                    <a:gd name="connsiteY0" fmla="*/ 9475 h 241307"/>
                    <a:gd name="connsiteX1" fmla="*/ 64560 w 116742"/>
                    <a:gd name="connsiteY1" fmla="*/ 55 h 241307"/>
                    <a:gd name="connsiteX2" fmla="*/ 175 w 116742"/>
                    <a:gd name="connsiteY2" fmla="*/ 23244 h 241307"/>
                    <a:gd name="connsiteX3" fmla="*/ 175 w 116742"/>
                    <a:gd name="connsiteY3" fmla="*/ 34476 h 241307"/>
                    <a:gd name="connsiteX4" fmla="*/ 46518 w 116742"/>
                    <a:gd name="connsiteY4" fmla="*/ 25055 h 241307"/>
                    <a:gd name="connsiteX5" fmla="*/ 46518 w 116742"/>
                    <a:gd name="connsiteY5" fmla="*/ 212739 h 241307"/>
                    <a:gd name="connsiteX6" fmla="*/ 13618 w 116742"/>
                    <a:gd name="connsiteY6" fmla="*/ 230130 h 241307"/>
                    <a:gd name="connsiteX7" fmla="*/ 2298 w 116742"/>
                    <a:gd name="connsiteY7" fmla="*/ 230130 h 241307"/>
                    <a:gd name="connsiteX8" fmla="*/ 2298 w 116742"/>
                    <a:gd name="connsiteY8" fmla="*/ 241362 h 241307"/>
                    <a:gd name="connsiteX9" fmla="*/ 59608 w 116742"/>
                    <a:gd name="connsiteY9" fmla="*/ 240275 h 241307"/>
                    <a:gd name="connsiteX10" fmla="*/ 116918 w 116742"/>
                    <a:gd name="connsiteY10" fmla="*/ 241362 h 241307"/>
                    <a:gd name="connsiteX11" fmla="*/ 116918 w 116742"/>
                    <a:gd name="connsiteY11" fmla="*/ 230130 h 241307"/>
                    <a:gd name="connsiteX12" fmla="*/ 105597 w 116742"/>
                    <a:gd name="connsiteY12" fmla="*/ 230130 h 241307"/>
                    <a:gd name="connsiteX13" fmla="*/ 72697 w 116742"/>
                    <a:gd name="connsiteY13" fmla="*/ 212739 h 241307"/>
                    <a:gd name="connsiteX14" fmla="*/ 72697 w 116742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42" h="241307">
                      <a:moveTo>
                        <a:pt x="72697" y="9475"/>
                      </a:moveTo>
                      <a:cubicBezTo>
                        <a:pt x="72697" y="780"/>
                        <a:pt x="72697" y="55"/>
                        <a:pt x="64560" y="55"/>
                      </a:cubicBezTo>
                      <a:cubicBezTo>
                        <a:pt x="42627" y="23244"/>
                        <a:pt x="11496" y="23244"/>
                        <a:pt x="175" y="23244"/>
                      </a:cubicBezTo>
                      <a:lnTo>
                        <a:pt x="175" y="34476"/>
                      </a:lnTo>
                      <a:cubicBezTo>
                        <a:pt x="7251" y="34476"/>
                        <a:pt x="28123" y="34476"/>
                        <a:pt x="46518" y="25055"/>
                      </a:cubicBezTo>
                      <a:lnTo>
                        <a:pt x="46518" y="212739"/>
                      </a:lnTo>
                      <a:cubicBezTo>
                        <a:pt x="46518" y="225782"/>
                        <a:pt x="45457" y="230130"/>
                        <a:pt x="13618" y="230130"/>
                      </a:cubicBezTo>
                      <a:lnTo>
                        <a:pt x="2298" y="230130"/>
                      </a:lnTo>
                      <a:lnTo>
                        <a:pt x="2298" y="241362"/>
                      </a:lnTo>
                      <a:cubicBezTo>
                        <a:pt x="14680" y="240275"/>
                        <a:pt x="45457" y="240275"/>
                        <a:pt x="59608" y="240275"/>
                      </a:cubicBezTo>
                      <a:cubicBezTo>
                        <a:pt x="73758" y="240275"/>
                        <a:pt x="104536" y="240275"/>
                        <a:pt x="116918" y="241362"/>
                      </a:cubicBezTo>
                      <a:lnTo>
                        <a:pt x="116918" y="230130"/>
                      </a:lnTo>
                      <a:lnTo>
                        <a:pt x="105597" y="230130"/>
                      </a:lnTo>
                      <a:cubicBezTo>
                        <a:pt x="73758" y="230130"/>
                        <a:pt x="72697" y="226145"/>
                        <a:pt x="72697" y="212739"/>
                      </a:cubicBezTo>
                      <a:lnTo>
                        <a:pt x="72697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5" name="Freeform: Shape 1254">
                  <a:extLst>
                    <a:ext uri="{FF2B5EF4-FFF2-40B4-BE49-F238E27FC236}">
                      <a16:creationId xmlns:a16="http://schemas.microsoft.com/office/drawing/2014/main" id="{4CFB6F81-F113-F220-D962-3163A7A95DCB}"/>
                    </a:ext>
                  </a:extLst>
                </p:cNvPr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9741784" y="6375898"/>
                  <a:ext cx="146812" cy="249278"/>
                </a:xfrm>
                <a:custGeom>
                  <a:avLst/>
                  <a:gdLst>
                    <a:gd name="connsiteX0" fmla="*/ 42986 w 146812"/>
                    <a:gd name="connsiteY0" fmla="*/ 75780 h 249278"/>
                    <a:gd name="connsiteX1" fmla="*/ 25298 w 146812"/>
                    <a:gd name="connsiteY1" fmla="*/ 46432 h 249278"/>
                    <a:gd name="connsiteX2" fmla="*/ 73410 w 146812"/>
                    <a:gd name="connsiteY2" fmla="*/ 9113 h 249278"/>
                    <a:gd name="connsiteX3" fmla="*/ 121875 w 146812"/>
                    <a:gd name="connsiteY3" fmla="*/ 54041 h 249278"/>
                    <a:gd name="connsiteX4" fmla="*/ 86853 w 146812"/>
                    <a:gd name="connsiteY4" fmla="*/ 104766 h 249278"/>
                    <a:gd name="connsiteX5" fmla="*/ 42986 w 146812"/>
                    <a:gd name="connsiteY5" fmla="*/ 75780 h 249278"/>
                    <a:gd name="connsiteX6" fmla="*/ 94636 w 146812"/>
                    <a:gd name="connsiteY6" fmla="*/ 110201 h 249278"/>
                    <a:gd name="connsiteX7" fmla="*/ 137441 w 146812"/>
                    <a:gd name="connsiteY7" fmla="*/ 54041 h 249278"/>
                    <a:gd name="connsiteX8" fmla="*/ 73763 w 146812"/>
                    <a:gd name="connsiteY8" fmla="*/ 55 h 249278"/>
                    <a:gd name="connsiteX9" fmla="*/ 9732 w 146812"/>
                    <a:gd name="connsiteY9" fmla="*/ 60563 h 249278"/>
                    <a:gd name="connsiteX10" fmla="*/ 25298 w 146812"/>
                    <a:gd name="connsiteY10" fmla="*/ 100418 h 249278"/>
                    <a:gd name="connsiteX11" fmla="*/ 51122 w 146812"/>
                    <a:gd name="connsiteY11" fmla="*/ 119984 h 249278"/>
                    <a:gd name="connsiteX12" fmla="*/ 180 w 146812"/>
                    <a:gd name="connsiteY12" fmla="*/ 186651 h 249278"/>
                    <a:gd name="connsiteX13" fmla="*/ 73410 w 146812"/>
                    <a:gd name="connsiteY13" fmla="*/ 249333 h 249278"/>
                    <a:gd name="connsiteX14" fmla="*/ 146993 w 146812"/>
                    <a:gd name="connsiteY14" fmla="*/ 180492 h 249278"/>
                    <a:gd name="connsiteX15" fmla="*/ 129658 w 146812"/>
                    <a:gd name="connsiteY15" fmla="*/ 135926 h 249278"/>
                    <a:gd name="connsiteX16" fmla="*/ 94636 w 146812"/>
                    <a:gd name="connsiteY16" fmla="*/ 110201 h 249278"/>
                    <a:gd name="connsiteX17" fmla="*/ 59259 w 146812"/>
                    <a:gd name="connsiteY17" fmla="*/ 125419 h 249278"/>
                    <a:gd name="connsiteX18" fmla="*/ 102772 w 146812"/>
                    <a:gd name="connsiteY18" fmla="*/ 153680 h 249278"/>
                    <a:gd name="connsiteX19" fmla="*/ 129305 w 146812"/>
                    <a:gd name="connsiteY19" fmla="*/ 193535 h 249278"/>
                    <a:gd name="connsiteX20" fmla="*/ 73763 w 146812"/>
                    <a:gd name="connsiteY20" fmla="*/ 239188 h 249278"/>
                    <a:gd name="connsiteX21" fmla="*/ 17868 w 146812"/>
                    <a:gd name="connsiteY21" fmla="*/ 186651 h 249278"/>
                    <a:gd name="connsiteX22" fmla="*/ 59259 w 146812"/>
                    <a:gd name="connsiteY22" fmla="*/ 125419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46812" h="249278">
                      <a:moveTo>
                        <a:pt x="42986" y="75780"/>
                      </a:moveTo>
                      <a:cubicBezTo>
                        <a:pt x="26713" y="64911"/>
                        <a:pt x="25298" y="52592"/>
                        <a:pt x="25298" y="46432"/>
                      </a:cubicBezTo>
                      <a:cubicBezTo>
                        <a:pt x="25298" y="24331"/>
                        <a:pt x="48292" y="9113"/>
                        <a:pt x="73410" y="9113"/>
                      </a:cubicBezTo>
                      <a:cubicBezTo>
                        <a:pt x="99234" y="9113"/>
                        <a:pt x="121875" y="27954"/>
                        <a:pt x="121875" y="54041"/>
                      </a:cubicBezTo>
                      <a:cubicBezTo>
                        <a:pt x="121875" y="74693"/>
                        <a:pt x="108079" y="92085"/>
                        <a:pt x="86853" y="104766"/>
                      </a:cubicBezTo>
                      <a:lnTo>
                        <a:pt x="42986" y="75780"/>
                      </a:lnTo>
                      <a:close/>
                      <a:moveTo>
                        <a:pt x="94636" y="110201"/>
                      </a:moveTo>
                      <a:cubicBezTo>
                        <a:pt x="120107" y="96795"/>
                        <a:pt x="137441" y="77954"/>
                        <a:pt x="137441" y="54041"/>
                      </a:cubicBezTo>
                      <a:cubicBezTo>
                        <a:pt x="137441" y="20707"/>
                        <a:pt x="105956" y="55"/>
                        <a:pt x="73763" y="55"/>
                      </a:cubicBezTo>
                      <a:cubicBezTo>
                        <a:pt x="38387" y="55"/>
                        <a:pt x="9732" y="26867"/>
                        <a:pt x="9732" y="60563"/>
                      </a:cubicBezTo>
                      <a:cubicBezTo>
                        <a:pt x="9732" y="67085"/>
                        <a:pt x="10439" y="83389"/>
                        <a:pt x="25298" y="100418"/>
                      </a:cubicBezTo>
                      <a:cubicBezTo>
                        <a:pt x="29189" y="104766"/>
                        <a:pt x="42278" y="113824"/>
                        <a:pt x="51122" y="119984"/>
                      </a:cubicBezTo>
                      <a:cubicBezTo>
                        <a:pt x="30604" y="130491"/>
                        <a:pt x="180" y="150781"/>
                        <a:pt x="180" y="186651"/>
                      </a:cubicBezTo>
                      <a:cubicBezTo>
                        <a:pt x="180" y="225058"/>
                        <a:pt x="36264" y="249333"/>
                        <a:pt x="73410" y="249333"/>
                      </a:cubicBezTo>
                      <a:cubicBezTo>
                        <a:pt x="113385" y="249333"/>
                        <a:pt x="146993" y="219260"/>
                        <a:pt x="146993" y="180492"/>
                      </a:cubicBezTo>
                      <a:cubicBezTo>
                        <a:pt x="146993" y="167448"/>
                        <a:pt x="143101" y="151144"/>
                        <a:pt x="129658" y="135926"/>
                      </a:cubicBezTo>
                      <a:cubicBezTo>
                        <a:pt x="122937" y="128317"/>
                        <a:pt x="117276" y="124694"/>
                        <a:pt x="94636" y="110201"/>
                      </a:cubicBezTo>
                      <a:close/>
                      <a:moveTo>
                        <a:pt x="59259" y="125419"/>
                      </a:moveTo>
                      <a:lnTo>
                        <a:pt x="102772" y="153680"/>
                      </a:lnTo>
                      <a:cubicBezTo>
                        <a:pt x="112678" y="160564"/>
                        <a:pt x="129305" y="171434"/>
                        <a:pt x="129305" y="193535"/>
                      </a:cubicBezTo>
                      <a:cubicBezTo>
                        <a:pt x="129305" y="220347"/>
                        <a:pt x="102772" y="239188"/>
                        <a:pt x="73763" y="239188"/>
                      </a:cubicBezTo>
                      <a:cubicBezTo>
                        <a:pt x="43340" y="239188"/>
                        <a:pt x="17868" y="216724"/>
                        <a:pt x="17868" y="186651"/>
                      </a:cubicBezTo>
                      <a:cubicBezTo>
                        <a:pt x="17868" y="165637"/>
                        <a:pt x="29189" y="142448"/>
                        <a:pt x="59259" y="125419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6" name="Freeform: Shape 1255">
                  <a:extLst>
                    <a:ext uri="{FF2B5EF4-FFF2-40B4-BE49-F238E27FC236}">
                      <a16:creationId xmlns:a16="http://schemas.microsoft.com/office/drawing/2014/main" id="{A091BFD7-2AC6-BB05-08D9-8244E2A6AD74}"/>
                    </a:ext>
                  </a:extLst>
                </p:cNvPr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9923973" y="6345463"/>
                  <a:ext cx="82073" cy="362323"/>
                </a:xfrm>
                <a:custGeom>
                  <a:avLst/>
                  <a:gdLst>
                    <a:gd name="connsiteX0" fmla="*/ 82259 w 82073"/>
                    <a:gd name="connsiteY0" fmla="*/ 181216 h 362323"/>
                    <a:gd name="connsiteX1" fmla="*/ 58910 w 82073"/>
                    <a:gd name="connsiteY1" fmla="*/ 68172 h 362323"/>
                    <a:gd name="connsiteX2" fmla="*/ 3723 w 82073"/>
                    <a:gd name="connsiteY2" fmla="*/ 55 h 362323"/>
                    <a:gd name="connsiteX3" fmla="*/ 185 w 82073"/>
                    <a:gd name="connsiteY3" fmla="*/ 3678 h 362323"/>
                    <a:gd name="connsiteX4" fmla="*/ 6907 w 82073"/>
                    <a:gd name="connsiteY4" fmla="*/ 12012 h 362323"/>
                    <a:gd name="connsiteX5" fmla="*/ 61740 w 82073"/>
                    <a:gd name="connsiteY5" fmla="*/ 181216 h 362323"/>
                    <a:gd name="connsiteX6" fmla="*/ 4784 w 82073"/>
                    <a:gd name="connsiteY6" fmla="*/ 352595 h 362323"/>
                    <a:gd name="connsiteX7" fmla="*/ 185 w 82073"/>
                    <a:gd name="connsiteY7" fmla="*/ 358755 h 362323"/>
                    <a:gd name="connsiteX8" fmla="*/ 3723 w 82073"/>
                    <a:gd name="connsiteY8" fmla="*/ 362378 h 362323"/>
                    <a:gd name="connsiteX9" fmla="*/ 59972 w 82073"/>
                    <a:gd name="connsiteY9" fmla="*/ 291725 h 362323"/>
                    <a:gd name="connsiteX10" fmla="*/ 82259 w 82073"/>
                    <a:gd name="connsiteY10" fmla="*/ 181216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073" h="362323">
                      <a:moveTo>
                        <a:pt x="82259" y="181216"/>
                      </a:moveTo>
                      <a:cubicBezTo>
                        <a:pt x="82259" y="152955"/>
                        <a:pt x="78367" y="109114"/>
                        <a:pt x="58910" y="68172"/>
                      </a:cubicBezTo>
                      <a:cubicBezTo>
                        <a:pt x="37684" y="23606"/>
                        <a:pt x="7260" y="55"/>
                        <a:pt x="3723" y="55"/>
                      </a:cubicBezTo>
                      <a:cubicBezTo>
                        <a:pt x="1600" y="55"/>
                        <a:pt x="185" y="1504"/>
                        <a:pt x="185" y="3678"/>
                      </a:cubicBezTo>
                      <a:cubicBezTo>
                        <a:pt x="185" y="4765"/>
                        <a:pt x="185" y="5490"/>
                        <a:pt x="6907" y="12012"/>
                      </a:cubicBezTo>
                      <a:cubicBezTo>
                        <a:pt x="41576" y="47882"/>
                        <a:pt x="61740" y="105491"/>
                        <a:pt x="61740" y="181216"/>
                      </a:cubicBezTo>
                      <a:cubicBezTo>
                        <a:pt x="61740" y="243174"/>
                        <a:pt x="48651" y="306943"/>
                        <a:pt x="4784" y="352595"/>
                      </a:cubicBezTo>
                      <a:cubicBezTo>
                        <a:pt x="185" y="356943"/>
                        <a:pt x="185" y="357668"/>
                        <a:pt x="185" y="358755"/>
                      </a:cubicBezTo>
                      <a:cubicBezTo>
                        <a:pt x="185" y="360929"/>
                        <a:pt x="1600" y="362378"/>
                        <a:pt x="3723" y="362378"/>
                      </a:cubicBezTo>
                      <a:cubicBezTo>
                        <a:pt x="7260" y="362378"/>
                        <a:pt x="39099" y="337740"/>
                        <a:pt x="59972" y="291725"/>
                      </a:cubicBezTo>
                      <a:cubicBezTo>
                        <a:pt x="78014" y="251869"/>
                        <a:pt x="82259" y="211652"/>
                        <a:pt x="82259" y="181216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7" name="Freeform: Shape 1256">
                  <a:extLst>
                    <a:ext uri="{FF2B5EF4-FFF2-40B4-BE49-F238E27FC236}">
                      <a16:creationId xmlns:a16="http://schemas.microsoft.com/office/drawing/2014/main" id="{4F351E04-4A2D-9EBF-1F05-EF85C6FD6F93}"/>
                    </a:ext>
                  </a:extLst>
                </p:cNvPr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10083483" y="6345463"/>
                  <a:ext cx="14150" cy="362323"/>
                </a:xfrm>
                <a:custGeom>
                  <a:avLst/>
                  <a:gdLst>
                    <a:gd name="connsiteX0" fmla="*/ 14340 w 14150"/>
                    <a:gd name="connsiteY0" fmla="*/ 13099 h 362323"/>
                    <a:gd name="connsiteX1" fmla="*/ 7264 w 14150"/>
                    <a:gd name="connsiteY1" fmla="*/ 55 h 362323"/>
                    <a:gd name="connsiteX2" fmla="*/ 189 w 14150"/>
                    <a:gd name="connsiteY2" fmla="*/ 13099 h 362323"/>
                    <a:gd name="connsiteX3" fmla="*/ 189 w 14150"/>
                    <a:gd name="connsiteY3" fmla="*/ 349334 h 362323"/>
                    <a:gd name="connsiteX4" fmla="*/ 7264 w 14150"/>
                    <a:gd name="connsiteY4" fmla="*/ 362378 h 362323"/>
                    <a:gd name="connsiteX5" fmla="*/ 14340 w 14150"/>
                    <a:gd name="connsiteY5" fmla="*/ 349334 h 362323"/>
                    <a:gd name="connsiteX6" fmla="*/ 14340 w 14150"/>
                    <a:gd name="connsiteY6" fmla="*/ 13099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150" h="362323">
                      <a:moveTo>
                        <a:pt x="14340" y="13099"/>
                      </a:moveTo>
                      <a:cubicBezTo>
                        <a:pt x="14340" y="6577"/>
                        <a:pt x="14340" y="55"/>
                        <a:pt x="7264" y="55"/>
                      </a:cubicBezTo>
                      <a:cubicBezTo>
                        <a:pt x="189" y="55"/>
                        <a:pt x="189" y="6577"/>
                        <a:pt x="189" y="13099"/>
                      </a:cubicBezTo>
                      <a:lnTo>
                        <a:pt x="189" y="349334"/>
                      </a:lnTo>
                      <a:cubicBezTo>
                        <a:pt x="189" y="355856"/>
                        <a:pt x="189" y="362378"/>
                        <a:pt x="7264" y="362378"/>
                      </a:cubicBezTo>
                      <a:cubicBezTo>
                        <a:pt x="14340" y="362378"/>
                        <a:pt x="14340" y="355856"/>
                        <a:pt x="14340" y="349334"/>
                      </a:cubicBezTo>
                      <a:lnTo>
                        <a:pt x="14340" y="1309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8" name="Freeform: Shape 1257">
                  <a:extLst>
                    <a:ext uri="{FF2B5EF4-FFF2-40B4-BE49-F238E27FC236}">
                      <a16:creationId xmlns:a16="http://schemas.microsoft.com/office/drawing/2014/main" id="{47E5E4C5-C1C0-343B-6C40-CB6A4A20AC16}"/>
                    </a:ext>
                  </a:extLst>
                </p:cNvPr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10257730" y="6484232"/>
                  <a:ext cx="235253" cy="84783"/>
                </a:xfrm>
                <a:custGeom>
                  <a:avLst/>
                  <a:gdLst>
                    <a:gd name="connsiteX0" fmla="*/ 223420 w 235253"/>
                    <a:gd name="connsiteY0" fmla="*/ 14548 h 84783"/>
                    <a:gd name="connsiteX1" fmla="*/ 235448 w 235253"/>
                    <a:gd name="connsiteY1" fmla="*/ 7301 h 84783"/>
                    <a:gd name="connsiteX2" fmla="*/ 223774 w 235253"/>
                    <a:gd name="connsiteY2" fmla="*/ 55 h 84783"/>
                    <a:gd name="connsiteX3" fmla="*/ 11869 w 235253"/>
                    <a:gd name="connsiteY3" fmla="*/ 55 h 84783"/>
                    <a:gd name="connsiteX4" fmla="*/ 195 w 235253"/>
                    <a:gd name="connsiteY4" fmla="*/ 7301 h 84783"/>
                    <a:gd name="connsiteX5" fmla="*/ 12223 w 235253"/>
                    <a:gd name="connsiteY5" fmla="*/ 14548 h 84783"/>
                    <a:gd name="connsiteX6" fmla="*/ 223420 w 235253"/>
                    <a:gd name="connsiteY6" fmla="*/ 14548 h 84783"/>
                    <a:gd name="connsiteX7" fmla="*/ 223774 w 235253"/>
                    <a:gd name="connsiteY7" fmla="*/ 84839 h 84783"/>
                    <a:gd name="connsiteX8" fmla="*/ 235448 w 235253"/>
                    <a:gd name="connsiteY8" fmla="*/ 77592 h 84783"/>
                    <a:gd name="connsiteX9" fmla="*/ 223420 w 235253"/>
                    <a:gd name="connsiteY9" fmla="*/ 70346 h 84783"/>
                    <a:gd name="connsiteX10" fmla="*/ 12223 w 235253"/>
                    <a:gd name="connsiteY10" fmla="*/ 70346 h 84783"/>
                    <a:gd name="connsiteX11" fmla="*/ 195 w 235253"/>
                    <a:gd name="connsiteY11" fmla="*/ 77592 h 84783"/>
                    <a:gd name="connsiteX12" fmla="*/ 11869 w 235253"/>
                    <a:gd name="connsiteY12" fmla="*/ 84839 h 84783"/>
                    <a:gd name="connsiteX13" fmla="*/ 223774 w 235253"/>
                    <a:gd name="connsiteY13" fmla="*/ 84839 h 84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35253" h="84783">
                      <a:moveTo>
                        <a:pt x="223420" y="14548"/>
                      </a:moveTo>
                      <a:cubicBezTo>
                        <a:pt x="228727" y="14548"/>
                        <a:pt x="235448" y="14548"/>
                        <a:pt x="235448" y="7301"/>
                      </a:cubicBezTo>
                      <a:cubicBezTo>
                        <a:pt x="235448" y="55"/>
                        <a:pt x="228727" y="55"/>
                        <a:pt x="223774" y="55"/>
                      </a:cubicBezTo>
                      <a:lnTo>
                        <a:pt x="11869" y="55"/>
                      </a:lnTo>
                      <a:cubicBezTo>
                        <a:pt x="6916" y="55"/>
                        <a:pt x="195" y="55"/>
                        <a:pt x="195" y="7301"/>
                      </a:cubicBezTo>
                      <a:cubicBezTo>
                        <a:pt x="195" y="14548"/>
                        <a:pt x="6916" y="14548"/>
                        <a:pt x="12223" y="14548"/>
                      </a:cubicBezTo>
                      <a:lnTo>
                        <a:pt x="223420" y="14548"/>
                      </a:lnTo>
                      <a:close/>
                      <a:moveTo>
                        <a:pt x="223774" y="84839"/>
                      </a:moveTo>
                      <a:cubicBezTo>
                        <a:pt x="228727" y="84839"/>
                        <a:pt x="235448" y="84839"/>
                        <a:pt x="235448" y="77592"/>
                      </a:cubicBezTo>
                      <a:cubicBezTo>
                        <a:pt x="235448" y="70346"/>
                        <a:pt x="228727" y="70346"/>
                        <a:pt x="223420" y="70346"/>
                      </a:cubicBezTo>
                      <a:lnTo>
                        <a:pt x="12223" y="70346"/>
                      </a:lnTo>
                      <a:cubicBezTo>
                        <a:pt x="6916" y="70346"/>
                        <a:pt x="195" y="70346"/>
                        <a:pt x="195" y="77592"/>
                      </a:cubicBezTo>
                      <a:cubicBezTo>
                        <a:pt x="195" y="84839"/>
                        <a:pt x="6916" y="84839"/>
                        <a:pt x="11869" y="84839"/>
                      </a:cubicBezTo>
                      <a:lnTo>
                        <a:pt x="223774" y="8483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9" name="Freeform: Shape 1258">
                  <a:extLst>
                    <a:ext uri="{FF2B5EF4-FFF2-40B4-BE49-F238E27FC236}">
                      <a16:creationId xmlns:a16="http://schemas.microsoft.com/office/drawing/2014/main" id="{6FC6B5E0-3CF3-7E30-1539-98416C00C502}"/>
                    </a:ext>
                  </a:extLst>
                </p:cNvPr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10642821" y="6375898"/>
                  <a:ext cx="116742" cy="241307"/>
                </a:xfrm>
                <a:custGeom>
                  <a:avLst/>
                  <a:gdLst>
                    <a:gd name="connsiteX0" fmla="*/ 72727 w 116742"/>
                    <a:gd name="connsiteY0" fmla="*/ 9475 h 241307"/>
                    <a:gd name="connsiteX1" fmla="*/ 64590 w 116742"/>
                    <a:gd name="connsiteY1" fmla="*/ 55 h 241307"/>
                    <a:gd name="connsiteX2" fmla="*/ 205 w 116742"/>
                    <a:gd name="connsiteY2" fmla="*/ 23244 h 241307"/>
                    <a:gd name="connsiteX3" fmla="*/ 205 w 116742"/>
                    <a:gd name="connsiteY3" fmla="*/ 34476 h 241307"/>
                    <a:gd name="connsiteX4" fmla="*/ 46548 w 116742"/>
                    <a:gd name="connsiteY4" fmla="*/ 25055 h 241307"/>
                    <a:gd name="connsiteX5" fmla="*/ 46548 w 116742"/>
                    <a:gd name="connsiteY5" fmla="*/ 212739 h 241307"/>
                    <a:gd name="connsiteX6" fmla="*/ 13648 w 116742"/>
                    <a:gd name="connsiteY6" fmla="*/ 230130 h 241307"/>
                    <a:gd name="connsiteX7" fmla="*/ 2328 w 116742"/>
                    <a:gd name="connsiteY7" fmla="*/ 230130 h 241307"/>
                    <a:gd name="connsiteX8" fmla="*/ 2328 w 116742"/>
                    <a:gd name="connsiteY8" fmla="*/ 241362 h 241307"/>
                    <a:gd name="connsiteX9" fmla="*/ 59638 w 116742"/>
                    <a:gd name="connsiteY9" fmla="*/ 240275 h 241307"/>
                    <a:gd name="connsiteX10" fmla="*/ 116948 w 116742"/>
                    <a:gd name="connsiteY10" fmla="*/ 241362 h 241307"/>
                    <a:gd name="connsiteX11" fmla="*/ 116948 w 116742"/>
                    <a:gd name="connsiteY11" fmla="*/ 230130 h 241307"/>
                    <a:gd name="connsiteX12" fmla="*/ 105627 w 116742"/>
                    <a:gd name="connsiteY12" fmla="*/ 230130 h 241307"/>
                    <a:gd name="connsiteX13" fmla="*/ 72727 w 116742"/>
                    <a:gd name="connsiteY13" fmla="*/ 212739 h 241307"/>
                    <a:gd name="connsiteX14" fmla="*/ 72727 w 116742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42" h="241307">
                      <a:moveTo>
                        <a:pt x="72727" y="9475"/>
                      </a:moveTo>
                      <a:cubicBezTo>
                        <a:pt x="72727" y="780"/>
                        <a:pt x="72727" y="55"/>
                        <a:pt x="64590" y="55"/>
                      </a:cubicBezTo>
                      <a:cubicBezTo>
                        <a:pt x="42657" y="23244"/>
                        <a:pt x="11526" y="23244"/>
                        <a:pt x="205" y="23244"/>
                      </a:cubicBezTo>
                      <a:lnTo>
                        <a:pt x="205" y="34476"/>
                      </a:lnTo>
                      <a:cubicBezTo>
                        <a:pt x="7280" y="34476"/>
                        <a:pt x="28153" y="34476"/>
                        <a:pt x="46548" y="25055"/>
                      </a:cubicBezTo>
                      <a:lnTo>
                        <a:pt x="46548" y="212739"/>
                      </a:lnTo>
                      <a:cubicBezTo>
                        <a:pt x="46548" y="225782"/>
                        <a:pt x="45487" y="230130"/>
                        <a:pt x="13648" y="230130"/>
                      </a:cubicBezTo>
                      <a:lnTo>
                        <a:pt x="2328" y="230130"/>
                      </a:lnTo>
                      <a:lnTo>
                        <a:pt x="2328" y="241362"/>
                      </a:lnTo>
                      <a:cubicBezTo>
                        <a:pt x="14709" y="240275"/>
                        <a:pt x="45487" y="240275"/>
                        <a:pt x="59638" y="240275"/>
                      </a:cubicBezTo>
                      <a:cubicBezTo>
                        <a:pt x="73788" y="240275"/>
                        <a:pt x="104566" y="240275"/>
                        <a:pt x="116948" y="241362"/>
                      </a:cubicBezTo>
                      <a:lnTo>
                        <a:pt x="116948" y="230130"/>
                      </a:lnTo>
                      <a:lnTo>
                        <a:pt x="105627" y="230130"/>
                      </a:lnTo>
                      <a:cubicBezTo>
                        <a:pt x="73788" y="230130"/>
                        <a:pt x="72727" y="226145"/>
                        <a:pt x="72727" y="212739"/>
                      </a:cubicBezTo>
                      <a:lnTo>
                        <a:pt x="72727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0" name="Freeform: Shape 1259">
                  <a:extLst>
                    <a:ext uri="{FF2B5EF4-FFF2-40B4-BE49-F238E27FC236}">
                      <a16:creationId xmlns:a16="http://schemas.microsoft.com/office/drawing/2014/main" id="{6119F315-7631-2024-68AC-B596AB9FA907}"/>
                    </a:ext>
                  </a:extLst>
                </p:cNvPr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10807677" y="6345463"/>
                  <a:ext cx="137614" cy="362323"/>
                </a:xfrm>
                <a:custGeom>
                  <a:avLst/>
                  <a:gdLst>
                    <a:gd name="connsiteX0" fmla="*/ 136056 w 137614"/>
                    <a:gd name="connsiteY0" fmla="*/ 13823 h 362323"/>
                    <a:gd name="connsiteX1" fmla="*/ 137825 w 137614"/>
                    <a:gd name="connsiteY1" fmla="*/ 7301 h 362323"/>
                    <a:gd name="connsiteX2" fmla="*/ 130749 w 137614"/>
                    <a:gd name="connsiteY2" fmla="*/ 55 h 362323"/>
                    <a:gd name="connsiteX3" fmla="*/ 124735 w 137614"/>
                    <a:gd name="connsiteY3" fmla="*/ 3316 h 362323"/>
                    <a:gd name="connsiteX4" fmla="*/ 1979 w 137614"/>
                    <a:gd name="connsiteY4" fmla="*/ 348610 h 362323"/>
                    <a:gd name="connsiteX5" fmla="*/ 210 w 137614"/>
                    <a:gd name="connsiteY5" fmla="*/ 355132 h 362323"/>
                    <a:gd name="connsiteX6" fmla="*/ 7285 w 137614"/>
                    <a:gd name="connsiteY6" fmla="*/ 362378 h 362323"/>
                    <a:gd name="connsiteX7" fmla="*/ 15068 w 137614"/>
                    <a:gd name="connsiteY7" fmla="*/ 353682 h 362323"/>
                    <a:gd name="connsiteX8" fmla="*/ 136056 w 137614"/>
                    <a:gd name="connsiteY8" fmla="*/ 13823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7614" h="362323">
                      <a:moveTo>
                        <a:pt x="136056" y="13823"/>
                      </a:moveTo>
                      <a:cubicBezTo>
                        <a:pt x="137825" y="9113"/>
                        <a:pt x="137825" y="7664"/>
                        <a:pt x="137825" y="7301"/>
                      </a:cubicBezTo>
                      <a:cubicBezTo>
                        <a:pt x="137825" y="3316"/>
                        <a:pt x="134641" y="55"/>
                        <a:pt x="130749" y="55"/>
                      </a:cubicBezTo>
                      <a:cubicBezTo>
                        <a:pt x="128273" y="55"/>
                        <a:pt x="125797" y="1142"/>
                        <a:pt x="124735" y="3316"/>
                      </a:cubicBezTo>
                      <a:lnTo>
                        <a:pt x="1979" y="348610"/>
                      </a:lnTo>
                      <a:cubicBezTo>
                        <a:pt x="210" y="353320"/>
                        <a:pt x="210" y="354769"/>
                        <a:pt x="210" y="355132"/>
                      </a:cubicBezTo>
                      <a:cubicBezTo>
                        <a:pt x="210" y="359117"/>
                        <a:pt x="3394" y="362378"/>
                        <a:pt x="7285" y="362378"/>
                      </a:cubicBezTo>
                      <a:cubicBezTo>
                        <a:pt x="11884" y="362378"/>
                        <a:pt x="12946" y="359842"/>
                        <a:pt x="15068" y="353682"/>
                      </a:cubicBezTo>
                      <a:lnTo>
                        <a:pt x="136056" y="13823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1" name="Freeform: Shape 1260">
                  <a:extLst>
                    <a:ext uri="{FF2B5EF4-FFF2-40B4-BE49-F238E27FC236}">
                      <a16:creationId xmlns:a16="http://schemas.microsoft.com/office/drawing/2014/main" id="{09177826-5299-99BF-03D0-192DCAE8E7CD}"/>
                    </a:ext>
                  </a:extLst>
                </p:cNvPr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11000126" y="6345463"/>
                  <a:ext cx="82073" cy="362323"/>
                </a:xfrm>
                <a:custGeom>
                  <a:avLst/>
                  <a:gdLst>
                    <a:gd name="connsiteX0" fmla="*/ 82289 w 82073"/>
                    <a:gd name="connsiteY0" fmla="*/ 358755 h 362323"/>
                    <a:gd name="connsiteX1" fmla="*/ 76275 w 82073"/>
                    <a:gd name="connsiteY1" fmla="*/ 350784 h 362323"/>
                    <a:gd name="connsiteX2" fmla="*/ 20733 w 82073"/>
                    <a:gd name="connsiteY2" fmla="*/ 181216 h 362323"/>
                    <a:gd name="connsiteX3" fmla="*/ 77690 w 82073"/>
                    <a:gd name="connsiteY3" fmla="*/ 9838 h 362323"/>
                    <a:gd name="connsiteX4" fmla="*/ 82289 w 82073"/>
                    <a:gd name="connsiteY4" fmla="*/ 3678 h 362323"/>
                    <a:gd name="connsiteX5" fmla="*/ 78751 w 82073"/>
                    <a:gd name="connsiteY5" fmla="*/ 55 h 362323"/>
                    <a:gd name="connsiteX6" fmla="*/ 22502 w 82073"/>
                    <a:gd name="connsiteY6" fmla="*/ 70708 h 362323"/>
                    <a:gd name="connsiteX7" fmla="*/ 215 w 82073"/>
                    <a:gd name="connsiteY7" fmla="*/ 181216 h 362323"/>
                    <a:gd name="connsiteX8" fmla="*/ 23564 w 82073"/>
                    <a:gd name="connsiteY8" fmla="*/ 294261 h 362323"/>
                    <a:gd name="connsiteX9" fmla="*/ 78751 w 82073"/>
                    <a:gd name="connsiteY9" fmla="*/ 362378 h 362323"/>
                    <a:gd name="connsiteX10" fmla="*/ 82289 w 82073"/>
                    <a:gd name="connsiteY10" fmla="*/ 358755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073" h="362323">
                      <a:moveTo>
                        <a:pt x="82289" y="358755"/>
                      </a:moveTo>
                      <a:cubicBezTo>
                        <a:pt x="82289" y="357668"/>
                        <a:pt x="82289" y="356943"/>
                        <a:pt x="76275" y="350784"/>
                      </a:cubicBezTo>
                      <a:cubicBezTo>
                        <a:pt x="32054" y="305131"/>
                        <a:pt x="20733" y="236652"/>
                        <a:pt x="20733" y="181216"/>
                      </a:cubicBezTo>
                      <a:cubicBezTo>
                        <a:pt x="20733" y="118172"/>
                        <a:pt x="34177" y="55128"/>
                        <a:pt x="77690" y="9838"/>
                      </a:cubicBezTo>
                      <a:cubicBezTo>
                        <a:pt x="82289" y="5490"/>
                        <a:pt x="82289" y="4765"/>
                        <a:pt x="82289" y="3678"/>
                      </a:cubicBezTo>
                      <a:cubicBezTo>
                        <a:pt x="82289" y="1142"/>
                        <a:pt x="80874" y="55"/>
                        <a:pt x="78751" y="55"/>
                      </a:cubicBezTo>
                      <a:cubicBezTo>
                        <a:pt x="75213" y="55"/>
                        <a:pt x="43374" y="24693"/>
                        <a:pt x="22502" y="70708"/>
                      </a:cubicBezTo>
                      <a:cubicBezTo>
                        <a:pt x="4460" y="110563"/>
                        <a:pt x="215" y="150781"/>
                        <a:pt x="215" y="181216"/>
                      </a:cubicBezTo>
                      <a:cubicBezTo>
                        <a:pt x="215" y="209478"/>
                        <a:pt x="4106" y="253319"/>
                        <a:pt x="23564" y="294261"/>
                      </a:cubicBezTo>
                      <a:cubicBezTo>
                        <a:pt x="44790" y="338827"/>
                        <a:pt x="75213" y="362378"/>
                        <a:pt x="78751" y="362378"/>
                      </a:cubicBezTo>
                      <a:cubicBezTo>
                        <a:pt x="80874" y="362378"/>
                        <a:pt x="82289" y="361291"/>
                        <a:pt x="82289" y="358755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2" name="Freeform: Shape 1261">
                  <a:extLst>
                    <a:ext uri="{FF2B5EF4-FFF2-40B4-BE49-F238E27FC236}">
                      <a16:creationId xmlns:a16="http://schemas.microsoft.com/office/drawing/2014/main" id="{572A18EB-A372-75B1-B840-9D5D60B4C5E8}"/>
                    </a:ext>
                  </a:extLst>
                </p:cNvPr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11134164" y="6375898"/>
                  <a:ext cx="116742" cy="241307"/>
                </a:xfrm>
                <a:custGeom>
                  <a:avLst/>
                  <a:gdLst>
                    <a:gd name="connsiteX0" fmla="*/ 72741 w 116742"/>
                    <a:gd name="connsiteY0" fmla="*/ 9475 h 241307"/>
                    <a:gd name="connsiteX1" fmla="*/ 64604 w 116742"/>
                    <a:gd name="connsiteY1" fmla="*/ 55 h 241307"/>
                    <a:gd name="connsiteX2" fmla="*/ 219 w 116742"/>
                    <a:gd name="connsiteY2" fmla="*/ 23244 h 241307"/>
                    <a:gd name="connsiteX3" fmla="*/ 219 w 116742"/>
                    <a:gd name="connsiteY3" fmla="*/ 34476 h 241307"/>
                    <a:gd name="connsiteX4" fmla="*/ 46562 w 116742"/>
                    <a:gd name="connsiteY4" fmla="*/ 25055 h 241307"/>
                    <a:gd name="connsiteX5" fmla="*/ 46562 w 116742"/>
                    <a:gd name="connsiteY5" fmla="*/ 212739 h 241307"/>
                    <a:gd name="connsiteX6" fmla="*/ 13662 w 116742"/>
                    <a:gd name="connsiteY6" fmla="*/ 230130 h 241307"/>
                    <a:gd name="connsiteX7" fmla="*/ 2342 w 116742"/>
                    <a:gd name="connsiteY7" fmla="*/ 230130 h 241307"/>
                    <a:gd name="connsiteX8" fmla="*/ 2342 w 116742"/>
                    <a:gd name="connsiteY8" fmla="*/ 241362 h 241307"/>
                    <a:gd name="connsiteX9" fmla="*/ 59652 w 116742"/>
                    <a:gd name="connsiteY9" fmla="*/ 240275 h 241307"/>
                    <a:gd name="connsiteX10" fmla="*/ 116961 w 116742"/>
                    <a:gd name="connsiteY10" fmla="*/ 241362 h 241307"/>
                    <a:gd name="connsiteX11" fmla="*/ 116961 w 116742"/>
                    <a:gd name="connsiteY11" fmla="*/ 230130 h 241307"/>
                    <a:gd name="connsiteX12" fmla="*/ 105641 w 116742"/>
                    <a:gd name="connsiteY12" fmla="*/ 230130 h 241307"/>
                    <a:gd name="connsiteX13" fmla="*/ 72741 w 116742"/>
                    <a:gd name="connsiteY13" fmla="*/ 212739 h 241307"/>
                    <a:gd name="connsiteX14" fmla="*/ 72741 w 116742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42" h="241307">
                      <a:moveTo>
                        <a:pt x="72741" y="9475"/>
                      </a:moveTo>
                      <a:cubicBezTo>
                        <a:pt x="72741" y="780"/>
                        <a:pt x="72741" y="55"/>
                        <a:pt x="64604" y="55"/>
                      </a:cubicBezTo>
                      <a:cubicBezTo>
                        <a:pt x="42671" y="23244"/>
                        <a:pt x="11539" y="23244"/>
                        <a:pt x="219" y="23244"/>
                      </a:cubicBezTo>
                      <a:lnTo>
                        <a:pt x="219" y="34476"/>
                      </a:lnTo>
                      <a:cubicBezTo>
                        <a:pt x="7294" y="34476"/>
                        <a:pt x="28166" y="34476"/>
                        <a:pt x="46562" y="25055"/>
                      </a:cubicBezTo>
                      <a:lnTo>
                        <a:pt x="46562" y="212739"/>
                      </a:lnTo>
                      <a:cubicBezTo>
                        <a:pt x="46562" y="225782"/>
                        <a:pt x="45501" y="230130"/>
                        <a:pt x="13662" y="230130"/>
                      </a:cubicBezTo>
                      <a:lnTo>
                        <a:pt x="2342" y="230130"/>
                      </a:lnTo>
                      <a:lnTo>
                        <a:pt x="2342" y="241362"/>
                      </a:lnTo>
                      <a:cubicBezTo>
                        <a:pt x="14723" y="240275"/>
                        <a:pt x="45501" y="240275"/>
                        <a:pt x="59652" y="240275"/>
                      </a:cubicBezTo>
                      <a:cubicBezTo>
                        <a:pt x="73802" y="240275"/>
                        <a:pt x="104580" y="240275"/>
                        <a:pt x="116961" y="241362"/>
                      </a:cubicBezTo>
                      <a:lnTo>
                        <a:pt x="116961" y="230130"/>
                      </a:lnTo>
                      <a:lnTo>
                        <a:pt x="105641" y="230130"/>
                      </a:lnTo>
                      <a:cubicBezTo>
                        <a:pt x="73802" y="230130"/>
                        <a:pt x="72741" y="226145"/>
                        <a:pt x="72741" y="212739"/>
                      </a:cubicBezTo>
                      <a:lnTo>
                        <a:pt x="72741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3" name="Freeform: Shape 1262">
                  <a:extLst>
                    <a:ext uri="{FF2B5EF4-FFF2-40B4-BE49-F238E27FC236}">
                      <a16:creationId xmlns:a16="http://schemas.microsoft.com/office/drawing/2014/main" id="{C24788F7-7A0C-8874-6BDB-4AB3E4A9230D}"/>
                    </a:ext>
                  </a:extLst>
                </p:cNvPr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1309986" y="6578799"/>
                  <a:ext cx="37499" cy="38406"/>
                </a:xfrm>
                <a:custGeom>
                  <a:avLst/>
                  <a:gdLst>
                    <a:gd name="connsiteX0" fmla="*/ 37723 w 37499"/>
                    <a:gd name="connsiteY0" fmla="*/ 19258 h 38406"/>
                    <a:gd name="connsiteX1" fmla="*/ 18973 w 37499"/>
                    <a:gd name="connsiteY1" fmla="*/ 55 h 38406"/>
                    <a:gd name="connsiteX2" fmla="*/ 224 w 37499"/>
                    <a:gd name="connsiteY2" fmla="*/ 19258 h 38406"/>
                    <a:gd name="connsiteX3" fmla="*/ 18973 w 37499"/>
                    <a:gd name="connsiteY3" fmla="*/ 38461 h 38406"/>
                    <a:gd name="connsiteX4" fmla="*/ 37723 w 37499"/>
                    <a:gd name="connsiteY4" fmla="*/ 19258 h 38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499" h="38406">
                      <a:moveTo>
                        <a:pt x="37723" y="19258"/>
                      </a:moveTo>
                      <a:cubicBezTo>
                        <a:pt x="37723" y="8751"/>
                        <a:pt x="29233" y="55"/>
                        <a:pt x="18973" y="55"/>
                      </a:cubicBezTo>
                      <a:cubicBezTo>
                        <a:pt x="8714" y="55"/>
                        <a:pt x="224" y="8751"/>
                        <a:pt x="224" y="19258"/>
                      </a:cubicBezTo>
                      <a:cubicBezTo>
                        <a:pt x="224" y="29765"/>
                        <a:pt x="8714" y="38461"/>
                        <a:pt x="18973" y="38461"/>
                      </a:cubicBezTo>
                      <a:cubicBezTo>
                        <a:pt x="29233" y="38461"/>
                        <a:pt x="37723" y="29765"/>
                        <a:pt x="37723" y="1925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4" name="Freeform: Shape 1263">
                  <a:extLst>
                    <a:ext uri="{FF2B5EF4-FFF2-40B4-BE49-F238E27FC236}">
                      <a16:creationId xmlns:a16="http://schemas.microsoft.com/office/drawing/2014/main" id="{4B1B0D17-CF78-C8F9-0638-151038696D09}"/>
                    </a:ext>
                  </a:extLst>
                </p:cNvPr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11392688" y="6375898"/>
                  <a:ext cx="146812" cy="249278"/>
                </a:xfrm>
                <a:custGeom>
                  <a:avLst/>
                  <a:gdLst>
                    <a:gd name="connsiteX0" fmla="*/ 32066 w 146812"/>
                    <a:gd name="connsiteY0" fmla="*/ 122520 h 249278"/>
                    <a:gd name="connsiteX1" fmla="*/ 32066 w 146812"/>
                    <a:gd name="connsiteY1" fmla="*/ 113824 h 249278"/>
                    <a:gd name="connsiteX2" fmla="*/ 93974 w 146812"/>
                    <a:gd name="connsiteY2" fmla="*/ 9113 h 249278"/>
                    <a:gd name="connsiteX3" fmla="*/ 125106 w 146812"/>
                    <a:gd name="connsiteY3" fmla="*/ 23606 h 249278"/>
                    <a:gd name="connsiteX4" fmla="*/ 105649 w 146812"/>
                    <a:gd name="connsiteY4" fmla="*/ 39910 h 249278"/>
                    <a:gd name="connsiteX5" fmla="*/ 121922 w 146812"/>
                    <a:gd name="connsiteY5" fmla="*/ 56577 h 249278"/>
                    <a:gd name="connsiteX6" fmla="*/ 138195 w 146812"/>
                    <a:gd name="connsiteY6" fmla="*/ 39186 h 249278"/>
                    <a:gd name="connsiteX7" fmla="*/ 93267 w 146812"/>
                    <a:gd name="connsiteY7" fmla="*/ 55 h 249278"/>
                    <a:gd name="connsiteX8" fmla="*/ 227 w 146812"/>
                    <a:gd name="connsiteY8" fmla="*/ 126868 h 249278"/>
                    <a:gd name="connsiteX9" fmla="*/ 74164 w 146812"/>
                    <a:gd name="connsiteY9" fmla="*/ 249333 h 249278"/>
                    <a:gd name="connsiteX10" fmla="*/ 147039 w 146812"/>
                    <a:gd name="connsiteY10" fmla="*/ 167448 h 249278"/>
                    <a:gd name="connsiteX11" fmla="*/ 76286 w 146812"/>
                    <a:gd name="connsiteY11" fmla="*/ 86650 h 249278"/>
                    <a:gd name="connsiteX12" fmla="*/ 32066 w 146812"/>
                    <a:gd name="connsiteY12" fmla="*/ 122520 h 249278"/>
                    <a:gd name="connsiteX13" fmla="*/ 74164 w 146812"/>
                    <a:gd name="connsiteY13" fmla="*/ 239188 h 249278"/>
                    <a:gd name="connsiteX14" fmla="*/ 39141 w 146812"/>
                    <a:gd name="connsiteY14" fmla="*/ 212014 h 249278"/>
                    <a:gd name="connsiteX15" fmla="*/ 32773 w 146812"/>
                    <a:gd name="connsiteY15" fmla="*/ 159477 h 249278"/>
                    <a:gd name="connsiteX16" fmla="*/ 75932 w 146812"/>
                    <a:gd name="connsiteY16" fmla="*/ 94984 h 249278"/>
                    <a:gd name="connsiteX17" fmla="*/ 108833 w 146812"/>
                    <a:gd name="connsiteY17" fmla="*/ 117448 h 249278"/>
                    <a:gd name="connsiteX18" fmla="*/ 115200 w 146812"/>
                    <a:gd name="connsiteY18" fmla="*/ 167086 h 249278"/>
                    <a:gd name="connsiteX19" fmla="*/ 109186 w 146812"/>
                    <a:gd name="connsiteY19" fmla="*/ 215637 h 249278"/>
                    <a:gd name="connsiteX20" fmla="*/ 74164 w 146812"/>
                    <a:gd name="connsiteY20" fmla="*/ 239188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812" h="249278">
                      <a:moveTo>
                        <a:pt x="32066" y="122520"/>
                      </a:moveTo>
                      <a:lnTo>
                        <a:pt x="32066" y="113824"/>
                      </a:lnTo>
                      <a:cubicBezTo>
                        <a:pt x="32066" y="22157"/>
                        <a:pt x="75932" y="9113"/>
                        <a:pt x="93974" y="9113"/>
                      </a:cubicBezTo>
                      <a:cubicBezTo>
                        <a:pt x="102465" y="9113"/>
                        <a:pt x="117323" y="11287"/>
                        <a:pt x="125106" y="23606"/>
                      </a:cubicBezTo>
                      <a:cubicBezTo>
                        <a:pt x="119799" y="23606"/>
                        <a:pt x="105649" y="23606"/>
                        <a:pt x="105649" y="39910"/>
                      </a:cubicBezTo>
                      <a:cubicBezTo>
                        <a:pt x="105649" y="51142"/>
                        <a:pt x="114139" y="56577"/>
                        <a:pt x="121922" y="56577"/>
                      </a:cubicBezTo>
                      <a:cubicBezTo>
                        <a:pt x="127582" y="56577"/>
                        <a:pt x="138195" y="53316"/>
                        <a:pt x="138195" y="39186"/>
                      </a:cubicBezTo>
                      <a:cubicBezTo>
                        <a:pt x="138195" y="17446"/>
                        <a:pt x="122629" y="55"/>
                        <a:pt x="93267" y="55"/>
                      </a:cubicBezTo>
                      <a:cubicBezTo>
                        <a:pt x="47985" y="55"/>
                        <a:pt x="227" y="46795"/>
                        <a:pt x="227" y="126868"/>
                      </a:cubicBezTo>
                      <a:cubicBezTo>
                        <a:pt x="227" y="223608"/>
                        <a:pt x="41263" y="249333"/>
                        <a:pt x="74164" y="249333"/>
                      </a:cubicBezTo>
                      <a:cubicBezTo>
                        <a:pt x="113432" y="249333"/>
                        <a:pt x="147039" y="215275"/>
                        <a:pt x="147039" y="167448"/>
                      </a:cubicBezTo>
                      <a:cubicBezTo>
                        <a:pt x="147039" y="121433"/>
                        <a:pt x="115554" y="86650"/>
                        <a:pt x="76286" y="86650"/>
                      </a:cubicBezTo>
                      <a:cubicBezTo>
                        <a:pt x="52230" y="86650"/>
                        <a:pt x="39141" y="105129"/>
                        <a:pt x="32066" y="122520"/>
                      </a:cubicBezTo>
                      <a:close/>
                      <a:moveTo>
                        <a:pt x="74164" y="239188"/>
                      </a:moveTo>
                      <a:cubicBezTo>
                        <a:pt x="51876" y="239188"/>
                        <a:pt x="41263" y="217449"/>
                        <a:pt x="39141" y="212014"/>
                      </a:cubicBezTo>
                      <a:cubicBezTo>
                        <a:pt x="32773" y="194985"/>
                        <a:pt x="32773" y="165999"/>
                        <a:pt x="32773" y="159477"/>
                      </a:cubicBezTo>
                      <a:cubicBezTo>
                        <a:pt x="32773" y="131216"/>
                        <a:pt x="44094" y="94984"/>
                        <a:pt x="75932" y="94984"/>
                      </a:cubicBezTo>
                      <a:cubicBezTo>
                        <a:pt x="81593" y="94984"/>
                        <a:pt x="97866" y="94984"/>
                        <a:pt x="108833" y="117448"/>
                      </a:cubicBezTo>
                      <a:cubicBezTo>
                        <a:pt x="115200" y="130854"/>
                        <a:pt x="115200" y="149332"/>
                        <a:pt x="115200" y="167086"/>
                      </a:cubicBezTo>
                      <a:cubicBezTo>
                        <a:pt x="115200" y="184477"/>
                        <a:pt x="115200" y="202594"/>
                        <a:pt x="109186" y="215637"/>
                      </a:cubicBezTo>
                      <a:cubicBezTo>
                        <a:pt x="98573" y="237377"/>
                        <a:pt x="82300" y="239188"/>
                        <a:pt x="74164" y="23918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5" name="Freeform: Shape 1264">
                  <a:extLst>
                    <a:ext uri="{FF2B5EF4-FFF2-40B4-BE49-F238E27FC236}">
                      <a16:creationId xmlns:a16="http://schemas.microsoft.com/office/drawing/2014/main" id="{1F643FF0-53BF-0D5F-E4F3-F7775875A368}"/>
                    </a:ext>
                  </a:extLst>
                </p:cNvPr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11586199" y="6375898"/>
                  <a:ext cx="116742" cy="241307"/>
                </a:xfrm>
                <a:custGeom>
                  <a:avLst/>
                  <a:gdLst>
                    <a:gd name="connsiteX0" fmla="*/ 72754 w 116742"/>
                    <a:gd name="connsiteY0" fmla="*/ 9475 h 241307"/>
                    <a:gd name="connsiteX1" fmla="*/ 64617 w 116742"/>
                    <a:gd name="connsiteY1" fmla="*/ 55 h 241307"/>
                    <a:gd name="connsiteX2" fmla="*/ 232 w 116742"/>
                    <a:gd name="connsiteY2" fmla="*/ 23244 h 241307"/>
                    <a:gd name="connsiteX3" fmla="*/ 232 w 116742"/>
                    <a:gd name="connsiteY3" fmla="*/ 34476 h 241307"/>
                    <a:gd name="connsiteX4" fmla="*/ 46575 w 116742"/>
                    <a:gd name="connsiteY4" fmla="*/ 25055 h 241307"/>
                    <a:gd name="connsiteX5" fmla="*/ 46575 w 116742"/>
                    <a:gd name="connsiteY5" fmla="*/ 212739 h 241307"/>
                    <a:gd name="connsiteX6" fmla="*/ 13675 w 116742"/>
                    <a:gd name="connsiteY6" fmla="*/ 230130 h 241307"/>
                    <a:gd name="connsiteX7" fmla="*/ 2354 w 116742"/>
                    <a:gd name="connsiteY7" fmla="*/ 230130 h 241307"/>
                    <a:gd name="connsiteX8" fmla="*/ 2354 w 116742"/>
                    <a:gd name="connsiteY8" fmla="*/ 241362 h 241307"/>
                    <a:gd name="connsiteX9" fmla="*/ 59664 w 116742"/>
                    <a:gd name="connsiteY9" fmla="*/ 240275 h 241307"/>
                    <a:gd name="connsiteX10" fmla="*/ 116974 w 116742"/>
                    <a:gd name="connsiteY10" fmla="*/ 241362 h 241307"/>
                    <a:gd name="connsiteX11" fmla="*/ 116974 w 116742"/>
                    <a:gd name="connsiteY11" fmla="*/ 230130 h 241307"/>
                    <a:gd name="connsiteX12" fmla="*/ 105654 w 116742"/>
                    <a:gd name="connsiteY12" fmla="*/ 230130 h 241307"/>
                    <a:gd name="connsiteX13" fmla="*/ 72754 w 116742"/>
                    <a:gd name="connsiteY13" fmla="*/ 212739 h 241307"/>
                    <a:gd name="connsiteX14" fmla="*/ 72754 w 116742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42" h="241307">
                      <a:moveTo>
                        <a:pt x="72754" y="9475"/>
                      </a:moveTo>
                      <a:cubicBezTo>
                        <a:pt x="72754" y="780"/>
                        <a:pt x="72754" y="55"/>
                        <a:pt x="64617" y="55"/>
                      </a:cubicBezTo>
                      <a:cubicBezTo>
                        <a:pt x="42684" y="23244"/>
                        <a:pt x="11552" y="23244"/>
                        <a:pt x="232" y="23244"/>
                      </a:cubicBezTo>
                      <a:lnTo>
                        <a:pt x="232" y="34476"/>
                      </a:lnTo>
                      <a:cubicBezTo>
                        <a:pt x="7307" y="34476"/>
                        <a:pt x="28179" y="34476"/>
                        <a:pt x="46575" y="25055"/>
                      </a:cubicBezTo>
                      <a:lnTo>
                        <a:pt x="46575" y="212739"/>
                      </a:lnTo>
                      <a:cubicBezTo>
                        <a:pt x="46575" y="225782"/>
                        <a:pt x="45514" y="230130"/>
                        <a:pt x="13675" y="230130"/>
                      </a:cubicBezTo>
                      <a:lnTo>
                        <a:pt x="2354" y="230130"/>
                      </a:lnTo>
                      <a:lnTo>
                        <a:pt x="2354" y="241362"/>
                      </a:lnTo>
                      <a:cubicBezTo>
                        <a:pt x="14736" y="240275"/>
                        <a:pt x="45514" y="240275"/>
                        <a:pt x="59664" y="240275"/>
                      </a:cubicBezTo>
                      <a:cubicBezTo>
                        <a:pt x="73815" y="240275"/>
                        <a:pt x="104592" y="240275"/>
                        <a:pt x="116974" y="241362"/>
                      </a:cubicBezTo>
                      <a:lnTo>
                        <a:pt x="116974" y="230130"/>
                      </a:lnTo>
                      <a:lnTo>
                        <a:pt x="105654" y="230130"/>
                      </a:lnTo>
                      <a:cubicBezTo>
                        <a:pt x="73815" y="230130"/>
                        <a:pt x="72754" y="226145"/>
                        <a:pt x="72754" y="212739"/>
                      </a:cubicBezTo>
                      <a:lnTo>
                        <a:pt x="72754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6" name="Freeform: Shape 1265">
                  <a:extLst>
                    <a:ext uri="{FF2B5EF4-FFF2-40B4-BE49-F238E27FC236}">
                      <a16:creationId xmlns:a16="http://schemas.microsoft.com/office/drawing/2014/main" id="{DBAC2879-97D9-006D-4BA1-60AFCD87FEE0}"/>
                    </a:ext>
                  </a:extLst>
                </p:cNvPr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11746455" y="6375898"/>
                  <a:ext cx="146812" cy="249278"/>
                </a:xfrm>
                <a:custGeom>
                  <a:avLst/>
                  <a:gdLst>
                    <a:gd name="connsiteX0" fmla="*/ 43042 w 146812"/>
                    <a:gd name="connsiteY0" fmla="*/ 75780 h 249278"/>
                    <a:gd name="connsiteX1" fmla="*/ 25354 w 146812"/>
                    <a:gd name="connsiteY1" fmla="*/ 46432 h 249278"/>
                    <a:gd name="connsiteX2" fmla="*/ 73466 w 146812"/>
                    <a:gd name="connsiteY2" fmla="*/ 9113 h 249278"/>
                    <a:gd name="connsiteX3" fmla="*/ 121932 w 146812"/>
                    <a:gd name="connsiteY3" fmla="*/ 54041 h 249278"/>
                    <a:gd name="connsiteX4" fmla="*/ 86909 w 146812"/>
                    <a:gd name="connsiteY4" fmla="*/ 104766 h 249278"/>
                    <a:gd name="connsiteX5" fmla="*/ 43042 w 146812"/>
                    <a:gd name="connsiteY5" fmla="*/ 75780 h 249278"/>
                    <a:gd name="connsiteX6" fmla="*/ 94692 w 146812"/>
                    <a:gd name="connsiteY6" fmla="*/ 110201 h 249278"/>
                    <a:gd name="connsiteX7" fmla="*/ 137498 w 146812"/>
                    <a:gd name="connsiteY7" fmla="*/ 54041 h 249278"/>
                    <a:gd name="connsiteX8" fmla="*/ 73820 w 146812"/>
                    <a:gd name="connsiteY8" fmla="*/ 55 h 249278"/>
                    <a:gd name="connsiteX9" fmla="*/ 9788 w 146812"/>
                    <a:gd name="connsiteY9" fmla="*/ 60563 h 249278"/>
                    <a:gd name="connsiteX10" fmla="*/ 25354 w 146812"/>
                    <a:gd name="connsiteY10" fmla="*/ 100418 h 249278"/>
                    <a:gd name="connsiteX11" fmla="*/ 51179 w 146812"/>
                    <a:gd name="connsiteY11" fmla="*/ 119984 h 249278"/>
                    <a:gd name="connsiteX12" fmla="*/ 237 w 146812"/>
                    <a:gd name="connsiteY12" fmla="*/ 186651 h 249278"/>
                    <a:gd name="connsiteX13" fmla="*/ 73466 w 146812"/>
                    <a:gd name="connsiteY13" fmla="*/ 249333 h 249278"/>
                    <a:gd name="connsiteX14" fmla="*/ 147049 w 146812"/>
                    <a:gd name="connsiteY14" fmla="*/ 180492 h 249278"/>
                    <a:gd name="connsiteX15" fmla="*/ 129715 w 146812"/>
                    <a:gd name="connsiteY15" fmla="*/ 135926 h 249278"/>
                    <a:gd name="connsiteX16" fmla="*/ 94692 w 146812"/>
                    <a:gd name="connsiteY16" fmla="*/ 110201 h 249278"/>
                    <a:gd name="connsiteX17" fmla="*/ 59315 w 146812"/>
                    <a:gd name="connsiteY17" fmla="*/ 125419 h 249278"/>
                    <a:gd name="connsiteX18" fmla="*/ 102829 w 146812"/>
                    <a:gd name="connsiteY18" fmla="*/ 153680 h 249278"/>
                    <a:gd name="connsiteX19" fmla="*/ 129361 w 146812"/>
                    <a:gd name="connsiteY19" fmla="*/ 193535 h 249278"/>
                    <a:gd name="connsiteX20" fmla="*/ 73820 w 146812"/>
                    <a:gd name="connsiteY20" fmla="*/ 239188 h 249278"/>
                    <a:gd name="connsiteX21" fmla="*/ 17925 w 146812"/>
                    <a:gd name="connsiteY21" fmla="*/ 186651 h 249278"/>
                    <a:gd name="connsiteX22" fmla="*/ 59315 w 146812"/>
                    <a:gd name="connsiteY22" fmla="*/ 125419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46812" h="249278">
                      <a:moveTo>
                        <a:pt x="43042" y="75780"/>
                      </a:moveTo>
                      <a:cubicBezTo>
                        <a:pt x="26769" y="64911"/>
                        <a:pt x="25354" y="52592"/>
                        <a:pt x="25354" y="46432"/>
                      </a:cubicBezTo>
                      <a:cubicBezTo>
                        <a:pt x="25354" y="24331"/>
                        <a:pt x="48349" y="9113"/>
                        <a:pt x="73466" y="9113"/>
                      </a:cubicBezTo>
                      <a:cubicBezTo>
                        <a:pt x="99291" y="9113"/>
                        <a:pt x="121932" y="27954"/>
                        <a:pt x="121932" y="54041"/>
                      </a:cubicBezTo>
                      <a:cubicBezTo>
                        <a:pt x="121932" y="74693"/>
                        <a:pt x="108135" y="92085"/>
                        <a:pt x="86909" y="104766"/>
                      </a:cubicBezTo>
                      <a:lnTo>
                        <a:pt x="43042" y="75780"/>
                      </a:lnTo>
                      <a:close/>
                      <a:moveTo>
                        <a:pt x="94692" y="110201"/>
                      </a:moveTo>
                      <a:cubicBezTo>
                        <a:pt x="120163" y="96795"/>
                        <a:pt x="137498" y="77954"/>
                        <a:pt x="137498" y="54041"/>
                      </a:cubicBezTo>
                      <a:cubicBezTo>
                        <a:pt x="137498" y="20707"/>
                        <a:pt x="106012" y="55"/>
                        <a:pt x="73820" y="55"/>
                      </a:cubicBezTo>
                      <a:cubicBezTo>
                        <a:pt x="38443" y="55"/>
                        <a:pt x="9788" y="26867"/>
                        <a:pt x="9788" y="60563"/>
                      </a:cubicBezTo>
                      <a:cubicBezTo>
                        <a:pt x="9788" y="67085"/>
                        <a:pt x="10496" y="83389"/>
                        <a:pt x="25354" y="100418"/>
                      </a:cubicBezTo>
                      <a:cubicBezTo>
                        <a:pt x="29245" y="104766"/>
                        <a:pt x="42335" y="113824"/>
                        <a:pt x="51179" y="119984"/>
                      </a:cubicBezTo>
                      <a:cubicBezTo>
                        <a:pt x="30660" y="130491"/>
                        <a:pt x="237" y="150781"/>
                        <a:pt x="237" y="186651"/>
                      </a:cubicBezTo>
                      <a:cubicBezTo>
                        <a:pt x="237" y="225058"/>
                        <a:pt x="36321" y="249333"/>
                        <a:pt x="73466" y="249333"/>
                      </a:cubicBezTo>
                      <a:cubicBezTo>
                        <a:pt x="113442" y="249333"/>
                        <a:pt x="147049" y="219260"/>
                        <a:pt x="147049" y="180492"/>
                      </a:cubicBezTo>
                      <a:cubicBezTo>
                        <a:pt x="147049" y="167448"/>
                        <a:pt x="143158" y="151144"/>
                        <a:pt x="129715" y="135926"/>
                      </a:cubicBezTo>
                      <a:cubicBezTo>
                        <a:pt x="122993" y="128317"/>
                        <a:pt x="117333" y="124694"/>
                        <a:pt x="94692" y="110201"/>
                      </a:cubicBezTo>
                      <a:close/>
                      <a:moveTo>
                        <a:pt x="59315" y="125419"/>
                      </a:moveTo>
                      <a:lnTo>
                        <a:pt x="102829" y="153680"/>
                      </a:lnTo>
                      <a:cubicBezTo>
                        <a:pt x="112734" y="160564"/>
                        <a:pt x="129361" y="171434"/>
                        <a:pt x="129361" y="193535"/>
                      </a:cubicBezTo>
                      <a:cubicBezTo>
                        <a:pt x="129361" y="220347"/>
                        <a:pt x="102829" y="239188"/>
                        <a:pt x="73820" y="239188"/>
                      </a:cubicBezTo>
                      <a:cubicBezTo>
                        <a:pt x="43396" y="239188"/>
                        <a:pt x="17925" y="216724"/>
                        <a:pt x="17925" y="186651"/>
                      </a:cubicBezTo>
                      <a:cubicBezTo>
                        <a:pt x="17925" y="165637"/>
                        <a:pt x="29245" y="142448"/>
                        <a:pt x="59315" y="125419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7" name="Freeform: Shape 1266">
                  <a:extLst>
                    <a:ext uri="{FF2B5EF4-FFF2-40B4-BE49-F238E27FC236}">
                      <a16:creationId xmlns:a16="http://schemas.microsoft.com/office/drawing/2014/main" id="{7F8BF9A2-232F-0465-0610-227161C0D367}"/>
                    </a:ext>
                  </a:extLst>
                </p:cNvPr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12016455" y="6519378"/>
                  <a:ext cx="216150" cy="14492"/>
                </a:xfrm>
                <a:custGeom>
                  <a:avLst/>
                  <a:gdLst>
                    <a:gd name="connsiteX0" fmla="*/ 204013 w 216150"/>
                    <a:gd name="connsiteY0" fmla="*/ 14548 h 14492"/>
                    <a:gd name="connsiteX1" fmla="*/ 216394 w 216150"/>
                    <a:gd name="connsiteY1" fmla="*/ 7301 h 14492"/>
                    <a:gd name="connsiteX2" fmla="*/ 204013 w 216150"/>
                    <a:gd name="connsiteY2" fmla="*/ 55 h 14492"/>
                    <a:gd name="connsiteX3" fmla="*/ 12626 w 216150"/>
                    <a:gd name="connsiteY3" fmla="*/ 55 h 14492"/>
                    <a:gd name="connsiteX4" fmla="*/ 244 w 216150"/>
                    <a:gd name="connsiteY4" fmla="*/ 7301 h 14492"/>
                    <a:gd name="connsiteX5" fmla="*/ 12626 w 216150"/>
                    <a:gd name="connsiteY5" fmla="*/ 14548 h 14492"/>
                    <a:gd name="connsiteX6" fmla="*/ 204013 w 216150"/>
                    <a:gd name="connsiteY6" fmla="*/ 14548 h 14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6150" h="14492">
                      <a:moveTo>
                        <a:pt x="204013" y="14548"/>
                      </a:moveTo>
                      <a:cubicBezTo>
                        <a:pt x="210027" y="14548"/>
                        <a:pt x="216394" y="14548"/>
                        <a:pt x="216394" y="7301"/>
                      </a:cubicBezTo>
                      <a:cubicBezTo>
                        <a:pt x="216394" y="55"/>
                        <a:pt x="210027" y="55"/>
                        <a:pt x="204013" y="55"/>
                      </a:cubicBezTo>
                      <a:lnTo>
                        <a:pt x="12626" y="55"/>
                      </a:lnTo>
                      <a:cubicBezTo>
                        <a:pt x="6612" y="55"/>
                        <a:pt x="244" y="55"/>
                        <a:pt x="244" y="7301"/>
                      </a:cubicBezTo>
                      <a:cubicBezTo>
                        <a:pt x="244" y="14548"/>
                        <a:pt x="6612" y="14548"/>
                        <a:pt x="12626" y="14548"/>
                      </a:cubicBezTo>
                      <a:lnTo>
                        <a:pt x="204013" y="14548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8" name="Freeform: Shape 1267">
                  <a:extLst>
                    <a:ext uri="{FF2B5EF4-FFF2-40B4-BE49-F238E27FC236}">
                      <a16:creationId xmlns:a16="http://schemas.microsoft.com/office/drawing/2014/main" id="{E101E701-87FE-300B-E50E-ECEF9A83AB07}"/>
                    </a:ext>
                  </a:extLst>
                </p:cNvPr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12372342" y="6375898"/>
                  <a:ext cx="116742" cy="241307"/>
                </a:xfrm>
                <a:custGeom>
                  <a:avLst/>
                  <a:gdLst>
                    <a:gd name="connsiteX0" fmla="*/ 72776 w 116742"/>
                    <a:gd name="connsiteY0" fmla="*/ 9475 h 241307"/>
                    <a:gd name="connsiteX1" fmla="*/ 64639 w 116742"/>
                    <a:gd name="connsiteY1" fmla="*/ 55 h 241307"/>
                    <a:gd name="connsiteX2" fmla="*/ 254 w 116742"/>
                    <a:gd name="connsiteY2" fmla="*/ 23244 h 241307"/>
                    <a:gd name="connsiteX3" fmla="*/ 254 w 116742"/>
                    <a:gd name="connsiteY3" fmla="*/ 34476 h 241307"/>
                    <a:gd name="connsiteX4" fmla="*/ 46597 w 116742"/>
                    <a:gd name="connsiteY4" fmla="*/ 25055 h 241307"/>
                    <a:gd name="connsiteX5" fmla="*/ 46597 w 116742"/>
                    <a:gd name="connsiteY5" fmla="*/ 212739 h 241307"/>
                    <a:gd name="connsiteX6" fmla="*/ 13697 w 116742"/>
                    <a:gd name="connsiteY6" fmla="*/ 230130 h 241307"/>
                    <a:gd name="connsiteX7" fmla="*/ 2376 w 116742"/>
                    <a:gd name="connsiteY7" fmla="*/ 230130 h 241307"/>
                    <a:gd name="connsiteX8" fmla="*/ 2376 w 116742"/>
                    <a:gd name="connsiteY8" fmla="*/ 241362 h 241307"/>
                    <a:gd name="connsiteX9" fmla="*/ 59686 w 116742"/>
                    <a:gd name="connsiteY9" fmla="*/ 240275 h 241307"/>
                    <a:gd name="connsiteX10" fmla="*/ 116996 w 116742"/>
                    <a:gd name="connsiteY10" fmla="*/ 241362 h 241307"/>
                    <a:gd name="connsiteX11" fmla="*/ 116996 w 116742"/>
                    <a:gd name="connsiteY11" fmla="*/ 230130 h 241307"/>
                    <a:gd name="connsiteX12" fmla="*/ 105676 w 116742"/>
                    <a:gd name="connsiteY12" fmla="*/ 230130 h 241307"/>
                    <a:gd name="connsiteX13" fmla="*/ 72776 w 116742"/>
                    <a:gd name="connsiteY13" fmla="*/ 212739 h 241307"/>
                    <a:gd name="connsiteX14" fmla="*/ 72776 w 116742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42" h="241307">
                      <a:moveTo>
                        <a:pt x="72776" y="9475"/>
                      </a:moveTo>
                      <a:cubicBezTo>
                        <a:pt x="72776" y="780"/>
                        <a:pt x="72776" y="55"/>
                        <a:pt x="64639" y="55"/>
                      </a:cubicBezTo>
                      <a:cubicBezTo>
                        <a:pt x="42706" y="23244"/>
                        <a:pt x="11574" y="23244"/>
                        <a:pt x="254" y="23244"/>
                      </a:cubicBezTo>
                      <a:lnTo>
                        <a:pt x="254" y="34476"/>
                      </a:lnTo>
                      <a:cubicBezTo>
                        <a:pt x="7329" y="34476"/>
                        <a:pt x="28201" y="34476"/>
                        <a:pt x="46597" y="25055"/>
                      </a:cubicBezTo>
                      <a:lnTo>
                        <a:pt x="46597" y="212739"/>
                      </a:lnTo>
                      <a:cubicBezTo>
                        <a:pt x="46597" y="225782"/>
                        <a:pt x="45536" y="230130"/>
                        <a:pt x="13697" y="230130"/>
                      </a:cubicBezTo>
                      <a:lnTo>
                        <a:pt x="2376" y="230130"/>
                      </a:lnTo>
                      <a:lnTo>
                        <a:pt x="2376" y="241362"/>
                      </a:lnTo>
                      <a:cubicBezTo>
                        <a:pt x="14758" y="240275"/>
                        <a:pt x="45536" y="240275"/>
                        <a:pt x="59686" y="240275"/>
                      </a:cubicBezTo>
                      <a:cubicBezTo>
                        <a:pt x="73837" y="240275"/>
                        <a:pt x="104615" y="240275"/>
                        <a:pt x="116996" y="241362"/>
                      </a:cubicBezTo>
                      <a:lnTo>
                        <a:pt x="116996" y="230130"/>
                      </a:lnTo>
                      <a:lnTo>
                        <a:pt x="105676" y="230130"/>
                      </a:lnTo>
                      <a:cubicBezTo>
                        <a:pt x="73837" y="230130"/>
                        <a:pt x="72776" y="226145"/>
                        <a:pt x="72776" y="212739"/>
                      </a:cubicBezTo>
                      <a:lnTo>
                        <a:pt x="72776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69" name="Freeform: Shape 1268">
                  <a:extLst>
                    <a:ext uri="{FF2B5EF4-FFF2-40B4-BE49-F238E27FC236}">
                      <a16:creationId xmlns:a16="http://schemas.microsoft.com/office/drawing/2014/main" id="{5E4F3F99-1570-5194-2F31-71D166C02FCF}"/>
                    </a:ext>
                  </a:extLst>
                </p:cNvPr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12537905" y="6345463"/>
                  <a:ext cx="82073" cy="362323"/>
                </a:xfrm>
                <a:custGeom>
                  <a:avLst/>
                  <a:gdLst>
                    <a:gd name="connsiteX0" fmla="*/ 82332 w 82073"/>
                    <a:gd name="connsiteY0" fmla="*/ 181216 h 362323"/>
                    <a:gd name="connsiteX1" fmla="*/ 58984 w 82073"/>
                    <a:gd name="connsiteY1" fmla="*/ 68172 h 362323"/>
                    <a:gd name="connsiteX2" fmla="*/ 3796 w 82073"/>
                    <a:gd name="connsiteY2" fmla="*/ 55 h 362323"/>
                    <a:gd name="connsiteX3" fmla="*/ 259 w 82073"/>
                    <a:gd name="connsiteY3" fmla="*/ 3678 h 362323"/>
                    <a:gd name="connsiteX4" fmla="*/ 6980 w 82073"/>
                    <a:gd name="connsiteY4" fmla="*/ 12012 h 362323"/>
                    <a:gd name="connsiteX5" fmla="*/ 61814 w 82073"/>
                    <a:gd name="connsiteY5" fmla="*/ 181216 h 362323"/>
                    <a:gd name="connsiteX6" fmla="*/ 4858 w 82073"/>
                    <a:gd name="connsiteY6" fmla="*/ 352595 h 362323"/>
                    <a:gd name="connsiteX7" fmla="*/ 259 w 82073"/>
                    <a:gd name="connsiteY7" fmla="*/ 358755 h 362323"/>
                    <a:gd name="connsiteX8" fmla="*/ 3796 w 82073"/>
                    <a:gd name="connsiteY8" fmla="*/ 362378 h 362323"/>
                    <a:gd name="connsiteX9" fmla="*/ 60045 w 82073"/>
                    <a:gd name="connsiteY9" fmla="*/ 291725 h 362323"/>
                    <a:gd name="connsiteX10" fmla="*/ 82332 w 82073"/>
                    <a:gd name="connsiteY10" fmla="*/ 181216 h 362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073" h="362323">
                      <a:moveTo>
                        <a:pt x="82332" y="181216"/>
                      </a:moveTo>
                      <a:cubicBezTo>
                        <a:pt x="82332" y="152955"/>
                        <a:pt x="78441" y="109114"/>
                        <a:pt x="58984" y="68172"/>
                      </a:cubicBezTo>
                      <a:cubicBezTo>
                        <a:pt x="37758" y="23606"/>
                        <a:pt x="7334" y="55"/>
                        <a:pt x="3796" y="55"/>
                      </a:cubicBezTo>
                      <a:cubicBezTo>
                        <a:pt x="1674" y="55"/>
                        <a:pt x="259" y="1504"/>
                        <a:pt x="259" y="3678"/>
                      </a:cubicBezTo>
                      <a:cubicBezTo>
                        <a:pt x="259" y="4765"/>
                        <a:pt x="259" y="5490"/>
                        <a:pt x="6980" y="12012"/>
                      </a:cubicBezTo>
                      <a:cubicBezTo>
                        <a:pt x="41649" y="47882"/>
                        <a:pt x="61814" y="105491"/>
                        <a:pt x="61814" y="181216"/>
                      </a:cubicBezTo>
                      <a:cubicBezTo>
                        <a:pt x="61814" y="243174"/>
                        <a:pt x="48725" y="306943"/>
                        <a:pt x="4858" y="352595"/>
                      </a:cubicBezTo>
                      <a:cubicBezTo>
                        <a:pt x="259" y="356943"/>
                        <a:pt x="259" y="357668"/>
                        <a:pt x="259" y="358755"/>
                      </a:cubicBezTo>
                      <a:cubicBezTo>
                        <a:pt x="259" y="360929"/>
                        <a:pt x="1674" y="362378"/>
                        <a:pt x="3796" y="362378"/>
                      </a:cubicBezTo>
                      <a:cubicBezTo>
                        <a:pt x="7334" y="362378"/>
                        <a:pt x="39173" y="337740"/>
                        <a:pt x="60045" y="291725"/>
                      </a:cubicBezTo>
                      <a:cubicBezTo>
                        <a:pt x="78087" y="251869"/>
                        <a:pt x="82332" y="211652"/>
                        <a:pt x="82332" y="181216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0" name="Freeform: Shape 1269">
                  <a:extLst>
                    <a:ext uri="{FF2B5EF4-FFF2-40B4-BE49-F238E27FC236}">
                      <a16:creationId xmlns:a16="http://schemas.microsoft.com/office/drawing/2014/main" id="{3898C5C8-BF10-6DB9-AF02-306382C56C31}"/>
                    </a:ext>
                  </a:extLst>
                </p:cNvPr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12670917" y="6299197"/>
                  <a:ext cx="109454" cy="168407"/>
                </a:xfrm>
                <a:custGeom>
                  <a:avLst/>
                  <a:gdLst>
                    <a:gd name="connsiteX0" fmla="*/ 109718 w 109454"/>
                    <a:gd name="connsiteY0" fmla="*/ 122299 h 168407"/>
                    <a:gd name="connsiteX1" fmla="*/ 101298 w 109454"/>
                    <a:gd name="connsiteY1" fmla="*/ 122299 h 168407"/>
                    <a:gd name="connsiteX2" fmla="*/ 94859 w 109454"/>
                    <a:gd name="connsiteY2" fmla="*/ 145379 h 168407"/>
                    <a:gd name="connsiteX3" fmla="*/ 70344 w 109454"/>
                    <a:gd name="connsiteY3" fmla="*/ 146900 h 168407"/>
                    <a:gd name="connsiteX4" fmla="*/ 24779 w 109454"/>
                    <a:gd name="connsiteY4" fmla="*/ 146900 h 168407"/>
                    <a:gd name="connsiteX5" fmla="*/ 74306 w 109454"/>
                    <a:gd name="connsiteY5" fmla="*/ 104291 h 168407"/>
                    <a:gd name="connsiteX6" fmla="*/ 109718 w 109454"/>
                    <a:gd name="connsiteY6" fmla="*/ 49508 h 168407"/>
                    <a:gd name="connsiteX7" fmla="*/ 51771 w 109454"/>
                    <a:gd name="connsiteY7" fmla="*/ 51 h 168407"/>
                    <a:gd name="connsiteX8" fmla="*/ 263 w 109454"/>
                    <a:gd name="connsiteY8" fmla="*/ 45450 h 168407"/>
                    <a:gd name="connsiteX9" fmla="*/ 13387 w 109454"/>
                    <a:gd name="connsiteY9" fmla="*/ 59653 h 168407"/>
                    <a:gd name="connsiteX10" fmla="*/ 26512 w 109454"/>
                    <a:gd name="connsiteY10" fmla="*/ 46211 h 168407"/>
                    <a:gd name="connsiteX11" fmla="*/ 11902 w 109454"/>
                    <a:gd name="connsiteY11" fmla="*/ 32769 h 168407"/>
                    <a:gd name="connsiteX12" fmla="*/ 48056 w 109454"/>
                    <a:gd name="connsiteY12" fmla="*/ 9181 h 168407"/>
                    <a:gd name="connsiteX13" fmla="*/ 85697 w 109454"/>
                    <a:gd name="connsiteY13" fmla="*/ 49508 h 168407"/>
                    <a:gd name="connsiteX14" fmla="*/ 62419 w 109454"/>
                    <a:gd name="connsiteY14" fmla="*/ 98204 h 168407"/>
                    <a:gd name="connsiteX15" fmla="*/ 2739 w 109454"/>
                    <a:gd name="connsiteY15" fmla="*/ 158567 h 168407"/>
                    <a:gd name="connsiteX16" fmla="*/ 263 w 109454"/>
                    <a:gd name="connsiteY16" fmla="*/ 168459 h 168407"/>
                    <a:gd name="connsiteX17" fmla="*/ 102289 w 109454"/>
                    <a:gd name="connsiteY17" fmla="*/ 168459 h 168407"/>
                    <a:gd name="connsiteX18" fmla="*/ 109718 w 109454"/>
                    <a:gd name="connsiteY18" fmla="*/ 122299 h 168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09454" h="168407">
                      <a:moveTo>
                        <a:pt x="109718" y="122299"/>
                      </a:moveTo>
                      <a:lnTo>
                        <a:pt x="101298" y="122299"/>
                      </a:lnTo>
                      <a:cubicBezTo>
                        <a:pt x="100555" y="127878"/>
                        <a:pt x="98079" y="142842"/>
                        <a:pt x="94859" y="145379"/>
                      </a:cubicBezTo>
                      <a:cubicBezTo>
                        <a:pt x="92878" y="146900"/>
                        <a:pt x="73810" y="146900"/>
                        <a:pt x="70344" y="146900"/>
                      </a:cubicBezTo>
                      <a:lnTo>
                        <a:pt x="24779" y="146900"/>
                      </a:lnTo>
                      <a:cubicBezTo>
                        <a:pt x="50780" y="123313"/>
                        <a:pt x="59448" y="116212"/>
                        <a:pt x="74306" y="104291"/>
                      </a:cubicBezTo>
                      <a:cubicBezTo>
                        <a:pt x="92631" y="89327"/>
                        <a:pt x="109718" y="73602"/>
                        <a:pt x="109718" y="49508"/>
                      </a:cubicBezTo>
                      <a:cubicBezTo>
                        <a:pt x="109718" y="18819"/>
                        <a:pt x="83468" y="51"/>
                        <a:pt x="51771" y="51"/>
                      </a:cubicBezTo>
                      <a:cubicBezTo>
                        <a:pt x="21064" y="51"/>
                        <a:pt x="263" y="22116"/>
                        <a:pt x="263" y="45450"/>
                      </a:cubicBezTo>
                      <a:cubicBezTo>
                        <a:pt x="263" y="58385"/>
                        <a:pt x="10911" y="59653"/>
                        <a:pt x="13387" y="59653"/>
                      </a:cubicBezTo>
                      <a:cubicBezTo>
                        <a:pt x="19331" y="59653"/>
                        <a:pt x="26512" y="55341"/>
                        <a:pt x="26512" y="46211"/>
                      </a:cubicBezTo>
                      <a:cubicBezTo>
                        <a:pt x="26512" y="41645"/>
                        <a:pt x="24779" y="32769"/>
                        <a:pt x="11902" y="32769"/>
                      </a:cubicBezTo>
                      <a:cubicBezTo>
                        <a:pt x="19578" y="14761"/>
                        <a:pt x="36417" y="9181"/>
                        <a:pt x="48056" y="9181"/>
                      </a:cubicBezTo>
                      <a:cubicBezTo>
                        <a:pt x="72820" y="9181"/>
                        <a:pt x="85697" y="28964"/>
                        <a:pt x="85697" y="49508"/>
                      </a:cubicBezTo>
                      <a:cubicBezTo>
                        <a:pt x="85697" y="71573"/>
                        <a:pt x="70344" y="89074"/>
                        <a:pt x="62419" y="98204"/>
                      </a:cubicBezTo>
                      <a:lnTo>
                        <a:pt x="2739" y="158567"/>
                      </a:lnTo>
                      <a:cubicBezTo>
                        <a:pt x="263" y="160850"/>
                        <a:pt x="263" y="161357"/>
                        <a:pt x="263" y="168459"/>
                      </a:cubicBezTo>
                      <a:lnTo>
                        <a:pt x="102289" y="168459"/>
                      </a:lnTo>
                      <a:lnTo>
                        <a:pt x="109718" y="12229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1" name="Freeform: Shape 1270">
                  <a:extLst>
                    <a:ext uri="{FF2B5EF4-FFF2-40B4-BE49-F238E27FC236}">
                      <a16:creationId xmlns:a16="http://schemas.microsoft.com/office/drawing/2014/main" id="{0CD97387-08D4-2212-DDED-A5A1DE8B5766}"/>
                    </a:ext>
                  </a:extLst>
                </p:cNvPr>
                <p:cNvSpPr/>
                <p:nvPr>
                  <p:custDataLst>
                    <p:tags r:id="rId59"/>
                  </p:custDataLst>
                </p:nvPr>
              </p:nvSpPr>
              <p:spPr>
                <a:xfrm>
                  <a:off x="12932096" y="6484232"/>
                  <a:ext cx="235253" cy="84783"/>
                </a:xfrm>
                <a:custGeom>
                  <a:avLst/>
                  <a:gdLst>
                    <a:gd name="connsiteX0" fmla="*/ 223496 w 235253"/>
                    <a:gd name="connsiteY0" fmla="*/ 14548 h 84783"/>
                    <a:gd name="connsiteX1" fmla="*/ 235524 w 235253"/>
                    <a:gd name="connsiteY1" fmla="*/ 7301 h 84783"/>
                    <a:gd name="connsiteX2" fmla="*/ 223850 w 235253"/>
                    <a:gd name="connsiteY2" fmla="*/ 55 h 84783"/>
                    <a:gd name="connsiteX3" fmla="*/ 11944 w 235253"/>
                    <a:gd name="connsiteY3" fmla="*/ 55 h 84783"/>
                    <a:gd name="connsiteX4" fmla="*/ 270 w 235253"/>
                    <a:gd name="connsiteY4" fmla="*/ 7301 h 84783"/>
                    <a:gd name="connsiteX5" fmla="*/ 12298 w 235253"/>
                    <a:gd name="connsiteY5" fmla="*/ 14548 h 84783"/>
                    <a:gd name="connsiteX6" fmla="*/ 223496 w 235253"/>
                    <a:gd name="connsiteY6" fmla="*/ 14548 h 84783"/>
                    <a:gd name="connsiteX7" fmla="*/ 223850 w 235253"/>
                    <a:gd name="connsiteY7" fmla="*/ 84839 h 84783"/>
                    <a:gd name="connsiteX8" fmla="*/ 235524 w 235253"/>
                    <a:gd name="connsiteY8" fmla="*/ 77592 h 84783"/>
                    <a:gd name="connsiteX9" fmla="*/ 223496 w 235253"/>
                    <a:gd name="connsiteY9" fmla="*/ 70346 h 84783"/>
                    <a:gd name="connsiteX10" fmla="*/ 12298 w 235253"/>
                    <a:gd name="connsiteY10" fmla="*/ 70346 h 84783"/>
                    <a:gd name="connsiteX11" fmla="*/ 270 w 235253"/>
                    <a:gd name="connsiteY11" fmla="*/ 77592 h 84783"/>
                    <a:gd name="connsiteX12" fmla="*/ 11944 w 235253"/>
                    <a:gd name="connsiteY12" fmla="*/ 84839 h 84783"/>
                    <a:gd name="connsiteX13" fmla="*/ 223850 w 235253"/>
                    <a:gd name="connsiteY13" fmla="*/ 84839 h 84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35253" h="84783">
                      <a:moveTo>
                        <a:pt x="223496" y="14548"/>
                      </a:moveTo>
                      <a:cubicBezTo>
                        <a:pt x="228802" y="14548"/>
                        <a:pt x="235524" y="14548"/>
                        <a:pt x="235524" y="7301"/>
                      </a:cubicBezTo>
                      <a:cubicBezTo>
                        <a:pt x="235524" y="55"/>
                        <a:pt x="228802" y="55"/>
                        <a:pt x="223850" y="55"/>
                      </a:cubicBezTo>
                      <a:lnTo>
                        <a:pt x="11944" y="55"/>
                      </a:lnTo>
                      <a:cubicBezTo>
                        <a:pt x="6991" y="55"/>
                        <a:pt x="270" y="55"/>
                        <a:pt x="270" y="7301"/>
                      </a:cubicBezTo>
                      <a:cubicBezTo>
                        <a:pt x="270" y="14548"/>
                        <a:pt x="6991" y="14548"/>
                        <a:pt x="12298" y="14548"/>
                      </a:cubicBezTo>
                      <a:lnTo>
                        <a:pt x="223496" y="14548"/>
                      </a:lnTo>
                      <a:close/>
                      <a:moveTo>
                        <a:pt x="223850" y="84839"/>
                      </a:moveTo>
                      <a:cubicBezTo>
                        <a:pt x="228802" y="84839"/>
                        <a:pt x="235524" y="84839"/>
                        <a:pt x="235524" y="77592"/>
                      </a:cubicBezTo>
                      <a:cubicBezTo>
                        <a:pt x="235524" y="70346"/>
                        <a:pt x="228802" y="70346"/>
                        <a:pt x="223496" y="70346"/>
                      </a:cubicBezTo>
                      <a:lnTo>
                        <a:pt x="12298" y="70346"/>
                      </a:lnTo>
                      <a:cubicBezTo>
                        <a:pt x="6991" y="70346"/>
                        <a:pt x="270" y="70346"/>
                        <a:pt x="270" y="77592"/>
                      </a:cubicBezTo>
                      <a:cubicBezTo>
                        <a:pt x="270" y="84839"/>
                        <a:pt x="6991" y="84839"/>
                        <a:pt x="11944" y="84839"/>
                      </a:cubicBezTo>
                      <a:lnTo>
                        <a:pt x="223850" y="84839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2" name="Freeform: Shape 1271">
                  <a:extLst>
                    <a:ext uri="{FF2B5EF4-FFF2-40B4-BE49-F238E27FC236}">
                      <a16:creationId xmlns:a16="http://schemas.microsoft.com/office/drawing/2014/main" id="{E484FB65-944B-40B0-1288-CEB535C5B0CF}"/>
                    </a:ext>
                  </a:extLst>
                </p:cNvPr>
                <p:cNvSpPr/>
                <p:nvPr>
                  <p:custDataLst>
                    <p:tags r:id="rId60"/>
                  </p:custDataLst>
                </p:nvPr>
              </p:nvSpPr>
              <p:spPr>
                <a:xfrm>
                  <a:off x="13303391" y="6375898"/>
                  <a:ext cx="141152" cy="241307"/>
                </a:xfrm>
                <a:custGeom>
                  <a:avLst/>
                  <a:gdLst>
                    <a:gd name="connsiteX0" fmla="*/ 27520 w 141152"/>
                    <a:gd name="connsiteY0" fmla="*/ 213463 h 241307"/>
                    <a:gd name="connsiteX1" fmla="*/ 65019 w 141152"/>
                    <a:gd name="connsiteY1" fmla="*/ 176144 h 241307"/>
                    <a:gd name="connsiteX2" fmla="*/ 141433 w 141152"/>
                    <a:gd name="connsiteY2" fmla="*/ 70346 h 241307"/>
                    <a:gd name="connsiteX3" fmla="*/ 66435 w 141152"/>
                    <a:gd name="connsiteY3" fmla="*/ 55 h 241307"/>
                    <a:gd name="connsiteX4" fmla="*/ 280 w 141152"/>
                    <a:gd name="connsiteY4" fmla="*/ 65635 h 241307"/>
                    <a:gd name="connsiteX5" fmla="*/ 19030 w 141152"/>
                    <a:gd name="connsiteY5" fmla="*/ 85925 h 241307"/>
                    <a:gd name="connsiteX6" fmla="*/ 37426 w 141152"/>
                    <a:gd name="connsiteY6" fmla="*/ 66722 h 241307"/>
                    <a:gd name="connsiteX7" fmla="*/ 18676 w 141152"/>
                    <a:gd name="connsiteY7" fmla="*/ 47882 h 241307"/>
                    <a:gd name="connsiteX8" fmla="*/ 14077 w 141152"/>
                    <a:gd name="connsiteY8" fmla="*/ 48244 h 241307"/>
                    <a:gd name="connsiteX9" fmla="*/ 61836 w 141152"/>
                    <a:gd name="connsiteY9" fmla="*/ 11287 h 241307"/>
                    <a:gd name="connsiteX10" fmla="*/ 109240 w 141152"/>
                    <a:gd name="connsiteY10" fmla="*/ 70346 h 241307"/>
                    <a:gd name="connsiteX11" fmla="*/ 72095 w 141152"/>
                    <a:gd name="connsiteY11" fmla="*/ 150419 h 241307"/>
                    <a:gd name="connsiteX12" fmla="*/ 4172 w 141152"/>
                    <a:gd name="connsiteY12" fmla="*/ 227956 h 241307"/>
                    <a:gd name="connsiteX13" fmla="*/ 280 w 141152"/>
                    <a:gd name="connsiteY13" fmla="*/ 241362 h 241307"/>
                    <a:gd name="connsiteX14" fmla="*/ 131527 w 141152"/>
                    <a:gd name="connsiteY14" fmla="*/ 241362 h 241307"/>
                    <a:gd name="connsiteX15" fmla="*/ 141433 w 141152"/>
                    <a:gd name="connsiteY15" fmla="*/ 178318 h 241307"/>
                    <a:gd name="connsiteX16" fmla="*/ 132589 w 141152"/>
                    <a:gd name="connsiteY16" fmla="*/ 178318 h 241307"/>
                    <a:gd name="connsiteX17" fmla="*/ 124806 w 141152"/>
                    <a:gd name="connsiteY17" fmla="*/ 210565 h 241307"/>
                    <a:gd name="connsiteX18" fmla="*/ 91198 w 141152"/>
                    <a:gd name="connsiteY18" fmla="*/ 213463 h 241307"/>
                    <a:gd name="connsiteX19" fmla="*/ 27520 w 141152"/>
                    <a:gd name="connsiteY19" fmla="*/ 213463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1152" h="241307">
                      <a:moveTo>
                        <a:pt x="27520" y="213463"/>
                      </a:moveTo>
                      <a:lnTo>
                        <a:pt x="65019" y="176144"/>
                      </a:lnTo>
                      <a:cubicBezTo>
                        <a:pt x="120207" y="126143"/>
                        <a:pt x="141433" y="106578"/>
                        <a:pt x="141433" y="70346"/>
                      </a:cubicBezTo>
                      <a:cubicBezTo>
                        <a:pt x="141433" y="29041"/>
                        <a:pt x="109594" y="55"/>
                        <a:pt x="66435" y="55"/>
                      </a:cubicBezTo>
                      <a:cubicBezTo>
                        <a:pt x="26459" y="55"/>
                        <a:pt x="280" y="33389"/>
                        <a:pt x="280" y="65635"/>
                      </a:cubicBezTo>
                      <a:cubicBezTo>
                        <a:pt x="280" y="85925"/>
                        <a:pt x="17969" y="85925"/>
                        <a:pt x="19030" y="85925"/>
                      </a:cubicBezTo>
                      <a:cubicBezTo>
                        <a:pt x="25044" y="85925"/>
                        <a:pt x="37426" y="81578"/>
                        <a:pt x="37426" y="66722"/>
                      </a:cubicBezTo>
                      <a:cubicBezTo>
                        <a:pt x="37426" y="57302"/>
                        <a:pt x="31058" y="47882"/>
                        <a:pt x="18676" y="47882"/>
                      </a:cubicBezTo>
                      <a:cubicBezTo>
                        <a:pt x="15846" y="47882"/>
                        <a:pt x="15139" y="47882"/>
                        <a:pt x="14077" y="48244"/>
                      </a:cubicBezTo>
                      <a:cubicBezTo>
                        <a:pt x="22214" y="24693"/>
                        <a:pt x="41317" y="11287"/>
                        <a:pt x="61836" y="11287"/>
                      </a:cubicBezTo>
                      <a:cubicBezTo>
                        <a:pt x="94028" y="11287"/>
                        <a:pt x="109240" y="40635"/>
                        <a:pt x="109240" y="70346"/>
                      </a:cubicBezTo>
                      <a:cubicBezTo>
                        <a:pt x="109240" y="99331"/>
                        <a:pt x="91552" y="127955"/>
                        <a:pt x="72095" y="150419"/>
                      </a:cubicBezTo>
                      <a:lnTo>
                        <a:pt x="4172" y="227956"/>
                      </a:lnTo>
                      <a:cubicBezTo>
                        <a:pt x="280" y="231942"/>
                        <a:pt x="280" y="232666"/>
                        <a:pt x="280" y="241362"/>
                      </a:cubicBezTo>
                      <a:lnTo>
                        <a:pt x="131527" y="241362"/>
                      </a:lnTo>
                      <a:lnTo>
                        <a:pt x="141433" y="178318"/>
                      </a:lnTo>
                      <a:lnTo>
                        <a:pt x="132589" y="178318"/>
                      </a:lnTo>
                      <a:cubicBezTo>
                        <a:pt x="130820" y="189188"/>
                        <a:pt x="128343" y="205130"/>
                        <a:pt x="124806" y="210565"/>
                      </a:cubicBezTo>
                      <a:cubicBezTo>
                        <a:pt x="122329" y="213463"/>
                        <a:pt x="98981" y="213463"/>
                        <a:pt x="91198" y="213463"/>
                      </a:cubicBezTo>
                      <a:lnTo>
                        <a:pt x="27520" y="213463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3" name="Freeform: Shape 1272">
                  <a:extLst>
                    <a:ext uri="{FF2B5EF4-FFF2-40B4-BE49-F238E27FC236}">
                      <a16:creationId xmlns:a16="http://schemas.microsoft.com/office/drawing/2014/main" id="{7824133F-A6C9-09EF-5A54-4158AD1AC3DF}"/>
                    </a:ext>
                  </a:extLst>
                </p:cNvPr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13493010" y="6578799"/>
                  <a:ext cx="37499" cy="38406"/>
                </a:xfrm>
                <a:custGeom>
                  <a:avLst/>
                  <a:gdLst>
                    <a:gd name="connsiteX0" fmla="*/ 37785 w 37499"/>
                    <a:gd name="connsiteY0" fmla="*/ 19258 h 38406"/>
                    <a:gd name="connsiteX1" fmla="*/ 19035 w 37499"/>
                    <a:gd name="connsiteY1" fmla="*/ 55 h 38406"/>
                    <a:gd name="connsiteX2" fmla="*/ 285 w 37499"/>
                    <a:gd name="connsiteY2" fmla="*/ 19258 h 38406"/>
                    <a:gd name="connsiteX3" fmla="*/ 19035 w 37499"/>
                    <a:gd name="connsiteY3" fmla="*/ 38461 h 38406"/>
                    <a:gd name="connsiteX4" fmla="*/ 37785 w 37499"/>
                    <a:gd name="connsiteY4" fmla="*/ 19258 h 38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499" h="38406">
                      <a:moveTo>
                        <a:pt x="37785" y="19258"/>
                      </a:moveTo>
                      <a:cubicBezTo>
                        <a:pt x="37785" y="8751"/>
                        <a:pt x="29294" y="55"/>
                        <a:pt x="19035" y="55"/>
                      </a:cubicBezTo>
                      <a:cubicBezTo>
                        <a:pt x="8776" y="55"/>
                        <a:pt x="285" y="8751"/>
                        <a:pt x="285" y="19258"/>
                      </a:cubicBezTo>
                      <a:cubicBezTo>
                        <a:pt x="285" y="29765"/>
                        <a:pt x="8776" y="38461"/>
                        <a:pt x="19035" y="38461"/>
                      </a:cubicBezTo>
                      <a:cubicBezTo>
                        <a:pt x="29294" y="38461"/>
                        <a:pt x="37785" y="29765"/>
                        <a:pt x="37785" y="1925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4" name="Freeform: Shape 1273">
                  <a:extLst>
                    <a:ext uri="{FF2B5EF4-FFF2-40B4-BE49-F238E27FC236}">
                      <a16:creationId xmlns:a16="http://schemas.microsoft.com/office/drawing/2014/main" id="{BF4EA0D8-1629-333B-E86B-5FA94A8E5A7B}"/>
                    </a:ext>
                  </a:extLst>
                </p:cNvPr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13575713" y="6375898"/>
                  <a:ext cx="146812" cy="249278"/>
                </a:xfrm>
                <a:custGeom>
                  <a:avLst/>
                  <a:gdLst>
                    <a:gd name="connsiteX0" fmla="*/ 32127 w 146812"/>
                    <a:gd name="connsiteY0" fmla="*/ 122520 h 249278"/>
                    <a:gd name="connsiteX1" fmla="*/ 32127 w 146812"/>
                    <a:gd name="connsiteY1" fmla="*/ 113824 h 249278"/>
                    <a:gd name="connsiteX2" fmla="*/ 94036 w 146812"/>
                    <a:gd name="connsiteY2" fmla="*/ 9113 h 249278"/>
                    <a:gd name="connsiteX3" fmla="*/ 125167 w 146812"/>
                    <a:gd name="connsiteY3" fmla="*/ 23606 h 249278"/>
                    <a:gd name="connsiteX4" fmla="*/ 105710 w 146812"/>
                    <a:gd name="connsiteY4" fmla="*/ 39910 h 249278"/>
                    <a:gd name="connsiteX5" fmla="*/ 121983 w 146812"/>
                    <a:gd name="connsiteY5" fmla="*/ 56577 h 249278"/>
                    <a:gd name="connsiteX6" fmla="*/ 138257 w 146812"/>
                    <a:gd name="connsiteY6" fmla="*/ 39186 h 249278"/>
                    <a:gd name="connsiteX7" fmla="*/ 93328 w 146812"/>
                    <a:gd name="connsiteY7" fmla="*/ 55 h 249278"/>
                    <a:gd name="connsiteX8" fmla="*/ 288 w 146812"/>
                    <a:gd name="connsiteY8" fmla="*/ 126868 h 249278"/>
                    <a:gd name="connsiteX9" fmla="*/ 74225 w 146812"/>
                    <a:gd name="connsiteY9" fmla="*/ 249333 h 249278"/>
                    <a:gd name="connsiteX10" fmla="*/ 147101 w 146812"/>
                    <a:gd name="connsiteY10" fmla="*/ 167448 h 249278"/>
                    <a:gd name="connsiteX11" fmla="*/ 76348 w 146812"/>
                    <a:gd name="connsiteY11" fmla="*/ 86650 h 249278"/>
                    <a:gd name="connsiteX12" fmla="*/ 32127 w 146812"/>
                    <a:gd name="connsiteY12" fmla="*/ 122520 h 249278"/>
                    <a:gd name="connsiteX13" fmla="*/ 74225 w 146812"/>
                    <a:gd name="connsiteY13" fmla="*/ 239188 h 249278"/>
                    <a:gd name="connsiteX14" fmla="*/ 39202 w 146812"/>
                    <a:gd name="connsiteY14" fmla="*/ 212014 h 249278"/>
                    <a:gd name="connsiteX15" fmla="*/ 32835 w 146812"/>
                    <a:gd name="connsiteY15" fmla="*/ 159477 h 249278"/>
                    <a:gd name="connsiteX16" fmla="*/ 75994 w 146812"/>
                    <a:gd name="connsiteY16" fmla="*/ 94984 h 249278"/>
                    <a:gd name="connsiteX17" fmla="*/ 108894 w 146812"/>
                    <a:gd name="connsiteY17" fmla="*/ 117448 h 249278"/>
                    <a:gd name="connsiteX18" fmla="*/ 115262 w 146812"/>
                    <a:gd name="connsiteY18" fmla="*/ 167086 h 249278"/>
                    <a:gd name="connsiteX19" fmla="*/ 109248 w 146812"/>
                    <a:gd name="connsiteY19" fmla="*/ 215637 h 249278"/>
                    <a:gd name="connsiteX20" fmla="*/ 74225 w 146812"/>
                    <a:gd name="connsiteY20" fmla="*/ 239188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6812" h="249278">
                      <a:moveTo>
                        <a:pt x="32127" y="122520"/>
                      </a:moveTo>
                      <a:lnTo>
                        <a:pt x="32127" y="113824"/>
                      </a:lnTo>
                      <a:cubicBezTo>
                        <a:pt x="32127" y="22157"/>
                        <a:pt x="75994" y="9113"/>
                        <a:pt x="94036" y="9113"/>
                      </a:cubicBezTo>
                      <a:cubicBezTo>
                        <a:pt x="102526" y="9113"/>
                        <a:pt x="117384" y="11287"/>
                        <a:pt x="125167" y="23606"/>
                      </a:cubicBezTo>
                      <a:cubicBezTo>
                        <a:pt x="119861" y="23606"/>
                        <a:pt x="105710" y="23606"/>
                        <a:pt x="105710" y="39910"/>
                      </a:cubicBezTo>
                      <a:cubicBezTo>
                        <a:pt x="105710" y="51142"/>
                        <a:pt x="114201" y="56577"/>
                        <a:pt x="121983" y="56577"/>
                      </a:cubicBezTo>
                      <a:cubicBezTo>
                        <a:pt x="127644" y="56577"/>
                        <a:pt x="138257" y="53316"/>
                        <a:pt x="138257" y="39186"/>
                      </a:cubicBezTo>
                      <a:cubicBezTo>
                        <a:pt x="138257" y="17446"/>
                        <a:pt x="122691" y="55"/>
                        <a:pt x="93328" y="55"/>
                      </a:cubicBezTo>
                      <a:cubicBezTo>
                        <a:pt x="48046" y="55"/>
                        <a:pt x="288" y="46795"/>
                        <a:pt x="288" y="126868"/>
                      </a:cubicBezTo>
                      <a:cubicBezTo>
                        <a:pt x="288" y="223608"/>
                        <a:pt x="41325" y="249333"/>
                        <a:pt x="74225" y="249333"/>
                      </a:cubicBezTo>
                      <a:cubicBezTo>
                        <a:pt x="113493" y="249333"/>
                        <a:pt x="147101" y="215275"/>
                        <a:pt x="147101" y="167448"/>
                      </a:cubicBezTo>
                      <a:cubicBezTo>
                        <a:pt x="147101" y="121433"/>
                        <a:pt x="115616" y="86650"/>
                        <a:pt x="76348" y="86650"/>
                      </a:cubicBezTo>
                      <a:cubicBezTo>
                        <a:pt x="52292" y="86650"/>
                        <a:pt x="39202" y="105129"/>
                        <a:pt x="32127" y="122520"/>
                      </a:cubicBezTo>
                      <a:close/>
                      <a:moveTo>
                        <a:pt x="74225" y="239188"/>
                      </a:moveTo>
                      <a:cubicBezTo>
                        <a:pt x="51938" y="239188"/>
                        <a:pt x="41325" y="217449"/>
                        <a:pt x="39202" y="212014"/>
                      </a:cubicBezTo>
                      <a:cubicBezTo>
                        <a:pt x="32835" y="194985"/>
                        <a:pt x="32835" y="165999"/>
                        <a:pt x="32835" y="159477"/>
                      </a:cubicBezTo>
                      <a:cubicBezTo>
                        <a:pt x="32835" y="131216"/>
                        <a:pt x="44155" y="94984"/>
                        <a:pt x="75994" y="94984"/>
                      </a:cubicBezTo>
                      <a:cubicBezTo>
                        <a:pt x="81654" y="94984"/>
                        <a:pt x="97927" y="94984"/>
                        <a:pt x="108894" y="117448"/>
                      </a:cubicBezTo>
                      <a:cubicBezTo>
                        <a:pt x="115262" y="130854"/>
                        <a:pt x="115262" y="149332"/>
                        <a:pt x="115262" y="167086"/>
                      </a:cubicBezTo>
                      <a:cubicBezTo>
                        <a:pt x="115262" y="184477"/>
                        <a:pt x="115262" y="202594"/>
                        <a:pt x="109248" y="215637"/>
                      </a:cubicBezTo>
                      <a:cubicBezTo>
                        <a:pt x="98635" y="237377"/>
                        <a:pt x="82362" y="239188"/>
                        <a:pt x="74225" y="239188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5" name="Freeform: Shape 1274">
                  <a:extLst>
                    <a:ext uri="{FF2B5EF4-FFF2-40B4-BE49-F238E27FC236}">
                      <a16:creationId xmlns:a16="http://schemas.microsoft.com/office/drawing/2014/main" id="{243F41CA-B47F-CD50-BB93-9436CFCE4DAD}"/>
                    </a:ext>
                  </a:extLst>
                </p:cNvPr>
                <p:cNvSpPr/>
                <p:nvPr>
                  <p:custDataLst>
                    <p:tags r:id="rId63"/>
                  </p:custDataLst>
                </p:nvPr>
              </p:nvSpPr>
              <p:spPr>
                <a:xfrm>
                  <a:off x="13769223" y="6375898"/>
                  <a:ext cx="116742" cy="241307"/>
                </a:xfrm>
                <a:custGeom>
                  <a:avLst/>
                  <a:gdLst>
                    <a:gd name="connsiteX0" fmla="*/ 72815 w 116742"/>
                    <a:gd name="connsiteY0" fmla="*/ 9475 h 241307"/>
                    <a:gd name="connsiteX1" fmla="*/ 64678 w 116742"/>
                    <a:gd name="connsiteY1" fmla="*/ 55 h 241307"/>
                    <a:gd name="connsiteX2" fmla="*/ 293 w 116742"/>
                    <a:gd name="connsiteY2" fmla="*/ 23244 h 241307"/>
                    <a:gd name="connsiteX3" fmla="*/ 293 w 116742"/>
                    <a:gd name="connsiteY3" fmla="*/ 34476 h 241307"/>
                    <a:gd name="connsiteX4" fmla="*/ 46636 w 116742"/>
                    <a:gd name="connsiteY4" fmla="*/ 25055 h 241307"/>
                    <a:gd name="connsiteX5" fmla="*/ 46636 w 116742"/>
                    <a:gd name="connsiteY5" fmla="*/ 212739 h 241307"/>
                    <a:gd name="connsiteX6" fmla="*/ 13736 w 116742"/>
                    <a:gd name="connsiteY6" fmla="*/ 230130 h 241307"/>
                    <a:gd name="connsiteX7" fmla="*/ 2416 w 116742"/>
                    <a:gd name="connsiteY7" fmla="*/ 230130 h 241307"/>
                    <a:gd name="connsiteX8" fmla="*/ 2416 w 116742"/>
                    <a:gd name="connsiteY8" fmla="*/ 241362 h 241307"/>
                    <a:gd name="connsiteX9" fmla="*/ 59726 w 116742"/>
                    <a:gd name="connsiteY9" fmla="*/ 240275 h 241307"/>
                    <a:gd name="connsiteX10" fmla="*/ 117036 w 116742"/>
                    <a:gd name="connsiteY10" fmla="*/ 241362 h 241307"/>
                    <a:gd name="connsiteX11" fmla="*/ 117036 w 116742"/>
                    <a:gd name="connsiteY11" fmla="*/ 230130 h 241307"/>
                    <a:gd name="connsiteX12" fmla="*/ 105715 w 116742"/>
                    <a:gd name="connsiteY12" fmla="*/ 230130 h 241307"/>
                    <a:gd name="connsiteX13" fmla="*/ 72815 w 116742"/>
                    <a:gd name="connsiteY13" fmla="*/ 212739 h 241307"/>
                    <a:gd name="connsiteX14" fmla="*/ 72815 w 116742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42" h="241307">
                      <a:moveTo>
                        <a:pt x="72815" y="9475"/>
                      </a:moveTo>
                      <a:cubicBezTo>
                        <a:pt x="72815" y="780"/>
                        <a:pt x="72815" y="55"/>
                        <a:pt x="64678" y="55"/>
                      </a:cubicBezTo>
                      <a:cubicBezTo>
                        <a:pt x="42745" y="23244"/>
                        <a:pt x="11614" y="23244"/>
                        <a:pt x="293" y="23244"/>
                      </a:cubicBezTo>
                      <a:lnTo>
                        <a:pt x="293" y="34476"/>
                      </a:lnTo>
                      <a:cubicBezTo>
                        <a:pt x="7368" y="34476"/>
                        <a:pt x="28241" y="34476"/>
                        <a:pt x="46636" y="25055"/>
                      </a:cubicBezTo>
                      <a:lnTo>
                        <a:pt x="46636" y="212739"/>
                      </a:lnTo>
                      <a:cubicBezTo>
                        <a:pt x="46636" y="225782"/>
                        <a:pt x="45575" y="230130"/>
                        <a:pt x="13736" y="230130"/>
                      </a:cubicBezTo>
                      <a:lnTo>
                        <a:pt x="2416" y="230130"/>
                      </a:lnTo>
                      <a:lnTo>
                        <a:pt x="2416" y="241362"/>
                      </a:lnTo>
                      <a:cubicBezTo>
                        <a:pt x="14798" y="240275"/>
                        <a:pt x="45575" y="240275"/>
                        <a:pt x="59726" y="240275"/>
                      </a:cubicBezTo>
                      <a:cubicBezTo>
                        <a:pt x="73876" y="240275"/>
                        <a:pt x="104654" y="240275"/>
                        <a:pt x="117036" y="241362"/>
                      </a:cubicBezTo>
                      <a:lnTo>
                        <a:pt x="117036" y="230130"/>
                      </a:lnTo>
                      <a:lnTo>
                        <a:pt x="105715" y="230130"/>
                      </a:lnTo>
                      <a:cubicBezTo>
                        <a:pt x="73876" y="230130"/>
                        <a:pt x="72815" y="226145"/>
                        <a:pt x="72815" y="212739"/>
                      </a:cubicBezTo>
                      <a:lnTo>
                        <a:pt x="72815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6" name="Freeform: Shape 1275">
                  <a:extLst>
                    <a:ext uri="{FF2B5EF4-FFF2-40B4-BE49-F238E27FC236}">
                      <a16:creationId xmlns:a16="http://schemas.microsoft.com/office/drawing/2014/main" id="{2C64E62B-A1A8-F954-0E54-42899F578E48}"/>
                    </a:ext>
                  </a:extLst>
                </p:cNvPr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13929479" y="6375898"/>
                  <a:ext cx="146812" cy="249278"/>
                </a:xfrm>
                <a:custGeom>
                  <a:avLst/>
                  <a:gdLst>
                    <a:gd name="connsiteX0" fmla="*/ 43104 w 146812"/>
                    <a:gd name="connsiteY0" fmla="*/ 75780 h 249278"/>
                    <a:gd name="connsiteX1" fmla="*/ 25415 w 146812"/>
                    <a:gd name="connsiteY1" fmla="*/ 46432 h 249278"/>
                    <a:gd name="connsiteX2" fmla="*/ 73528 w 146812"/>
                    <a:gd name="connsiteY2" fmla="*/ 9113 h 249278"/>
                    <a:gd name="connsiteX3" fmla="*/ 121993 w 146812"/>
                    <a:gd name="connsiteY3" fmla="*/ 54041 h 249278"/>
                    <a:gd name="connsiteX4" fmla="*/ 86971 w 146812"/>
                    <a:gd name="connsiteY4" fmla="*/ 104766 h 249278"/>
                    <a:gd name="connsiteX5" fmla="*/ 43104 w 146812"/>
                    <a:gd name="connsiteY5" fmla="*/ 75780 h 249278"/>
                    <a:gd name="connsiteX6" fmla="*/ 94753 w 146812"/>
                    <a:gd name="connsiteY6" fmla="*/ 110201 h 249278"/>
                    <a:gd name="connsiteX7" fmla="*/ 137559 w 146812"/>
                    <a:gd name="connsiteY7" fmla="*/ 54041 h 249278"/>
                    <a:gd name="connsiteX8" fmla="*/ 73881 w 146812"/>
                    <a:gd name="connsiteY8" fmla="*/ 55 h 249278"/>
                    <a:gd name="connsiteX9" fmla="*/ 9850 w 146812"/>
                    <a:gd name="connsiteY9" fmla="*/ 60563 h 249278"/>
                    <a:gd name="connsiteX10" fmla="*/ 25415 w 146812"/>
                    <a:gd name="connsiteY10" fmla="*/ 100418 h 249278"/>
                    <a:gd name="connsiteX11" fmla="*/ 51240 w 146812"/>
                    <a:gd name="connsiteY11" fmla="*/ 119984 h 249278"/>
                    <a:gd name="connsiteX12" fmla="*/ 298 w 146812"/>
                    <a:gd name="connsiteY12" fmla="*/ 186651 h 249278"/>
                    <a:gd name="connsiteX13" fmla="*/ 73528 w 146812"/>
                    <a:gd name="connsiteY13" fmla="*/ 249333 h 249278"/>
                    <a:gd name="connsiteX14" fmla="*/ 147111 w 146812"/>
                    <a:gd name="connsiteY14" fmla="*/ 180492 h 249278"/>
                    <a:gd name="connsiteX15" fmla="*/ 129776 w 146812"/>
                    <a:gd name="connsiteY15" fmla="*/ 135926 h 249278"/>
                    <a:gd name="connsiteX16" fmla="*/ 94753 w 146812"/>
                    <a:gd name="connsiteY16" fmla="*/ 110201 h 249278"/>
                    <a:gd name="connsiteX17" fmla="*/ 59377 w 146812"/>
                    <a:gd name="connsiteY17" fmla="*/ 125419 h 249278"/>
                    <a:gd name="connsiteX18" fmla="*/ 102890 w 146812"/>
                    <a:gd name="connsiteY18" fmla="*/ 153680 h 249278"/>
                    <a:gd name="connsiteX19" fmla="*/ 129422 w 146812"/>
                    <a:gd name="connsiteY19" fmla="*/ 193535 h 249278"/>
                    <a:gd name="connsiteX20" fmla="*/ 73881 w 146812"/>
                    <a:gd name="connsiteY20" fmla="*/ 239188 h 249278"/>
                    <a:gd name="connsiteX21" fmla="*/ 17986 w 146812"/>
                    <a:gd name="connsiteY21" fmla="*/ 186651 h 249278"/>
                    <a:gd name="connsiteX22" fmla="*/ 59377 w 146812"/>
                    <a:gd name="connsiteY22" fmla="*/ 125419 h 249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46812" h="249278">
                      <a:moveTo>
                        <a:pt x="43104" y="75780"/>
                      </a:moveTo>
                      <a:cubicBezTo>
                        <a:pt x="26831" y="64911"/>
                        <a:pt x="25415" y="52592"/>
                        <a:pt x="25415" y="46432"/>
                      </a:cubicBezTo>
                      <a:cubicBezTo>
                        <a:pt x="25415" y="24331"/>
                        <a:pt x="48410" y="9113"/>
                        <a:pt x="73528" y="9113"/>
                      </a:cubicBezTo>
                      <a:cubicBezTo>
                        <a:pt x="99352" y="9113"/>
                        <a:pt x="121993" y="27954"/>
                        <a:pt x="121993" y="54041"/>
                      </a:cubicBezTo>
                      <a:cubicBezTo>
                        <a:pt x="121993" y="74693"/>
                        <a:pt x="108197" y="92085"/>
                        <a:pt x="86971" y="104766"/>
                      </a:cubicBezTo>
                      <a:lnTo>
                        <a:pt x="43104" y="75780"/>
                      </a:lnTo>
                      <a:close/>
                      <a:moveTo>
                        <a:pt x="94753" y="110201"/>
                      </a:moveTo>
                      <a:cubicBezTo>
                        <a:pt x="120225" y="96795"/>
                        <a:pt x="137559" y="77954"/>
                        <a:pt x="137559" y="54041"/>
                      </a:cubicBezTo>
                      <a:cubicBezTo>
                        <a:pt x="137559" y="20707"/>
                        <a:pt x="106074" y="55"/>
                        <a:pt x="73881" y="55"/>
                      </a:cubicBezTo>
                      <a:cubicBezTo>
                        <a:pt x="38505" y="55"/>
                        <a:pt x="9850" y="26867"/>
                        <a:pt x="9850" y="60563"/>
                      </a:cubicBezTo>
                      <a:cubicBezTo>
                        <a:pt x="9850" y="67085"/>
                        <a:pt x="10557" y="83389"/>
                        <a:pt x="25415" y="100418"/>
                      </a:cubicBezTo>
                      <a:cubicBezTo>
                        <a:pt x="29307" y="104766"/>
                        <a:pt x="42396" y="113824"/>
                        <a:pt x="51240" y="119984"/>
                      </a:cubicBezTo>
                      <a:cubicBezTo>
                        <a:pt x="30722" y="130491"/>
                        <a:pt x="298" y="150781"/>
                        <a:pt x="298" y="186651"/>
                      </a:cubicBezTo>
                      <a:cubicBezTo>
                        <a:pt x="298" y="225058"/>
                        <a:pt x="36382" y="249333"/>
                        <a:pt x="73528" y="249333"/>
                      </a:cubicBezTo>
                      <a:cubicBezTo>
                        <a:pt x="113503" y="249333"/>
                        <a:pt x="147111" y="219260"/>
                        <a:pt x="147111" y="180492"/>
                      </a:cubicBezTo>
                      <a:cubicBezTo>
                        <a:pt x="147111" y="167448"/>
                        <a:pt x="143219" y="151144"/>
                        <a:pt x="129776" y="135926"/>
                      </a:cubicBezTo>
                      <a:cubicBezTo>
                        <a:pt x="123055" y="128317"/>
                        <a:pt x="117394" y="124694"/>
                        <a:pt x="94753" y="110201"/>
                      </a:cubicBezTo>
                      <a:close/>
                      <a:moveTo>
                        <a:pt x="59377" y="125419"/>
                      </a:moveTo>
                      <a:lnTo>
                        <a:pt x="102890" y="153680"/>
                      </a:lnTo>
                      <a:cubicBezTo>
                        <a:pt x="112795" y="160564"/>
                        <a:pt x="129422" y="171434"/>
                        <a:pt x="129422" y="193535"/>
                      </a:cubicBezTo>
                      <a:cubicBezTo>
                        <a:pt x="129422" y="220347"/>
                        <a:pt x="102890" y="239188"/>
                        <a:pt x="73881" y="239188"/>
                      </a:cubicBezTo>
                      <a:cubicBezTo>
                        <a:pt x="43457" y="239188"/>
                        <a:pt x="17986" y="216724"/>
                        <a:pt x="17986" y="186651"/>
                      </a:cubicBezTo>
                      <a:cubicBezTo>
                        <a:pt x="17986" y="165637"/>
                        <a:pt x="29307" y="142448"/>
                        <a:pt x="59377" y="125419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7" name="Freeform: Shape 1276">
                  <a:extLst>
                    <a:ext uri="{FF2B5EF4-FFF2-40B4-BE49-F238E27FC236}">
                      <a16:creationId xmlns:a16="http://schemas.microsoft.com/office/drawing/2014/main" id="{77032662-3188-C7B0-04B6-447F319F39DA}"/>
                    </a:ext>
                  </a:extLst>
                </p:cNvPr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14219133" y="6421550"/>
                  <a:ext cx="216150" cy="210147"/>
                </a:xfrm>
                <a:custGeom>
                  <a:avLst/>
                  <a:gdLst>
                    <a:gd name="connsiteX0" fmla="*/ 209735 w 216150"/>
                    <a:gd name="connsiteY0" fmla="*/ 113100 h 210147"/>
                    <a:gd name="connsiteX1" fmla="*/ 216456 w 216150"/>
                    <a:gd name="connsiteY1" fmla="*/ 105129 h 210147"/>
                    <a:gd name="connsiteX2" fmla="*/ 209735 w 216150"/>
                    <a:gd name="connsiteY2" fmla="*/ 97158 h 210147"/>
                    <a:gd name="connsiteX3" fmla="*/ 13749 w 216150"/>
                    <a:gd name="connsiteY3" fmla="*/ 2591 h 210147"/>
                    <a:gd name="connsiteX4" fmla="*/ 7381 w 216150"/>
                    <a:gd name="connsiteY4" fmla="*/ 55 h 210147"/>
                    <a:gd name="connsiteX5" fmla="*/ 306 w 216150"/>
                    <a:gd name="connsiteY5" fmla="*/ 7301 h 210147"/>
                    <a:gd name="connsiteX6" fmla="*/ 7027 w 216150"/>
                    <a:gd name="connsiteY6" fmla="*/ 15273 h 210147"/>
                    <a:gd name="connsiteX7" fmla="*/ 192754 w 216150"/>
                    <a:gd name="connsiteY7" fmla="*/ 105129 h 210147"/>
                    <a:gd name="connsiteX8" fmla="*/ 7027 w 216150"/>
                    <a:gd name="connsiteY8" fmla="*/ 194985 h 210147"/>
                    <a:gd name="connsiteX9" fmla="*/ 306 w 216150"/>
                    <a:gd name="connsiteY9" fmla="*/ 202956 h 210147"/>
                    <a:gd name="connsiteX10" fmla="*/ 7381 w 216150"/>
                    <a:gd name="connsiteY10" fmla="*/ 210202 h 210147"/>
                    <a:gd name="connsiteX11" fmla="*/ 13749 w 216150"/>
                    <a:gd name="connsiteY11" fmla="*/ 207666 h 210147"/>
                    <a:gd name="connsiteX12" fmla="*/ 209735 w 216150"/>
                    <a:gd name="connsiteY12" fmla="*/ 113100 h 210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6150" h="210147">
                      <a:moveTo>
                        <a:pt x="209735" y="113100"/>
                      </a:moveTo>
                      <a:cubicBezTo>
                        <a:pt x="213626" y="111288"/>
                        <a:pt x="216456" y="109477"/>
                        <a:pt x="216456" y="105129"/>
                      </a:cubicBezTo>
                      <a:cubicBezTo>
                        <a:pt x="216456" y="100781"/>
                        <a:pt x="213626" y="98969"/>
                        <a:pt x="209735" y="97158"/>
                      </a:cubicBezTo>
                      <a:lnTo>
                        <a:pt x="13749" y="2591"/>
                      </a:lnTo>
                      <a:cubicBezTo>
                        <a:pt x="9150" y="55"/>
                        <a:pt x="8442" y="55"/>
                        <a:pt x="7381" y="55"/>
                      </a:cubicBezTo>
                      <a:cubicBezTo>
                        <a:pt x="3490" y="55"/>
                        <a:pt x="306" y="3316"/>
                        <a:pt x="306" y="7301"/>
                      </a:cubicBezTo>
                      <a:cubicBezTo>
                        <a:pt x="306" y="10562"/>
                        <a:pt x="2075" y="12736"/>
                        <a:pt x="7027" y="15273"/>
                      </a:cubicBezTo>
                      <a:lnTo>
                        <a:pt x="192754" y="105129"/>
                      </a:lnTo>
                      <a:lnTo>
                        <a:pt x="7027" y="194985"/>
                      </a:lnTo>
                      <a:cubicBezTo>
                        <a:pt x="2075" y="197521"/>
                        <a:pt x="306" y="199695"/>
                        <a:pt x="306" y="202956"/>
                      </a:cubicBezTo>
                      <a:cubicBezTo>
                        <a:pt x="306" y="206941"/>
                        <a:pt x="3490" y="210202"/>
                        <a:pt x="7381" y="210202"/>
                      </a:cubicBezTo>
                      <a:cubicBezTo>
                        <a:pt x="8442" y="210202"/>
                        <a:pt x="9150" y="210202"/>
                        <a:pt x="13749" y="207666"/>
                      </a:cubicBezTo>
                      <a:lnTo>
                        <a:pt x="209735" y="11310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78" name="Freeform: Shape 1277">
                  <a:extLst>
                    <a:ext uri="{FF2B5EF4-FFF2-40B4-BE49-F238E27FC236}">
                      <a16:creationId xmlns:a16="http://schemas.microsoft.com/office/drawing/2014/main" id="{7492268C-6449-9586-D12F-AFC901E27825}"/>
                    </a:ext>
                  </a:extLst>
                </p:cNvPr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14594673" y="6375898"/>
                  <a:ext cx="116742" cy="241307"/>
                </a:xfrm>
                <a:custGeom>
                  <a:avLst/>
                  <a:gdLst>
                    <a:gd name="connsiteX0" fmla="*/ 72838 w 116742"/>
                    <a:gd name="connsiteY0" fmla="*/ 9475 h 241307"/>
                    <a:gd name="connsiteX1" fmla="*/ 64702 w 116742"/>
                    <a:gd name="connsiteY1" fmla="*/ 55 h 241307"/>
                    <a:gd name="connsiteX2" fmla="*/ 316 w 116742"/>
                    <a:gd name="connsiteY2" fmla="*/ 23244 h 241307"/>
                    <a:gd name="connsiteX3" fmla="*/ 316 w 116742"/>
                    <a:gd name="connsiteY3" fmla="*/ 34476 h 241307"/>
                    <a:gd name="connsiteX4" fmla="*/ 46660 w 116742"/>
                    <a:gd name="connsiteY4" fmla="*/ 25055 h 241307"/>
                    <a:gd name="connsiteX5" fmla="*/ 46660 w 116742"/>
                    <a:gd name="connsiteY5" fmla="*/ 212739 h 241307"/>
                    <a:gd name="connsiteX6" fmla="*/ 13759 w 116742"/>
                    <a:gd name="connsiteY6" fmla="*/ 230130 h 241307"/>
                    <a:gd name="connsiteX7" fmla="*/ 2439 w 116742"/>
                    <a:gd name="connsiteY7" fmla="*/ 230130 h 241307"/>
                    <a:gd name="connsiteX8" fmla="*/ 2439 w 116742"/>
                    <a:gd name="connsiteY8" fmla="*/ 241362 h 241307"/>
                    <a:gd name="connsiteX9" fmla="*/ 59749 w 116742"/>
                    <a:gd name="connsiteY9" fmla="*/ 240275 h 241307"/>
                    <a:gd name="connsiteX10" fmla="*/ 117059 w 116742"/>
                    <a:gd name="connsiteY10" fmla="*/ 241362 h 241307"/>
                    <a:gd name="connsiteX11" fmla="*/ 117059 w 116742"/>
                    <a:gd name="connsiteY11" fmla="*/ 230130 h 241307"/>
                    <a:gd name="connsiteX12" fmla="*/ 105738 w 116742"/>
                    <a:gd name="connsiteY12" fmla="*/ 230130 h 241307"/>
                    <a:gd name="connsiteX13" fmla="*/ 72838 w 116742"/>
                    <a:gd name="connsiteY13" fmla="*/ 212739 h 241307"/>
                    <a:gd name="connsiteX14" fmla="*/ 72838 w 116742"/>
                    <a:gd name="connsiteY14" fmla="*/ 9475 h 241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16742" h="241307">
                      <a:moveTo>
                        <a:pt x="72838" y="9475"/>
                      </a:moveTo>
                      <a:cubicBezTo>
                        <a:pt x="72838" y="780"/>
                        <a:pt x="72838" y="55"/>
                        <a:pt x="64702" y="55"/>
                      </a:cubicBezTo>
                      <a:cubicBezTo>
                        <a:pt x="42768" y="23244"/>
                        <a:pt x="11637" y="23244"/>
                        <a:pt x="316" y="23244"/>
                      </a:cubicBezTo>
                      <a:lnTo>
                        <a:pt x="316" y="34476"/>
                      </a:lnTo>
                      <a:cubicBezTo>
                        <a:pt x="7392" y="34476"/>
                        <a:pt x="28264" y="34476"/>
                        <a:pt x="46660" y="25055"/>
                      </a:cubicBezTo>
                      <a:lnTo>
                        <a:pt x="46660" y="212739"/>
                      </a:lnTo>
                      <a:cubicBezTo>
                        <a:pt x="46660" y="225782"/>
                        <a:pt x="45598" y="230130"/>
                        <a:pt x="13759" y="230130"/>
                      </a:cubicBezTo>
                      <a:lnTo>
                        <a:pt x="2439" y="230130"/>
                      </a:lnTo>
                      <a:lnTo>
                        <a:pt x="2439" y="241362"/>
                      </a:lnTo>
                      <a:cubicBezTo>
                        <a:pt x="14821" y="240275"/>
                        <a:pt x="45598" y="240275"/>
                        <a:pt x="59749" y="240275"/>
                      </a:cubicBezTo>
                      <a:cubicBezTo>
                        <a:pt x="73900" y="240275"/>
                        <a:pt x="104677" y="240275"/>
                        <a:pt x="117059" y="241362"/>
                      </a:cubicBezTo>
                      <a:lnTo>
                        <a:pt x="117059" y="230130"/>
                      </a:lnTo>
                      <a:lnTo>
                        <a:pt x="105738" y="230130"/>
                      </a:lnTo>
                      <a:cubicBezTo>
                        <a:pt x="73900" y="230130"/>
                        <a:pt x="72838" y="226145"/>
                        <a:pt x="72838" y="212739"/>
                      </a:cubicBezTo>
                      <a:lnTo>
                        <a:pt x="72838" y="9475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35593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1444" name="Group 1443">
              <a:extLst>
                <a:ext uri="{FF2B5EF4-FFF2-40B4-BE49-F238E27FC236}">
                  <a16:creationId xmlns:a16="http://schemas.microsoft.com/office/drawing/2014/main" id="{27D4BBC6-51B1-59DE-E1B6-8C4FED854DDC}"/>
                </a:ext>
              </a:extLst>
            </p:cNvPr>
            <p:cNvGrpSpPr/>
            <p:nvPr/>
          </p:nvGrpSpPr>
          <p:grpSpPr>
            <a:xfrm>
              <a:off x="8464019" y="3977784"/>
              <a:ext cx="3571809" cy="1497356"/>
              <a:chOff x="8464019" y="3981584"/>
              <a:chExt cx="3571809" cy="1497356"/>
            </a:xfrm>
          </p:grpSpPr>
          <p:grpSp>
            <p:nvGrpSpPr>
              <p:cNvPr id="1395" name="Group 1394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\text{Will converge}&#10;\end{align*}&#10;%%}&#10;\end{document}" title="IguanaTex Vector Display">
                <a:extLst>
                  <a:ext uri="{FF2B5EF4-FFF2-40B4-BE49-F238E27FC236}">
                    <a16:creationId xmlns:a16="http://schemas.microsoft.com/office/drawing/2014/main" id="{F69C5B00-E50D-B8B4-09B6-C98F32E4085C}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1"/>
                </p:custDataLst>
              </p:nvPr>
            </p:nvGrpSpPr>
            <p:grpSpPr>
              <a:xfrm>
                <a:off x="8464019" y="3981584"/>
                <a:ext cx="2647787" cy="318843"/>
                <a:chOff x="9541674" y="4247141"/>
                <a:chExt cx="2647787" cy="318843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1382" name="Freeform: Shape 1381">
                  <a:extLst>
                    <a:ext uri="{FF2B5EF4-FFF2-40B4-BE49-F238E27FC236}">
                      <a16:creationId xmlns:a16="http://schemas.microsoft.com/office/drawing/2014/main" id="{12CB2050-70DA-4CC9-5F10-29AC8D28A514}"/>
                    </a:ext>
                  </a:extLst>
                </p:cNvPr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9541674" y="4307013"/>
                  <a:ext cx="314593" cy="194849"/>
                </a:xfrm>
                <a:custGeom>
                  <a:avLst/>
                  <a:gdLst>
                    <a:gd name="connsiteX0" fmla="*/ 237913 w 314593"/>
                    <a:gd name="connsiteY0" fmla="*/ 70201 h 194849"/>
                    <a:gd name="connsiteX1" fmla="*/ 282551 w 314593"/>
                    <a:gd name="connsiteY1" fmla="*/ 97480 h 194849"/>
                    <a:gd name="connsiteX2" fmla="*/ 237913 w 314593"/>
                    <a:gd name="connsiteY2" fmla="*/ 124758 h 194849"/>
                    <a:gd name="connsiteX3" fmla="*/ 12950 w 314593"/>
                    <a:gd name="connsiteY3" fmla="*/ 124758 h 194849"/>
                    <a:gd name="connsiteX4" fmla="*/ 196 w 314593"/>
                    <a:gd name="connsiteY4" fmla="*/ 131844 h 194849"/>
                    <a:gd name="connsiteX5" fmla="*/ 12596 w 314593"/>
                    <a:gd name="connsiteY5" fmla="*/ 138929 h 194849"/>
                    <a:gd name="connsiteX6" fmla="*/ 221970 w 314593"/>
                    <a:gd name="connsiteY6" fmla="*/ 138929 h 194849"/>
                    <a:gd name="connsiteX7" fmla="*/ 186543 w 314593"/>
                    <a:gd name="connsiteY7" fmla="*/ 191007 h 194849"/>
                    <a:gd name="connsiteX8" fmla="*/ 193274 w 314593"/>
                    <a:gd name="connsiteY8" fmla="*/ 194904 h 194849"/>
                    <a:gd name="connsiteX9" fmla="*/ 200005 w 314593"/>
                    <a:gd name="connsiteY9" fmla="*/ 192070 h 194849"/>
                    <a:gd name="connsiteX10" fmla="*/ 240392 w 314593"/>
                    <a:gd name="connsiteY10" fmla="*/ 139284 h 194849"/>
                    <a:gd name="connsiteX11" fmla="*/ 306996 w 314593"/>
                    <a:gd name="connsiteY11" fmla="*/ 102794 h 194849"/>
                    <a:gd name="connsiteX12" fmla="*/ 314081 w 314593"/>
                    <a:gd name="connsiteY12" fmla="*/ 99605 h 194849"/>
                    <a:gd name="connsiteX13" fmla="*/ 314789 w 314593"/>
                    <a:gd name="connsiteY13" fmla="*/ 97480 h 194849"/>
                    <a:gd name="connsiteX14" fmla="*/ 314435 w 314593"/>
                    <a:gd name="connsiteY14" fmla="*/ 95354 h 194849"/>
                    <a:gd name="connsiteX15" fmla="*/ 313372 w 314593"/>
                    <a:gd name="connsiteY15" fmla="*/ 94645 h 194849"/>
                    <a:gd name="connsiteX16" fmla="*/ 305578 w 314593"/>
                    <a:gd name="connsiteY16" fmla="*/ 91811 h 194849"/>
                    <a:gd name="connsiteX17" fmla="*/ 202485 w 314593"/>
                    <a:gd name="connsiteY17" fmla="*/ 7495 h 194849"/>
                    <a:gd name="connsiteX18" fmla="*/ 193274 w 314593"/>
                    <a:gd name="connsiteY18" fmla="*/ 55 h 194849"/>
                    <a:gd name="connsiteX19" fmla="*/ 186543 w 314593"/>
                    <a:gd name="connsiteY19" fmla="*/ 3952 h 194849"/>
                    <a:gd name="connsiteX20" fmla="*/ 221970 w 314593"/>
                    <a:gd name="connsiteY20" fmla="*/ 56030 h 194849"/>
                    <a:gd name="connsiteX21" fmla="*/ 12596 w 314593"/>
                    <a:gd name="connsiteY21" fmla="*/ 56030 h 194849"/>
                    <a:gd name="connsiteX22" fmla="*/ 196 w 314593"/>
                    <a:gd name="connsiteY22" fmla="*/ 63115 h 194849"/>
                    <a:gd name="connsiteX23" fmla="*/ 12950 w 314593"/>
                    <a:gd name="connsiteY23" fmla="*/ 70201 h 194849"/>
                    <a:gd name="connsiteX24" fmla="*/ 237913 w 314593"/>
                    <a:gd name="connsiteY24" fmla="*/ 70201 h 1948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14593" h="194849">
                      <a:moveTo>
                        <a:pt x="237913" y="70201"/>
                      </a:moveTo>
                      <a:cubicBezTo>
                        <a:pt x="252792" y="82954"/>
                        <a:pt x="270860" y="92165"/>
                        <a:pt x="282551" y="97480"/>
                      </a:cubicBezTo>
                      <a:cubicBezTo>
                        <a:pt x="269797" y="103148"/>
                        <a:pt x="252438" y="112359"/>
                        <a:pt x="237913" y="124758"/>
                      </a:cubicBezTo>
                      <a:lnTo>
                        <a:pt x="12950" y="124758"/>
                      </a:lnTo>
                      <a:cubicBezTo>
                        <a:pt x="6928" y="124758"/>
                        <a:pt x="196" y="124758"/>
                        <a:pt x="196" y="131844"/>
                      </a:cubicBezTo>
                      <a:cubicBezTo>
                        <a:pt x="196" y="138929"/>
                        <a:pt x="6573" y="138929"/>
                        <a:pt x="12596" y="138929"/>
                      </a:cubicBezTo>
                      <a:lnTo>
                        <a:pt x="221970" y="138929"/>
                      </a:lnTo>
                      <a:cubicBezTo>
                        <a:pt x="204965" y="155226"/>
                        <a:pt x="186543" y="186402"/>
                        <a:pt x="186543" y="191007"/>
                      </a:cubicBezTo>
                      <a:cubicBezTo>
                        <a:pt x="186543" y="194904"/>
                        <a:pt x="191149" y="194904"/>
                        <a:pt x="193274" y="194904"/>
                      </a:cubicBezTo>
                      <a:cubicBezTo>
                        <a:pt x="196108" y="194904"/>
                        <a:pt x="198588" y="194904"/>
                        <a:pt x="200005" y="192070"/>
                      </a:cubicBezTo>
                      <a:cubicBezTo>
                        <a:pt x="207445" y="178608"/>
                        <a:pt x="217365" y="159831"/>
                        <a:pt x="240392" y="139284"/>
                      </a:cubicBezTo>
                      <a:cubicBezTo>
                        <a:pt x="264837" y="117673"/>
                        <a:pt x="288573" y="108108"/>
                        <a:pt x="306996" y="102794"/>
                      </a:cubicBezTo>
                      <a:cubicBezTo>
                        <a:pt x="313018" y="100668"/>
                        <a:pt x="313372" y="100314"/>
                        <a:pt x="314081" y="99605"/>
                      </a:cubicBezTo>
                      <a:cubicBezTo>
                        <a:pt x="314789" y="99251"/>
                        <a:pt x="314789" y="98188"/>
                        <a:pt x="314789" y="97480"/>
                      </a:cubicBezTo>
                      <a:cubicBezTo>
                        <a:pt x="314789" y="96771"/>
                        <a:pt x="314789" y="96062"/>
                        <a:pt x="314435" y="95354"/>
                      </a:cubicBezTo>
                      <a:lnTo>
                        <a:pt x="313372" y="94645"/>
                      </a:lnTo>
                      <a:cubicBezTo>
                        <a:pt x="312664" y="94291"/>
                        <a:pt x="312310" y="93937"/>
                        <a:pt x="305578" y="91811"/>
                      </a:cubicBezTo>
                      <a:cubicBezTo>
                        <a:pt x="257752" y="77640"/>
                        <a:pt x="222325" y="45402"/>
                        <a:pt x="202485" y="7495"/>
                      </a:cubicBezTo>
                      <a:cubicBezTo>
                        <a:pt x="198588" y="409"/>
                        <a:pt x="198234" y="55"/>
                        <a:pt x="193274" y="55"/>
                      </a:cubicBezTo>
                      <a:cubicBezTo>
                        <a:pt x="191149" y="55"/>
                        <a:pt x="186543" y="55"/>
                        <a:pt x="186543" y="3952"/>
                      </a:cubicBezTo>
                      <a:cubicBezTo>
                        <a:pt x="186543" y="8557"/>
                        <a:pt x="204611" y="39379"/>
                        <a:pt x="221970" y="56030"/>
                      </a:cubicBezTo>
                      <a:lnTo>
                        <a:pt x="12596" y="56030"/>
                      </a:lnTo>
                      <a:cubicBezTo>
                        <a:pt x="6573" y="56030"/>
                        <a:pt x="196" y="56030"/>
                        <a:pt x="196" y="63115"/>
                      </a:cubicBezTo>
                      <a:cubicBezTo>
                        <a:pt x="196" y="70201"/>
                        <a:pt x="6928" y="70201"/>
                        <a:pt x="12950" y="70201"/>
                      </a:cubicBezTo>
                      <a:lnTo>
                        <a:pt x="237913" y="70201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3" name="Freeform: Shape 1382">
                  <a:extLst>
                    <a:ext uri="{FF2B5EF4-FFF2-40B4-BE49-F238E27FC236}">
                      <a16:creationId xmlns:a16="http://schemas.microsoft.com/office/drawing/2014/main" id="{AB2FB419-DD54-4DF2-D725-CD6F89CC88DF}"/>
                    </a:ext>
                  </a:extLst>
                </p:cNvPr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0099332" y="4251038"/>
                  <a:ext cx="351083" cy="249761"/>
                </a:xfrm>
                <a:custGeom>
                  <a:avLst/>
                  <a:gdLst>
                    <a:gd name="connsiteX0" fmla="*/ 315868 w 351083"/>
                    <a:gd name="connsiteY0" fmla="*/ 34774 h 249761"/>
                    <a:gd name="connsiteX1" fmla="*/ 351295 w 351083"/>
                    <a:gd name="connsiteY1" fmla="*/ 11037 h 249761"/>
                    <a:gd name="connsiteX2" fmla="*/ 351295 w 351083"/>
                    <a:gd name="connsiteY2" fmla="*/ 55 h 249761"/>
                    <a:gd name="connsiteX3" fmla="*/ 319057 w 351083"/>
                    <a:gd name="connsiteY3" fmla="*/ 1118 h 249761"/>
                    <a:gd name="connsiteX4" fmla="*/ 276898 w 351083"/>
                    <a:gd name="connsiteY4" fmla="*/ 55 h 249761"/>
                    <a:gd name="connsiteX5" fmla="*/ 276898 w 351083"/>
                    <a:gd name="connsiteY5" fmla="*/ 11037 h 249761"/>
                    <a:gd name="connsiteX6" fmla="*/ 307720 w 351083"/>
                    <a:gd name="connsiteY6" fmla="*/ 29814 h 249761"/>
                    <a:gd name="connsiteX7" fmla="*/ 305949 w 351083"/>
                    <a:gd name="connsiteY7" fmla="*/ 36899 h 249761"/>
                    <a:gd name="connsiteX8" fmla="*/ 252808 w 351083"/>
                    <a:gd name="connsiteY8" fmla="*/ 200573 h 249761"/>
                    <a:gd name="connsiteX9" fmla="*/ 196124 w 351083"/>
                    <a:gd name="connsiteY9" fmla="*/ 26980 h 249761"/>
                    <a:gd name="connsiteX10" fmla="*/ 195062 w 351083"/>
                    <a:gd name="connsiteY10" fmla="*/ 21665 h 249761"/>
                    <a:gd name="connsiteX11" fmla="*/ 224821 w 351083"/>
                    <a:gd name="connsiteY11" fmla="*/ 11037 h 249761"/>
                    <a:gd name="connsiteX12" fmla="*/ 224821 w 351083"/>
                    <a:gd name="connsiteY12" fmla="*/ 55 h 249761"/>
                    <a:gd name="connsiteX13" fmla="*/ 174514 w 351083"/>
                    <a:gd name="connsiteY13" fmla="*/ 1118 h 249761"/>
                    <a:gd name="connsiteX14" fmla="*/ 131293 w 351083"/>
                    <a:gd name="connsiteY14" fmla="*/ 55 h 249761"/>
                    <a:gd name="connsiteX15" fmla="*/ 131293 w 351083"/>
                    <a:gd name="connsiteY15" fmla="*/ 11037 h 249761"/>
                    <a:gd name="connsiteX16" fmla="*/ 163177 w 351083"/>
                    <a:gd name="connsiteY16" fmla="*/ 23791 h 249761"/>
                    <a:gd name="connsiteX17" fmla="*/ 170971 w 351083"/>
                    <a:gd name="connsiteY17" fmla="*/ 48590 h 249761"/>
                    <a:gd name="connsiteX18" fmla="*/ 121728 w 351083"/>
                    <a:gd name="connsiteY18" fmla="*/ 200573 h 249761"/>
                    <a:gd name="connsiteX19" fmla="*/ 64690 w 351083"/>
                    <a:gd name="connsiteY19" fmla="*/ 26271 h 249761"/>
                    <a:gd name="connsiteX20" fmla="*/ 63981 w 351083"/>
                    <a:gd name="connsiteY20" fmla="*/ 21665 h 249761"/>
                    <a:gd name="connsiteX21" fmla="*/ 93740 w 351083"/>
                    <a:gd name="connsiteY21" fmla="*/ 11037 h 249761"/>
                    <a:gd name="connsiteX22" fmla="*/ 93740 w 351083"/>
                    <a:gd name="connsiteY22" fmla="*/ 55 h 249761"/>
                    <a:gd name="connsiteX23" fmla="*/ 43434 w 351083"/>
                    <a:gd name="connsiteY23" fmla="*/ 1118 h 249761"/>
                    <a:gd name="connsiteX24" fmla="*/ 212 w 351083"/>
                    <a:gd name="connsiteY24" fmla="*/ 55 h 249761"/>
                    <a:gd name="connsiteX25" fmla="*/ 212 w 351083"/>
                    <a:gd name="connsiteY25" fmla="*/ 11037 h 249761"/>
                    <a:gd name="connsiteX26" fmla="*/ 32451 w 351083"/>
                    <a:gd name="connsiteY26" fmla="*/ 25917 h 249761"/>
                    <a:gd name="connsiteX27" fmla="*/ 103305 w 351083"/>
                    <a:gd name="connsiteY27" fmla="*/ 243085 h 249761"/>
                    <a:gd name="connsiteX28" fmla="*/ 110037 w 351083"/>
                    <a:gd name="connsiteY28" fmla="*/ 249816 h 249761"/>
                    <a:gd name="connsiteX29" fmla="*/ 117122 w 351083"/>
                    <a:gd name="connsiteY29" fmla="*/ 242731 h 249761"/>
                    <a:gd name="connsiteX30" fmla="*/ 175577 w 351083"/>
                    <a:gd name="connsiteY30" fmla="*/ 62761 h 249761"/>
                    <a:gd name="connsiteX31" fmla="*/ 234386 w 351083"/>
                    <a:gd name="connsiteY31" fmla="*/ 243085 h 249761"/>
                    <a:gd name="connsiteX32" fmla="*/ 241117 w 351083"/>
                    <a:gd name="connsiteY32" fmla="*/ 249816 h 249761"/>
                    <a:gd name="connsiteX33" fmla="*/ 248202 w 351083"/>
                    <a:gd name="connsiteY33" fmla="*/ 242731 h 249761"/>
                    <a:gd name="connsiteX34" fmla="*/ 315868 w 351083"/>
                    <a:gd name="connsiteY34" fmla="*/ 34774 h 249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51083" h="249761">
                      <a:moveTo>
                        <a:pt x="315868" y="34774"/>
                      </a:moveTo>
                      <a:cubicBezTo>
                        <a:pt x="322245" y="14580"/>
                        <a:pt x="337479" y="11037"/>
                        <a:pt x="351295" y="11037"/>
                      </a:cubicBezTo>
                      <a:lnTo>
                        <a:pt x="351295" y="55"/>
                      </a:lnTo>
                      <a:cubicBezTo>
                        <a:pt x="340667" y="763"/>
                        <a:pt x="329685" y="1118"/>
                        <a:pt x="319057" y="1118"/>
                      </a:cubicBezTo>
                      <a:cubicBezTo>
                        <a:pt x="308783" y="1118"/>
                        <a:pt x="286109" y="409"/>
                        <a:pt x="276898" y="55"/>
                      </a:cubicBezTo>
                      <a:lnTo>
                        <a:pt x="276898" y="11037"/>
                      </a:lnTo>
                      <a:cubicBezTo>
                        <a:pt x="300635" y="11392"/>
                        <a:pt x="307720" y="23083"/>
                        <a:pt x="307720" y="29814"/>
                      </a:cubicBezTo>
                      <a:cubicBezTo>
                        <a:pt x="307720" y="31939"/>
                        <a:pt x="306657" y="34774"/>
                        <a:pt x="305949" y="36899"/>
                      </a:cubicBezTo>
                      <a:lnTo>
                        <a:pt x="252808" y="200573"/>
                      </a:lnTo>
                      <a:lnTo>
                        <a:pt x="196124" y="26980"/>
                      </a:lnTo>
                      <a:cubicBezTo>
                        <a:pt x="195770" y="25562"/>
                        <a:pt x="195062" y="23437"/>
                        <a:pt x="195062" y="21665"/>
                      </a:cubicBezTo>
                      <a:cubicBezTo>
                        <a:pt x="195062" y="11037"/>
                        <a:pt x="215609" y="11037"/>
                        <a:pt x="224821" y="11037"/>
                      </a:cubicBezTo>
                      <a:lnTo>
                        <a:pt x="224821" y="55"/>
                      </a:lnTo>
                      <a:cubicBezTo>
                        <a:pt x="212067" y="1118"/>
                        <a:pt x="187976" y="1118"/>
                        <a:pt x="174514" y="1118"/>
                      </a:cubicBezTo>
                      <a:cubicBezTo>
                        <a:pt x="161052" y="1118"/>
                        <a:pt x="145818" y="409"/>
                        <a:pt x="131293" y="55"/>
                      </a:cubicBezTo>
                      <a:lnTo>
                        <a:pt x="131293" y="11037"/>
                      </a:lnTo>
                      <a:cubicBezTo>
                        <a:pt x="151486" y="11037"/>
                        <a:pt x="158926" y="11037"/>
                        <a:pt x="163177" y="23791"/>
                      </a:cubicBezTo>
                      <a:lnTo>
                        <a:pt x="170971" y="48590"/>
                      </a:lnTo>
                      <a:lnTo>
                        <a:pt x="121728" y="200573"/>
                      </a:lnTo>
                      <a:lnTo>
                        <a:pt x="64690" y="26271"/>
                      </a:lnTo>
                      <a:cubicBezTo>
                        <a:pt x="64336" y="25208"/>
                        <a:pt x="63981" y="22728"/>
                        <a:pt x="63981" y="21665"/>
                      </a:cubicBezTo>
                      <a:cubicBezTo>
                        <a:pt x="63981" y="11037"/>
                        <a:pt x="84529" y="11037"/>
                        <a:pt x="93740" y="11037"/>
                      </a:cubicBezTo>
                      <a:lnTo>
                        <a:pt x="93740" y="55"/>
                      </a:lnTo>
                      <a:cubicBezTo>
                        <a:pt x="80986" y="1118"/>
                        <a:pt x="56896" y="1118"/>
                        <a:pt x="43434" y="1118"/>
                      </a:cubicBezTo>
                      <a:cubicBezTo>
                        <a:pt x="29971" y="1118"/>
                        <a:pt x="14738" y="409"/>
                        <a:pt x="212" y="55"/>
                      </a:cubicBezTo>
                      <a:lnTo>
                        <a:pt x="212" y="11037"/>
                      </a:lnTo>
                      <a:cubicBezTo>
                        <a:pt x="26783" y="11037"/>
                        <a:pt x="28200" y="12809"/>
                        <a:pt x="32451" y="25917"/>
                      </a:cubicBezTo>
                      <a:lnTo>
                        <a:pt x="103305" y="243085"/>
                      </a:lnTo>
                      <a:cubicBezTo>
                        <a:pt x="104368" y="246274"/>
                        <a:pt x="105431" y="249816"/>
                        <a:pt x="110037" y="249816"/>
                      </a:cubicBezTo>
                      <a:cubicBezTo>
                        <a:pt x="114996" y="249816"/>
                        <a:pt x="115705" y="247336"/>
                        <a:pt x="117122" y="242731"/>
                      </a:cubicBezTo>
                      <a:lnTo>
                        <a:pt x="175577" y="62761"/>
                      </a:lnTo>
                      <a:lnTo>
                        <a:pt x="234386" y="243085"/>
                      </a:lnTo>
                      <a:cubicBezTo>
                        <a:pt x="235449" y="246274"/>
                        <a:pt x="236511" y="249816"/>
                        <a:pt x="241117" y="249816"/>
                      </a:cubicBezTo>
                      <a:cubicBezTo>
                        <a:pt x="246077" y="249816"/>
                        <a:pt x="246785" y="247336"/>
                        <a:pt x="248202" y="242731"/>
                      </a:cubicBezTo>
                      <a:lnTo>
                        <a:pt x="315868" y="34774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4" name="Freeform: Shape 1383">
                  <a:extLst>
                    <a:ext uri="{FF2B5EF4-FFF2-40B4-BE49-F238E27FC236}">
                      <a16:creationId xmlns:a16="http://schemas.microsoft.com/office/drawing/2014/main" id="{41161F21-B6D5-402F-EB5A-57E5C06FB73E}"/>
                    </a:ext>
                  </a:extLst>
                </p:cNvPr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10468760" y="4255998"/>
                  <a:ext cx="75814" cy="237007"/>
                </a:xfrm>
                <a:custGeom>
                  <a:avLst/>
                  <a:gdLst>
                    <a:gd name="connsiteX0" fmla="*/ 51238 w 75814"/>
                    <a:gd name="connsiteY0" fmla="*/ 80475 h 237007"/>
                    <a:gd name="connsiteX1" fmla="*/ 1640 w 75814"/>
                    <a:gd name="connsiteY1" fmla="*/ 84372 h 237007"/>
                    <a:gd name="connsiteX2" fmla="*/ 1640 w 75814"/>
                    <a:gd name="connsiteY2" fmla="*/ 95354 h 237007"/>
                    <a:gd name="connsiteX3" fmla="*/ 27856 w 75814"/>
                    <a:gd name="connsiteY3" fmla="*/ 114839 h 237007"/>
                    <a:gd name="connsiteX4" fmla="*/ 27856 w 75814"/>
                    <a:gd name="connsiteY4" fmla="*/ 210138 h 237007"/>
                    <a:gd name="connsiteX5" fmla="*/ 223 w 75814"/>
                    <a:gd name="connsiteY5" fmla="*/ 226080 h 237007"/>
                    <a:gd name="connsiteX6" fmla="*/ 223 w 75814"/>
                    <a:gd name="connsiteY6" fmla="*/ 237063 h 237007"/>
                    <a:gd name="connsiteX7" fmla="*/ 39193 w 75814"/>
                    <a:gd name="connsiteY7" fmla="*/ 236000 h 237007"/>
                    <a:gd name="connsiteX8" fmla="*/ 76037 w 75814"/>
                    <a:gd name="connsiteY8" fmla="*/ 237063 h 237007"/>
                    <a:gd name="connsiteX9" fmla="*/ 76037 w 75814"/>
                    <a:gd name="connsiteY9" fmla="*/ 226080 h 237007"/>
                    <a:gd name="connsiteX10" fmla="*/ 51238 w 75814"/>
                    <a:gd name="connsiteY10" fmla="*/ 210492 h 237007"/>
                    <a:gd name="connsiteX11" fmla="*/ 51238 w 75814"/>
                    <a:gd name="connsiteY11" fmla="*/ 80475 h 237007"/>
                    <a:gd name="connsiteX12" fmla="*/ 52655 w 75814"/>
                    <a:gd name="connsiteY12" fmla="*/ 18831 h 237007"/>
                    <a:gd name="connsiteX13" fmla="*/ 33878 w 75814"/>
                    <a:gd name="connsiteY13" fmla="*/ 55 h 237007"/>
                    <a:gd name="connsiteX14" fmla="*/ 15102 w 75814"/>
                    <a:gd name="connsiteY14" fmla="*/ 18831 h 237007"/>
                    <a:gd name="connsiteX15" fmla="*/ 33878 w 75814"/>
                    <a:gd name="connsiteY15" fmla="*/ 37608 h 237007"/>
                    <a:gd name="connsiteX16" fmla="*/ 52655 w 75814"/>
                    <a:gd name="connsiteY16" fmla="*/ 18831 h 237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5814" h="237007">
                      <a:moveTo>
                        <a:pt x="51238" y="80475"/>
                      </a:moveTo>
                      <a:lnTo>
                        <a:pt x="1640" y="84372"/>
                      </a:lnTo>
                      <a:lnTo>
                        <a:pt x="1640" y="95354"/>
                      </a:lnTo>
                      <a:cubicBezTo>
                        <a:pt x="24667" y="95354"/>
                        <a:pt x="27856" y="97480"/>
                        <a:pt x="27856" y="114839"/>
                      </a:cubicBezTo>
                      <a:lnTo>
                        <a:pt x="27856" y="210138"/>
                      </a:lnTo>
                      <a:cubicBezTo>
                        <a:pt x="27856" y="226080"/>
                        <a:pt x="23959" y="226080"/>
                        <a:pt x="223" y="226080"/>
                      </a:cubicBezTo>
                      <a:lnTo>
                        <a:pt x="223" y="237063"/>
                      </a:lnTo>
                      <a:cubicBezTo>
                        <a:pt x="11559" y="236708"/>
                        <a:pt x="30690" y="236000"/>
                        <a:pt x="39193" y="236000"/>
                      </a:cubicBezTo>
                      <a:cubicBezTo>
                        <a:pt x="51592" y="236000"/>
                        <a:pt x="63991" y="236708"/>
                        <a:pt x="76037" y="237063"/>
                      </a:cubicBezTo>
                      <a:lnTo>
                        <a:pt x="76037" y="226080"/>
                      </a:lnTo>
                      <a:cubicBezTo>
                        <a:pt x="52655" y="226080"/>
                        <a:pt x="51238" y="224309"/>
                        <a:pt x="51238" y="210492"/>
                      </a:cubicBezTo>
                      <a:lnTo>
                        <a:pt x="51238" y="80475"/>
                      </a:lnTo>
                      <a:close/>
                      <a:moveTo>
                        <a:pt x="52655" y="18831"/>
                      </a:moveTo>
                      <a:cubicBezTo>
                        <a:pt x="52655" y="7495"/>
                        <a:pt x="43798" y="55"/>
                        <a:pt x="33878" y="55"/>
                      </a:cubicBezTo>
                      <a:cubicBezTo>
                        <a:pt x="22896" y="55"/>
                        <a:pt x="15102" y="9620"/>
                        <a:pt x="15102" y="18831"/>
                      </a:cubicBezTo>
                      <a:cubicBezTo>
                        <a:pt x="15102" y="28397"/>
                        <a:pt x="22896" y="37608"/>
                        <a:pt x="33878" y="37608"/>
                      </a:cubicBezTo>
                      <a:cubicBezTo>
                        <a:pt x="43798" y="37608"/>
                        <a:pt x="52655" y="30168"/>
                        <a:pt x="52655" y="18831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5" name="Freeform: Shape 1384">
                  <a:extLst>
                    <a:ext uri="{FF2B5EF4-FFF2-40B4-BE49-F238E27FC236}">
                      <a16:creationId xmlns:a16="http://schemas.microsoft.com/office/drawing/2014/main" id="{BF85C595-583C-7775-A8AB-145EEE340565}"/>
                    </a:ext>
                  </a:extLst>
                </p:cNvPr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0567169" y="4247141"/>
                  <a:ext cx="78648" cy="245864"/>
                </a:xfrm>
                <a:custGeom>
                  <a:avLst/>
                  <a:gdLst>
                    <a:gd name="connsiteX0" fmla="*/ 51240 w 78648"/>
                    <a:gd name="connsiteY0" fmla="*/ 55 h 245864"/>
                    <a:gd name="connsiteX1" fmla="*/ 225 w 78648"/>
                    <a:gd name="connsiteY1" fmla="*/ 3952 h 245864"/>
                    <a:gd name="connsiteX2" fmla="*/ 225 w 78648"/>
                    <a:gd name="connsiteY2" fmla="*/ 14934 h 245864"/>
                    <a:gd name="connsiteX3" fmla="*/ 27859 w 78648"/>
                    <a:gd name="connsiteY3" fmla="*/ 34774 h 245864"/>
                    <a:gd name="connsiteX4" fmla="*/ 27859 w 78648"/>
                    <a:gd name="connsiteY4" fmla="*/ 218995 h 245864"/>
                    <a:gd name="connsiteX5" fmla="*/ 225 w 78648"/>
                    <a:gd name="connsiteY5" fmla="*/ 234937 h 245864"/>
                    <a:gd name="connsiteX6" fmla="*/ 225 w 78648"/>
                    <a:gd name="connsiteY6" fmla="*/ 245919 h 245864"/>
                    <a:gd name="connsiteX7" fmla="*/ 39550 w 78648"/>
                    <a:gd name="connsiteY7" fmla="*/ 244857 h 245864"/>
                    <a:gd name="connsiteX8" fmla="*/ 78874 w 78648"/>
                    <a:gd name="connsiteY8" fmla="*/ 245919 h 245864"/>
                    <a:gd name="connsiteX9" fmla="*/ 78874 w 78648"/>
                    <a:gd name="connsiteY9" fmla="*/ 234937 h 245864"/>
                    <a:gd name="connsiteX10" fmla="*/ 51240 w 78648"/>
                    <a:gd name="connsiteY10" fmla="*/ 218995 h 245864"/>
                    <a:gd name="connsiteX11" fmla="*/ 51240 w 78648"/>
                    <a:gd name="connsiteY11" fmla="*/ 55 h 245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8648" h="245864">
                      <a:moveTo>
                        <a:pt x="51240" y="55"/>
                      </a:moveTo>
                      <a:lnTo>
                        <a:pt x="225" y="3952"/>
                      </a:lnTo>
                      <a:lnTo>
                        <a:pt x="225" y="14934"/>
                      </a:lnTo>
                      <a:cubicBezTo>
                        <a:pt x="25024" y="14934"/>
                        <a:pt x="27859" y="17414"/>
                        <a:pt x="27859" y="34774"/>
                      </a:cubicBezTo>
                      <a:lnTo>
                        <a:pt x="27859" y="218995"/>
                      </a:lnTo>
                      <a:cubicBezTo>
                        <a:pt x="27859" y="234937"/>
                        <a:pt x="23962" y="234937"/>
                        <a:pt x="225" y="234937"/>
                      </a:cubicBezTo>
                      <a:lnTo>
                        <a:pt x="225" y="245919"/>
                      </a:lnTo>
                      <a:cubicBezTo>
                        <a:pt x="11916" y="245565"/>
                        <a:pt x="30693" y="244857"/>
                        <a:pt x="39550" y="244857"/>
                      </a:cubicBezTo>
                      <a:cubicBezTo>
                        <a:pt x="48406" y="244857"/>
                        <a:pt x="65766" y="245565"/>
                        <a:pt x="78874" y="245919"/>
                      </a:cubicBezTo>
                      <a:lnTo>
                        <a:pt x="78874" y="234937"/>
                      </a:lnTo>
                      <a:cubicBezTo>
                        <a:pt x="55137" y="234937"/>
                        <a:pt x="51240" y="234937"/>
                        <a:pt x="51240" y="218995"/>
                      </a:cubicBezTo>
                      <a:lnTo>
                        <a:pt x="51240" y="55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6" name="Freeform: Shape 1385">
                  <a:extLst>
                    <a:ext uri="{FF2B5EF4-FFF2-40B4-BE49-F238E27FC236}">
                      <a16:creationId xmlns:a16="http://schemas.microsoft.com/office/drawing/2014/main" id="{2AE4A6E8-BC0A-F187-334E-8AE16A32023B}"/>
                    </a:ext>
                  </a:extLst>
                </p:cNvPr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665578" y="4247141"/>
                  <a:ext cx="78648" cy="245864"/>
                </a:xfrm>
                <a:custGeom>
                  <a:avLst/>
                  <a:gdLst>
                    <a:gd name="connsiteX0" fmla="*/ 51243 w 78648"/>
                    <a:gd name="connsiteY0" fmla="*/ 55 h 245864"/>
                    <a:gd name="connsiteX1" fmla="*/ 228 w 78648"/>
                    <a:gd name="connsiteY1" fmla="*/ 3952 h 245864"/>
                    <a:gd name="connsiteX2" fmla="*/ 228 w 78648"/>
                    <a:gd name="connsiteY2" fmla="*/ 14934 h 245864"/>
                    <a:gd name="connsiteX3" fmla="*/ 27861 w 78648"/>
                    <a:gd name="connsiteY3" fmla="*/ 34774 h 245864"/>
                    <a:gd name="connsiteX4" fmla="*/ 27861 w 78648"/>
                    <a:gd name="connsiteY4" fmla="*/ 218995 h 245864"/>
                    <a:gd name="connsiteX5" fmla="*/ 228 w 78648"/>
                    <a:gd name="connsiteY5" fmla="*/ 234937 h 245864"/>
                    <a:gd name="connsiteX6" fmla="*/ 228 w 78648"/>
                    <a:gd name="connsiteY6" fmla="*/ 245919 h 245864"/>
                    <a:gd name="connsiteX7" fmla="*/ 39552 w 78648"/>
                    <a:gd name="connsiteY7" fmla="*/ 244857 h 245864"/>
                    <a:gd name="connsiteX8" fmla="*/ 78876 w 78648"/>
                    <a:gd name="connsiteY8" fmla="*/ 245919 h 245864"/>
                    <a:gd name="connsiteX9" fmla="*/ 78876 w 78648"/>
                    <a:gd name="connsiteY9" fmla="*/ 234937 h 245864"/>
                    <a:gd name="connsiteX10" fmla="*/ 51243 w 78648"/>
                    <a:gd name="connsiteY10" fmla="*/ 218995 h 245864"/>
                    <a:gd name="connsiteX11" fmla="*/ 51243 w 78648"/>
                    <a:gd name="connsiteY11" fmla="*/ 55 h 245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8648" h="245864">
                      <a:moveTo>
                        <a:pt x="51243" y="55"/>
                      </a:moveTo>
                      <a:lnTo>
                        <a:pt x="228" y="3952"/>
                      </a:lnTo>
                      <a:lnTo>
                        <a:pt x="228" y="14934"/>
                      </a:lnTo>
                      <a:cubicBezTo>
                        <a:pt x="25027" y="14934"/>
                        <a:pt x="27861" y="17414"/>
                        <a:pt x="27861" y="34774"/>
                      </a:cubicBezTo>
                      <a:lnTo>
                        <a:pt x="27861" y="218995"/>
                      </a:lnTo>
                      <a:cubicBezTo>
                        <a:pt x="27861" y="234937"/>
                        <a:pt x="23964" y="234937"/>
                        <a:pt x="228" y="234937"/>
                      </a:cubicBezTo>
                      <a:lnTo>
                        <a:pt x="228" y="245919"/>
                      </a:lnTo>
                      <a:cubicBezTo>
                        <a:pt x="11919" y="245565"/>
                        <a:pt x="30696" y="244857"/>
                        <a:pt x="39552" y="244857"/>
                      </a:cubicBezTo>
                      <a:cubicBezTo>
                        <a:pt x="48409" y="244857"/>
                        <a:pt x="65768" y="245565"/>
                        <a:pt x="78876" y="245919"/>
                      </a:cubicBezTo>
                      <a:lnTo>
                        <a:pt x="78876" y="234937"/>
                      </a:lnTo>
                      <a:cubicBezTo>
                        <a:pt x="55140" y="234937"/>
                        <a:pt x="51243" y="234937"/>
                        <a:pt x="51243" y="218995"/>
                      </a:cubicBezTo>
                      <a:lnTo>
                        <a:pt x="51243" y="55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7" name="Freeform: Shape 1386">
                  <a:extLst>
                    <a:ext uri="{FF2B5EF4-FFF2-40B4-BE49-F238E27FC236}">
                      <a16:creationId xmlns:a16="http://schemas.microsoft.com/office/drawing/2014/main" id="{F67DA1CB-B593-2E8A-8E4C-9C0B423971AC}"/>
                    </a:ext>
                  </a:extLst>
                </p:cNvPr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0882431" y="4334292"/>
                  <a:ext cx="134977" cy="162610"/>
                </a:xfrm>
                <a:custGeom>
                  <a:avLst/>
                  <a:gdLst>
                    <a:gd name="connsiteX0" fmla="*/ 29639 w 134977"/>
                    <a:gd name="connsiteY0" fmla="*/ 81537 h 162610"/>
                    <a:gd name="connsiteX1" fmla="*/ 77465 w 134977"/>
                    <a:gd name="connsiteY1" fmla="*/ 8912 h 162610"/>
                    <a:gd name="connsiteX2" fmla="*/ 115372 w 134977"/>
                    <a:gd name="connsiteY2" fmla="*/ 22020 h 162610"/>
                    <a:gd name="connsiteX3" fmla="*/ 98722 w 134977"/>
                    <a:gd name="connsiteY3" fmla="*/ 38316 h 162610"/>
                    <a:gd name="connsiteX4" fmla="*/ 115018 w 134977"/>
                    <a:gd name="connsiteY4" fmla="*/ 54613 h 162610"/>
                    <a:gd name="connsiteX5" fmla="*/ 131315 w 134977"/>
                    <a:gd name="connsiteY5" fmla="*/ 37962 h 162610"/>
                    <a:gd name="connsiteX6" fmla="*/ 77111 w 134977"/>
                    <a:gd name="connsiteY6" fmla="*/ 55 h 162610"/>
                    <a:gd name="connsiteX7" fmla="*/ 234 w 134977"/>
                    <a:gd name="connsiteY7" fmla="*/ 82246 h 162610"/>
                    <a:gd name="connsiteX8" fmla="*/ 76403 w 134977"/>
                    <a:gd name="connsiteY8" fmla="*/ 162666 h 162610"/>
                    <a:gd name="connsiteX9" fmla="*/ 135212 w 134977"/>
                    <a:gd name="connsiteY9" fmla="*/ 116610 h 162610"/>
                    <a:gd name="connsiteX10" fmla="*/ 130606 w 134977"/>
                    <a:gd name="connsiteY10" fmla="*/ 113068 h 162610"/>
                    <a:gd name="connsiteX11" fmla="*/ 126001 w 134977"/>
                    <a:gd name="connsiteY11" fmla="*/ 116610 h 162610"/>
                    <a:gd name="connsiteX12" fmla="*/ 79591 w 134977"/>
                    <a:gd name="connsiteY12" fmla="*/ 153809 h 162610"/>
                    <a:gd name="connsiteX13" fmla="*/ 29639 w 134977"/>
                    <a:gd name="connsiteY13" fmla="*/ 81537 h 162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34977" h="162610">
                      <a:moveTo>
                        <a:pt x="29639" y="81537"/>
                      </a:moveTo>
                      <a:cubicBezTo>
                        <a:pt x="29639" y="23791"/>
                        <a:pt x="58689" y="8912"/>
                        <a:pt x="77465" y="8912"/>
                      </a:cubicBezTo>
                      <a:cubicBezTo>
                        <a:pt x="80654" y="8912"/>
                        <a:pt x="102973" y="9266"/>
                        <a:pt x="115372" y="22020"/>
                      </a:cubicBezTo>
                      <a:cubicBezTo>
                        <a:pt x="100847" y="23083"/>
                        <a:pt x="98722" y="33711"/>
                        <a:pt x="98722" y="38316"/>
                      </a:cubicBezTo>
                      <a:cubicBezTo>
                        <a:pt x="98722" y="47527"/>
                        <a:pt x="105099" y="54613"/>
                        <a:pt x="115018" y="54613"/>
                      </a:cubicBezTo>
                      <a:cubicBezTo>
                        <a:pt x="124229" y="54613"/>
                        <a:pt x="131315" y="48590"/>
                        <a:pt x="131315" y="37962"/>
                      </a:cubicBezTo>
                      <a:cubicBezTo>
                        <a:pt x="131315" y="13872"/>
                        <a:pt x="104390" y="55"/>
                        <a:pt x="77111" y="55"/>
                      </a:cubicBezTo>
                      <a:cubicBezTo>
                        <a:pt x="32827" y="55"/>
                        <a:pt x="234" y="38316"/>
                        <a:pt x="234" y="82246"/>
                      </a:cubicBezTo>
                      <a:cubicBezTo>
                        <a:pt x="234" y="127593"/>
                        <a:pt x="35307" y="162666"/>
                        <a:pt x="76403" y="162666"/>
                      </a:cubicBezTo>
                      <a:cubicBezTo>
                        <a:pt x="123875" y="162666"/>
                        <a:pt x="135212" y="120153"/>
                        <a:pt x="135212" y="116610"/>
                      </a:cubicBezTo>
                      <a:cubicBezTo>
                        <a:pt x="135212" y="113068"/>
                        <a:pt x="131669" y="113068"/>
                        <a:pt x="130606" y="113068"/>
                      </a:cubicBezTo>
                      <a:cubicBezTo>
                        <a:pt x="127418" y="113068"/>
                        <a:pt x="126709" y="114485"/>
                        <a:pt x="126001" y="116610"/>
                      </a:cubicBezTo>
                      <a:cubicBezTo>
                        <a:pt x="115727" y="149557"/>
                        <a:pt x="92699" y="153809"/>
                        <a:pt x="79591" y="153809"/>
                      </a:cubicBezTo>
                      <a:cubicBezTo>
                        <a:pt x="60815" y="153809"/>
                        <a:pt x="29639" y="138575"/>
                        <a:pt x="29639" y="81537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8" name="Freeform: Shape 1387">
                  <a:extLst>
                    <a:ext uri="{FF2B5EF4-FFF2-40B4-BE49-F238E27FC236}">
                      <a16:creationId xmlns:a16="http://schemas.microsoft.com/office/drawing/2014/main" id="{AF2C50F6-A6BE-0D74-3788-725BA8E18EAB}"/>
                    </a:ext>
                  </a:extLst>
                </p:cNvPr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1037760" y="4334292"/>
                  <a:ext cx="156942" cy="162610"/>
                </a:xfrm>
                <a:custGeom>
                  <a:avLst/>
                  <a:gdLst>
                    <a:gd name="connsiteX0" fmla="*/ 157181 w 156942"/>
                    <a:gd name="connsiteY0" fmla="*/ 82954 h 162610"/>
                    <a:gd name="connsiteX1" fmla="*/ 78887 w 156942"/>
                    <a:gd name="connsiteY1" fmla="*/ 55 h 162610"/>
                    <a:gd name="connsiteX2" fmla="*/ 239 w 156942"/>
                    <a:gd name="connsiteY2" fmla="*/ 82954 h 162610"/>
                    <a:gd name="connsiteX3" fmla="*/ 78533 w 156942"/>
                    <a:gd name="connsiteY3" fmla="*/ 162666 h 162610"/>
                    <a:gd name="connsiteX4" fmla="*/ 157181 w 156942"/>
                    <a:gd name="connsiteY4" fmla="*/ 82954 h 162610"/>
                    <a:gd name="connsiteX5" fmla="*/ 78887 w 156942"/>
                    <a:gd name="connsiteY5" fmla="*/ 153809 h 162610"/>
                    <a:gd name="connsiteX6" fmla="*/ 38500 w 156942"/>
                    <a:gd name="connsiteY6" fmla="*/ 130073 h 162610"/>
                    <a:gd name="connsiteX7" fmla="*/ 29643 w 156942"/>
                    <a:gd name="connsiteY7" fmla="*/ 80120 h 162610"/>
                    <a:gd name="connsiteX8" fmla="*/ 38146 w 156942"/>
                    <a:gd name="connsiteY8" fmla="*/ 31585 h 162610"/>
                    <a:gd name="connsiteX9" fmla="*/ 78533 w 156942"/>
                    <a:gd name="connsiteY9" fmla="*/ 7849 h 162610"/>
                    <a:gd name="connsiteX10" fmla="*/ 118565 w 156942"/>
                    <a:gd name="connsiteY10" fmla="*/ 30877 h 162610"/>
                    <a:gd name="connsiteX11" fmla="*/ 127776 w 156942"/>
                    <a:gd name="connsiteY11" fmla="*/ 80120 h 162610"/>
                    <a:gd name="connsiteX12" fmla="*/ 119982 w 156942"/>
                    <a:gd name="connsiteY12" fmla="*/ 127593 h 162610"/>
                    <a:gd name="connsiteX13" fmla="*/ 78887 w 156942"/>
                    <a:gd name="connsiteY13" fmla="*/ 153809 h 162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56942" h="162610">
                      <a:moveTo>
                        <a:pt x="157181" y="82954"/>
                      </a:moveTo>
                      <a:cubicBezTo>
                        <a:pt x="157181" y="37608"/>
                        <a:pt x="121754" y="55"/>
                        <a:pt x="78887" y="55"/>
                      </a:cubicBezTo>
                      <a:cubicBezTo>
                        <a:pt x="34603" y="55"/>
                        <a:pt x="239" y="38671"/>
                        <a:pt x="239" y="82954"/>
                      </a:cubicBezTo>
                      <a:cubicBezTo>
                        <a:pt x="239" y="128655"/>
                        <a:pt x="37083" y="162666"/>
                        <a:pt x="78533" y="162666"/>
                      </a:cubicBezTo>
                      <a:cubicBezTo>
                        <a:pt x="121400" y="162666"/>
                        <a:pt x="157181" y="127947"/>
                        <a:pt x="157181" y="82954"/>
                      </a:cubicBezTo>
                      <a:close/>
                      <a:moveTo>
                        <a:pt x="78887" y="153809"/>
                      </a:moveTo>
                      <a:cubicBezTo>
                        <a:pt x="63653" y="153809"/>
                        <a:pt x="48065" y="146369"/>
                        <a:pt x="38500" y="130073"/>
                      </a:cubicBezTo>
                      <a:cubicBezTo>
                        <a:pt x="29643" y="114485"/>
                        <a:pt x="29643" y="92874"/>
                        <a:pt x="29643" y="80120"/>
                      </a:cubicBezTo>
                      <a:cubicBezTo>
                        <a:pt x="29643" y="66304"/>
                        <a:pt x="29643" y="47173"/>
                        <a:pt x="38146" y="31585"/>
                      </a:cubicBezTo>
                      <a:cubicBezTo>
                        <a:pt x="47711" y="15289"/>
                        <a:pt x="64362" y="7849"/>
                        <a:pt x="78533" y="7849"/>
                      </a:cubicBezTo>
                      <a:cubicBezTo>
                        <a:pt x="94121" y="7849"/>
                        <a:pt x="109354" y="15643"/>
                        <a:pt x="118565" y="30877"/>
                      </a:cubicBezTo>
                      <a:cubicBezTo>
                        <a:pt x="127776" y="46110"/>
                        <a:pt x="127776" y="66658"/>
                        <a:pt x="127776" y="80120"/>
                      </a:cubicBezTo>
                      <a:cubicBezTo>
                        <a:pt x="127776" y="92874"/>
                        <a:pt x="127776" y="112005"/>
                        <a:pt x="119982" y="127593"/>
                      </a:cubicBezTo>
                      <a:cubicBezTo>
                        <a:pt x="112188" y="143535"/>
                        <a:pt x="96601" y="153809"/>
                        <a:pt x="78887" y="153809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89" name="Freeform: Shape 1388">
                  <a:extLst>
                    <a:ext uri="{FF2B5EF4-FFF2-40B4-BE49-F238E27FC236}">
                      <a16:creationId xmlns:a16="http://schemas.microsoft.com/office/drawing/2014/main" id="{E943531F-6EE9-6D8D-CF9E-D3CBFEA924CC}"/>
                    </a:ext>
                  </a:extLst>
                </p:cNvPr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1216314" y="4336417"/>
                  <a:ext cx="178198" cy="156588"/>
                </a:xfrm>
                <a:custGeom>
                  <a:avLst/>
                  <a:gdLst>
                    <a:gd name="connsiteX0" fmla="*/ 27877 w 178198"/>
                    <a:gd name="connsiteY0" fmla="*/ 34774 h 156588"/>
                    <a:gd name="connsiteX1" fmla="*/ 27877 w 178198"/>
                    <a:gd name="connsiteY1" fmla="*/ 129718 h 156588"/>
                    <a:gd name="connsiteX2" fmla="*/ 244 w 178198"/>
                    <a:gd name="connsiteY2" fmla="*/ 145661 h 156588"/>
                    <a:gd name="connsiteX3" fmla="*/ 244 w 178198"/>
                    <a:gd name="connsiteY3" fmla="*/ 156643 h 156588"/>
                    <a:gd name="connsiteX4" fmla="*/ 40276 w 178198"/>
                    <a:gd name="connsiteY4" fmla="*/ 155580 h 156588"/>
                    <a:gd name="connsiteX5" fmla="*/ 79955 w 178198"/>
                    <a:gd name="connsiteY5" fmla="*/ 156643 h 156588"/>
                    <a:gd name="connsiteX6" fmla="*/ 79955 w 178198"/>
                    <a:gd name="connsiteY6" fmla="*/ 145661 h 156588"/>
                    <a:gd name="connsiteX7" fmla="*/ 52322 w 178198"/>
                    <a:gd name="connsiteY7" fmla="*/ 129718 h 156588"/>
                    <a:gd name="connsiteX8" fmla="*/ 52322 w 178198"/>
                    <a:gd name="connsiteY8" fmla="*/ 64532 h 156588"/>
                    <a:gd name="connsiteX9" fmla="*/ 100148 w 178198"/>
                    <a:gd name="connsiteY9" fmla="*/ 7849 h 156588"/>
                    <a:gd name="connsiteX10" fmla="*/ 126364 w 178198"/>
                    <a:gd name="connsiteY10" fmla="*/ 47173 h 156588"/>
                    <a:gd name="connsiteX11" fmla="*/ 126364 w 178198"/>
                    <a:gd name="connsiteY11" fmla="*/ 129718 h 156588"/>
                    <a:gd name="connsiteX12" fmla="*/ 98731 w 178198"/>
                    <a:gd name="connsiteY12" fmla="*/ 145661 h 156588"/>
                    <a:gd name="connsiteX13" fmla="*/ 98731 w 178198"/>
                    <a:gd name="connsiteY13" fmla="*/ 156643 h 156588"/>
                    <a:gd name="connsiteX14" fmla="*/ 138764 w 178198"/>
                    <a:gd name="connsiteY14" fmla="*/ 155580 h 156588"/>
                    <a:gd name="connsiteX15" fmla="*/ 178442 w 178198"/>
                    <a:gd name="connsiteY15" fmla="*/ 156643 h 156588"/>
                    <a:gd name="connsiteX16" fmla="*/ 178442 w 178198"/>
                    <a:gd name="connsiteY16" fmla="*/ 145661 h 156588"/>
                    <a:gd name="connsiteX17" fmla="*/ 150809 w 178198"/>
                    <a:gd name="connsiteY17" fmla="*/ 135032 h 156588"/>
                    <a:gd name="connsiteX18" fmla="*/ 150809 w 178198"/>
                    <a:gd name="connsiteY18" fmla="*/ 67367 h 156588"/>
                    <a:gd name="connsiteX19" fmla="*/ 139827 w 178198"/>
                    <a:gd name="connsiteY19" fmla="*/ 13163 h 156588"/>
                    <a:gd name="connsiteX20" fmla="*/ 102628 w 178198"/>
                    <a:gd name="connsiteY20" fmla="*/ 55 h 156588"/>
                    <a:gd name="connsiteX21" fmla="*/ 50196 w 178198"/>
                    <a:gd name="connsiteY21" fmla="*/ 37253 h 156588"/>
                    <a:gd name="connsiteX22" fmla="*/ 50196 w 178198"/>
                    <a:gd name="connsiteY22" fmla="*/ 55 h 156588"/>
                    <a:gd name="connsiteX23" fmla="*/ 244 w 178198"/>
                    <a:gd name="connsiteY23" fmla="*/ 3952 h 156588"/>
                    <a:gd name="connsiteX24" fmla="*/ 244 w 178198"/>
                    <a:gd name="connsiteY24" fmla="*/ 14934 h 156588"/>
                    <a:gd name="connsiteX25" fmla="*/ 27877 w 178198"/>
                    <a:gd name="connsiteY25" fmla="*/ 34774 h 156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78198" h="156588">
                      <a:moveTo>
                        <a:pt x="27877" y="34774"/>
                      </a:moveTo>
                      <a:lnTo>
                        <a:pt x="27877" y="129718"/>
                      </a:lnTo>
                      <a:cubicBezTo>
                        <a:pt x="27877" y="145661"/>
                        <a:pt x="23980" y="145661"/>
                        <a:pt x="244" y="145661"/>
                      </a:cubicBezTo>
                      <a:lnTo>
                        <a:pt x="244" y="156643"/>
                      </a:lnTo>
                      <a:cubicBezTo>
                        <a:pt x="12643" y="156289"/>
                        <a:pt x="30711" y="155580"/>
                        <a:pt x="40276" y="155580"/>
                      </a:cubicBezTo>
                      <a:cubicBezTo>
                        <a:pt x="49487" y="155580"/>
                        <a:pt x="67910" y="156289"/>
                        <a:pt x="79955" y="156643"/>
                      </a:cubicBezTo>
                      <a:lnTo>
                        <a:pt x="79955" y="145661"/>
                      </a:lnTo>
                      <a:cubicBezTo>
                        <a:pt x="56219" y="145661"/>
                        <a:pt x="52322" y="145661"/>
                        <a:pt x="52322" y="129718"/>
                      </a:cubicBezTo>
                      <a:lnTo>
                        <a:pt x="52322" y="64532"/>
                      </a:lnTo>
                      <a:cubicBezTo>
                        <a:pt x="52322" y="27688"/>
                        <a:pt x="77475" y="7849"/>
                        <a:pt x="100148" y="7849"/>
                      </a:cubicBezTo>
                      <a:cubicBezTo>
                        <a:pt x="122467" y="7849"/>
                        <a:pt x="126364" y="26980"/>
                        <a:pt x="126364" y="47173"/>
                      </a:cubicBezTo>
                      <a:lnTo>
                        <a:pt x="126364" y="129718"/>
                      </a:lnTo>
                      <a:cubicBezTo>
                        <a:pt x="126364" y="145661"/>
                        <a:pt x="122467" y="145661"/>
                        <a:pt x="98731" y="145661"/>
                      </a:cubicBezTo>
                      <a:lnTo>
                        <a:pt x="98731" y="156643"/>
                      </a:lnTo>
                      <a:cubicBezTo>
                        <a:pt x="111131" y="156289"/>
                        <a:pt x="129198" y="155580"/>
                        <a:pt x="138764" y="155580"/>
                      </a:cubicBezTo>
                      <a:cubicBezTo>
                        <a:pt x="147975" y="155580"/>
                        <a:pt x="166397" y="156289"/>
                        <a:pt x="178442" y="156643"/>
                      </a:cubicBezTo>
                      <a:lnTo>
                        <a:pt x="178442" y="145661"/>
                      </a:lnTo>
                      <a:cubicBezTo>
                        <a:pt x="160020" y="145661"/>
                        <a:pt x="151163" y="145661"/>
                        <a:pt x="150809" y="135032"/>
                      </a:cubicBezTo>
                      <a:lnTo>
                        <a:pt x="150809" y="67367"/>
                      </a:lnTo>
                      <a:cubicBezTo>
                        <a:pt x="150809" y="36899"/>
                        <a:pt x="150809" y="25917"/>
                        <a:pt x="139827" y="13163"/>
                      </a:cubicBezTo>
                      <a:cubicBezTo>
                        <a:pt x="134867" y="7140"/>
                        <a:pt x="123176" y="55"/>
                        <a:pt x="102628" y="55"/>
                      </a:cubicBezTo>
                      <a:cubicBezTo>
                        <a:pt x="76766" y="55"/>
                        <a:pt x="60116" y="15289"/>
                        <a:pt x="50196" y="37253"/>
                      </a:cubicBezTo>
                      <a:lnTo>
                        <a:pt x="50196" y="55"/>
                      </a:lnTo>
                      <a:lnTo>
                        <a:pt x="244" y="3952"/>
                      </a:lnTo>
                      <a:lnTo>
                        <a:pt x="244" y="14934"/>
                      </a:lnTo>
                      <a:cubicBezTo>
                        <a:pt x="25043" y="14934"/>
                        <a:pt x="27877" y="17414"/>
                        <a:pt x="27877" y="34774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0" name="Freeform: Shape 1389">
                  <a:extLst>
                    <a:ext uri="{FF2B5EF4-FFF2-40B4-BE49-F238E27FC236}">
                      <a16:creationId xmlns:a16="http://schemas.microsoft.com/office/drawing/2014/main" id="{845D2C37-62C2-1104-B507-D3C7C84049FC}"/>
                    </a:ext>
                  </a:extLst>
                </p:cNvPr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1398685" y="4340314"/>
                  <a:ext cx="173238" cy="156588"/>
                </a:xfrm>
                <a:custGeom>
                  <a:avLst/>
                  <a:gdLst>
                    <a:gd name="connsiteX0" fmla="*/ 140895 w 173238"/>
                    <a:gd name="connsiteY0" fmla="*/ 34774 h 156588"/>
                    <a:gd name="connsiteX1" fmla="*/ 173488 w 173238"/>
                    <a:gd name="connsiteY1" fmla="*/ 11037 h 156588"/>
                    <a:gd name="connsiteX2" fmla="*/ 173488 w 173238"/>
                    <a:gd name="connsiteY2" fmla="*/ 55 h 156588"/>
                    <a:gd name="connsiteX3" fmla="*/ 146917 w 173238"/>
                    <a:gd name="connsiteY3" fmla="*/ 1118 h 156588"/>
                    <a:gd name="connsiteX4" fmla="*/ 116096 w 173238"/>
                    <a:gd name="connsiteY4" fmla="*/ 55 h 156588"/>
                    <a:gd name="connsiteX5" fmla="*/ 116096 w 173238"/>
                    <a:gd name="connsiteY5" fmla="*/ 11037 h 156588"/>
                    <a:gd name="connsiteX6" fmla="*/ 133101 w 173238"/>
                    <a:gd name="connsiteY6" fmla="*/ 26271 h 156588"/>
                    <a:gd name="connsiteX7" fmla="*/ 130975 w 173238"/>
                    <a:gd name="connsiteY7" fmla="*/ 34774 h 156588"/>
                    <a:gd name="connsiteX8" fmla="*/ 94839 w 173238"/>
                    <a:gd name="connsiteY8" fmla="*/ 125113 h 156588"/>
                    <a:gd name="connsiteX9" fmla="*/ 55161 w 173238"/>
                    <a:gd name="connsiteY9" fmla="*/ 26271 h 156588"/>
                    <a:gd name="connsiteX10" fmla="*/ 53035 w 173238"/>
                    <a:gd name="connsiteY10" fmla="*/ 20248 h 156588"/>
                    <a:gd name="connsiteX11" fmla="*/ 73229 w 173238"/>
                    <a:gd name="connsiteY11" fmla="*/ 11037 h 156588"/>
                    <a:gd name="connsiteX12" fmla="*/ 73229 w 173238"/>
                    <a:gd name="connsiteY12" fmla="*/ 55 h 156588"/>
                    <a:gd name="connsiteX13" fmla="*/ 34613 w 173238"/>
                    <a:gd name="connsiteY13" fmla="*/ 1118 h 156588"/>
                    <a:gd name="connsiteX14" fmla="*/ 249 w 173238"/>
                    <a:gd name="connsiteY14" fmla="*/ 55 h 156588"/>
                    <a:gd name="connsiteX15" fmla="*/ 249 w 173238"/>
                    <a:gd name="connsiteY15" fmla="*/ 11037 h 156588"/>
                    <a:gd name="connsiteX16" fmla="*/ 28591 w 173238"/>
                    <a:gd name="connsiteY16" fmla="*/ 24145 h 156588"/>
                    <a:gd name="connsiteX17" fmla="*/ 79606 w 173238"/>
                    <a:gd name="connsiteY17" fmla="*/ 149912 h 156588"/>
                    <a:gd name="connsiteX18" fmla="*/ 87045 w 173238"/>
                    <a:gd name="connsiteY18" fmla="*/ 156643 h 156588"/>
                    <a:gd name="connsiteX19" fmla="*/ 94485 w 173238"/>
                    <a:gd name="connsiteY19" fmla="*/ 149912 h 156588"/>
                    <a:gd name="connsiteX20" fmla="*/ 140895 w 173238"/>
                    <a:gd name="connsiteY20" fmla="*/ 34774 h 156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238" h="156588">
                      <a:moveTo>
                        <a:pt x="140895" y="34774"/>
                      </a:moveTo>
                      <a:cubicBezTo>
                        <a:pt x="144083" y="26625"/>
                        <a:pt x="150106" y="11392"/>
                        <a:pt x="173488" y="11037"/>
                      </a:cubicBezTo>
                      <a:lnTo>
                        <a:pt x="173488" y="55"/>
                      </a:lnTo>
                      <a:cubicBezTo>
                        <a:pt x="165339" y="763"/>
                        <a:pt x="155066" y="1118"/>
                        <a:pt x="146917" y="1118"/>
                      </a:cubicBezTo>
                      <a:cubicBezTo>
                        <a:pt x="138415" y="1118"/>
                        <a:pt x="122118" y="409"/>
                        <a:pt x="116096" y="55"/>
                      </a:cubicBezTo>
                      <a:lnTo>
                        <a:pt x="116096" y="11037"/>
                      </a:lnTo>
                      <a:cubicBezTo>
                        <a:pt x="129204" y="11392"/>
                        <a:pt x="133101" y="19540"/>
                        <a:pt x="133101" y="26271"/>
                      </a:cubicBezTo>
                      <a:cubicBezTo>
                        <a:pt x="133101" y="29459"/>
                        <a:pt x="132392" y="30877"/>
                        <a:pt x="130975" y="34774"/>
                      </a:cubicBezTo>
                      <a:lnTo>
                        <a:pt x="94839" y="125113"/>
                      </a:lnTo>
                      <a:lnTo>
                        <a:pt x="55161" y="26271"/>
                      </a:lnTo>
                      <a:cubicBezTo>
                        <a:pt x="53035" y="21665"/>
                        <a:pt x="53035" y="20957"/>
                        <a:pt x="53035" y="20248"/>
                      </a:cubicBezTo>
                      <a:cubicBezTo>
                        <a:pt x="53035" y="11037"/>
                        <a:pt x="66852" y="11037"/>
                        <a:pt x="73229" y="11037"/>
                      </a:cubicBezTo>
                      <a:lnTo>
                        <a:pt x="73229" y="55"/>
                      </a:lnTo>
                      <a:cubicBezTo>
                        <a:pt x="62601" y="409"/>
                        <a:pt x="42762" y="1118"/>
                        <a:pt x="34613" y="1118"/>
                      </a:cubicBezTo>
                      <a:cubicBezTo>
                        <a:pt x="25048" y="1118"/>
                        <a:pt x="10877" y="763"/>
                        <a:pt x="249" y="55"/>
                      </a:cubicBezTo>
                      <a:lnTo>
                        <a:pt x="249" y="11037"/>
                      </a:lnTo>
                      <a:cubicBezTo>
                        <a:pt x="22568" y="11037"/>
                        <a:pt x="23985" y="13163"/>
                        <a:pt x="28591" y="24145"/>
                      </a:cubicBezTo>
                      <a:lnTo>
                        <a:pt x="79606" y="149912"/>
                      </a:lnTo>
                      <a:cubicBezTo>
                        <a:pt x="81731" y="154872"/>
                        <a:pt x="82440" y="156643"/>
                        <a:pt x="87045" y="156643"/>
                      </a:cubicBezTo>
                      <a:cubicBezTo>
                        <a:pt x="91651" y="156643"/>
                        <a:pt x="93068" y="153454"/>
                        <a:pt x="94485" y="149912"/>
                      </a:cubicBezTo>
                      <a:lnTo>
                        <a:pt x="140895" y="34774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1" name="Freeform: Shape 1390">
                  <a:extLst>
                    <a:ext uri="{FF2B5EF4-FFF2-40B4-BE49-F238E27FC236}">
                      <a16:creationId xmlns:a16="http://schemas.microsoft.com/office/drawing/2014/main" id="{0BF99E25-7D93-091A-E9B9-DBD3644B0939}"/>
                    </a:ext>
                  </a:extLst>
                </p:cNvPr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1579010" y="4334292"/>
                  <a:ext cx="137103" cy="162610"/>
                </a:xfrm>
                <a:custGeom>
                  <a:avLst/>
                  <a:gdLst>
                    <a:gd name="connsiteX0" fmla="*/ 30013 w 137103"/>
                    <a:gd name="connsiteY0" fmla="*/ 69492 h 162610"/>
                    <a:gd name="connsiteX1" fmla="*/ 73942 w 137103"/>
                    <a:gd name="connsiteY1" fmla="*/ 7849 h 162610"/>
                    <a:gd name="connsiteX2" fmla="*/ 113975 w 137103"/>
                    <a:gd name="connsiteY2" fmla="*/ 69492 h 162610"/>
                    <a:gd name="connsiteX3" fmla="*/ 30013 w 137103"/>
                    <a:gd name="connsiteY3" fmla="*/ 69492 h 162610"/>
                    <a:gd name="connsiteX4" fmla="*/ 29658 w 137103"/>
                    <a:gd name="connsiteY4" fmla="*/ 76932 h 162610"/>
                    <a:gd name="connsiteX5" fmla="*/ 128500 w 137103"/>
                    <a:gd name="connsiteY5" fmla="*/ 76932 h 162610"/>
                    <a:gd name="connsiteX6" fmla="*/ 137357 w 137103"/>
                    <a:gd name="connsiteY6" fmla="*/ 69492 h 162610"/>
                    <a:gd name="connsiteX7" fmla="*/ 73942 w 137103"/>
                    <a:gd name="connsiteY7" fmla="*/ 55 h 162610"/>
                    <a:gd name="connsiteX8" fmla="*/ 254 w 137103"/>
                    <a:gd name="connsiteY8" fmla="*/ 80829 h 162610"/>
                    <a:gd name="connsiteX9" fmla="*/ 78194 w 137103"/>
                    <a:gd name="connsiteY9" fmla="*/ 162666 h 162610"/>
                    <a:gd name="connsiteX10" fmla="*/ 137357 w 137103"/>
                    <a:gd name="connsiteY10" fmla="*/ 116610 h 162610"/>
                    <a:gd name="connsiteX11" fmla="*/ 132751 w 137103"/>
                    <a:gd name="connsiteY11" fmla="*/ 112359 h 162610"/>
                    <a:gd name="connsiteX12" fmla="*/ 128146 w 137103"/>
                    <a:gd name="connsiteY12" fmla="*/ 117319 h 162610"/>
                    <a:gd name="connsiteX13" fmla="*/ 80319 w 137103"/>
                    <a:gd name="connsiteY13" fmla="*/ 153809 h 162610"/>
                    <a:gd name="connsiteX14" fmla="*/ 40287 w 137103"/>
                    <a:gd name="connsiteY14" fmla="*/ 130073 h 162610"/>
                    <a:gd name="connsiteX15" fmla="*/ 29658 w 137103"/>
                    <a:gd name="connsiteY15" fmla="*/ 76932 h 162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37103" h="162610">
                      <a:moveTo>
                        <a:pt x="30013" y="69492"/>
                      </a:moveTo>
                      <a:cubicBezTo>
                        <a:pt x="32138" y="16706"/>
                        <a:pt x="61897" y="7849"/>
                        <a:pt x="73942" y="7849"/>
                      </a:cubicBezTo>
                      <a:cubicBezTo>
                        <a:pt x="110432" y="7849"/>
                        <a:pt x="113975" y="55676"/>
                        <a:pt x="113975" y="69492"/>
                      </a:cubicBezTo>
                      <a:lnTo>
                        <a:pt x="30013" y="69492"/>
                      </a:lnTo>
                      <a:close/>
                      <a:moveTo>
                        <a:pt x="29658" y="76932"/>
                      </a:moveTo>
                      <a:lnTo>
                        <a:pt x="128500" y="76932"/>
                      </a:lnTo>
                      <a:cubicBezTo>
                        <a:pt x="136294" y="76932"/>
                        <a:pt x="137357" y="76932"/>
                        <a:pt x="137357" y="69492"/>
                      </a:cubicBezTo>
                      <a:cubicBezTo>
                        <a:pt x="137357" y="34419"/>
                        <a:pt x="118226" y="55"/>
                        <a:pt x="73942" y="55"/>
                      </a:cubicBezTo>
                      <a:cubicBezTo>
                        <a:pt x="32847" y="55"/>
                        <a:pt x="254" y="36545"/>
                        <a:pt x="254" y="80829"/>
                      </a:cubicBezTo>
                      <a:cubicBezTo>
                        <a:pt x="254" y="128301"/>
                        <a:pt x="37452" y="162666"/>
                        <a:pt x="78194" y="162666"/>
                      </a:cubicBezTo>
                      <a:cubicBezTo>
                        <a:pt x="121415" y="162666"/>
                        <a:pt x="137357" y="123341"/>
                        <a:pt x="137357" y="116610"/>
                      </a:cubicBezTo>
                      <a:cubicBezTo>
                        <a:pt x="137357" y="113068"/>
                        <a:pt x="134523" y="112359"/>
                        <a:pt x="132751" y="112359"/>
                      </a:cubicBezTo>
                      <a:cubicBezTo>
                        <a:pt x="129563" y="112359"/>
                        <a:pt x="128854" y="114485"/>
                        <a:pt x="128146" y="117319"/>
                      </a:cubicBezTo>
                      <a:cubicBezTo>
                        <a:pt x="115746" y="153809"/>
                        <a:pt x="83862" y="153809"/>
                        <a:pt x="80319" y="153809"/>
                      </a:cubicBezTo>
                      <a:cubicBezTo>
                        <a:pt x="62606" y="153809"/>
                        <a:pt x="48435" y="143181"/>
                        <a:pt x="40287" y="130073"/>
                      </a:cubicBezTo>
                      <a:cubicBezTo>
                        <a:pt x="29658" y="113068"/>
                        <a:pt x="29658" y="89686"/>
                        <a:pt x="29658" y="76932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2" name="Freeform: Shape 1391">
                  <a:extLst>
                    <a:ext uri="{FF2B5EF4-FFF2-40B4-BE49-F238E27FC236}">
                      <a16:creationId xmlns:a16="http://schemas.microsoft.com/office/drawing/2014/main" id="{C4B0E29E-37DB-5BE3-3AD2-E9B765B1963B}"/>
                    </a:ext>
                  </a:extLst>
                </p:cNvPr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1736464" y="4336417"/>
                  <a:ext cx="119035" cy="156588"/>
                </a:xfrm>
                <a:custGeom>
                  <a:avLst/>
                  <a:gdLst>
                    <a:gd name="connsiteX0" fmla="*/ 49502 w 119035"/>
                    <a:gd name="connsiteY0" fmla="*/ 39025 h 156588"/>
                    <a:gd name="connsiteX1" fmla="*/ 49502 w 119035"/>
                    <a:gd name="connsiteY1" fmla="*/ 55 h 156588"/>
                    <a:gd name="connsiteX2" fmla="*/ 258 w 119035"/>
                    <a:gd name="connsiteY2" fmla="*/ 3952 h 156588"/>
                    <a:gd name="connsiteX3" fmla="*/ 258 w 119035"/>
                    <a:gd name="connsiteY3" fmla="*/ 14934 h 156588"/>
                    <a:gd name="connsiteX4" fmla="*/ 27892 w 119035"/>
                    <a:gd name="connsiteY4" fmla="*/ 34774 h 156588"/>
                    <a:gd name="connsiteX5" fmla="*/ 27892 w 119035"/>
                    <a:gd name="connsiteY5" fmla="*/ 129718 h 156588"/>
                    <a:gd name="connsiteX6" fmla="*/ 258 w 119035"/>
                    <a:gd name="connsiteY6" fmla="*/ 145661 h 156588"/>
                    <a:gd name="connsiteX7" fmla="*/ 258 w 119035"/>
                    <a:gd name="connsiteY7" fmla="*/ 156643 h 156588"/>
                    <a:gd name="connsiteX8" fmla="*/ 40645 w 119035"/>
                    <a:gd name="connsiteY8" fmla="*/ 155580 h 156588"/>
                    <a:gd name="connsiteX9" fmla="*/ 85638 w 119035"/>
                    <a:gd name="connsiteY9" fmla="*/ 156643 h 156588"/>
                    <a:gd name="connsiteX10" fmla="*/ 85638 w 119035"/>
                    <a:gd name="connsiteY10" fmla="*/ 145661 h 156588"/>
                    <a:gd name="connsiteX11" fmla="*/ 78198 w 119035"/>
                    <a:gd name="connsiteY11" fmla="*/ 145661 h 156588"/>
                    <a:gd name="connsiteX12" fmla="*/ 51273 w 119035"/>
                    <a:gd name="connsiteY12" fmla="*/ 129010 h 156588"/>
                    <a:gd name="connsiteX13" fmla="*/ 51273 w 119035"/>
                    <a:gd name="connsiteY13" fmla="*/ 74452 h 156588"/>
                    <a:gd name="connsiteX14" fmla="*/ 93077 w 119035"/>
                    <a:gd name="connsiteY14" fmla="*/ 7849 h 156588"/>
                    <a:gd name="connsiteX15" fmla="*/ 96974 w 119035"/>
                    <a:gd name="connsiteY15" fmla="*/ 8203 h 156588"/>
                    <a:gd name="connsiteX16" fmla="*/ 88826 w 119035"/>
                    <a:gd name="connsiteY16" fmla="*/ 22020 h 156588"/>
                    <a:gd name="connsiteX17" fmla="*/ 104060 w 119035"/>
                    <a:gd name="connsiteY17" fmla="*/ 37253 h 156588"/>
                    <a:gd name="connsiteX18" fmla="*/ 119294 w 119035"/>
                    <a:gd name="connsiteY18" fmla="*/ 21665 h 156588"/>
                    <a:gd name="connsiteX19" fmla="*/ 93077 w 119035"/>
                    <a:gd name="connsiteY19" fmla="*/ 55 h 156588"/>
                    <a:gd name="connsiteX20" fmla="*/ 49502 w 119035"/>
                    <a:gd name="connsiteY20" fmla="*/ 39025 h 156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19035" h="156588">
                      <a:moveTo>
                        <a:pt x="49502" y="39025"/>
                      </a:moveTo>
                      <a:lnTo>
                        <a:pt x="49502" y="55"/>
                      </a:lnTo>
                      <a:lnTo>
                        <a:pt x="258" y="3952"/>
                      </a:lnTo>
                      <a:lnTo>
                        <a:pt x="258" y="14934"/>
                      </a:lnTo>
                      <a:cubicBezTo>
                        <a:pt x="25057" y="14934"/>
                        <a:pt x="27892" y="17414"/>
                        <a:pt x="27892" y="34774"/>
                      </a:cubicBezTo>
                      <a:lnTo>
                        <a:pt x="27892" y="129718"/>
                      </a:lnTo>
                      <a:cubicBezTo>
                        <a:pt x="27892" y="145661"/>
                        <a:pt x="23995" y="145661"/>
                        <a:pt x="258" y="145661"/>
                      </a:cubicBezTo>
                      <a:lnTo>
                        <a:pt x="258" y="156643"/>
                      </a:lnTo>
                      <a:cubicBezTo>
                        <a:pt x="14075" y="156289"/>
                        <a:pt x="30726" y="155580"/>
                        <a:pt x="40645" y="155580"/>
                      </a:cubicBezTo>
                      <a:cubicBezTo>
                        <a:pt x="54816" y="155580"/>
                        <a:pt x="71467" y="155580"/>
                        <a:pt x="85638" y="156643"/>
                      </a:cubicBezTo>
                      <a:lnTo>
                        <a:pt x="85638" y="145661"/>
                      </a:lnTo>
                      <a:lnTo>
                        <a:pt x="78198" y="145661"/>
                      </a:lnTo>
                      <a:cubicBezTo>
                        <a:pt x="51982" y="145661"/>
                        <a:pt x="51273" y="141764"/>
                        <a:pt x="51273" y="129010"/>
                      </a:cubicBezTo>
                      <a:lnTo>
                        <a:pt x="51273" y="74452"/>
                      </a:lnTo>
                      <a:cubicBezTo>
                        <a:pt x="51273" y="39379"/>
                        <a:pt x="66153" y="7849"/>
                        <a:pt x="93077" y="7849"/>
                      </a:cubicBezTo>
                      <a:cubicBezTo>
                        <a:pt x="95557" y="7849"/>
                        <a:pt x="96266" y="7849"/>
                        <a:pt x="96974" y="8203"/>
                      </a:cubicBezTo>
                      <a:cubicBezTo>
                        <a:pt x="95912" y="8557"/>
                        <a:pt x="88826" y="12809"/>
                        <a:pt x="88826" y="22020"/>
                      </a:cubicBezTo>
                      <a:cubicBezTo>
                        <a:pt x="88826" y="31939"/>
                        <a:pt x="96266" y="37253"/>
                        <a:pt x="104060" y="37253"/>
                      </a:cubicBezTo>
                      <a:cubicBezTo>
                        <a:pt x="110437" y="37253"/>
                        <a:pt x="119294" y="33002"/>
                        <a:pt x="119294" y="21665"/>
                      </a:cubicBezTo>
                      <a:cubicBezTo>
                        <a:pt x="119294" y="10329"/>
                        <a:pt x="108311" y="55"/>
                        <a:pt x="93077" y="55"/>
                      </a:cubicBezTo>
                      <a:cubicBezTo>
                        <a:pt x="67216" y="55"/>
                        <a:pt x="54462" y="23791"/>
                        <a:pt x="49502" y="39025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3" name="Freeform: Shape 1392">
                  <a:extLst>
                    <a:ext uri="{FF2B5EF4-FFF2-40B4-BE49-F238E27FC236}">
                      <a16:creationId xmlns:a16="http://schemas.microsoft.com/office/drawing/2014/main" id="{7FB32F0F-7492-6346-BB74-3FBB0A30DB31}"/>
                    </a:ext>
                  </a:extLst>
                </p:cNvPr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11875221" y="4332520"/>
                  <a:ext cx="161902" cy="233464"/>
                </a:xfrm>
                <a:custGeom>
                  <a:avLst/>
                  <a:gdLst>
                    <a:gd name="connsiteX0" fmla="*/ 68991 w 161902"/>
                    <a:gd name="connsiteY0" fmla="*/ 99605 h 233464"/>
                    <a:gd name="connsiteX1" fmla="*/ 38169 w 161902"/>
                    <a:gd name="connsiteY1" fmla="*/ 56030 h 233464"/>
                    <a:gd name="connsiteX2" fmla="*/ 43838 w 161902"/>
                    <a:gd name="connsiteY2" fmla="*/ 26271 h 233464"/>
                    <a:gd name="connsiteX3" fmla="*/ 68991 w 161902"/>
                    <a:gd name="connsiteY3" fmla="*/ 12100 h 233464"/>
                    <a:gd name="connsiteX4" fmla="*/ 99813 w 161902"/>
                    <a:gd name="connsiteY4" fmla="*/ 55676 h 233464"/>
                    <a:gd name="connsiteX5" fmla="*/ 94144 w 161902"/>
                    <a:gd name="connsiteY5" fmla="*/ 85434 h 233464"/>
                    <a:gd name="connsiteX6" fmla="*/ 68991 w 161902"/>
                    <a:gd name="connsiteY6" fmla="*/ 99605 h 233464"/>
                    <a:gd name="connsiteX7" fmla="*/ 27895 w 161902"/>
                    <a:gd name="connsiteY7" fmla="*/ 113422 h 233464"/>
                    <a:gd name="connsiteX8" fmla="*/ 33918 w 161902"/>
                    <a:gd name="connsiteY8" fmla="*/ 96771 h 233464"/>
                    <a:gd name="connsiteX9" fmla="*/ 68991 w 161902"/>
                    <a:gd name="connsiteY9" fmla="*/ 107753 h 233464"/>
                    <a:gd name="connsiteX10" fmla="*/ 126383 w 161902"/>
                    <a:gd name="connsiteY10" fmla="*/ 56030 h 233464"/>
                    <a:gd name="connsiteX11" fmla="*/ 111858 w 161902"/>
                    <a:gd name="connsiteY11" fmla="*/ 21665 h 233464"/>
                    <a:gd name="connsiteX12" fmla="*/ 143742 w 161902"/>
                    <a:gd name="connsiteY12" fmla="*/ 7849 h 233464"/>
                    <a:gd name="connsiteX13" fmla="*/ 147285 w 161902"/>
                    <a:gd name="connsiteY13" fmla="*/ 8203 h 233464"/>
                    <a:gd name="connsiteX14" fmla="*/ 141617 w 161902"/>
                    <a:gd name="connsiteY14" fmla="*/ 17768 h 233464"/>
                    <a:gd name="connsiteX15" fmla="*/ 151890 w 161902"/>
                    <a:gd name="connsiteY15" fmla="*/ 28042 h 233464"/>
                    <a:gd name="connsiteX16" fmla="*/ 162164 w 161902"/>
                    <a:gd name="connsiteY16" fmla="*/ 17414 h 233464"/>
                    <a:gd name="connsiteX17" fmla="*/ 144096 w 161902"/>
                    <a:gd name="connsiteY17" fmla="*/ 55 h 233464"/>
                    <a:gd name="connsiteX18" fmla="*/ 106544 w 161902"/>
                    <a:gd name="connsiteY18" fmla="*/ 16706 h 233464"/>
                    <a:gd name="connsiteX19" fmla="*/ 68991 w 161902"/>
                    <a:gd name="connsiteY19" fmla="*/ 3952 h 233464"/>
                    <a:gd name="connsiteX20" fmla="*/ 11599 w 161902"/>
                    <a:gd name="connsiteY20" fmla="*/ 55676 h 233464"/>
                    <a:gd name="connsiteX21" fmla="*/ 28250 w 161902"/>
                    <a:gd name="connsiteY21" fmla="*/ 92165 h 233464"/>
                    <a:gd name="connsiteX22" fmla="*/ 17267 w 161902"/>
                    <a:gd name="connsiteY22" fmla="*/ 121570 h 233464"/>
                    <a:gd name="connsiteX23" fmla="*/ 32855 w 161902"/>
                    <a:gd name="connsiteY23" fmla="*/ 153100 h 233464"/>
                    <a:gd name="connsiteX24" fmla="*/ 262 w 161902"/>
                    <a:gd name="connsiteY24" fmla="*/ 188527 h 233464"/>
                    <a:gd name="connsiteX25" fmla="*/ 78556 w 161902"/>
                    <a:gd name="connsiteY25" fmla="*/ 233520 h 233464"/>
                    <a:gd name="connsiteX26" fmla="*/ 157204 w 161902"/>
                    <a:gd name="connsiteY26" fmla="*/ 187819 h 233464"/>
                    <a:gd name="connsiteX27" fmla="*/ 134177 w 161902"/>
                    <a:gd name="connsiteY27" fmla="*/ 147432 h 233464"/>
                    <a:gd name="connsiteX28" fmla="*/ 73242 w 161902"/>
                    <a:gd name="connsiteY28" fmla="*/ 137512 h 233464"/>
                    <a:gd name="connsiteX29" fmla="*/ 46672 w 161902"/>
                    <a:gd name="connsiteY29" fmla="*/ 137158 h 233464"/>
                    <a:gd name="connsiteX30" fmla="*/ 27895 w 161902"/>
                    <a:gd name="connsiteY30" fmla="*/ 113422 h 233464"/>
                    <a:gd name="connsiteX31" fmla="*/ 78911 w 161902"/>
                    <a:gd name="connsiteY31" fmla="*/ 225372 h 233464"/>
                    <a:gd name="connsiteX32" fmla="*/ 18684 w 161902"/>
                    <a:gd name="connsiteY32" fmla="*/ 188527 h 233464"/>
                    <a:gd name="connsiteX33" fmla="*/ 47735 w 161902"/>
                    <a:gd name="connsiteY33" fmla="*/ 158060 h 233464"/>
                    <a:gd name="connsiteX34" fmla="*/ 68637 w 161902"/>
                    <a:gd name="connsiteY34" fmla="*/ 158060 h 233464"/>
                    <a:gd name="connsiteX35" fmla="*/ 138782 w 161902"/>
                    <a:gd name="connsiteY35" fmla="*/ 188527 h 233464"/>
                    <a:gd name="connsiteX36" fmla="*/ 78911 w 161902"/>
                    <a:gd name="connsiteY36" fmla="*/ 225372 h 233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61902" h="233464">
                      <a:moveTo>
                        <a:pt x="68991" y="99605"/>
                      </a:moveTo>
                      <a:cubicBezTo>
                        <a:pt x="38169" y="99605"/>
                        <a:pt x="38169" y="64178"/>
                        <a:pt x="38169" y="56030"/>
                      </a:cubicBezTo>
                      <a:cubicBezTo>
                        <a:pt x="38169" y="46464"/>
                        <a:pt x="38524" y="35128"/>
                        <a:pt x="43838" y="26271"/>
                      </a:cubicBezTo>
                      <a:cubicBezTo>
                        <a:pt x="46672" y="22020"/>
                        <a:pt x="54820" y="12100"/>
                        <a:pt x="68991" y="12100"/>
                      </a:cubicBezTo>
                      <a:cubicBezTo>
                        <a:pt x="99813" y="12100"/>
                        <a:pt x="99813" y="47527"/>
                        <a:pt x="99813" y="55676"/>
                      </a:cubicBezTo>
                      <a:cubicBezTo>
                        <a:pt x="99813" y="65241"/>
                        <a:pt x="99458" y="76578"/>
                        <a:pt x="94144" y="85434"/>
                      </a:cubicBezTo>
                      <a:cubicBezTo>
                        <a:pt x="91310" y="89686"/>
                        <a:pt x="83162" y="99605"/>
                        <a:pt x="68991" y="99605"/>
                      </a:cubicBezTo>
                      <a:close/>
                      <a:moveTo>
                        <a:pt x="27895" y="113422"/>
                      </a:moveTo>
                      <a:cubicBezTo>
                        <a:pt x="27895" y="112005"/>
                        <a:pt x="27895" y="103856"/>
                        <a:pt x="33918" y="96771"/>
                      </a:cubicBezTo>
                      <a:cubicBezTo>
                        <a:pt x="47735" y="106691"/>
                        <a:pt x="62260" y="107753"/>
                        <a:pt x="68991" y="107753"/>
                      </a:cubicBezTo>
                      <a:cubicBezTo>
                        <a:pt x="101938" y="107753"/>
                        <a:pt x="126383" y="83309"/>
                        <a:pt x="126383" y="56030"/>
                      </a:cubicBezTo>
                      <a:cubicBezTo>
                        <a:pt x="126383" y="42922"/>
                        <a:pt x="120715" y="29814"/>
                        <a:pt x="111858" y="21665"/>
                      </a:cubicBezTo>
                      <a:cubicBezTo>
                        <a:pt x="124612" y="9620"/>
                        <a:pt x="137365" y="7849"/>
                        <a:pt x="143742" y="7849"/>
                      </a:cubicBezTo>
                      <a:cubicBezTo>
                        <a:pt x="144451" y="7849"/>
                        <a:pt x="146222" y="7849"/>
                        <a:pt x="147285" y="8203"/>
                      </a:cubicBezTo>
                      <a:cubicBezTo>
                        <a:pt x="143388" y="9620"/>
                        <a:pt x="141617" y="13517"/>
                        <a:pt x="141617" y="17768"/>
                      </a:cubicBezTo>
                      <a:cubicBezTo>
                        <a:pt x="141617" y="23791"/>
                        <a:pt x="146222" y="28042"/>
                        <a:pt x="151890" y="28042"/>
                      </a:cubicBezTo>
                      <a:cubicBezTo>
                        <a:pt x="155433" y="28042"/>
                        <a:pt x="162164" y="25562"/>
                        <a:pt x="162164" y="17414"/>
                      </a:cubicBezTo>
                      <a:cubicBezTo>
                        <a:pt x="162164" y="11392"/>
                        <a:pt x="157913" y="55"/>
                        <a:pt x="144096" y="55"/>
                      </a:cubicBezTo>
                      <a:cubicBezTo>
                        <a:pt x="137011" y="55"/>
                        <a:pt x="121423" y="2181"/>
                        <a:pt x="106544" y="16706"/>
                      </a:cubicBezTo>
                      <a:cubicBezTo>
                        <a:pt x="91664" y="5015"/>
                        <a:pt x="76785" y="3952"/>
                        <a:pt x="68991" y="3952"/>
                      </a:cubicBezTo>
                      <a:cubicBezTo>
                        <a:pt x="36044" y="3952"/>
                        <a:pt x="11599" y="28397"/>
                        <a:pt x="11599" y="55676"/>
                      </a:cubicBezTo>
                      <a:cubicBezTo>
                        <a:pt x="11599" y="71263"/>
                        <a:pt x="19393" y="84726"/>
                        <a:pt x="28250" y="92165"/>
                      </a:cubicBezTo>
                      <a:cubicBezTo>
                        <a:pt x="23644" y="97480"/>
                        <a:pt x="17267" y="109171"/>
                        <a:pt x="17267" y="121570"/>
                      </a:cubicBezTo>
                      <a:cubicBezTo>
                        <a:pt x="17267" y="132552"/>
                        <a:pt x="21873" y="146015"/>
                        <a:pt x="32855" y="153100"/>
                      </a:cubicBezTo>
                      <a:cubicBezTo>
                        <a:pt x="11599" y="159123"/>
                        <a:pt x="262" y="174356"/>
                        <a:pt x="262" y="188527"/>
                      </a:cubicBezTo>
                      <a:cubicBezTo>
                        <a:pt x="262" y="214035"/>
                        <a:pt x="35335" y="233520"/>
                        <a:pt x="78556" y="233520"/>
                      </a:cubicBezTo>
                      <a:cubicBezTo>
                        <a:pt x="120360" y="233520"/>
                        <a:pt x="157204" y="215452"/>
                        <a:pt x="157204" y="187819"/>
                      </a:cubicBezTo>
                      <a:cubicBezTo>
                        <a:pt x="157204" y="175419"/>
                        <a:pt x="152245" y="157351"/>
                        <a:pt x="134177" y="147432"/>
                      </a:cubicBezTo>
                      <a:cubicBezTo>
                        <a:pt x="115400" y="137512"/>
                        <a:pt x="94853" y="137512"/>
                        <a:pt x="73242" y="137512"/>
                      </a:cubicBezTo>
                      <a:cubicBezTo>
                        <a:pt x="64385" y="137512"/>
                        <a:pt x="49152" y="137512"/>
                        <a:pt x="46672" y="137158"/>
                      </a:cubicBezTo>
                      <a:cubicBezTo>
                        <a:pt x="35335" y="135741"/>
                        <a:pt x="27895" y="124758"/>
                        <a:pt x="27895" y="113422"/>
                      </a:cubicBezTo>
                      <a:close/>
                      <a:moveTo>
                        <a:pt x="78911" y="225372"/>
                      </a:moveTo>
                      <a:cubicBezTo>
                        <a:pt x="43129" y="225372"/>
                        <a:pt x="18684" y="207304"/>
                        <a:pt x="18684" y="188527"/>
                      </a:cubicBezTo>
                      <a:cubicBezTo>
                        <a:pt x="18684" y="172231"/>
                        <a:pt x="32147" y="159123"/>
                        <a:pt x="47735" y="158060"/>
                      </a:cubicBezTo>
                      <a:lnTo>
                        <a:pt x="68637" y="158060"/>
                      </a:lnTo>
                      <a:cubicBezTo>
                        <a:pt x="99104" y="158060"/>
                        <a:pt x="138782" y="158060"/>
                        <a:pt x="138782" y="188527"/>
                      </a:cubicBezTo>
                      <a:cubicBezTo>
                        <a:pt x="138782" y="207658"/>
                        <a:pt x="113629" y="225372"/>
                        <a:pt x="78911" y="225372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94" name="Freeform: Shape 1393">
                  <a:extLst>
                    <a:ext uri="{FF2B5EF4-FFF2-40B4-BE49-F238E27FC236}">
                      <a16:creationId xmlns:a16="http://schemas.microsoft.com/office/drawing/2014/main" id="{95100D26-4064-7A44-11A0-0E4748822349}"/>
                    </a:ext>
                  </a:extLst>
                </p:cNvPr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2052358" y="4334292"/>
                  <a:ext cx="137103" cy="162610"/>
                </a:xfrm>
                <a:custGeom>
                  <a:avLst/>
                  <a:gdLst>
                    <a:gd name="connsiteX0" fmla="*/ 30026 w 137103"/>
                    <a:gd name="connsiteY0" fmla="*/ 69492 h 162610"/>
                    <a:gd name="connsiteX1" fmla="*/ 73956 w 137103"/>
                    <a:gd name="connsiteY1" fmla="*/ 7849 h 162610"/>
                    <a:gd name="connsiteX2" fmla="*/ 113988 w 137103"/>
                    <a:gd name="connsiteY2" fmla="*/ 69492 h 162610"/>
                    <a:gd name="connsiteX3" fmla="*/ 30026 w 137103"/>
                    <a:gd name="connsiteY3" fmla="*/ 69492 h 162610"/>
                    <a:gd name="connsiteX4" fmla="*/ 29672 w 137103"/>
                    <a:gd name="connsiteY4" fmla="*/ 76932 h 162610"/>
                    <a:gd name="connsiteX5" fmla="*/ 128514 w 137103"/>
                    <a:gd name="connsiteY5" fmla="*/ 76932 h 162610"/>
                    <a:gd name="connsiteX6" fmla="*/ 137370 w 137103"/>
                    <a:gd name="connsiteY6" fmla="*/ 69492 h 162610"/>
                    <a:gd name="connsiteX7" fmla="*/ 73956 w 137103"/>
                    <a:gd name="connsiteY7" fmla="*/ 55 h 162610"/>
                    <a:gd name="connsiteX8" fmla="*/ 267 w 137103"/>
                    <a:gd name="connsiteY8" fmla="*/ 80829 h 162610"/>
                    <a:gd name="connsiteX9" fmla="*/ 78207 w 137103"/>
                    <a:gd name="connsiteY9" fmla="*/ 162666 h 162610"/>
                    <a:gd name="connsiteX10" fmla="*/ 137370 w 137103"/>
                    <a:gd name="connsiteY10" fmla="*/ 116610 h 162610"/>
                    <a:gd name="connsiteX11" fmla="*/ 132765 w 137103"/>
                    <a:gd name="connsiteY11" fmla="*/ 112359 h 162610"/>
                    <a:gd name="connsiteX12" fmla="*/ 128159 w 137103"/>
                    <a:gd name="connsiteY12" fmla="*/ 117319 h 162610"/>
                    <a:gd name="connsiteX13" fmla="*/ 80333 w 137103"/>
                    <a:gd name="connsiteY13" fmla="*/ 153809 h 162610"/>
                    <a:gd name="connsiteX14" fmla="*/ 40300 w 137103"/>
                    <a:gd name="connsiteY14" fmla="*/ 130073 h 162610"/>
                    <a:gd name="connsiteX15" fmla="*/ 29672 w 137103"/>
                    <a:gd name="connsiteY15" fmla="*/ 76932 h 162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37103" h="162610">
                      <a:moveTo>
                        <a:pt x="30026" y="69492"/>
                      </a:moveTo>
                      <a:cubicBezTo>
                        <a:pt x="32152" y="16706"/>
                        <a:pt x="61910" y="7849"/>
                        <a:pt x="73956" y="7849"/>
                      </a:cubicBezTo>
                      <a:cubicBezTo>
                        <a:pt x="110446" y="7849"/>
                        <a:pt x="113988" y="55676"/>
                        <a:pt x="113988" y="69492"/>
                      </a:cubicBezTo>
                      <a:lnTo>
                        <a:pt x="30026" y="69492"/>
                      </a:lnTo>
                      <a:close/>
                      <a:moveTo>
                        <a:pt x="29672" y="76932"/>
                      </a:moveTo>
                      <a:lnTo>
                        <a:pt x="128514" y="76932"/>
                      </a:lnTo>
                      <a:cubicBezTo>
                        <a:pt x="136307" y="76932"/>
                        <a:pt x="137370" y="76932"/>
                        <a:pt x="137370" y="69492"/>
                      </a:cubicBezTo>
                      <a:cubicBezTo>
                        <a:pt x="137370" y="34419"/>
                        <a:pt x="118240" y="55"/>
                        <a:pt x="73956" y="55"/>
                      </a:cubicBezTo>
                      <a:cubicBezTo>
                        <a:pt x="32860" y="55"/>
                        <a:pt x="267" y="36545"/>
                        <a:pt x="267" y="80829"/>
                      </a:cubicBezTo>
                      <a:cubicBezTo>
                        <a:pt x="267" y="128301"/>
                        <a:pt x="37466" y="162666"/>
                        <a:pt x="78207" y="162666"/>
                      </a:cubicBezTo>
                      <a:cubicBezTo>
                        <a:pt x="121428" y="162666"/>
                        <a:pt x="137370" y="123341"/>
                        <a:pt x="137370" y="116610"/>
                      </a:cubicBezTo>
                      <a:cubicBezTo>
                        <a:pt x="137370" y="113068"/>
                        <a:pt x="134536" y="112359"/>
                        <a:pt x="132765" y="112359"/>
                      </a:cubicBezTo>
                      <a:cubicBezTo>
                        <a:pt x="129576" y="112359"/>
                        <a:pt x="128868" y="114485"/>
                        <a:pt x="128159" y="117319"/>
                      </a:cubicBezTo>
                      <a:cubicBezTo>
                        <a:pt x="115760" y="153809"/>
                        <a:pt x="83875" y="153809"/>
                        <a:pt x="80333" y="153809"/>
                      </a:cubicBezTo>
                      <a:cubicBezTo>
                        <a:pt x="62619" y="153809"/>
                        <a:pt x="48448" y="143181"/>
                        <a:pt x="40300" y="130073"/>
                      </a:cubicBezTo>
                      <a:cubicBezTo>
                        <a:pt x="29672" y="113068"/>
                        <a:pt x="29672" y="89686"/>
                        <a:pt x="29672" y="76932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29" name="Group 1428" descr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\text{Will NOT converge}&#10;\end{align*}&#10;%%}&#10;\end{document}" title="IguanaTex Vector Display">
                <a:extLst>
                  <a:ext uri="{FF2B5EF4-FFF2-40B4-BE49-F238E27FC236}">
                    <a16:creationId xmlns:a16="http://schemas.microsoft.com/office/drawing/2014/main" id="{922FA64F-49CC-A497-6037-B42E9388A1ED}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2"/>
                </p:custDataLst>
              </p:nvPr>
            </p:nvGrpSpPr>
            <p:grpSpPr>
              <a:xfrm>
                <a:off x="8464019" y="5156200"/>
                <a:ext cx="3571809" cy="322740"/>
                <a:chOff x="15108640" y="6857281"/>
                <a:chExt cx="3571809" cy="322740"/>
              </a:xfrm>
              <a:solidFill>
                <a:srgbClr val="FF0000"/>
              </a:solidFill>
            </p:grpSpPr>
            <p:sp>
              <p:nvSpPr>
                <p:cNvPr id="1413" name="Freeform: Shape 1412">
                  <a:extLst>
                    <a:ext uri="{FF2B5EF4-FFF2-40B4-BE49-F238E27FC236}">
                      <a16:creationId xmlns:a16="http://schemas.microsoft.com/office/drawing/2014/main" id="{6C8423FB-A93B-9455-09EA-25B6C8AA503F}"/>
                    </a:ext>
                  </a:extLst>
                </p:cNvPr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5108640" y="6921050"/>
                  <a:ext cx="315371" cy="194849"/>
                </a:xfrm>
                <a:custGeom>
                  <a:avLst/>
                  <a:gdLst>
                    <a:gd name="connsiteX0" fmla="*/ 238488 w 315371"/>
                    <a:gd name="connsiteY0" fmla="*/ 70201 h 194849"/>
                    <a:gd name="connsiteX1" fmla="*/ 283237 w 315371"/>
                    <a:gd name="connsiteY1" fmla="*/ 97480 h 194849"/>
                    <a:gd name="connsiteX2" fmla="*/ 238488 w 315371"/>
                    <a:gd name="connsiteY2" fmla="*/ 124758 h 194849"/>
                    <a:gd name="connsiteX3" fmla="*/ 12969 w 315371"/>
                    <a:gd name="connsiteY3" fmla="*/ 124758 h 194849"/>
                    <a:gd name="connsiteX4" fmla="*/ 183 w 315371"/>
                    <a:gd name="connsiteY4" fmla="*/ 131844 h 194849"/>
                    <a:gd name="connsiteX5" fmla="*/ 12614 w 315371"/>
                    <a:gd name="connsiteY5" fmla="*/ 138929 h 194849"/>
                    <a:gd name="connsiteX6" fmla="*/ 222506 w 315371"/>
                    <a:gd name="connsiteY6" fmla="*/ 138929 h 194849"/>
                    <a:gd name="connsiteX7" fmla="*/ 186992 w 315371"/>
                    <a:gd name="connsiteY7" fmla="*/ 191007 h 194849"/>
                    <a:gd name="connsiteX8" fmla="*/ 193739 w 315371"/>
                    <a:gd name="connsiteY8" fmla="*/ 194904 h 194849"/>
                    <a:gd name="connsiteX9" fmla="*/ 200487 w 315371"/>
                    <a:gd name="connsiteY9" fmla="*/ 192070 h 194849"/>
                    <a:gd name="connsiteX10" fmla="*/ 240974 w 315371"/>
                    <a:gd name="connsiteY10" fmla="*/ 139284 h 194849"/>
                    <a:gd name="connsiteX11" fmla="*/ 307742 w 315371"/>
                    <a:gd name="connsiteY11" fmla="*/ 102794 h 194849"/>
                    <a:gd name="connsiteX12" fmla="*/ 314845 w 315371"/>
                    <a:gd name="connsiteY12" fmla="*/ 99605 h 194849"/>
                    <a:gd name="connsiteX13" fmla="*/ 315555 w 315371"/>
                    <a:gd name="connsiteY13" fmla="*/ 97480 h 194849"/>
                    <a:gd name="connsiteX14" fmla="*/ 315200 w 315371"/>
                    <a:gd name="connsiteY14" fmla="*/ 95354 h 194849"/>
                    <a:gd name="connsiteX15" fmla="*/ 314135 w 315371"/>
                    <a:gd name="connsiteY15" fmla="*/ 94645 h 194849"/>
                    <a:gd name="connsiteX16" fmla="*/ 306321 w 315371"/>
                    <a:gd name="connsiteY16" fmla="*/ 91811 h 194849"/>
                    <a:gd name="connsiteX17" fmla="*/ 202973 w 315371"/>
                    <a:gd name="connsiteY17" fmla="*/ 7495 h 194849"/>
                    <a:gd name="connsiteX18" fmla="*/ 193739 w 315371"/>
                    <a:gd name="connsiteY18" fmla="*/ 55 h 194849"/>
                    <a:gd name="connsiteX19" fmla="*/ 186992 w 315371"/>
                    <a:gd name="connsiteY19" fmla="*/ 3952 h 194849"/>
                    <a:gd name="connsiteX20" fmla="*/ 222506 w 315371"/>
                    <a:gd name="connsiteY20" fmla="*/ 56030 h 194849"/>
                    <a:gd name="connsiteX21" fmla="*/ 12614 w 315371"/>
                    <a:gd name="connsiteY21" fmla="*/ 56030 h 194849"/>
                    <a:gd name="connsiteX22" fmla="*/ 183 w 315371"/>
                    <a:gd name="connsiteY22" fmla="*/ 63115 h 194849"/>
                    <a:gd name="connsiteX23" fmla="*/ 12969 w 315371"/>
                    <a:gd name="connsiteY23" fmla="*/ 70201 h 194849"/>
                    <a:gd name="connsiteX24" fmla="*/ 238488 w 315371"/>
                    <a:gd name="connsiteY24" fmla="*/ 70201 h 1948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15371" h="194849">
                      <a:moveTo>
                        <a:pt x="238488" y="70201"/>
                      </a:moveTo>
                      <a:cubicBezTo>
                        <a:pt x="253404" y="82954"/>
                        <a:pt x="271517" y="92165"/>
                        <a:pt x="283237" y="97480"/>
                      </a:cubicBezTo>
                      <a:cubicBezTo>
                        <a:pt x="270451" y="103148"/>
                        <a:pt x="253049" y="112359"/>
                        <a:pt x="238488" y="124758"/>
                      </a:cubicBezTo>
                      <a:lnTo>
                        <a:pt x="12969" y="124758"/>
                      </a:lnTo>
                      <a:cubicBezTo>
                        <a:pt x="6931" y="124758"/>
                        <a:pt x="183" y="124758"/>
                        <a:pt x="183" y="131844"/>
                      </a:cubicBezTo>
                      <a:cubicBezTo>
                        <a:pt x="183" y="138929"/>
                        <a:pt x="6576" y="138929"/>
                        <a:pt x="12614" y="138929"/>
                      </a:cubicBezTo>
                      <a:lnTo>
                        <a:pt x="222506" y="138929"/>
                      </a:lnTo>
                      <a:cubicBezTo>
                        <a:pt x="205459" y="155226"/>
                        <a:pt x="186992" y="186402"/>
                        <a:pt x="186992" y="191007"/>
                      </a:cubicBezTo>
                      <a:cubicBezTo>
                        <a:pt x="186992" y="194904"/>
                        <a:pt x="191608" y="194904"/>
                        <a:pt x="193739" y="194904"/>
                      </a:cubicBezTo>
                      <a:cubicBezTo>
                        <a:pt x="196581" y="194904"/>
                        <a:pt x="199067" y="194904"/>
                        <a:pt x="200487" y="192070"/>
                      </a:cubicBezTo>
                      <a:cubicBezTo>
                        <a:pt x="207945" y="178608"/>
                        <a:pt x="217889" y="159831"/>
                        <a:pt x="240974" y="139284"/>
                      </a:cubicBezTo>
                      <a:cubicBezTo>
                        <a:pt x="265479" y="117673"/>
                        <a:pt x="289274" y="108108"/>
                        <a:pt x="307742" y="102794"/>
                      </a:cubicBezTo>
                      <a:cubicBezTo>
                        <a:pt x="313780" y="100668"/>
                        <a:pt x="314135" y="100314"/>
                        <a:pt x="314845" y="99605"/>
                      </a:cubicBezTo>
                      <a:cubicBezTo>
                        <a:pt x="315555" y="99251"/>
                        <a:pt x="315555" y="98188"/>
                        <a:pt x="315555" y="97480"/>
                      </a:cubicBezTo>
                      <a:cubicBezTo>
                        <a:pt x="315555" y="96771"/>
                        <a:pt x="315555" y="96062"/>
                        <a:pt x="315200" y="95354"/>
                      </a:cubicBezTo>
                      <a:lnTo>
                        <a:pt x="314135" y="94645"/>
                      </a:lnTo>
                      <a:cubicBezTo>
                        <a:pt x="313424" y="94291"/>
                        <a:pt x="313069" y="93937"/>
                        <a:pt x="306321" y="91811"/>
                      </a:cubicBezTo>
                      <a:cubicBezTo>
                        <a:pt x="258376" y="77640"/>
                        <a:pt x="222862" y="45402"/>
                        <a:pt x="202973" y="7495"/>
                      </a:cubicBezTo>
                      <a:cubicBezTo>
                        <a:pt x="199067" y="409"/>
                        <a:pt x="198711" y="55"/>
                        <a:pt x="193739" y="55"/>
                      </a:cubicBezTo>
                      <a:cubicBezTo>
                        <a:pt x="191608" y="55"/>
                        <a:pt x="186992" y="55"/>
                        <a:pt x="186992" y="3952"/>
                      </a:cubicBezTo>
                      <a:cubicBezTo>
                        <a:pt x="186992" y="8557"/>
                        <a:pt x="205104" y="39379"/>
                        <a:pt x="222506" y="56030"/>
                      </a:cubicBezTo>
                      <a:lnTo>
                        <a:pt x="12614" y="56030"/>
                      </a:lnTo>
                      <a:cubicBezTo>
                        <a:pt x="6576" y="56030"/>
                        <a:pt x="183" y="56030"/>
                        <a:pt x="183" y="63115"/>
                      </a:cubicBezTo>
                      <a:cubicBezTo>
                        <a:pt x="183" y="70201"/>
                        <a:pt x="6931" y="70201"/>
                        <a:pt x="12969" y="70201"/>
                      </a:cubicBezTo>
                      <a:lnTo>
                        <a:pt x="238488" y="70201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14" name="Freeform: Shape 1413">
                  <a:extLst>
                    <a:ext uri="{FF2B5EF4-FFF2-40B4-BE49-F238E27FC236}">
                      <a16:creationId xmlns:a16="http://schemas.microsoft.com/office/drawing/2014/main" id="{5A08A85F-2B1B-00B7-4C07-A57B9AA66702}"/>
                    </a:ext>
                  </a:extLst>
                </p:cNvPr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5667678" y="6865075"/>
                  <a:ext cx="351952" cy="249761"/>
                </a:xfrm>
                <a:custGeom>
                  <a:avLst/>
                  <a:gdLst>
                    <a:gd name="connsiteX0" fmla="*/ 316637 w 351952"/>
                    <a:gd name="connsiteY0" fmla="*/ 34774 h 249761"/>
                    <a:gd name="connsiteX1" fmla="*/ 352152 w 351952"/>
                    <a:gd name="connsiteY1" fmla="*/ 11037 h 249761"/>
                    <a:gd name="connsiteX2" fmla="*/ 352152 w 351952"/>
                    <a:gd name="connsiteY2" fmla="*/ 55 h 249761"/>
                    <a:gd name="connsiteX3" fmla="*/ 319833 w 351952"/>
                    <a:gd name="connsiteY3" fmla="*/ 1118 h 249761"/>
                    <a:gd name="connsiteX4" fmla="*/ 277570 w 351952"/>
                    <a:gd name="connsiteY4" fmla="*/ 55 h 249761"/>
                    <a:gd name="connsiteX5" fmla="*/ 277570 w 351952"/>
                    <a:gd name="connsiteY5" fmla="*/ 11037 h 249761"/>
                    <a:gd name="connsiteX6" fmla="*/ 308468 w 351952"/>
                    <a:gd name="connsiteY6" fmla="*/ 29814 h 249761"/>
                    <a:gd name="connsiteX7" fmla="*/ 306693 w 351952"/>
                    <a:gd name="connsiteY7" fmla="*/ 36899 h 249761"/>
                    <a:gd name="connsiteX8" fmla="*/ 253420 w 351952"/>
                    <a:gd name="connsiteY8" fmla="*/ 200573 h 249761"/>
                    <a:gd name="connsiteX9" fmla="*/ 196597 w 351952"/>
                    <a:gd name="connsiteY9" fmla="*/ 26980 h 249761"/>
                    <a:gd name="connsiteX10" fmla="*/ 195531 w 351952"/>
                    <a:gd name="connsiteY10" fmla="*/ 21665 h 249761"/>
                    <a:gd name="connsiteX11" fmla="*/ 225364 w 351952"/>
                    <a:gd name="connsiteY11" fmla="*/ 11037 h 249761"/>
                    <a:gd name="connsiteX12" fmla="*/ 225364 w 351952"/>
                    <a:gd name="connsiteY12" fmla="*/ 55 h 249761"/>
                    <a:gd name="connsiteX13" fmla="*/ 174933 w 351952"/>
                    <a:gd name="connsiteY13" fmla="*/ 1118 h 249761"/>
                    <a:gd name="connsiteX14" fmla="*/ 131604 w 351952"/>
                    <a:gd name="connsiteY14" fmla="*/ 55 h 249761"/>
                    <a:gd name="connsiteX15" fmla="*/ 131604 w 351952"/>
                    <a:gd name="connsiteY15" fmla="*/ 11037 h 249761"/>
                    <a:gd name="connsiteX16" fmla="*/ 163568 w 351952"/>
                    <a:gd name="connsiteY16" fmla="*/ 23791 h 249761"/>
                    <a:gd name="connsiteX17" fmla="*/ 171381 w 351952"/>
                    <a:gd name="connsiteY17" fmla="*/ 48590 h 249761"/>
                    <a:gd name="connsiteX18" fmla="*/ 122015 w 351952"/>
                    <a:gd name="connsiteY18" fmla="*/ 200573 h 249761"/>
                    <a:gd name="connsiteX19" fmla="*/ 64837 w 351952"/>
                    <a:gd name="connsiteY19" fmla="*/ 26271 h 249761"/>
                    <a:gd name="connsiteX20" fmla="*/ 64126 w 351952"/>
                    <a:gd name="connsiteY20" fmla="*/ 21665 h 249761"/>
                    <a:gd name="connsiteX21" fmla="*/ 93959 w 351952"/>
                    <a:gd name="connsiteY21" fmla="*/ 11037 h 249761"/>
                    <a:gd name="connsiteX22" fmla="*/ 93959 w 351952"/>
                    <a:gd name="connsiteY22" fmla="*/ 55 h 249761"/>
                    <a:gd name="connsiteX23" fmla="*/ 43528 w 351952"/>
                    <a:gd name="connsiteY23" fmla="*/ 1118 h 249761"/>
                    <a:gd name="connsiteX24" fmla="*/ 200 w 351952"/>
                    <a:gd name="connsiteY24" fmla="*/ 55 h 249761"/>
                    <a:gd name="connsiteX25" fmla="*/ 200 w 351952"/>
                    <a:gd name="connsiteY25" fmla="*/ 11037 h 249761"/>
                    <a:gd name="connsiteX26" fmla="*/ 32518 w 351952"/>
                    <a:gd name="connsiteY26" fmla="*/ 25917 h 249761"/>
                    <a:gd name="connsiteX27" fmla="*/ 103548 w 351952"/>
                    <a:gd name="connsiteY27" fmla="*/ 243085 h 249761"/>
                    <a:gd name="connsiteX28" fmla="*/ 110296 w 351952"/>
                    <a:gd name="connsiteY28" fmla="*/ 249816 h 249761"/>
                    <a:gd name="connsiteX29" fmla="*/ 117398 w 351952"/>
                    <a:gd name="connsiteY29" fmla="*/ 242731 h 249761"/>
                    <a:gd name="connsiteX30" fmla="*/ 175998 w 351952"/>
                    <a:gd name="connsiteY30" fmla="*/ 62761 h 249761"/>
                    <a:gd name="connsiteX31" fmla="*/ 234953 w 351952"/>
                    <a:gd name="connsiteY31" fmla="*/ 243085 h 249761"/>
                    <a:gd name="connsiteX32" fmla="*/ 241700 w 351952"/>
                    <a:gd name="connsiteY32" fmla="*/ 249816 h 249761"/>
                    <a:gd name="connsiteX33" fmla="*/ 248803 w 351952"/>
                    <a:gd name="connsiteY33" fmla="*/ 242731 h 249761"/>
                    <a:gd name="connsiteX34" fmla="*/ 316637 w 351952"/>
                    <a:gd name="connsiteY34" fmla="*/ 34774 h 249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351952" h="249761">
                      <a:moveTo>
                        <a:pt x="316637" y="34774"/>
                      </a:moveTo>
                      <a:cubicBezTo>
                        <a:pt x="323029" y="14580"/>
                        <a:pt x="338301" y="11037"/>
                        <a:pt x="352152" y="11037"/>
                      </a:cubicBezTo>
                      <a:lnTo>
                        <a:pt x="352152" y="55"/>
                      </a:lnTo>
                      <a:cubicBezTo>
                        <a:pt x="341497" y="763"/>
                        <a:pt x="330488" y="1118"/>
                        <a:pt x="319833" y="1118"/>
                      </a:cubicBezTo>
                      <a:cubicBezTo>
                        <a:pt x="309534" y="1118"/>
                        <a:pt x="286804" y="409"/>
                        <a:pt x="277570" y="55"/>
                      </a:cubicBezTo>
                      <a:lnTo>
                        <a:pt x="277570" y="11037"/>
                      </a:lnTo>
                      <a:cubicBezTo>
                        <a:pt x="301365" y="11392"/>
                        <a:pt x="308468" y="23083"/>
                        <a:pt x="308468" y="29814"/>
                      </a:cubicBezTo>
                      <a:cubicBezTo>
                        <a:pt x="308468" y="31939"/>
                        <a:pt x="307403" y="34774"/>
                        <a:pt x="306693" y="36899"/>
                      </a:cubicBezTo>
                      <a:lnTo>
                        <a:pt x="253420" y="200573"/>
                      </a:lnTo>
                      <a:lnTo>
                        <a:pt x="196597" y="26980"/>
                      </a:lnTo>
                      <a:cubicBezTo>
                        <a:pt x="196241" y="25562"/>
                        <a:pt x="195531" y="23437"/>
                        <a:pt x="195531" y="21665"/>
                      </a:cubicBezTo>
                      <a:cubicBezTo>
                        <a:pt x="195531" y="11037"/>
                        <a:pt x="216130" y="11037"/>
                        <a:pt x="225364" y="11037"/>
                      </a:cubicBezTo>
                      <a:lnTo>
                        <a:pt x="225364" y="55"/>
                      </a:lnTo>
                      <a:cubicBezTo>
                        <a:pt x="212578" y="1118"/>
                        <a:pt x="188428" y="1118"/>
                        <a:pt x="174933" y="1118"/>
                      </a:cubicBezTo>
                      <a:cubicBezTo>
                        <a:pt x="161437" y="1118"/>
                        <a:pt x="146166" y="409"/>
                        <a:pt x="131604" y="55"/>
                      </a:cubicBezTo>
                      <a:lnTo>
                        <a:pt x="131604" y="11037"/>
                      </a:lnTo>
                      <a:cubicBezTo>
                        <a:pt x="151848" y="11037"/>
                        <a:pt x="159306" y="11037"/>
                        <a:pt x="163568" y="23791"/>
                      </a:cubicBezTo>
                      <a:lnTo>
                        <a:pt x="171381" y="48590"/>
                      </a:lnTo>
                      <a:lnTo>
                        <a:pt x="122015" y="200573"/>
                      </a:lnTo>
                      <a:lnTo>
                        <a:pt x="64837" y="26271"/>
                      </a:lnTo>
                      <a:cubicBezTo>
                        <a:pt x="64481" y="25208"/>
                        <a:pt x="64126" y="22728"/>
                        <a:pt x="64126" y="21665"/>
                      </a:cubicBezTo>
                      <a:cubicBezTo>
                        <a:pt x="64126" y="11037"/>
                        <a:pt x="84725" y="11037"/>
                        <a:pt x="93959" y="11037"/>
                      </a:cubicBezTo>
                      <a:lnTo>
                        <a:pt x="93959" y="55"/>
                      </a:lnTo>
                      <a:cubicBezTo>
                        <a:pt x="81173" y="1118"/>
                        <a:pt x="57023" y="1118"/>
                        <a:pt x="43528" y="1118"/>
                      </a:cubicBezTo>
                      <a:cubicBezTo>
                        <a:pt x="30032" y="1118"/>
                        <a:pt x="14761" y="409"/>
                        <a:pt x="200" y="55"/>
                      </a:cubicBezTo>
                      <a:lnTo>
                        <a:pt x="200" y="11037"/>
                      </a:lnTo>
                      <a:cubicBezTo>
                        <a:pt x="26836" y="11037"/>
                        <a:pt x="28256" y="12809"/>
                        <a:pt x="32518" y="25917"/>
                      </a:cubicBezTo>
                      <a:lnTo>
                        <a:pt x="103548" y="243085"/>
                      </a:lnTo>
                      <a:cubicBezTo>
                        <a:pt x="104613" y="246274"/>
                        <a:pt x="105679" y="249816"/>
                        <a:pt x="110296" y="249816"/>
                      </a:cubicBezTo>
                      <a:cubicBezTo>
                        <a:pt x="115268" y="249816"/>
                        <a:pt x="115978" y="247336"/>
                        <a:pt x="117398" y="242731"/>
                      </a:cubicBezTo>
                      <a:lnTo>
                        <a:pt x="175998" y="62761"/>
                      </a:lnTo>
                      <a:lnTo>
                        <a:pt x="234953" y="243085"/>
                      </a:lnTo>
                      <a:cubicBezTo>
                        <a:pt x="236018" y="246274"/>
                        <a:pt x="237083" y="249816"/>
                        <a:pt x="241700" y="249816"/>
                      </a:cubicBezTo>
                      <a:cubicBezTo>
                        <a:pt x="246673" y="249816"/>
                        <a:pt x="247383" y="247336"/>
                        <a:pt x="248803" y="242731"/>
                      </a:cubicBezTo>
                      <a:lnTo>
                        <a:pt x="316637" y="34774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15" name="Freeform: Shape 1414">
                  <a:extLst>
                    <a:ext uri="{FF2B5EF4-FFF2-40B4-BE49-F238E27FC236}">
                      <a16:creationId xmlns:a16="http://schemas.microsoft.com/office/drawing/2014/main" id="{F3795B9A-3781-1E48-DBB3-3BA79BDFC65B}"/>
                    </a:ext>
                  </a:extLst>
                </p:cNvPr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6038020" y="6870035"/>
                  <a:ext cx="76001" cy="237007"/>
                </a:xfrm>
                <a:custGeom>
                  <a:avLst/>
                  <a:gdLst>
                    <a:gd name="connsiteX0" fmla="*/ 51351 w 76001"/>
                    <a:gd name="connsiteY0" fmla="*/ 80475 h 237007"/>
                    <a:gd name="connsiteX1" fmla="*/ 1630 w 76001"/>
                    <a:gd name="connsiteY1" fmla="*/ 84372 h 237007"/>
                    <a:gd name="connsiteX2" fmla="*/ 1630 w 76001"/>
                    <a:gd name="connsiteY2" fmla="*/ 95354 h 237007"/>
                    <a:gd name="connsiteX3" fmla="*/ 27911 w 76001"/>
                    <a:gd name="connsiteY3" fmla="*/ 114839 h 237007"/>
                    <a:gd name="connsiteX4" fmla="*/ 27911 w 76001"/>
                    <a:gd name="connsiteY4" fmla="*/ 210138 h 237007"/>
                    <a:gd name="connsiteX5" fmla="*/ 210 w 76001"/>
                    <a:gd name="connsiteY5" fmla="*/ 226080 h 237007"/>
                    <a:gd name="connsiteX6" fmla="*/ 210 w 76001"/>
                    <a:gd name="connsiteY6" fmla="*/ 237063 h 237007"/>
                    <a:gd name="connsiteX7" fmla="*/ 39276 w 76001"/>
                    <a:gd name="connsiteY7" fmla="*/ 236000 h 237007"/>
                    <a:gd name="connsiteX8" fmla="*/ 76212 w 76001"/>
                    <a:gd name="connsiteY8" fmla="*/ 237063 h 237007"/>
                    <a:gd name="connsiteX9" fmla="*/ 76212 w 76001"/>
                    <a:gd name="connsiteY9" fmla="*/ 226080 h 237007"/>
                    <a:gd name="connsiteX10" fmla="*/ 51351 w 76001"/>
                    <a:gd name="connsiteY10" fmla="*/ 210492 h 237007"/>
                    <a:gd name="connsiteX11" fmla="*/ 51351 w 76001"/>
                    <a:gd name="connsiteY11" fmla="*/ 80475 h 237007"/>
                    <a:gd name="connsiteX12" fmla="*/ 52772 w 76001"/>
                    <a:gd name="connsiteY12" fmla="*/ 18831 h 237007"/>
                    <a:gd name="connsiteX13" fmla="*/ 33949 w 76001"/>
                    <a:gd name="connsiteY13" fmla="*/ 55 h 237007"/>
                    <a:gd name="connsiteX14" fmla="*/ 15126 w 76001"/>
                    <a:gd name="connsiteY14" fmla="*/ 18831 h 237007"/>
                    <a:gd name="connsiteX15" fmla="*/ 33949 w 76001"/>
                    <a:gd name="connsiteY15" fmla="*/ 37608 h 237007"/>
                    <a:gd name="connsiteX16" fmla="*/ 52772 w 76001"/>
                    <a:gd name="connsiteY16" fmla="*/ 18831 h 237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6001" h="237007">
                      <a:moveTo>
                        <a:pt x="51351" y="80475"/>
                      </a:moveTo>
                      <a:lnTo>
                        <a:pt x="1630" y="84372"/>
                      </a:lnTo>
                      <a:lnTo>
                        <a:pt x="1630" y="95354"/>
                      </a:lnTo>
                      <a:cubicBezTo>
                        <a:pt x="24715" y="95354"/>
                        <a:pt x="27911" y="97480"/>
                        <a:pt x="27911" y="114839"/>
                      </a:cubicBezTo>
                      <a:lnTo>
                        <a:pt x="27911" y="210138"/>
                      </a:lnTo>
                      <a:cubicBezTo>
                        <a:pt x="27911" y="226080"/>
                        <a:pt x="24005" y="226080"/>
                        <a:pt x="210" y="226080"/>
                      </a:cubicBezTo>
                      <a:lnTo>
                        <a:pt x="210" y="237063"/>
                      </a:lnTo>
                      <a:cubicBezTo>
                        <a:pt x="11575" y="236708"/>
                        <a:pt x="30753" y="236000"/>
                        <a:pt x="39276" y="236000"/>
                      </a:cubicBezTo>
                      <a:cubicBezTo>
                        <a:pt x="51706" y="236000"/>
                        <a:pt x="64136" y="236708"/>
                        <a:pt x="76212" y="237063"/>
                      </a:cubicBezTo>
                      <a:lnTo>
                        <a:pt x="76212" y="226080"/>
                      </a:lnTo>
                      <a:cubicBezTo>
                        <a:pt x="52772" y="226080"/>
                        <a:pt x="51351" y="224309"/>
                        <a:pt x="51351" y="210492"/>
                      </a:cubicBezTo>
                      <a:lnTo>
                        <a:pt x="51351" y="80475"/>
                      </a:lnTo>
                      <a:close/>
                      <a:moveTo>
                        <a:pt x="52772" y="18831"/>
                      </a:moveTo>
                      <a:cubicBezTo>
                        <a:pt x="52772" y="7495"/>
                        <a:pt x="43893" y="55"/>
                        <a:pt x="33949" y="55"/>
                      </a:cubicBezTo>
                      <a:cubicBezTo>
                        <a:pt x="22939" y="55"/>
                        <a:pt x="15126" y="9620"/>
                        <a:pt x="15126" y="18831"/>
                      </a:cubicBezTo>
                      <a:cubicBezTo>
                        <a:pt x="15126" y="28397"/>
                        <a:pt x="22939" y="37608"/>
                        <a:pt x="33949" y="37608"/>
                      </a:cubicBezTo>
                      <a:cubicBezTo>
                        <a:pt x="43893" y="37608"/>
                        <a:pt x="52772" y="30168"/>
                        <a:pt x="52772" y="18831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16" name="Freeform: Shape 1415">
                  <a:extLst>
                    <a:ext uri="{FF2B5EF4-FFF2-40B4-BE49-F238E27FC236}">
                      <a16:creationId xmlns:a16="http://schemas.microsoft.com/office/drawing/2014/main" id="{1FD87448-8CAB-EF66-BF1C-B2638FE53D78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6136673" y="6861178"/>
                  <a:ext cx="78842" cy="245864"/>
                </a:xfrm>
                <a:custGeom>
                  <a:avLst/>
                  <a:gdLst>
                    <a:gd name="connsiteX0" fmla="*/ 51354 w 78842"/>
                    <a:gd name="connsiteY0" fmla="*/ 55 h 245864"/>
                    <a:gd name="connsiteX1" fmla="*/ 213 w 78842"/>
                    <a:gd name="connsiteY1" fmla="*/ 3952 h 245864"/>
                    <a:gd name="connsiteX2" fmla="*/ 213 w 78842"/>
                    <a:gd name="connsiteY2" fmla="*/ 14934 h 245864"/>
                    <a:gd name="connsiteX3" fmla="*/ 27914 w 78842"/>
                    <a:gd name="connsiteY3" fmla="*/ 34774 h 245864"/>
                    <a:gd name="connsiteX4" fmla="*/ 27914 w 78842"/>
                    <a:gd name="connsiteY4" fmla="*/ 218995 h 245864"/>
                    <a:gd name="connsiteX5" fmla="*/ 213 w 78842"/>
                    <a:gd name="connsiteY5" fmla="*/ 234937 h 245864"/>
                    <a:gd name="connsiteX6" fmla="*/ 213 w 78842"/>
                    <a:gd name="connsiteY6" fmla="*/ 245919 h 245864"/>
                    <a:gd name="connsiteX7" fmla="*/ 39634 w 78842"/>
                    <a:gd name="connsiteY7" fmla="*/ 244857 h 245864"/>
                    <a:gd name="connsiteX8" fmla="*/ 79055 w 78842"/>
                    <a:gd name="connsiteY8" fmla="*/ 245919 h 245864"/>
                    <a:gd name="connsiteX9" fmla="*/ 79055 w 78842"/>
                    <a:gd name="connsiteY9" fmla="*/ 234937 h 245864"/>
                    <a:gd name="connsiteX10" fmla="*/ 51354 w 78842"/>
                    <a:gd name="connsiteY10" fmla="*/ 218995 h 245864"/>
                    <a:gd name="connsiteX11" fmla="*/ 51354 w 78842"/>
                    <a:gd name="connsiteY11" fmla="*/ 55 h 245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8842" h="245864">
                      <a:moveTo>
                        <a:pt x="51354" y="55"/>
                      </a:moveTo>
                      <a:lnTo>
                        <a:pt x="213" y="3952"/>
                      </a:lnTo>
                      <a:lnTo>
                        <a:pt x="213" y="14934"/>
                      </a:lnTo>
                      <a:cubicBezTo>
                        <a:pt x="25073" y="14934"/>
                        <a:pt x="27914" y="17414"/>
                        <a:pt x="27914" y="34774"/>
                      </a:cubicBezTo>
                      <a:lnTo>
                        <a:pt x="27914" y="218995"/>
                      </a:lnTo>
                      <a:cubicBezTo>
                        <a:pt x="27914" y="234937"/>
                        <a:pt x="24007" y="234937"/>
                        <a:pt x="213" y="234937"/>
                      </a:cubicBezTo>
                      <a:lnTo>
                        <a:pt x="213" y="245919"/>
                      </a:lnTo>
                      <a:cubicBezTo>
                        <a:pt x="11932" y="245565"/>
                        <a:pt x="30755" y="244857"/>
                        <a:pt x="39634" y="244857"/>
                      </a:cubicBezTo>
                      <a:cubicBezTo>
                        <a:pt x="48513" y="244857"/>
                        <a:pt x="65915" y="245565"/>
                        <a:pt x="79055" y="245919"/>
                      </a:cubicBezTo>
                      <a:lnTo>
                        <a:pt x="79055" y="234937"/>
                      </a:lnTo>
                      <a:cubicBezTo>
                        <a:pt x="55261" y="234937"/>
                        <a:pt x="51354" y="234937"/>
                        <a:pt x="51354" y="218995"/>
                      </a:cubicBezTo>
                      <a:lnTo>
                        <a:pt x="51354" y="55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17" name="Freeform: Shape 1416">
                  <a:extLst>
                    <a:ext uri="{FF2B5EF4-FFF2-40B4-BE49-F238E27FC236}">
                      <a16:creationId xmlns:a16="http://schemas.microsoft.com/office/drawing/2014/main" id="{B2DCFC5D-285E-F634-9C03-9FE734D2DB67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6235326" y="6861178"/>
                  <a:ext cx="78842" cy="245864"/>
                </a:xfrm>
                <a:custGeom>
                  <a:avLst/>
                  <a:gdLst>
                    <a:gd name="connsiteX0" fmla="*/ 51357 w 78842"/>
                    <a:gd name="connsiteY0" fmla="*/ 55 h 245864"/>
                    <a:gd name="connsiteX1" fmla="*/ 215 w 78842"/>
                    <a:gd name="connsiteY1" fmla="*/ 3952 h 245864"/>
                    <a:gd name="connsiteX2" fmla="*/ 215 w 78842"/>
                    <a:gd name="connsiteY2" fmla="*/ 14934 h 245864"/>
                    <a:gd name="connsiteX3" fmla="*/ 27917 w 78842"/>
                    <a:gd name="connsiteY3" fmla="*/ 34774 h 245864"/>
                    <a:gd name="connsiteX4" fmla="*/ 27917 w 78842"/>
                    <a:gd name="connsiteY4" fmla="*/ 218995 h 245864"/>
                    <a:gd name="connsiteX5" fmla="*/ 215 w 78842"/>
                    <a:gd name="connsiteY5" fmla="*/ 234937 h 245864"/>
                    <a:gd name="connsiteX6" fmla="*/ 215 w 78842"/>
                    <a:gd name="connsiteY6" fmla="*/ 245919 h 245864"/>
                    <a:gd name="connsiteX7" fmla="*/ 39637 w 78842"/>
                    <a:gd name="connsiteY7" fmla="*/ 244857 h 245864"/>
                    <a:gd name="connsiteX8" fmla="*/ 79058 w 78842"/>
                    <a:gd name="connsiteY8" fmla="*/ 245919 h 245864"/>
                    <a:gd name="connsiteX9" fmla="*/ 79058 w 78842"/>
                    <a:gd name="connsiteY9" fmla="*/ 234937 h 245864"/>
                    <a:gd name="connsiteX10" fmla="*/ 51357 w 78842"/>
                    <a:gd name="connsiteY10" fmla="*/ 218995 h 245864"/>
                    <a:gd name="connsiteX11" fmla="*/ 51357 w 78842"/>
                    <a:gd name="connsiteY11" fmla="*/ 55 h 245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8842" h="245864">
                      <a:moveTo>
                        <a:pt x="51357" y="55"/>
                      </a:moveTo>
                      <a:lnTo>
                        <a:pt x="215" y="3952"/>
                      </a:lnTo>
                      <a:lnTo>
                        <a:pt x="215" y="14934"/>
                      </a:lnTo>
                      <a:cubicBezTo>
                        <a:pt x="25076" y="14934"/>
                        <a:pt x="27917" y="17414"/>
                        <a:pt x="27917" y="34774"/>
                      </a:cubicBezTo>
                      <a:lnTo>
                        <a:pt x="27917" y="218995"/>
                      </a:lnTo>
                      <a:cubicBezTo>
                        <a:pt x="27917" y="234937"/>
                        <a:pt x="24010" y="234937"/>
                        <a:pt x="215" y="234937"/>
                      </a:cubicBezTo>
                      <a:lnTo>
                        <a:pt x="215" y="245919"/>
                      </a:lnTo>
                      <a:cubicBezTo>
                        <a:pt x="11935" y="245565"/>
                        <a:pt x="30758" y="244857"/>
                        <a:pt x="39637" y="244857"/>
                      </a:cubicBezTo>
                      <a:cubicBezTo>
                        <a:pt x="48515" y="244857"/>
                        <a:pt x="65918" y="245565"/>
                        <a:pt x="79058" y="245919"/>
                      </a:cubicBezTo>
                      <a:lnTo>
                        <a:pt x="79058" y="234937"/>
                      </a:lnTo>
                      <a:cubicBezTo>
                        <a:pt x="55263" y="234937"/>
                        <a:pt x="51357" y="234937"/>
                        <a:pt x="51357" y="218995"/>
                      </a:cubicBezTo>
                      <a:lnTo>
                        <a:pt x="51357" y="55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18" name="Freeform: Shape 1417">
                  <a:extLst>
                    <a:ext uri="{FF2B5EF4-FFF2-40B4-BE49-F238E27FC236}">
                      <a16:creationId xmlns:a16="http://schemas.microsoft.com/office/drawing/2014/main" id="{B0FA06EF-6DC1-BCA9-9CA2-7A17C288805C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6452361" y="6865075"/>
                  <a:ext cx="242566" cy="241967"/>
                </a:xfrm>
                <a:custGeom>
                  <a:avLst/>
                  <a:gdLst>
                    <a:gd name="connsiteX0" fmla="*/ 70896 w 242566"/>
                    <a:gd name="connsiteY0" fmla="*/ 4660 h 241967"/>
                    <a:gd name="connsiteX1" fmla="*/ 60597 w 242566"/>
                    <a:gd name="connsiteY1" fmla="*/ 55 h 241967"/>
                    <a:gd name="connsiteX2" fmla="*/ 221 w 242566"/>
                    <a:gd name="connsiteY2" fmla="*/ 55 h 241967"/>
                    <a:gd name="connsiteX3" fmla="*/ 221 w 242566"/>
                    <a:gd name="connsiteY3" fmla="*/ 11037 h 241967"/>
                    <a:gd name="connsiteX4" fmla="*/ 10521 w 242566"/>
                    <a:gd name="connsiteY4" fmla="*/ 11037 h 241967"/>
                    <a:gd name="connsiteX5" fmla="*/ 28278 w 242566"/>
                    <a:gd name="connsiteY5" fmla="*/ 11746 h 241967"/>
                    <a:gd name="connsiteX6" fmla="*/ 36802 w 242566"/>
                    <a:gd name="connsiteY6" fmla="*/ 19894 h 241967"/>
                    <a:gd name="connsiteX7" fmla="*/ 36802 w 242566"/>
                    <a:gd name="connsiteY7" fmla="*/ 204824 h 241967"/>
                    <a:gd name="connsiteX8" fmla="*/ 221 w 242566"/>
                    <a:gd name="connsiteY8" fmla="*/ 231040 h 241967"/>
                    <a:gd name="connsiteX9" fmla="*/ 221 w 242566"/>
                    <a:gd name="connsiteY9" fmla="*/ 242022 h 241967"/>
                    <a:gd name="connsiteX10" fmla="*/ 41774 w 242566"/>
                    <a:gd name="connsiteY10" fmla="*/ 240960 h 241967"/>
                    <a:gd name="connsiteX11" fmla="*/ 83326 w 242566"/>
                    <a:gd name="connsiteY11" fmla="*/ 242022 h 241967"/>
                    <a:gd name="connsiteX12" fmla="*/ 83326 w 242566"/>
                    <a:gd name="connsiteY12" fmla="*/ 231040 h 241967"/>
                    <a:gd name="connsiteX13" fmla="*/ 46746 w 242566"/>
                    <a:gd name="connsiteY13" fmla="*/ 204824 h 241967"/>
                    <a:gd name="connsiteX14" fmla="*/ 46746 w 242566"/>
                    <a:gd name="connsiteY14" fmla="*/ 20603 h 241967"/>
                    <a:gd name="connsiteX15" fmla="*/ 50297 w 242566"/>
                    <a:gd name="connsiteY15" fmla="*/ 24854 h 241967"/>
                    <a:gd name="connsiteX16" fmla="*/ 195198 w 242566"/>
                    <a:gd name="connsiteY16" fmla="*/ 237417 h 241967"/>
                    <a:gd name="connsiteX17" fmla="*/ 201235 w 242566"/>
                    <a:gd name="connsiteY17" fmla="*/ 242022 h 241967"/>
                    <a:gd name="connsiteX18" fmla="*/ 206207 w 242566"/>
                    <a:gd name="connsiteY18" fmla="*/ 232811 h 241967"/>
                    <a:gd name="connsiteX19" fmla="*/ 206207 w 242566"/>
                    <a:gd name="connsiteY19" fmla="*/ 37253 h 241967"/>
                    <a:gd name="connsiteX20" fmla="*/ 242788 w 242566"/>
                    <a:gd name="connsiteY20" fmla="*/ 11037 h 241967"/>
                    <a:gd name="connsiteX21" fmla="*/ 242788 w 242566"/>
                    <a:gd name="connsiteY21" fmla="*/ 55 h 241967"/>
                    <a:gd name="connsiteX22" fmla="*/ 201235 w 242566"/>
                    <a:gd name="connsiteY22" fmla="*/ 1118 h 241967"/>
                    <a:gd name="connsiteX23" fmla="*/ 159683 w 242566"/>
                    <a:gd name="connsiteY23" fmla="*/ 55 h 241967"/>
                    <a:gd name="connsiteX24" fmla="*/ 159683 w 242566"/>
                    <a:gd name="connsiteY24" fmla="*/ 11037 h 241967"/>
                    <a:gd name="connsiteX25" fmla="*/ 196263 w 242566"/>
                    <a:gd name="connsiteY25" fmla="*/ 37253 h 241967"/>
                    <a:gd name="connsiteX26" fmla="*/ 196263 w 242566"/>
                    <a:gd name="connsiteY26" fmla="*/ 188527 h 241967"/>
                    <a:gd name="connsiteX27" fmla="*/ 70896 w 242566"/>
                    <a:gd name="connsiteY27" fmla="*/ 4660 h 2419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242566" h="241967">
                      <a:moveTo>
                        <a:pt x="70896" y="4660"/>
                      </a:moveTo>
                      <a:cubicBezTo>
                        <a:pt x="67700" y="409"/>
                        <a:pt x="67344" y="55"/>
                        <a:pt x="60597" y="55"/>
                      </a:cubicBezTo>
                      <a:lnTo>
                        <a:pt x="221" y="55"/>
                      </a:lnTo>
                      <a:lnTo>
                        <a:pt x="221" y="11037"/>
                      </a:lnTo>
                      <a:lnTo>
                        <a:pt x="10521" y="11037"/>
                      </a:lnTo>
                      <a:cubicBezTo>
                        <a:pt x="15848" y="11037"/>
                        <a:pt x="22951" y="11392"/>
                        <a:pt x="28278" y="11746"/>
                      </a:cubicBezTo>
                      <a:cubicBezTo>
                        <a:pt x="36447" y="12809"/>
                        <a:pt x="36802" y="13163"/>
                        <a:pt x="36802" y="19894"/>
                      </a:cubicBezTo>
                      <a:lnTo>
                        <a:pt x="36802" y="204824"/>
                      </a:lnTo>
                      <a:cubicBezTo>
                        <a:pt x="36802" y="214389"/>
                        <a:pt x="36802" y="231040"/>
                        <a:pt x="221" y="231040"/>
                      </a:cubicBezTo>
                      <a:lnTo>
                        <a:pt x="221" y="242022"/>
                      </a:lnTo>
                      <a:cubicBezTo>
                        <a:pt x="12652" y="241668"/>
                        <a:pt x="30054" y="240960"/>
                        <a:pt x="41774" y="240960"/>
                      </a:cubicBezTo>
                      <a:cubicBezTo>
                        <a:pt x="53494" y="240960"/>
                        <a:pt x="70896" y="241668"/>
                        <a:pt x="83326" y="242022"/>
                      </a:cubicBezTo>
                      <a:lnTo>
                        <a:pt x="83326" y="231040"/>
                      </a:lnTo>
                      <a:cubicBezTo>
                        <a:pt x="46746" y="231040"/>
                        <a:pt x="46746" y="214389"/>
                        <a:pt x="46746" y="204824"/>
                      </a:cubicBezTo>
                      <a:lnTo>
                        <a:pt x="46746" y="20603"/>
                      </a:lnTo>
                      <a:cubicBezTo>
                        <a:pt x="48522" y="22374"/>
                        <a:pt x="48877" y="22728"/>
                        <a:pt x="50297" y="24854"/>
                      </a:cubicBezTo>
                      <a:lnTo>
                        <a:pt x="195198" y="237417"/>
                      </a:lnTo>
                      <a:cubicBezTo>
                        <a:pt x="198394" y="241668"/>
                        <a:pt x="198749" y="242022"/>
                        <a:pt x="201235" y="242022"/>
                      </a:cubicBezTo>
                      <a:cubicBezTo>
                        <a:pt x="206207" y="242022"/>
                        <a:pt x="206207" y="239542"/>
                        <a:pt x="206207" y="232811"/>
                      </a:cubicBezTo>
                      <a:lnTo>
                        <a:pt x="206207" y="37253"/>
                      </a:lnTo>
                      <a:cubicBezTo>
                        <a:pt x="206207" y="27688"/>
                        <a:pt x="206207" y="11037"/>
                        <a:pt x="242788" y="11037"/>
                      </a:cubicBezTo>
                      <a:lnTo>
                        <a:pt x="242788" y="55"/>
                      </a:lnTo>
                      <a:cubicBezTo>
                        <a:pt x="230358" y="409"/>
                        <a:pt x="212955" y="1118"/>
                        <a:pt x="201235" y="1118"/>
                      </a:cubicBezTo>
                      <a:cubicBezTo>
                        <a:pt x="189515" y="1118"/>
                        <a:pt x="172113" y="409"/>
                        <a:pt x="159683" y="55"/>
                      </a:cubicBezTo>
                      <a:lnTo>
                        <a:pt x="159683" y="11037"/>
                      </a:lnTo>
                      <a:cubicBezTo>
                        <a:pt x="196263" y="11037"/>
                        <a:pt x="196263" y="27688"/>
                        <a:pt x="196263" y="37253"/>
                      </a:cubicBezTo>
                      <a:lnTo>
                        <a:pt x="196263" y="188527"/>
                      </a:lnTo>
                      <a:lnTo>
                        <a:pt x="70896" y="4660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19" name="Freeform: Shape 1418">
                  <a:extLst>
                    <a:ext uri="{FF2B5EF4-FFF2-40B4-BE49-F238E27FC236}">
                      <a16:creationId xmlns:a16="http://schemas.microsoft.com/office/drawing/2014/main" id="{5631FAAA-38E3-07CE-CE23-7883AF27EB17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6726891" y="6857281"/>
                  <a:ext cx="236173" cy="257555"/>
                </a:xfrm>
                <a:custGeom>
                  <a:avLst/>
                  <a:gdLst>
                    <a:gd name="connsiteX0" fmla="*/ 236403 w 236173"/>
                    <a:gd name="connsiteY0" fmla="*/ 129718 h 257555"/>
                    <a:gd name="connsiteX1" fmla="*/ 118138 w 236173"/>
                    <a:gd name="connsiteY1" fmla="*/ 55 h 257555"/>
                    <a:gd name="connsiteX2" fmla="*/ 229 w 236173"/>
                    <a:gd name="connsiteY2" fmla="*/ 129718 h 257555"/>
                    <a:gd name="connsiteX3" fmla="*/ 118138 w 236173"/>
                    <a:gd name="connsiteY3" fmla="*/ 257610 h 257555"/>
                    <a:gd name="connsiteX4" fmla="*/ 236403 w 236173"/>
                    <a:gd name="connsiteY4" fmla="*/ 129718 h 257555"/>
                    <a:gd name="connsiteX5" fmla="*/ 118493 w 236173"/>
                    <a:gd name="connsiteY5" fmla="*/ 248399 h 257555"/>
                    <a:gd name="connsiteX6" fmla="*/ 36809 w 236173"/>
                    <a:gd name="connsiteY6" fmla="*/ 124758 h 257555"/>
                    <a:gd name="connsiteX7" fmla="*/ 118138 w 236173"/>
                    <a:gd name="connsiteY7" fmla="*/ 8912 h 257555"/>
                    <a:gd name="connsiteX8" fmla="*/ 199822 w 236173"/>
                    <a:gd name="connsiteY8" fmla="*/ 124758 h 257555"/>
                    <a:gd name="connsiteX9" fmla="*/ 118493 w 236173"/>
                    <a:gd name="connsiteY9" fmla="*/ 248399 h 257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6173" h="257555">
                      <a:moveTo>
                        <a:pt x="236403" y="129718"/>
                      </a:moveTo>
                      <a:cubicBezTo>
                        <a:pt x="236403" y="57447"/>
                        <a:pt x="182775" y="55"/>
                        <a:pt x="118138" y="55"/>
                      </a:cubicBezTo>
                      <a:cubicBezTo>
                        <a:pt x="54567" y="55"/>
                        <a:pt x="229" y="56738"/>
                        <a:pt x="229" y="129718"/>
                      </a:cubicBezTo>
                      <a:cubicBezTo>
                        <a:pt x="229" y="202344"/>
                        <a:pt x="54922" y="257610"/>
                        <a:pt x="118138" y="257610"/>
                      </a:cubicBezTo>
                      <a:cubicBezTo>
                        <a:pt x="182775" y="257610"/>
                        <a:pt x="236403" y="201281"/>
                        <a:pt x="236403" y="129718"/>
                      </a:cubicBezTo>
                      <a:close/>
                      <a:moveTo>
                        <a:pt x="118493" y="248399"/>
                      </a:moveTo>
                      <a:cubicBezTo>
                        <a:pt x="84399" y="248399"/>
                        <a:pt x="36809" y="217223"/>
                        <a:pt x="36809" y="124758"/>
                      </a:cubicBezTo>
                      <a:cubicBezTo>
                        <a:pt x="36809" y="33002"/>
                        <a:pt x="88661" y="8912"/>
                        <a:pt x="118138" y="8912"/>
                      </a:cubicBezTo>
                      <a:cubicBezTo>
                        <a:pt x="149036" y="8912"/>
                        <a:pt x="199822" y="34065"/>
                        <a:pt x="199822" y="124758"/>
                      </a:cubicBezTo>
                      <a:cubicBezTo>
                        <a:pt x="199822" y="218640"/>
                        <a:pt x="151167" y="248399"/>
                        <a:pt x="118493" y="248399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0" name="Freeform: Shape 1419">
                  <a:extLst>
                    <a:ext uri="{FF2B5EF4-FFF2-40B4-BE49-F238E27FC236}">
                      <a16:creationId xmlns:a16="http://schemas.microsoft.com/office/drawing/2014/main" id="{8958A8DC-DDAB-9F80-4D38-F1FED825399E}"/>
                    </a:ext>
                  </a:extLst>
                </p:cNvPr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6996016" y="6867201"/>
                  <a:ext cx="230491" cy="239841"/>
                </a:xfrm>
                <a:custGeom>
                  <a:avLst/>
                  <a:gdLst>
                    <a:gd name="connsiteX0" fmla="*/ 223980 w 230491"/>
                    <a:gd name="connsiteY0" fmla="*/ 55 h 239841"/>
                    <a:gd name="connsiteX1" fmla="*/ 6984 w 230491"/>
                    <a:gd name="connsiteY1" fmla="*/ 55 h 239841"/>
                    <a:gd name="connsiteX2" fmla="*/ 237 w 230491"/>
                    <a:gd name="connsiteY2" fmla="*/ 79766 h 239841"/>
                    <a:gd name="connsiteX3" fmla="*/ 9115 w 230491"/>
                    <a:gd name="connsiteY3" fmla="*/ 79766 h 239841"/>
                    <a:gd name="connsiteX4" fmla="*/ 73042 w 230491"/>
                    <a:gd name="connsiteY4" fmla="*/ 11037 h 239841"/>
                    <a:gd name="connsiteX5" fmla="*/ 92220 w 230491"/>
                    <a:gd name="connsiteY5" fmla="*/ 11746 h 239841"/>
                    <a:gd name="connsiteX6" fmla="*/ 99678 w 230491"/>
                    <a:gd name="connsiteY6" fmla="*/ 25208 h 239841"/>
                    <a:gd name="connsiteX7" fmla="*/ 99678 w 230491"/>
                    <a:gd name="connsiteY7" fmla="*/ 211909 h 239841"/>
                    <a:gd name="connsiteX8" fmla="*/ 62388 w 230491"/>
                    <a:gd name="connsiteY8" fmla="*/ 228914 h 239841"/>
                    <a:gd name="connsiteX9" fmla="*/ 48182 w 230491"/>
                    <a:gd name="connsiteY9" fmla="*/ 228914 h 239841"/>
                    <a:gd name="connsiteX10" fmla="*/ 48182 w 230491"/>
                    <a:gd name="connsiteY10" fmla="*/ 239897 h 239841"/>
                    <a:gd name="connsiteX11" fmla="*/ 115305 w 230491"/>
                    <a:gd name="connsiteY11" fmla="*/ 238834 h 239841"/>
                    <a:gd name="connsiteX12" fmla="*/ 182783 w 230491"/>
                    <a:gd name="connsiteY12" fmla="*/ 239897 h 239841"/>
                    <a:gd name="connsiteX13" fmla="*/ 182783 w 230491"/>
                    <a:gd name="connsiteY13" fmla="*/ 228914 h 239841"/>
                    <a:gd name="connsiteX14" fmla="*/ 168577 w 230491"/>
                    <a:gd name="connsiteY14" fmla="*/ 228914 h 239841"/>
                    <a:gd name="connsiteX15" fmla="*/ 131286 w 230491"/>
                    <a:gd name="connsiteY15" fmla="*/ 211909 h 239841"/>
                    <a:gd name="connsiteX16" fmla="*/ 131286 w 230491"/>
                    <a:gd name="connsiteY16" fmla="*/ 25208 h 239841"/>
                    <a:gd name="connsiteX17" fmla="*/ 137679 w 230491"/>
                    <a:gd name="connsiteY17" fmla="*/ 11746 h 239841"/>
                    <a:gd name="connsiteX18" fmla="*/ 157922 w 230491"/>
                    <a:gd name="connsiteY18" fmla="*/ 11037 h 239841"/>
                    <a:gd name="connsiteX19" fmla="*/ 221849 w 230491"/>
                    <a:gd name="connsiteY19" fmla="*/ 79766 h 239841"/>
                    <a:gd name="connsiteX20" fmla="*/ 230728 w 230491"/>
                    <a:gd name="connsiteY20" fmla="*/ 79766 h 239841"/>
                    <a:gd name="connsiteX21" fmla="*/ 223980 w 230491"/>
                    <a:gd name="connsiteY21" fmla="*/ 55 h 2398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0491" h="239841">
                      <a:moveTo>
                        <a:pt x="223980" y="55"/>
                      </a:moveTo>
                      <a:lnTo>
                        <a:pt x="6984" y="55"/>
                      </a:lnTo>
                      <a:lnTo>
                        <a:pt x="237" y="79766"/>
                      </a:lnTo>
                      <a:lnTo>
                        <a:pt x="9115" y="79766"/>
                      </a:lnTo>
                      <a:cubicBezTo>
                        <a:pt x="14087" y="22728"/>
                        <a:pt x="19415" y="11037"/>
                        <a:pt x="73042" y="11037"/>
                      </a:cubicBezTo>
                      <a:cubicBezTo>
                        <a:pt x="79435" y="11037"/>
                        <a:pt x="88669" y="11037"/>
                        <a:pt x="92220" y="11746"/>
                      </a:cubicBezTo>
                      <a:cubicBezTo>
                        <a:pt x="99678" y="13163"/>
                        <a:pt x="99678" y="17060"/>
                        <a:pt x="99678" y="25208"/>
                      </a:cubicBezTo>
                      <a:lnTo>
                        <a:pt x="99678" y="211909"/>
                      </a:lnTo>
                      <a:cubicBezTo>
                        <a:pt x="99678" y="223954"/>
                        <a:pt x="99678" y="228914"/>
                        <a:pt x="62388" y="228914"/>
                      </a:cubicBezTo>
                      <a:lnTo>
                        <a:pt x="48182" y="228914"/>
                      </a:lnTo>
                      <a:lnTo>
                        <a:pt x="48182" y="239897"/>
                      </a:lnTo>
                      <a:cubicBezTo>
                        <a:pt x="62743" y="238834"/>
                        <a:pt x="98968" y="238834"/>
                        <a:pt x="115305" y="238834"/>
                      </a:cubicBezTo>
                      <a:cubicBezTo>
                        <a:pt x="131641" y="238834"/>
                        <a:pt x="168222" y="238834"/>
                        <a:pt x="182783" y="239897"/>
                      </a:cubicBezTo>
                      <a:lnTo>
                        <a:pt x="182783" y="228914"/>
                      </a:lnTo>
                      <a:lnTo>
                        <a:pt x="168577" y="228914"/>
                      </a:lnTo>
                      <a:cubicBezTo>
                        <a:pt x="131286" y="228914"/>
                        <a:pt x="131286" y="223954"/>
                        <a:pt x="131286" y="211909"/>
                      </a:cubicBezTo>
                      <a:lnTo>
                        <a:pt x="131286" y="25208"/>
                      </a:lnTo>
                      <a:cubicBezTo>
                        <a:pt x="131286" y="18123"/>
                        <a:pt x="131286" y="13163"/>
                        <a:pt x="137679" y="11746"/>
                      </a:cubicBezTo>
                      <a:cubicBezTo>
                        <a:pt x="141586" y="11037"/>
                        <a:pt x="151175" y="11037"/>
                        <a:pt x="157922" y="11037"/>
                      </a:cubicBezTo>
                      <a:cubicBezTo>
                        <a:pt x="211550" y="11037"/>
                        <a:pt x="216877" y="22728"/>
                        <a:pt x="221849" y="79766"/>
                      </a:cubicBezTo>
                      <a:lnTo>
                        <a:pt x="230728" y="79766"/>
                      </a:lnTo>
                      <a:lnTo>
                        <a:pt x="223980" y="55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1" name="Freeform: Shape 1420">
                  <a:extLst>
                    <a:ext uri="{FF2B5EF4-FFF2-40B4-BE49-F238E27FC236}">
                      <a16:creationId xmlns:a16="http://schemas.microsoft.com/office/drawing/2014/main" id="{3BC16771-BCAF-27FC-2089-5675380B50BA}"/>
                    </a:ext>
                  </a:extLst>
                </p:cNvPr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7370185" y="6948329"/>
                  <a:ext cx="135311" cy="162610"/>
                </a:xfrm>
                <a:custGeom>
                  <a:avLst/>
                  <a:gdLst>
                    <a:gd name="connsiteX0" fmla="*/ 29724 w 135311"/>
                    <a:gd name="connsiteY0" fmla="*/ 81537 h 162610"/>
                    <a:gd name="connsiteX1" fmla="*/ 77669 w 135311"/>
                    <a:gd name="connsiteY1" fmla="*/ 8912 h 162610"/>
                    <a:gd name="connsiteX2" fmla="*/ 115670 w 135311"/>
                    <a:gd name="connsiteY2" fmla="*/ 22020 h 162610"/>
                    <a:gd name="connsiteX3" fmla="*/ 98978 w 135311"/>
                    <a:gd name="connsiteY3" fmla="*/ 38316 h 162610"/>
                    <a:gd name="connsiteX4" fmla="*/ 115315 w 135311"/>
                    <a:gd name="connsiteY4" fmla="*/ 54613 h 162610"/>
                    <a:gd name="connsiteX5" fmla="*/ 131652 w 135311"/>
                    <a:gd name="connsiteY5" fmla="*/ 37962 h 162610"/>
                    <a:gd name="connsiteX6" fmla="*/ 77314 w 135311"/>
                    <a:gd name="connsiteY6" fmla="*/ 55 h 162610"/>
                    <a:gd name="connsiteX7" fmla="*/ 247 w 135311"/>
                    <a:gd name="connsiteY7" fmla="*/ 82246 h 162610"/>
                    <a:gd name="connsiteX8" fmla="*/ 76604 w 135311"/>
                    <a:gd name="connsiteY8" fmla="*/ 162666 h 162610"/>
                    <a:gd name="connsiteX9" fmla="*/ 135559 w 135311"/>
                    <a:gd name="connsiteY9" fmla="*/ 116610 h 162610"/>
                    <a:gd name="connsiteX10" fmla="*/ 130942 w 135311"/>
                    <a:gd name="connsiteY10" fmla="*/ 113068 h 162610"/>
                    <a:gd name="connsiteX11" fmla="*/ 126325 w 135311"/>
                    <a:gd name="connsiteY11" fmla="*/ 116610 h 162610"/>
                    <a:gd name="connsiteX12" fmla="*/ 79800 w 135311"/>
                    <a:gd name="connsiteY12" fmla="*/ 153809 h 162610"/>
                    <a:gd name="connsiteX13" fmla="*/ 29724 w 135311"/>
                    <a:gd name="connsiteY13" fmla="*/ 81537 h 162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35311" h="162610">
                      <a:moveTo>
                        <a:pt x="29724" y="81537"/>
                      </a:moveTo>
                      <a:cubicBezTo>
                        <a:pt x="29724" y="23791"/>
                        <a:pt x="58847" y="8912"/>
                        <a:pt x="77669" y="8912"/>
                      </a:cubicBezTo>
                      <a:cubicBezTo>
                        <a:pt x="80866" y="8912"/>
                        <a:pt x="103240" y="9266"/>
                        <a:pt x="115670" y="22020"/>
                      </a:cubicBezTo>
                      <a:cubicBezTo>
                        <a:pt x="101109" y="23083"/>
                        <a:pt x="98978" y="33711"/>
                        <a:pt x="98978" y="38316"/>
                      </a:cubicBezTo>
                      <a:cubicBezTo>
                        <a:pt x="98978" y="47527"/>
                        <a:pt x="105371" y="54613"/>
                        <a:pt x="115315" y="54613"/>
                      </a:cubicBezTo>
                      <a:cubicBezTo>
                        <a:pt x="124549" y="54613"/>
                        <a:pt x="131652" y="48590"/>
                        <a:pt x="131652" y="37962"/>
                      </a:cubicBezTo>
                      <a:cubicBezTo>
                        <a:pt x="131652" y="13872"/>
                        <a:pt x="104661" y="55"/>
                        <a:pt x="77314" y="55"/>
                      </a:cubicBezTo>
                      <a:cubicBezTo>
                        <a:pt x="32921" y="55"/>
                        <a:pt x="247" y="38316"/>
                        <a:pt x="247" y="82246"/>
                      </a:cubicBezTo>
                      <a:cubicBezTo>
                        <a:pt x="247" y="127593"/>
                        <a:pt x="35407" y="162666"/>
                        <a:pt x="76604" y="162666"/>
                      </a:cubicBezTo>
                      <a:cubicBezTo>
                        <a:pt x="124194" y="162666"/>
                        <a:pt x="135559" y="120153"/>
                        <a:pt x="135559" y="116610"/>
                      </a:cubicBezTo>
                      <a:cubicBezTo>
                        <a:pt x="135559" y="113068"/>
                        <a:pt x="132007" y="113068"/>
                        <a:pt x="130942" y="113068"/>
                      </a:cubicBezTo>
                      <a:cubicBezTo>
                        <a:pt x="127745" y="113068"/>
                        <a:pt x="127035" y="114485"/>
                        <a:pt x="126325" y="116610"/>
                      </a:cubicBezTo>
                      <a:cubicBezTo>
                        <a:pt x="116025" y="149557"/>
                        <a:pt x="92941" y="153809"/>
                        <a:pt x="79800" y="153809"/>
                      </a:cubicBezTo>
                      <a:cubicBezTo>
                        <a:pt x="60977" y="153809"/>
                        <a:pt x="29724" y="138575"/>
                        <a:pt x="29724" y="81537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2" name="Freeform: Shape 1421">
                  <a:extLst>
                    <a:ext uri="{FF2B5EF4-FFF2-40B4-BE49-F238E27FC236}">
                      <a16:creationId xmlns:a16="http://schemas.microsoft.com/office/drawing/2014/main" id="{0C4A95EF-D215-6943-BD3F-868989E797DD}"/>
                    </a:ext>
                  </a:extLst>
                </p:cNvPr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7525898" y="6948329"/>
                  <a:ext cx="157330" cy="162610"/>
                </a:xfrm>
                <a:custGeom>
                  <a:avLst/>
                  <a:gdLst>
                    <a:gd name="connsiteX0" fmla="*/ 157582 w 157330"/>
                    <a:gd name="connsiteY0" fmla="*/ 82954 h 162610"/>
                    <a:gd name="connsiteX1" fmla="*/ 79095 w 157330"/>
                    <a:gd name="connsiteY1" fmla="*/ 55 h 162610"/>
                    <a:gd name="connsiteX2" fmla="*/ 252 w 157330"/>
                    <a:gd name="connsiteY2" fmla="*/ 82954 h 162610"/>
                    <a:gd name="connsiteX3" fmla="*/ 78739 w 157330"/>
                    <a:gd name="connsiteY3" fmla="*/ 162666 h 162610"/>
                    <a:gd name="connsiteX4" fmla="*/ 157582 w 157330"/>
                    <a:gd name="connsiteY4" fmla="*/ 82954 h 162610"/>
                    <a:gd name="connsiteX5" fmla="*/ 79095 w 157330"/>
                    <a:gd name="connsiteY5" fmla="*/ 153809 h 162610"/>
                    <a:gd name="connsiteX6" fmla="*/ 38608 w 157330"/>
                    <a:gd name="connsiteY6" fmla="*/ 130073 h 162610"/>
                    <a:gd name="connsiteX7" fmla="*/ 29729 w 157330"/>
                    <a:gd name="connsiteY7" fmla="*/ 80120 h 162610"/>
                    <a:gd name="connsiteX8" fmla="*/ 38252 w 157330"/>
                    <a:gd name="connsiteY8" fmla="*/ 31585 h 162610"/>
                    <a:gd name="connsiteX9" fmla="*/ 78739 w 157330"/>
                    <a:gd name="connsiteY9" fmla="*/ 7849 h 162610"/>
                    <a:gd name="connsiteX10" fmla="*/ 118871 w 157330"/>
                    <a:gd name="connsiteY10" fmla="*/ 30877 h 162610"/>
                    <a:gd name="connsiteX11" fmla="*/ 128105 w 157330"/>
                    <a:gd name="connsiteY11" fmla="*/ 80120 h 162610"/>
                    <a:gd name="connsiteX12" fmla="*/ 120292 w 157330"/>
                    <a:gd name="connsiteY12" fmla="*/ 127593 h 162610"/>
                    <a:gd name="connsiteX13" fmla="*/ 79095 w 157330"/>
                    <a:gd name="connsiteY13" fmla="*/ 153809 h 162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57330" h="162610">
                      <a:moveTo>
                        <a:pt x="157582" y="82954"/>
                      </a:moveTo>
                      <a:cubicBezTo>
                        <a:pt x="157582" y="37608"/>
                        <a:pt x="122067" y="55"/>
                        <a:pt x="79095" y="55"/>
                      </a:cubicBezTo>
                      <a:cubicBezTo>
                        <a:pt x="34701" y="55"/>
                        <a:pt x="252" y="38671"/>
                        <a:pt x="252" y="82954"/>
                      </a:cubicBezTo>
                      <a:cubicBezTo>
                        <a:pt x="252" y="128655"/>
                        <a:pt x="37187" y="162666"/>
                        <a:pt x="78739" y="162666"/>
                      </a:cubicBezTo>
                      <a:cubicBezTo>
                        <a:pt x="121712" y="162666"/>
                        <a:pt x="157582" y="127947"/>
                        <a:pt x="157582" y="82954"/>
                      </a:cubicBezTo>
                      <a:close/>
                      <a:moveTo>
                        <a:pt x="79095" y="153809"/>
                      </a:moveTo>
                      <a:cubicBezTo>
                        <a:pt x="63823" y="153809"/>
                        <a:pt x="48197" y="146369"/>
                        <a:pt x="38608" y="130073"/>
                      </a:cubicBezTo>
                      <a:cubicBezTo>
                        <a:pt x="29729" y="114485"/>
                        <a:pt x="29729" y="92874"/>
                        <a:pt x="29729" y="80120"/>
                      </a:cubicBezTo>
                      <a:cubicBezTo>
                        <a:pt x="29729" y="66304"/>
                        <a:pt x="29729" y="47173"/>
                        <a:pt x="38252" y="31585"/>
                      </a:cubicBezTo>
                      <a:cubicBezTo>
                        <a:pt x="47841" y="15289"/>
                        <a:pt x="64533" y="7849"/>
                        <a:pt x="78739" y="7849"/>
                      </a:cubicBezTo>
                      <a:cubicBezTo>
                        <a:pt x="94366" y="7849"/>
                        <a:pt x="109637" y="15643"/>
                        <a:pt x="118871" y="30877"/>
                      </a:cubicBezTo>
                      <a:cubicBezTo>
                        <a:pt x="128105" y="46110"/>
                        <a:pt x="128105" y="66658"/>
                        <a:pt x="128105" y="80120"/>
                      </a:cubicBezTo>
                      <a:cubicBezTo>
                        <a:pt x="128105" y="92874"/>
                        <a:pt x="128105" y="112005"/>
                        <a:pt x="120292" y="127593"/>
                      </a:cubicBezTo>
                      <a:cubicBezTo>
                        <a:pt x="112478" y="143535"/>
                        <a:pt x="96852" y="153809"/>
                        <a:pt x="79095" y="153809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3" name="Freeform: Shape 1422">
                  <a:extLst>
                    <a:ext uri="{FF2B5EF4-FFF2-40B4-BE49-F238E27FC236}">
                      <a16:creationId xmlns:a16="http://schemas.microsoft.com/office/drawing/2014/main" id="{281D6A29-EE24-F02E-B8A7-59CE3C2A3BD9}"/>
                    </a:ext>
                  </a:extLst>
                </p:cNvPr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7704894" y="6950454"/>
                  <a:ext cx="178639" cy="156588"/>
                </a:xfrm>
                <a:custGeom>
                  <a:avLst/>
                  <a:gdLst>
                    <a:gd name="connsiteX0" fmla="*/ 27958 w 178639"/>
                    <a:gd name="connsiteY0" fmla="*/ 34774 h 156588"/>
                    <a:gd name="connsiteX1" fmla="*/ 27958 w 178639"/>
                    <a:gd name="connsiteY1" fmla="*/ 129718 h 156588"/>
                    <a:gd name="connsiteX2" fmla="*/ 257 w 178639"/>
                    <a:gd name="connsiteY2" fmla="*/ 145661 h 156588"/>
                    <a:gd name="connsiteX3" fmla="*/ 257 w 178639"/>
                    <a:gd name="connsiteY3" fmla="*/ 156643 h 156588"/>
                    <a:gd name="connsiteX4" fmla="*/ 40388 w 178639"/>
                    <a:gd name="connsiteY4" fmla="*/ 155580 h 156588"/>
                    <a:gd name="connsiteX5" fmla="*/ 80165 w 178639"/>
                    <a:gd name="connsiteY5" fmla="*/ 156643 h 156588"/>
                    <a:gd name="connsiteX6" fmla="*/ 80165 w 178639"/>
                    <a:gd name="connsiteY6" fmla="*/ 145661 h 156588"/>
                    <a:gd name="connsiteX7" fmla="*/ 52463 w 178639"/>
                    <a:gd name="connsiteY7" fmla="*/ 129718 h 156588"/>
                    <a:gd name="connsiteX8" fmla="*/ 52463 w 178639"/>
                    <a:gd name="connsiteY8" fmla="*/ 64532 h 156588"/>
                    <a:gd name="connsiteX9" fmla="*/ 100408 w 178639"/>
                    <a:gd name="connsiteY9" fmla="*/ 7849 h 156588"/>
                    <a:gd name="connsiteX10" fmla="*/ 126689 w 178639"/>
                    <a:gd name="connsiteY10" fmla="*/ 47173 h 156588"/>
                    <a:gd name="connsiteX11" fmla="*/ 126689 w 178639"/>
                    <a:gd name="connsiteY11" fmla="*/ 129718 h 156588"/>
                    <a:gd name="connsiteX12" fmla="*/ 98988 w 178639"/>
                    <a:gd name="connsiteY12" fmla="*/ 145661 h 156588"/>
                    <a:gd name="connsiteX13" fmla="*/ 98988 w 178639"/>
                    <a:gd name="connsiteY13" fmla="*/ 156643 h 156588"/>
                    <a:gd name="connsiteX14" fmla="*/ 139120 w 178639"/>
                    <a:gd name="connsiteY14" fmla="*/ 155580 h 156588"/>
                    <a:gd name="connsiteX15" fmla="*/ 178896 w 178639"/>
                    <a:gd name="connsiteY15" fmla="*/ 156643 h 156588"/>
                    <a:gd name="connsiteX16" fmla="*/ 178896 w 178639"/>
                    <a:gd name="connsiteY16" fmla="*/ 145661 h 156588"/>
                    <a:gd name="connsiteX17" fmla="*/ 151195 w 178639"/>
                    <a:gd name="connsiteY17" fmla="*/ 135032 h 156588"/>
                    <a:gd name="connsiteX18" fmla="*/ 151195 w 178639"/>
                    <a:gd name="connsiteY18" fmla="*/ 67367 h 156588"/>
                    <a:gd name="connsiteX19" fmla="*/ 140185 w 178639"/>
                    <a:gd name="connsiteY19" fmla="*/ 13163 h 156588"/>
                    <a:gd name="connsiteX20" fmla="*/ 102894 w 178639"/>
                    <a:gd name="connsiteY20" fmla="*/ 55 h 156588"/>
                    <a:gd name="connsiteX21" fmla="*/ 50332 w 178639"/>
                    <a:gd name="connsiteY21" fmla="*/ 37253 h 156588"/>
                    <a:gd name="connsiteX22" fmla="*/ 50332 w 178639"/>
                    <a:gd name="connsiteY22" fmla="*/ 55 h 156588"/>
                    <a:gd name="connsiteX23" fmla="*/ 257 w 178639"/>
                    <a:gd name="connsiteY23" fmla="*/ 3952 h 156588"/>
                    <a:gd name="connsiteX24" fmla="*/ 257 w 178639"/>
                    <a:gd name="connsiteY24" fmla="*/ 14934 h 156588"/>
                    <a:gd name="connsiteX25" fmla="*/ 27958 w 178639"/>
                    <a:gd name="connsiteY25" fmla="*/ 34774 h 156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78639" h="156588">
                      <a:moveTo>
                        <a:pt x="27958" y="34774"/>
                      </a:moveTo>
                      <a:lnTo>
                        <a:pt x="27958" y="129718"/>
                      </a:lnTo>
                      <a:cubicBezTo>
                        <a:pt x="27958" y="145661"/>
                        <a:pt x="24051" y="145661"/>
                        <a:pt x="257" y="145661"/>
                      </a:cubicBezTo>
                      <a:lnTo>
                        <a:pt x="257" y="156643"/>
                      </a:lnTo>
                      <a:cubicBezTo>
                        <a:pt x="12687" y="156289"/>
                        <a:pt x="30799" y="155580"/>
                        <a:pt x="40388" y="155580"/>
                      </a:cubicBezTo>
                      <a:cubicBezTo>
                        <a:pt x="49622" y="155580"/>
                        <a:pt x="68090" y="156289"/>
                        <a:pt x="80165" y="156643"/>
                      </a:cubicBezTo>
                      <a:lnTo>
                        <a:pt x="80165" y="145661"/>
                      </a:lnTo>
                      <a:cubicBezTo>
                        <a:pt x="56370" y="145661"/>
                        <a:pt x="52463" y="145661"/>
                        <a:pt x="52463" y="129718"/>
                      </a:cubicBezTo>
                      <a:lnTo>
                        <a:pt x="52463" y="64532"/>
                      </a:lnTo>
                      <a:cubicBezTo>
                        <a:pt x="52463" y="27688"/>
                        <a:pt x="77679" y="7849"/>
                        <a:pt x="100408" y="7849"/>
                      </a:cubicBezTo>
                      <a:cubicBezTo>
                        <a:pt x="122783" y="7849"/>
                        <a:pt x="126689" y="26980"/>
                        <a:pt x="126689" y="47173"/>
                      </a:cubicBezTo>
                      <a:lnTo>
                        <a:pt x="126689" y="129718"/>
                      </a:lnTo>
                      <a:cubicBezTo>
                        <a:pt x="126689" y="145661"/>
                        <a:pt x="122783" y="145661"/>
                        <a:pt x="98988" y="145661"/>
                      </a:cubicBezTo>
                      <a:lnTo>
                        <a:pt x="98988" y="156643"/>
                      </a:lnTo>
                      <a:cubicBezTo>
                        <a:pt x="111418" y="156289"/>
                        <a:pt x="129531" y="155580"/>
                        <a:pt x="139120" y="155580"/>
                      </a:cubicBezTo>
                      <a:cubicBezTo>
                        <a:pt x="148353" y="155580"/>
                        <a:pt x="166821" y="156289"/>
                        <a:pt x="178896" y="156643"/>
                      </a:cubicBezTo>
                      <a:lnTo>
                        <a:pt x="178896" y="145661"/>
                      </a:lnTo>
                      <a:cubicBezTo>
                        <a:pt x="160428" y="145661"/>
                        <a:pt x="151550" y="145661"/>
                        <a:pt x="151195" y="135032"/>
                      </a:cubicBezTo>
                      <a:lnTo>
                        <a:pt x="151195" y="67367"/>
                      </a:lnTo>
                      <a:cubicBezTo>
                        <a:pt x="151195" y="36899"/>
                        <a:pt x="151195" y="25917"/>
                        <a:pt x="140185" y="13163"/>
                      </a:cubicBezTo>
                      <a:cubicBezTo>
                        <a:pt x="135213" y="7140"/>
                        <a:pt x="123493" y="55"/>
                        <a:pt x="102894" y="55"/>
                      </a:cubicBezTo>
                      <a:cubicBezTo>
                        <a:pt x="76969" y="55"/>
                        <a:pt x="60277" y="15289"/>
                        <a:pt x="50332" y="37253"/>
                      </a:cubicBezTo>
                      <a:lnTo>
                        <a:pt x="50332" y="55"/>
                      </a:lnTo>
                      <a:lnTo>
                        <a:pt x="257" y="3952"/>
                      </a:lnTo>
                      <a:lnTo>
                        <a:pt x="257" y="14934"/>
                      </a:lnTo>
                      <a:cubicBezTo>
                        <a:pt x="25117" y="14934"/>
                        <a:pt x="27958" y="17414"/>
                        <a:pt x="27958" y="34774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4" name="Freeform: Shape 1423">
                  <a:extLst>
                    <a:ext uri="{FF2B5EF4-FFF2-40B4-BE49-F238E27FC236}">
                      <a16:creationId xmlns:a16="http://schemas.microsoft.com/office/drawing/2014/main" id="{0662FAC6-8502-A912-DCF1-061C91522CAA}"/>
                    </a:ext>
                  </a:extLst>
                </p:cNvPr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17887716" y="6954351"/>
                  <a:ext cx="173667" cy="156588"/>
                </a:xfrm>
                <a:custGeom>
                  <a:avLst/>
                  <a:gdLst>
                    <a:gd name="connsiteX0" fmla="*/ 141256 w 173667"/>
                    <a:gd name="connsiteY0" fmla="*/ 34774 h 156588"/>
                    <a:gd name="connsiteX1" fmla="*/ 173929 w 173667"/>
                    <a:gd name="connsiteY1" fmla="*/ 11037 h 156588"/>
                    <a:gd name="connsiteX2" fmla="*/ 173929 w 173667"/>
                    <a:gd name="connsiteY2" fmla="*/ 55 h 156588"/>
                    <a:gd name="connsiteX3" fmla="*/ 147293 w 173667"/>
                    <a:gd name="connsiteY3" fmla="*/ 1118 h 156588"/>
                    <a:gd name="connsiteX4" fmla="*/ 116395 w 173667"/>
                    <a:gd name="connsiteY4" fmla="*/ 55 h 156588"/>
                    <a:gd name="connsiteX5" fmla="*/ 116395 w 173667"/>
                    <a:gd name="connsiteY5" fmla="*/ 11037 h 156588"/>
                    <a:gd name="connsiteX6" fmla="*/ 133442 w 173667"/>
                    <a:gd name="connsiteY6" fmla="*/ 26271 h 156588"/>
                    <a:gd name="connsiteX7" fmla="*/ 131312 w 173667"/>
                    <a:gd name="connsiteY7" fmla="*/ 34774 h 156588"/>
                    <a:gd name="connsiteX8" fmla="*/ 95086 w 173667"/>
                    <a:gd name="connsiteY8" fmla="*/ 125113 h 156588"/>
                    <a:gd name="connsiteX9" fmla="*/ 55310 w 173667"/>
                    <a:gd name="connsiteY9" fmla="*/ 26271 h 156588"/>
                    <a:gd name="connsiteX10" fmla="*/ 53179 w 173667"/>
                    <a:gd name="connsiteY10" fmla="*/ 20248 h 156588"/>
                    <a:gd name="connsiteX11" fmla="*/ 73422 w 173667"/>
                    <a:gd name="connsiteY11" fmla="*/ 11037 h 156588"/>
                    <a:gd name="connsiteX12" fmla="*/ 73422 w 173667"/>
                    <a:gd name="connsiteY12" fmla="*/ 55 h 156588"/>
                    <a:gd name="connsiteX13" fmla="*/ 34711 w 173667"/>
                    <a:gd name="connsiteY13" fmla="*/ 1118 h 156588"/>
                    <a:gd name="connsiteX14" fmla="*/ 262 w 173667"/>
                    <a:gd name="connsiteY14" fmla="*/ 55 h 156588"/>
                    <a:gd name="connsiteX15" fmla="*/ 262 w 173667"/>
                    <a:gd name="connsiteY15" fmla="*/ 11037 h 156588"/>
                    <a:gd name="connsiteX16" fmla="*/ 28674 w 173667"/>
                    <a:gd name="connsiteY16" fmla="*/ 24145 h 156588"/>
                    <a:gd name="connsiteX17" fmla="*/ 79815 w 173667"/>
                    <a:gd name="connsiteY17" fmla="*/ 149912 h 156588"/>
                    <a:gd name="connsiteX18" fmla="*/ 87273 w 173667"/>
                    <a:gd name="connsiteY18" fmla="*/ 156643 h 156588"/>
                    <a:gd name="connsiteX19" fmla="*/ 94731 w 173667"/>
                    <a:gd name="connsiteY19" fmla="*/ 149912 h 156588"/>
                    <a:gd name="connsiteX20" fmla="*/ 141256 w 173667"/>
                    <a:gd name="connsiteY20" fmla="*/ 34774 h 156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667" h="156588">
                      <a:moveTo>
                        <a:pt x="141256" y="34774"/>
                      </a:moveTo>
                      <a:cubicBezTo>
                        <a:pt x="144452" y="26625"/>
                        <a:pt x="150490" y="11392"/>
                        <a:pt x="173929" y="11037"/>
                      </a:cubicBezTo>
                      <a:lnTo>
                        <a:pt x="173929" y="55"/>
                      </a:lnTo>
                      <a:cubicBezTo>
                        <a:pt x="165761" y="763"/>
                        <a:pt x="155462" y="1118"/>
                        <a:pt x="147293" y="1118"/>
                      </a:cubicBezTo>
                      <a:cubicBezTo>
                        <a:pt x="138770" y="1118"/>
                        <a:pt x="122433" y="409"/>
                        <a:pt x="116395" y="55"/>
                      </a:cubicBezTo>
                      <a:lnTo>
                        <a:pt x="116395" y="11037"/>
                      </a:lnTo>
                      <a:cubicBezTo>
                        <a:pt x="129536" y="11392"/>
                        <a:pt x="133442" y="19540"/>
                        <a:pt x="133442" y="26271"/>
                      </a:cubicBezTo>
                      <a:cubicBezTo>
                        <a:pt x="133442" y="29459"/>
                        <a:pt x="132732" y="30877"/>
                        <a:pt x="131312" y="34774"/>
                      </a:cubicBezTo>
                      <a:lnTo>
                        <a:pt x="95086" y="125113"/>
                      </a:lnTo>
                      <a:lnTo>
                        <a:pt x="55310" y="26271"/>
                      </a:lnTo>
                      <a:cubicBezTo>
                        <a:pt x="53179" y="21665"/>
                        <a:pt x="53179" y="20957"/>
                        <a:pt x="53179" y="20248"/>
                      </a:cubicBezTo>
                      <a:cubicBezTo>
                        <a:pt x="53179" y="11037"/>
                        <a:pt x="67030" y="11037"/>
                        <a:pt x="73422" y="11037"/>
                      </a:cubicBezTo>
                      <a:lnTo>
                        <a:pt x="73422" y="55"/>
                      </a:lnTo>
                      <a:cubicBezTo>
                        <a:pt x="62768" y="409"/>
                        <a:pt x="42880" y="1118"/>
                        <a:pt x="34711" y="1118"/>
                      </a:cubicBezTo>
                      <a:cubicBezTo>
                        <a:pt x="25122" y="1118"/>
                        <a:pt x="10916" y="763"/>
                        <a:pt x="262" y="55"/>
                      </a:cubicBezTo>
                      <a:lnTo>
                        <a:pt x="262" y="11037"/>
                      </a:lnTo>
                      <a:cubicBezTo>
                        <a:pt x="22636" y="11037"/>
                        <a:pt x="24057" y="13163"/>
                        <a:pt x="28674" y="24145"/>
                      </a:cubicBezTo>
                      <a:lnTo>
                        <a:pt x="79815" y="149912"/>
                      </a:lnTo>
                      <a:cubicBezTo>
                        <a:pt x="81946" y="154872"/>
                        <a:pt x="82656" y="156643"/>
                        <a:pt x="87273" y="156643"/>
                      </a:cubicBezTo>
                      <a:cubicBezTo>
                        <a:pt x="91890" y="156643"/>
                        <a:pt x="93311" y="153454"/>
                        <a:pt x="94731" y="149912"/>
                      </a:cubicBezTo>
                      <a:lnTo>
                        <a:pt x="141256" y="34774"/>
                      </a:ln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5" name="Freeform: Shape 1424">
                  <a:extLst>
                    <a:ext uri="{FF2B5EF4-FFF2-40B4-BE49-F238E27FC236}">
                      <a16:creationId xmlns:a16="http://schemas.microsoft.com/office/drawing/2014/main" id="{F2D31447-3BAF-4C75-038E-5CB190B7056E}"/>
                    </a:ext>
                  </a:extLst>
                </p:cNvPr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8068488" y="6948329"/>
                  <a:ext cx="137442" cy="162610"/>
                </a:xfrm>
                <a:custGeom>
                  <a:avLst/>
                  <a:gdLst>
                    <a:gd name="connsiteX0" fmla="*/ 30099 w 137442"/>
                    <a:gd name="connsiteY0" fmla="*/ 69492 h 162610"/>
                    <a:gd name="connsiteX1" fmla="*/ 74138 w 137442"/>
                    <a:gd name="connsiteY1" fmla="*/ 7849 h 162610"/>
                    <a:gd name="connsiteX2" fmla="*/ 114269 w 137442"/>
                    <a:gd name="connsiteY2" fmla="*/ 69492 h 162610"/>
                    <a:gd name="connsiteX3" fmla="*/ 30099 w 137442"/>
                    <a:gd name="connsiteY3" fmla="*/ 69492 h 162610"/>
                    <a:gd name="connsiteX4" fmla="*/ 29744 w 137442"/>
                    <a:gd name="connsiteY4" fmla="*/ 76932 h 162610"/>
                    <a:gd name="connsiteX5" fmla="*/ 128831 w 137442"/>
                    <a:gd name="connsiteY5" fmla="*/ 76932 h 162610"/>
                    <a:gd name="connsiteX6" fmla="*/ 137709 w 137442"/>
                    <a:gd name="connsiteY6" fmla="*/ 69492 h 162610"/>
                    <a:gd name="connsiteX7" fmla="*/ 74138 w 137442"/>
                    <a:gd name="connsiteY7" fmla="*/ 55 h 162610"/>
                    <a:gd name="connsiteX8" fmla="*/ 267 w 137442"/>
                    <a:gd name="connsiteY8" fmla="*/ 80829 h 162610"/>
                    <a:gd name="connsiteX9" fmla="*/ 78399 w 137442"/>
                    <a:gd name="connsiteY9" fmla="*/ 162666 h 162610"/>
                    <a:gd name="connsiteX10" fmla="*/ 137709 w 137442"/>
                    <a:gd name="connsiteY10" fmla="*/ 116610 h 162610"/>
                    <a:gd name="connsiteX11" fmla="*/ 133092 w 137442"/>
                    <a:gd name="connsiteY11" fmla="*/ 112359 h 162610"/>
                    <a:gd name="connsiteX12" fmla="*/ 128475 w 137442"/>
                    <a:gd name="connsiteY12" fmla="*/ 117319 h 162610"/>
                    <a:gd name="connsiteX13" fmla="*/ 80530 w 137442"/>
                    <a:gd name="connsiteY13" fmla="*/ 153809 h 162610"/>
                    <a:gd name="connsiteX14" fmla="*/ 40399 w 137442"/>
                    <a:gd name="connsiteY14" fmla="*/ 130073 h 162610"/>
                    <a:gd name="connsiteX15" fmla="*/ 29744 w 137442"/>
                    <a:gd name="connsiteY15" fmla="*/ 76932 h 162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37442" h="162610">
                      <a:moveTo>
                        <a:pt x="30099" y="69492"/>
                      </a:moveTo>
                      <a:cubicBezTo>
                        <a:pt x="32230" y="16706"/>
                        <a:pt x="62063" y="7849"/>
                        <a:pt x="74138" y="7849"/>
                      </a:cubicBezTo>
                      <a:cubicBezTo>
                        <a:pt x="110718" y="7849"/>
                        <a:pt x="114269" y="55676"/>
                        <a:pt x="114269" y="69492"/>
                      </a:cubicBezTo>
                      <a:lnTo>
                        <a:pt x="30099" y="69492"/>
                      </a:lnTo>
                      <a:close/>
                      <a:moveTo>
                        <a:pt x="29744" y="76932"/>
                      </a:moveTo>
                      <a:lnTo>
                        <a:pt x="128831" y="76932"/>
                      </a:lnTo>
                      <a:cubicBezTo>
                        <a:pt x="136644" y="76932"/>
                        <a:pt x="137709" y="76932"/>
                        <a:pt x="137709" y="69492"/>
                      </a:cubicBezTo>
                      <a:cubicBezTo>
                        <a:pt x="137709" y="34419"/>
                        <a:pt x="118531" y="55"/>
                        <a:pt x="74138" y="55"/>
                      </a:cubicBezTo>
                      <a:cubicBezTo>
                        <a:pt x="32940" y="55"/>
                        <a:pt x="267" y="36545"/>
                        <a:pt x="267" y="80829"/>
                      </a:cubicBezTo>
                      <a:cubicBezTo>
                        <a:pt x="267" y="128301"/>
                        <a:pt x="37557" y="162666"/>
                        <a:pt x="78399" y="162666"/>
                      </a:cubicBezTo>
                      <a:cubicBezTo>
                        <a:pt x="121728" y="162666"/>
                        <a:pt x="137709" y="123341"/>
                        <a:pt x="137709" y="116610"/>
                      </a:cubicBezTo>
                      <a:cubicBezTo>
                        <a:pt x="137709" y="113068"/>
                        <a:pt x="134868" y="112359"/>
                        <a:pt x="133092" y="112359"/>
                      </a:cubicBezTo>
                      <a:cubicBezTo>
                        <a:pt x="129896" y="112359"/>
                        <a:pt x="129186" y="114485"/>
                        <a:pt x="128475" y="117319"/>
                      </a:cubicBezTo>
                      <a:cubicBezTo>
                        <a:pt x="116045" y="153809"/>
                        <a:pt x="84082" y="153809"/>
                        <a:pt x="80530" y="153809"/>
                      </a:cubicBezTo>
                      <a:cubicBezTo>
                        <a:pt x="62773" y="153809"/>
                        <a:pt x="48567" y="143181"/>
                        <a:pt x="40399" y="130073"/>
                      </a:cubicBezTo>
                      <a:cubicBezTo>
                        <a:pt x="29744" y="113068"/>
                        <a:pt x="29744" y="89686"/>
                        <a:pt x="29744" y="76932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6" name="Freeform: Shape 1425">
                  <a:extLst>
                    <a:ext uri="{FF2B5EF4-FFF2-40B4-BE49-F238E27FC236}">
                      <a16:creationId xmlns:a16="http://schemas.microsoft.com/office/drawing/2014/main" id="{EEE7EA6B-B785-3812-1618-3DF53E7C946E}"/>
                    </a:ext>
                  </a:extLst>
                </p:cNvPr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8226332" y="6950454"/>
                  <a:ext cx="119329" cy="156588"/>
                </a:xfrm>
                <a:custGeom>
                  <a:avLst/>
                  <a:gdLst>
                    <a:gd name="connsiteX0" fmla="*/ 49637 w 119329"/>
                    <a:gd name="connsiteY0" fmla="*/ 39025 h 156588"/>
                    <a:gd name="connsiteX1" fmla="*/ 49637 w 119329"/>
                    <a:gd name="connsiteY1" fmla="*/ 55 h 156588"/>
                    <a:gd name="connsiteX2" fmla="*/ 271 w 119329"/>
                    <a:gd name="connsiteY2" fmla="*/ 3952 h 156588"/>
                    <a:gd name="connsiteX3" fmla="*/ 271 w 119329"/>
                    <a:gd name="connsiteY3" fmla="*/ 14934 h 156588"/>
                    <a:gd name="connsiteX4" fmla="*/ 27973 w 119329"/>
                    <a:gd name="connsiteY4" fmla="*/ 34774 h 156588"/>
                    <a:gd name="connsiteX5" fmla="*/ 27973 w 119329"/>
                    <a:gd name="connsiteY5" fmla="*/ 129718 h 156588"/>
                    <a:gd name="connsiteX6" fmla="*/ 271 w 119329"/>
                    <a:gd name="connsiteY6" fmla="*/ 145661 h 156588"/>
                    <a:gd name="connsiteX7" fmla="*/ 271 w 119329"/>
                    <a:gd name="connsiteY7" fmla="*/ 156643 h 156588"/>
                    <a:gd name="connsiteX8" fmla="*/ 40758 w 119329"/>
                    <a:gd name="connsiteY8" fmla="*/ 155580 h 156588"/>
                    <a:gd name="connsiteX9" fmla="*/ 85862 w 119329"/>
                    <a:gd name="connsiteY9" fmla="*/ 156643 h 156588"/>
                    <a:gd name="connsiteX10" fmla="*/ 85862 w 119329"/>
                    <a:gd name="connsiteY10" fmla="*/ 145661 h 156588"/>
                    <a:gd name="connsiteX11" fmla="*/ 78404 w 119329"/>
                    <a:gd name="connsiteY11" fmla="*/ 145661 h 156588"/>
                    <a:gd name="connsiteX12" fmla="*/ 51413 w 119329"/>
                    <a:gd name="connsiteY12" fmla="*/ 129010 h 156588"/>
                    <a:gd name="connsiteX13" fmla="*/ 51413 w 119329"/>
                    <a:gd name="connsiteY13" fmla="*/ 74452 h 156588"/>
                    <a:gd name="connsiteX14" fmla="*/ 93320 w 119329"/>
                    <a:gd name="connsiteY14" fmla="*/ 7849 h 156588"/>
                    <a:gd name="connsiteX15" fmla="*/ 97227 w 119329"/>
                    <a:gd name="connsiteY15" fmla="*/ 8203 h 156588"/>
                    <a:gd name="connsiteX16" fmla="*/ 89058 w 119329"/>
                    <a:gd name="connsiteY16" fmla="*/ 22020 h 156588"/>
                    <a:gd name="connsiteX17" fmla="*/ 104330 w 119329"/>
                    <a:gd name="connsiteY17" fmla="*/ 37253 h 156588"/>
                    <a:gd name="connsiteX18" fmla="*/ 119601 w 119329"/>
                    <a:gd name="connsiteY18" fmla="*/ 21665 h 156588"/>
                    <a:gd name="connsiteX19" fmla="*/ 93320 w 119329"/>
                    <a:gd name="connsiteY19" fmla="*/ 55 h 156588"/>
                    <a:gd name="connsiteX20" fmla="*/ 49637 w 119329"/>
                    <a:gd name="connsiteY20" fmla="*/ 39025 h 156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19329" h="156588">
                      <a:moveTo>
                        <a:pt x="49637" y="39025"/>
                      </a:moveTo>
                      <a:lnTo>
                        <a:pt x="49637" y="55"/>
                      </a:lnTo>
                      <a:lnTo>
                        <a:pt x="271" y="3952"/>
                      </a:lnTo>
                      <a:lnTo>
                        <a:pt x="271" y="14934"/>
                      </a:lnTo>
                      <a:cubicBezTo>
                        <a:pt x="25132" y="14934"/>
                        <a:pt x="27973" y="17414"/>
                        <a:pt x="27973" y="34774"/>
                      </a:cubicBezTo>
                      <a:lnTo>
                        <a:pt x="27973" y="129718"/>
                      </a:lnTo>
                      <a:cubicBezTo>
                        <a:pt x="27973" y="145661"/>
                        <a:pt x="24066" y="145661"/>
                        <a:pt x="271" y="145661"/>
                      </a:cubicBezTo>
                      <a:lnTo>
                        <a:pt x="271" y="156643"/>
                      </a:lnTo>
                      <a:cubicBezTo>
                        <a:pt x="14122" y="156289"/>
                        <a:pt x="30814" y="155580"/>
                        <a:pt x="40758" y="155580"/>
                      </a:cubicBezTo>
                      <a:cubicBezTo>
                        <a:pt x="54964" y="155580"/>
                        <a:pt x="71656" y="155580"/>
                        <a:pt x="85862" y="156643"/>
                      </a:cubicBezTo>
                      <a:lnTo>
                        <a:pt x="85862" y="145661"/>
                      </a:lnTo>
                      <a:lnTo>
                        <a:pt x="78404" y="145661"/>
                      </a:lnTo>
                      <a:cubicBezTo>
                        <a:pt x="52123" y="145661"/>
                        <a:pt x="51413" y="141764"/>
                        <a:pt x="51413" y="129010"/>
                      </a:cubicBezTo>
                      <a:lnTo>
                        <a:pt x="51413" y="74452"/>
                      </a:lnTo>
                      <a:cubicBezTo>
                        <a:pt x="51413" y="39379"/>
                        <a:pt x="66329" y="7849"/>
                        <a:pt x="93320" y="7849"/>
                      </a:cubicBezTo>
                      <a:cubicBezTo>
                        <a:pt x="95806" y="7849"/>
                        <a:pt x="96516" y="7849"/>
                        <a:pt x="97227" y="8203"/>
                      </a:cubicBezTo>
                      <a:cubicBezTo>
                        <a:pt x="96161" y="8557"/>
                        <a:pt x="89058" y="12809"/>
                        <a:pt x="89058" y="22020"/>
                      </a:cubicBezTo>
                      <a:cubicBezTo>
                        <a:pt x="89058" y="31939"/>
                        <a:pt x="96516" y="37253"/>
                        <a:pt x="104330" y="37253"/>
                      </a:cubicBezTo>
                      <a:cubicBezTo>
                        <a:pt x="110722" y="37253"/>
                        <a:pt x="119601" y="33002"/>
                        <a:pt x="119601" y="21665"/>
                      </a:cubicBezTo>
                      <a:cubicBezTo>
                        <a:pt x="119601" y="10329"/>
                        <a:pt x="108591" y="55"/>
                        <a:pt x="93320" y="55"/>
                      </a:cubicBezTo>
                      <a:cubicBezTo>
                        <a:pt x="67394" y="55"/>
                        <a:pt x="54609" y="23791"/>
                        <a:pt x="49637" y="39025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7" name="Freeform: Shape 1426">
                  <a:extLst>
                    <a:ext uri="{FF2B5EF4-FFF2-40B4-BE49-F238E27FC236}">
                      <a16:creationId xmlns:a16="http://schemas.microsoft.com/office/drawing/2014/main" id="{88FF902C-F0E3-4E0B-4627-07314C57EEFB}"/>
                    </a:ext>
                  </a:extLst>
                </p:cNvPr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8365432" y="6946557"/>
                  <a:ext cx="162302" cy="233464"/>
                </a:xfrm>
                <a:custGeom>
                  <a:avLst/>
                  <a:gdLst>
                    <a:gd name="connsiteX0" fmla="*/ 69174 w 162302"/>
                    <a:gd name="connsiteY0" fmla="*/ 99605 h 233464"/>
                    <a:gd name="connsiteX1" fmla="*/ 38276 w 162302"/>
                    <a:gd name="connsiteY1" fmla="*/ 56030 h 233464"/>
                    <a:gd name="connsiteX2" fmla="*/ 43958 w 162302"/>
                    <a:gd name="connsiteY2" fmla="*/ 26271 h 233464"/>
                    <a:gd name="connsiteX3" fmla="*/ 69174 w 162302"/>
                    <a:gd name="connsiteY3" fmla="*/ 12100 h 233464"/>
                    <a:gd name="connsiteX4" fmla="*/ 100072 w 162302"/>
                    <a:gd name="connsiteY4" fmla="*/ 55676 h 233464"/>
                    <a:gd name="connsiteX5" fmla="*/ 94389 w 162302"/>
                    <a:gd name="connsiteY5" fmla="*/ 85434 h 233464"/>
                    <a:gd name="connsiteX6" fmla="*/ 69174 w 162302"/>
                    <a:gd name="connsiteY6" fmla="*/ 99605 h 233464"/>
                    <a:gd name="connsiteX7" fmla="*/ 27977 w 162302"/>
                    <a:gd name="connsiteY7" fmla="*/ 113422 h 233464"/>
                    <a:gd name="connsiteX8" fmla="*/ 34014 w 162302"/>
                    <a:gd name="connsiteY8" fmla="*/ 96771 h 233464"/>
                    <a:gd name="connsiteX9" fmla="*/ 69174 w 162302"/>
                    <a:gd name="connsiteY9" fmla="*/ 107753 h 233464"/>
                    <a:gd name="connsiteX10" fmla="*/ 126708 w 162302"/>
                    <a:gd name="connsiteY10" fmla="*/ 56030 h 233464"/>
                    <a:gd name="connsiteX11" fmla="*/ 112147 w 162302"/>
                    <a:gd name="connsiteY11" fmla="*/ 21665 h 233464"/>
                    <a:gd name="connsiteX12" fmla="*/ 144110 w 162302"/>
                    <a:gd name="connsiteY12" fmla="*/ 7849 h 233464"/>
                    <a:gd name="connsiteX13" fmla="*/ 147662 w 162302"/>
                    <a:gd name="connsiteY13" fmla="*/ 8203 h 233464"/>
                    <a:gd name="connsiteX14" fmla="*/ 141979 w 162302"/>
                    <a:gd name="connsiteY14" fmla="*/ 17768 h 233464"/>
                    <a:gd name="connsiteX15" fmla="*/ 152279 w 162302"/>
                    <a:gd name="connsiteY15" fmla="*/ 28042 h 233464"/>
                    <a:gd name="connsiteX16" fmla="*/ 162578 w 162302"/>
                    <a:gd name="connsiteY16" fmla="*/ 17414 h 233464"/>
                    <a:gd name="connsiteX17" fmla="*/ 144465 w 162302"/>
                    <a:gd name="connsiteY17" fmla="*/ 55 h 233464"/>
                    <a:gd name="connsiteX18" fmla="*/ 106820 w 162302"/>
                    <a:gd name="connsiteY18" fmla="*/ 16706 h 233464"/>
                    <a:gd name="connsiteX19" fmla="*/ 69174 w 162302"/>
                    <a:gd name="connsiteY19" fmla="*/ 3952 h 233464"/>
                    <a:gd name="connsiteX20" fmla="*/ 11640 w 162302"/>
                    <a:gd name="connsiteY20" fmla="*/ 55676 h 233464"/>
                    <a:gd name="connsiteX21" fmla="*/ 28332 w 162302"/>
                    <a:gd name="connsiteY21" fmla="*/ 92165 h 233464"/>
                    <a:gd name="connsiteX22" fmla="*/ 17322 w 162302"/>
                    <a:gd name="connsiteY22" fmla="*/ 121570 h 233464"/>
                    <a:gd name="connsiteX23" fmla="*/ 32949 w 162302"/>
                    <a:gd name="connsiteY23" fmla="*/ 153100 h 233464"/>
                    <a:gd name="connsiteX24" fmla="*/ 275 w 162302"/>
                    <a:gd name="connsiteY24" fmla="*/ 188527 h 233464"/>
                    <a:gd name="connsiteX25" fmla="*/ 78763 w 162302"/>
                    <a:gd name="connsiteY25" fmla="*/ 233520 h 233464"/>
                    <a:gd name="connsiteX26" fmla="*/ 157606 w 162302"/>
                    <a:gd name="connsiteY26" fmla="*/ 187819 h 233464"/>
                    <a:gd name="connsiteX27" fmla="*/ 134521 w 162302"/>
                    <a:gd name="connsiteY27" fmla="*/ 147432 h 233464"/>
                    <a:gd name="connsiteX28" fmla="*/ 73436 w 162302"/>
                    <a:gd name="connsiteY28" fmla="*/ 137512 h 233464"/>
                    <a:gd name="connsiteX29" fmla="*/ 46800 w 162302"/>
                    <a:gd name="connsiteY29" fmla="*/ 137158 h 233464"/>
                    <a:gd name="connsiteX30" fmla="*/ 27977 w 162302"/>
                    <a:gd name="connsiteY30" fmla="*/ 113422 h 233464"/>
                    <a:gd name="connsiteX31" fmla="*/ 79118 w 162302"/>
                    <a:gd name="connsiteY31" fmla="*/ 225372 h 233464"/>
                    <a:gd name="connsiteX32" fmla="*/ 18743 w 162302"/>
                    <a:gd name="connsiteY32" fmla="*/ 188527 h 233464"/>
                    <a:gd name="connsiteX33" fmla="*/ 47865 w 162302"/>
                    <a:gd name="connsiteY33" fmla="*/ 158060 h 233464"/>
                    <a:gd name="connsiteX34" fmla="*/ 68819 w 162302"/>
                    <a:gd name="connsiteY34" fmla="*/ 158060 h 233464"/>
                    <a:gd name="connsiteX35" fmla="*/ 139138 w 162302"/>
                    <a:gd name="connsiteY35" fmla="*/ 188527 h 233464"/>
                    <a:gd name="connsiteX36" fmla="*/ 79118 w 162302"/>
                    <a:gd name="connsiteY36" fmla="*/ 225372 h 233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162302" h="233464">
                      <a:moveTo>
                        <a:pt x="69174" y="99605"/>
                      </a:moveTo>
                      <a:cubicBezTo>
                        <a:pt x="38276" y="99605"/>
                        <a:pt x="38276" y="64178"/>
                        <a:pt x="38276" y="56030"/>
                      </a:cubicBezTo>
                      <a:cubicBezTo>
                        <a:pt x="38276" y="46464"/>
                        <a:pt x="38631" y="35128"/>
                        <a:pt x="43958" y="26271"/>
                      </a:cubicBezTo>
                      <a:cubicBezTo>
                        <a:pt x="46800" y="22020"/>
                        <a:pt x="54968" y="12100"/>
                        <a:pt x="69174" y="12100"/>
                      </a:cubicBezTo>
                      <a:cubicBezTo>
                        <a:pt x="100072" y="12100"/>
                        <a:pt x="100072" y="47527"/>
                        <a:pt x="100072" y="55676"/>
                      </a:cubicBezTo>
                      <a:cubicBezTo>
                        <a:pt x="100072" y="65241"/>
                        <a:pt x="99717" y="76578"/>
                        <a:pt x="94389" y="85434"/>
                      </a:cubicBezTo>
                      <a:cubicBezTo>
                        <a:pt x="91548" y="89686"/>
                        <a:pt x="83380" y="99605"/>
                        <a:pt x="69174" y="99605"/>
                      </a:cubicBezTo>
                      <a:close/>
                      <a:moveTo>
                        <a:pt x="27977" y="113422"/>
                      </a:moveTo>
                      <a:cubicBezTo>
                        <a:pt x="27977" y="112005"/>
                        <a:pt x="27977" y="103856"/>
                        <a:pt x="34014" y="96771"/>
                      </a:cubicBezTo>
                      <a:cubicBezTo>
                        <a:pt x="47865" y="106691"/>
                        <a:pt x="62426" y="107753"/>
                        <a:pt x="69174" y="107753"/>
                      </a:cubicBezTo>
                      <a:cubicBezTo>
                        <a:pt x="102203" y="107753"/>
                        <a:pt x="126708" y="83309"/>
                        <a:pt x="126708" y="56030"/>
                      </a:cubicBezTo>
                      <a:cubicBezTo>
                        <a:pt x="126708" y="42922"/>
                        <a:pt x="121026" y="29814"/>
                        <a:pt x="112147" y="21665"/>
                      </a:cubicBezTo>
                      <a:cubicBezTo>
                        <a:pt x="124932" y="9620"/>
                        <a:pt x="137718" y="7849"/>
                        <a:pt x="144110" y="7849"/>
                      </a:cubicBezTo>
                      <a:cubicBezTo>
                        <a:pt x="144820" y="7849"/>
                        <a:pt x="146596" y="7849"/>
                        <a:pt x="147662" y="8203"/>
                      </a:cubicBezTo>
                      <a:cubicBezTo>
                        <a:pt x="143755" y="9620"/>
                        <a:pt x="141979" y="13517"/>
                        <a:pt x="141979" y="17768"/>
                      </a:cubicBezTo>
                      <a:cubicBezTo>
                        <a:pt x="141979" y="23791"/>
                        <a:pt x="146596" y="28042"/>
                        <a:pt x="152279" y="28042"/>
                      </a:cubicBezTo>
                      <a:cubicBezTo>
                        <a:pt x="155830" y="28042"/>
                        <a:pt x="162578" y="25562"/>
                        <a:pt x="162578" y="17414"/>
                      </a:cubicBezTo>
                      <a:cubicBezTo>
                        <a:pt x="162578" y="11392"/>
                        <a:pt x="158316" y="55"/>
                        <a:pt x="144465" y="55"/>
                      </a:cubicBezTo>
                      <a:cubicBezTo>
                        <a:pt x="137362" y="55"/>
                        <a:pt x="121736" y="2181"/>
                        <a:pt x="106820" y="16706"/>
                      </a:cubicBezTo>
                      <a:cubicBezTo>
                        <a:pt x="91903" y="5015"/>
                        <a:pt x="76987" y="3952"/>
                        <a:pt x="69174" y="3952"/>
                      </a:cubicBezTo>
                      <a:cubicBezTo>
                        <a:pt x="36145" y="3952"/>
                        <a:pt x="11640" y="28397"/>
                        <a:pt x="11640" y="55676"/>
                      </a:cubicBezTo>
                      <a:cubicBezTo>
                        <a:pt x="11640" y="71263"/>
                        <a:pt x="19453" y="84726"/>
                        <a:pt x="28332" y="92165"/>
                      </a:cubicBezTo>
                      <a:cubicBezTo>
                        <a:pt x="23715" y="97480"/>
                        <a:pt x="17322" y="109171"/>
                        <a:pt x="17322" y="121570"/>
                      </a:cubicBezTo>
                      <a:cubicBezTo>
                        <a:pt x="17322" y="132552"/>
                        <a:pt x="21939" y="146015"/>
                        <a:pt x="32949" y="153100"/>
                      </a:cubicBezTo>
                      <a:cubicBezTo>
                        <a:pt x="11640" y="159123"/>
                        <a:pt x="275" y="174356"/>
                        <a:pt x="275" y="188527"/>
                      </a:cubicBezTo>
                      <a:cubicBezTo>
                        <a:pt x="275" y="214035"/>
                        <a:pt x="35435" y="233520"/>
                        <a:pt x="78763" y="233520"/>
                      </a:cubicBezTo>
                      <a:cubicBezTo>
                        <a:pt x="120670" y="233520"/>
                        <a:pt x="157606" y="215452"/>
                        <a:pt x="157606" y="187819"/>
                      </a:cubicBezTo>
                      <a:cubicBezTo>
                        <a:pt x="157606" y="175419"/>
                        <a:pt x="152634" y="157351"/>
                        <a:pt x="134521" y="147432"/>
                      </a:cubicBezTo>
                      <a:cubicBezTo>
                        <a:pt x="115698" y="137512"/>
                        <a:pt x="95100" y="137512"/>
                        <a:pt x="73436" y="137512"/>
                      </a:cubicBezTo>
                      <a:cubicBezTo>
                        <a:pt x="64557" y="137512"/>
                        <a:pt x="49286" y="137512"/>
                        <a:pt x="46800" y="137158"/>
                      </a:cubicBezTo>
                      <a:cubicBezTo>
                        <a:pt x="35435" y="135741"/>
                        <a:pt x="27977" y="124758"/>
                        <a:pt x="27977" y="113422"/>
                      </a:cubicBezTo>
                      <a:close/>
                      <a:moveTo>
                        <a:pt x="79118" y="225372"/>
                      </a:moveTo>
                      <a:cubicBezTo>
                        <a:pt x="43248" y="225372"/>
                        <a:pt x="18743" y="207304"/>
                        <a:pt x="18743" y="188527"/>
                      </a:cubicBezTo>
                      <a:cubicBezTo>
                        <a:pt x="18743" y="172231"/>
                        <a:pt x="32238" y="159123"/>
                        <a:pt x="47865" y="158060"/>
                      </a:cubicBezTo>
                      <a:lnTo>
                        <a:pt x="68819" y="158060"/>
                      </a:lnTo>
                      <a:cubicBezTo>
                        <a:pt x="99362" y="158060"/>
                        <a:pt x="139138" y="158060"/>
                        <a:pt x="139138" y="188527"/>
                      </a:cubicBezTo>
                      <a:cubicBezTo>
                        <a:pt x="139138" y="207658"/>
                        <a:pt x="113923" y="225372"/>
                        <a:pt x="79118" y="225372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428" name="Freeform: Shape 1427">
                  <a:extLst>
                    <a:ext uri="{FF2B5EF4-FFF2-40B4-BE49-F238E27FC236}">
                      <a16:creationId xmlns:a16="http://schemas.microsoft.com/office/drawing/2014/main" id="{5AD63DEC-C567-4F53-9ED6-F6C8518B052C}"/>
                    </a:ext>
                  </a:extLst>
                </p:cNvPr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8543007" y="6948329"/>
                  <a:ext cx="137442" cy="162610"/>
                </a:xfrm>
                <a:custGeom>
                  <a:avLst/>
                  <a:gdLst>
                    <a:gd name="connsiteX0" fmla="*/ 30113 w 137442"/>
                    <a:gd name="connsiteY0" fmla="*/ 69492 h 162610"/>
                    <a:gd name="connsiteX1" fmla="*/ 74151 w 137442"/>
                    <a:gd name="connsiteY1" fmla="*/ 7849 h 162610"/>
                    <a:gd name="connsiteX2" fmla="*/ 114283 w 137442"/>
                    <a:gd name="connsiteY2" fmla="*/ 69492 h 162610"/>
                    <a:gd name="connsiteX3" fmla="*/ 30113 w 137442"/>
                    <a:gd name="connsiteY3" fmla="*/ 69492 h 162610"/>
                    <a:gd name="connsiteX4" fmla="*/ 29757 w 137442"/>
                    <a:gd name="connsiteY4" fmla="*/ 76932 h 162610"/>
                    <a:gd name="connsiteX5" fmla="*/ 128844 w 137442"/>
                    <a:gd name="connsiteY5" fmla="*/ 76932 h 162610"/>
                    <a:gd name="connsiteX6" fmla="*/ 137723 w 137442"/>
                    <a:gd name="connsiteY6" fmla="*/ 69492 h 162610"/>
                    <a:gd name="connsiteX7" fmla="*/ 74151 w 137442"/>
                    <a:gd name="connsiteY7" fmla="*/ 55 h 162610"/>
                    <a:gd name="connsiteX8" fmla="*/ 280 w 137442"/>
                    <a:gd name="connsiteY8" fmla="*/ 80829 h 162610"/>
                    <a:gd name="connsiteX9" fmla="*/ 78413 w 137442"/>
                    <a:gd name="connsiteY9" fmla="*/ 162666 h 162610"/>
                    <a:gd name="connsiteX10" fmla="*/ 137723 w 137442"/>
                    <a:gd name="connsiteY10" fmla="*/ 116610 h 162610"/>
                    <a:gd name="connsiteX11" fmla="*/ 133106 w 137442"/>
                    <a:gd name="connsiteY11" fmla="*/ 112359 h 162610"/>
                    <a:gd name="connsiteX12" fmla="*/ 128489 w 137442"/>
                    <a:gd name="connsiteY12" fmla="*/ 117319 h 162610"/>
                    <a:gd name="connsiteX13" fmla="*/ 80544 w 137442"/>
                    <a:gd name="connsiteY13" fmla="*/ 153809 h 162610"/>
                    <a:gd name="connsiteX14" fmla="*/ 40412 w 137442"/>
                    <a:gd name="connsiteY14" fmla="*/ 130073 h 162610"/>
                    <a:gd name="connsiteX15" fmla="*/ 29757 w 137442"/>
                    <a:gd name="connsiteY15" fmla="*/ 76932 h 162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37442" h="162610">
                      <a:moveTo>
                        <a:pt x="30113" y="69492"/>
                      </a:moveTo>
                      <a:cubicBezTo>
                        <a:pt x="32243" y="16706"/>
                        <a:pt x="62076" y="7849"/>
                        <a:pt x="74151" y="7849"/>
                      </a:cubicBezTo>
                      <a:cubicBezTo>
                        <a:pt x="110731" y="7849"/>
                        <a:pt x="114283" y="55676"/>
                        <a:pt x="114283" y="69492"/>
                      </a:cubicBezTo>
                      <a:lnTo>
                        <a:pt x="30113" y="69492"/>
                      </a:lnTo>
                      <a:close/>
                      <a:moveTo>
                        <a:pt x="29757" y="76932"/>
                      </a:moveTo>
                      <a:lnTo>
                        <a:pt x="128844" y="76932"/>
                      </a:lnTo>
                      <a:cubicBezTo>
                        <a:pt x="136657" y="76932"/>
                        <a:pt x="137723" y="76932"/>
                        <a:pt x="137723" y="69492"/>
                      </a:cubicBezTo>
                      <a:cubicBezTo>
                        <a:pt x="137723" y="34419"/>
                        <a:pt x="118545" y="55"/>
                        <a:pt x="74151" y="55"/>
                      </a:cubicBezTo>
                      <a:cubicBezTo>
                        <a:pt x="32954" y="55"/>
                        <a:pt x="280" y="36545"/>
                        <a:pt x="280" y="80829"/>
                      </a:cubicBezTo>
                      <a:cubicBezTo>
                        <a:pt x="280" y="128301"/>
                        <a:pt x="37571" y="162666"/>
                        <a:pt x="78413" y="162666"/>
                      </a:cubicBezTo>
                      <a:cubicBezTo>
                        <a:pt x="121741" y="162666"/>
                        <a:pt x="137723" y="123341"/>
                        <a:pt x="137723" y="116610"/>
                      </a:cubicBezTo>
                      <a:cubicBezTo>
                        <a:pt x="137723" y="113068"/>
                        <a:pt x="134881" y="112359"/>
                        <a:pt x="133106" y="112359"/>
                      </a:cubicBezTo>
                      <a:cubicBezTo>
                        <a:pt x="129909" y="112359"/>
                        <a:pt x="129199" y="114485"/>
                        <a:pt x="128489" y="117319"/>
                      </a:cubicBezTo>
                      <a:cubicBezTo>
                        <a:pt x="116058" y="153809"/>
                        <a:pt x="84095" y="153809"/>
                        <a:pt x="80544" y="153809"/>
                      </a:cubicBezTo>
                      <a:cubicBezTo>
                        <a:pt x="62786" y="153809"/>
                        <a:pt x="48580" y="143181"/>
                        <a:pt x="40412" y="130073"/>
                      </a:cubicBezTo>
                      <a:cubicBezTo>
                        <a:pt x="29757" y="113068"/>
                        <a:pt x="29757" y="89686"/>
                        <a:pt x="29757" y="76932"/>
                      </a:cubicBezTo>
                      <a:close/>
                    </a:path>
                  </a:pathLst>
                </a:custGeom>
                <a:grpFill/>
                <a:ln w="3556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26355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54DEB-87B1-FAF1-F182-B0FBAEFE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8376-43A2-E6FB-2909-1A1CD30BA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9" y="2766217"/>
            <a:ext cx="6858001" cy="1325563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317B39-74FB-AD8C-9DA6-60861F2BCF98}"/>
              </a:ext>
            </a:extLst>
          </p:cNvPr>
          <p:cNvSpPr txBox="1"/>
          <p:nvPr/>
        </p:nvSpPr>
        <p:spPr>
          <a:xfrm>
            <a:off x="1750233" y="154982"/>
            <a:ext cx="6553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Pros and Cons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CD9123-E52B-0E2D-D9A5-A0B7E636A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867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0B81D9-E6B4-3E02-942B-BA0548901580}"/>
              </a:ext>
            </a:extLst>
          </p:cNvPr>
          <p:cNvGrpSpPr/>
          <p:nvPr/>
        </p:nvGrpSpPr>
        <p:grpSpPr>
          <a:xfrm>
            <a:off x="2247254" y="1084881"/>
            <a:ext cx="9218908" cy="5548394"/>
            <a:chOff x="2247254" y="1084881"/>
            <a:chExt cx="9218908" cy="554839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E8E0B13-2938-A0A9-CAC2-0FB345718826}"/>
                </a:ext>
              </a:extLst>
            </p:cNvPr>
            <p:cNvGrpSpPr/>
            <p:nvPr/>
          </p:nvGrpSpPr>
          <p:grpSpPr>
            <a:xfrm>
              <a:off x="2247254" y="1084881"/>
              <a:ext cx="4308529" cy="5548394"/>
              <a:chOff x="2247254" y="1084881"/>
              <a:chExt cx="4308529" cy="5548394"/>
            </a:xfrm>
          </p:grpSpPr>
          <p:sp>
            <p:nvSpPr>
              <p:cNvPr id="6" name="Rectangle: Top Corners Rounded 5">
                <a:extLst>
                  <a:ext uri="{FF2B5EF4-FFF2-40B4-BE49-F238E27FC236}">
                    <a16:creationId xmlns:a16="http://schemas.microsoft.com/office/drawing/2014/main" id="{7341EDF6-B1DD-5540-7584-9537C6D2DDE6}"/>
                  </a:ext>
                </a:extLst>
              </p:cNvPr>
              <p:cNvSpPr/>
              <p:nvPr/>
            </p:nvSpPr>
            <p:spPr>
              <a:xfrm>
                <a:off x="2247254" y="1084881"/>
                <a:ext cx="4308529" cy="5548394"/>
              </a:xfrm>
              <a:prstGeom prst="round2SameRect">
                <a:avLst>
                  <a:gd name="adj1" fmla="val 7674"/>
                  <a:gd name="adj2" fmla="val 0"/>
                </a:avLst>
              </a:prstGeom>
              <a:solidFill>
                <a:schemeClr val="accent1">
                  <a:lumMod val="50000"/>
                </a:scheme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Simplicity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Ease of Use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Ease to Program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Generic approach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Has Potential for fast convergence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Can be extended for higher dimensions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Can work for both real and complex data</a:t>
                </a:r>
              </a:p>
            </p:txBody>
          </p:sp>
          <p:sp>
            <p:nvSpPr>
              <p:cNvPr id="7" name="Rectangle: Top Corners Rounded 6">
                <a:extLst>
                  <a:ext uri="{FF2B5EF4-FFF2-40B4-BE49-F238E27FC236}">
                    <a16:creationId xmlns:a16="http://schemas.microsoft.com/office/drawing/2014/main" id="{768A542C-CEE2-4D25-BBF3-EC67ECE85913}"/>
                  </a:ext>
                </a:extLst>
              </p:cNvPr>
              <p:cNvSpPr/>
              <p:nvPr/>
            </p:nvSpPr>
            <p:spPr>
              <a:xfrm>
                <a:off x="2431942" y="1262911"/>
                <a:ext cx="3939153" cy="689876"/>
              </a:xfrm>
              <a:prstGeom prst="round2SameRect">
                <a:avLst>
                  <a:gd name="adj1" fmla="val 28665"/>
                  <a:gd name="adj2" fmla="val 0"/>
                </a:avLst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Merits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C2E10AC-299D-9598-32C3-A21C4F085EC3}"/>
                </a:ext>
              </a:extLst>
            </p:cNvPr>
            <p:cNvGrpSpPr/>
            <p:nvPr/>
          </p:nvGrpSpPr>
          <p:grpSpPr>
            <a:xfrm>
              <a:off x="7157633" y="1084881"/>
              <a:ext cx="4308529" cy="5548394"/>
              <a:chOff x="7157633" y="1084881"/>
              <a:chExt cx="4308529" cy="5548394"/>
            </a:xfrm>
          </p:grpSpPr>
          <p:sp>
            <p:nvSpPr>
              <p:cNvPr id="8" name="Rectangle: Top Corners Rounded 7">
                <a:extLst>
                  <a:ext uri="{FF2B5EF4-FFF2-40B4-BE49-F238E27FC236}">
                    <a16:creationId xmlns:a16="http://schemas.microsoft.com/office/drawing/2014/main" id="{73D5677F-105C-3378-0DE4-DF2A37A52551}"/>
                  </a:ext>
                </a:extLst>
              </p:cNvPr>
              <p:cNvSpPr/>
              <p:nvPr/>
            </p:nvSpPr>
            <p:spPr>
              <a:xfrm>
                <a:off x="7157633" y="1084881"/>
                <a:ext cx="4308529" cy="5548394"/>
              </a:xfrm>
              <a:prstGeom prst="round2SameRect">
                <a:avLst>
                  <a:gd name="adj1" fmla="val 7674"/>
                  <a:gd name="adj2" fmla="val 0"/>
                </a:avLst>
              </a:prstGeom>
              <a:solidFill>
                <a:srgbClr val="451C07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Convergence not guaranteed for all cases.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Competing methods do have faster convergence!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May not converge to root “closest” to the initial guess.</a:t>
                </a:r>
              </a:p>
            </p:txBody>
          </p:sp>
          <p:sp>
            <p:nvSpPr>
              <p:cNvPr id="9" name="Rectangle: Top Corners Rounded 8">
                <a:extLst>
                  <a:ext uri="{FF2B5EF4-FFF2-40B4-BE49-F238E27FC236}">
                    <a16:creationId xmlns:a16="http://schemas.microsoft.com/office/drawing/2014/main" id="{BE437967-6938-81C8-E101-4F35FE18B527}"/>
                  </a:ext>
                </a:extLst>
              </p:cNvPr>
              <p:cNvSpPr/>
              <p:nvPr/>
            </p:nvSpPr>
            <p:spPr>
              <a:xfrm>
                <a:off x="7342321" y="1262911"/>
                <a:ext cx="3939153" cy="689876"/>
              </a:xfrm>
              <a:prstGeom prst="round2SameRect">
                <a:avLst>
                  <a:gd name="adj1" fmla="val 28665"/>
                  <a:gd name="adj2" fmla="val 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De-Merits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11645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.03515"/>
  <p:tag name="ORIGINALWIDTH" val="167.8202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^2-2x+3=0 \quad \Rightarrow \quad x = \underbrace{(x^2+3)/2}_{g(x)}&#10;\end{align*}&#10;%%}&#10;\end{document}"/>
  <p:tag name="IGUANATEXSIZE" val="28"/>
  <p:tag name="IGUANATEXCURSOR" val="3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167.3683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_{i+1} = g(x_{i}); \quad \text{Error: } \,\, &#10;\epsilon_i = |x_{i+1}-x_i|&#10;\end{align*}&#10;%%}&#10;\end{document}"/>
  <p:tag name="IGUANATEXSIZE" val="28"/>
  <p:tag name="IGUANATEXCURSOR" val="3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95405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_{i+1} = g(x_{i}); \quad \text{Error: } \,\, &#10;\epsilon_i = |x_{i+1}-x_i|&#10;\end{align*}&#10;%%}&#10;\end{document}"/>
  <p:tag name="IGUANATEXSIZE" val="28"/>
  <p:tag name="IGUANATEXCURSOR" val="3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4"/>
  <p:tag name="ORIGINALWIDTH" val="2.109927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122"/>
  <p:tag name="ORIGINALWIDTH" val="5.125141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4848"/>
  <p:tag name="ORIGINALWIDTH" val="2.534702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72975"/>
  <p:tag name="ORIGINALWIDTH" val="6.615354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84674"/>
  <p:tag name="ORIGINALWIDTH" val="4.566085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2.307902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95405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4"/>
  <p:tag name="ORIGINALWIDTH" val="2.109927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2.307902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61249"/>
  <p:tag name="ORIGINALWIDTH" val="1.084308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5203"/>
  <p:tag name="ORIGINALWIDTH" val="6.157733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1"/>
  <p:tag name="ORIGINALWIDTH" val="3.342492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1"/>
  <p:tag name="ORIGINALWIDTH" val="3.342492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521"/>
  <p:tag name="ORIGINALWIDTH" val="4.406918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1"/>
  <p:tag name="ORIGINALWIDTH" val="3.342492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8653"/>
  <p:tag name="ORIGINALWIDTH" val="1.054471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3391"/>
  <p:tag name="ORIGINALWIDTH" val="3.272835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4"/>
  <p:tag name="ORIGINALWIDTH" val="2.109927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72975"/>
  <p:tag name="ORIGINALWIDTH" val="6.615354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0.3978909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95405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4"/>
  <p:tag name="ORIGINALWIDTH" val="2.109927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122"/>
  <p:tag name="ORIGINALWIDTH" val="5.125141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4848"/>
  <p:tag name="ORIGINALWIDTH" val="2.534702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85265"/>
  <p:tag name="ORIGINALWIDTH" val="6.07815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0225"/>
  <p:tag name="ORIGINALWIDTH" val="4.95405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4"/>
  <p:tag name="ORIGINALWIDTH" val="2.109927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13554"/>
  <p:tag name="ORIGINALWIDTH" val="0.3978909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9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^2-2x+3=0 \quad \Rightarrow \quad x = \underbrace{(x^2+3)/2}_{g(x)}&#10;\end{align*}&#10;%%}&#10;\end{document}"/>
  <p:tag name="IGUANATEXSIZE" val="28"/>
  <p:tag name="IGUANATEXCURSOR" val="3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24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87148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975084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9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2514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34477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4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94263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79443"/>
  <p:tag name="ORIGINALWIDTH" val="8.846822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9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2514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1305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61389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82424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6.62514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4275"/>
  <p:tag name="ORIGINALWIDTH" val="4.134477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11333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3.87545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975084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21907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72"/>
  <p:tag name="ORIGINALWIDTH" val="13.54977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21907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21907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95472"/>
  <p:tag name="ORIGINALWIDTH" val="13.54977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27503"/>
  <p:tag name="ORIGINALWIDTH" val="4.821907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116"/>
  <p:tag name="ORIGINALWIDTH" val="3.438104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73"/>
  <p:tag name="ORIGINALWIDTH" val="1.813189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145191"/>
  <p:tag name="ORIGINALWIDTH" val="3.73099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6873"/>
  <p:tag name="ORIGINALWIDTH" val="1.806215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34364"/>
  <p:tag name="ORIGINALWIDTH" val="55.16131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 = 0.564879&#10;\end{align*}&#10;%%}&#10;\end{document}"/>
  <p:tag name="IGUANATEXSIZE" val="28"/>
  <p:tag name="IGUANATEXCURSOR" val="32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194"/>
  <p:tag name="ORIGINALWIDTH" val="4.896091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 = 0.564879&#10;\end{align*}&#10;%%}&#10;\end{document}"/>
  <p:tag name="IGUANATEXSIZE" val="28"/>
  <p:tag name="IGUANATEXCURSOR" val="32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622638"/>
  <p:tag name="ORIGINALWIDTH" val="6.537964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1108"/>
  <p:tag name="ORIGINALWIDTH" val="4.13906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8802"/>
  <p:tag name="ORIGINALWIDTH" val="1.042126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1108"/>
  <p:tag name="ORIGINALWIDTH" val="3.922779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1108"/>
  <p:tag name="ORIGINALWIDTH" val="4.08009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87795"/>
  <p:tag name="ORIGINALWIDTH" val="4.355371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1108"/>
  <p:tag name="ORIGINALWIDTH" val="4.08009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23144"/>
  <p:tag name="ORIGINALWIDTH" val="4.217717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1108"/>
  <p:tag name="ORIGINALWIDTH" val="4.08009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66338"/>
  <p:tag name="ORIGINALWIDTH" val="74.4597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\text{Will converge}&#10;\end{align*}&#10;%%}&#10;\end{document}"/>
  <p:tag name="IGUANATEXSIZE" val="28"/>
  <p:tag name="IGUANATEXCURSOR" val="35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75928"/>
  <p:tag name="ORIGINALWIDTH" val="100.4446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\text{Will NOT converge}&#10;\end{align*}&#10;%%}&#10;\end{document}"/>
  <p:tag name="IGUANATEXSIZE" val="28"/>
  <p:tag name="IGUANATEXCURSOR" val="34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79443"/>
  <p:tag name="ORIGINALWIDTH" val="8.868701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\text{Will NOT converge}&#10;\end{align*}&#10;%%}&#10;\end{document}"/>
  <p:tag name="IGUANATEXSIZE" val="28"/>
  <p:tag name="IGUANATEXCURSOR" val="34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9.897412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7261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7154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7154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4471"/>
  <p:tag name="ORIGINALWIDTH" val="6.821316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42829"/>
  <p:tag name="ORIGINALWIDTH" val="6.641536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44685"/>
  <p:tag name="ORIGINALWIDTH" val="6.481749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05146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24354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23594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4.883774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65073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55709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354"/>
  <p:tag name="ORIGINALWIDTH" val="4.564173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65073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79443"/>
  <p:tag name="ORIGINALWIDTH" val="8.846823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\text{Will converge}&#10;\end{align*}&#10;%%}&#10;\end{document}"/>
  <p:tag name="IGUANATEXSIZE" val="28"/>
  <p:tag name="IGUANATEXCURSOR" val="35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"/>
  <p:tag name="ORIGINALWIDTH" val="9.872975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4989"/>
  <p:tag name="ORIGINALWIDTH" val="2.132002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1699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211699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795754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413442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5.011192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4.87171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554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3487"/>
  <p:tag name="ORIGINALWIDTH" val="3.347441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354"/>
  <p:tag name="ORIGINALWIDTH" val="4.552925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3.85554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49013"/>
  <p:tag name="ORIGINALWIDTH" val="160.338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|g_1'(1.618)| = 1/(1.618)^2 = 0.3819 &lt; 1&#10;\end{align*}&#10;%%}&#10;\end{document}"/>
  <p:tag name="IGUANATEXSIZE" val="28"/>
  <p:tag name="IGUANATEXCURSOR" val="35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49013"/>
  <p:tag name="ORIGINALWIDTH" val="172.514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|g_2'(1.618)| = 1/(1.618-1)^2 = 2.618 &gt; 1&#10;\end{align*}&#10;%%}&#10;\end{document}"/>
  <p:tag name="IGUANATEXSIZE" val="28"/>
  <p:tag name="IGUANATEXCURSOR" val="35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0.3979192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|g_2'(1.618)| = 1/(1.618-1)^2 = 2.618 &gt; 1&#10;\end{align*}&#10;%%}&#10;\end{document}"/>
  <p:tag name="IGUANATEXSIZE" val="28"/>
  <p:tag name="IGUANATEXCURSOR" val="35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3"/>
  <p:tag name="ORIGINALWIDTH" val="4.566313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94545"/>
  <p:tag name="ORIGINALWIDTH" val="1.74792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3.078011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08016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96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0034"/>
  <p:tag name="ORIGINALWIDTH" val="1.054528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574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96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574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08016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0.3979192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4"/>
  <p:tag name="ORIGINALWIDTH" val="6.615667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96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3.869912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08016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96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0034"/>
  <p:tag name="ORIGINALWIDTH" val="1.054528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574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96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574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75365"/>
  <p:tag name="ORIGINALWIDTH" val="6.078463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96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08016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3.078011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4"/>
  <p:tag name="ORIGINALWIDTH" val="6.615667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969406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0034"/>
  <p:tag name="ORIGINALWIDTH" val="1.054528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574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96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574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09646"/>
  <p:tag name="ORIGINALWIDTH" val="6.078463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96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0.3978911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|g_1'(1.618)| = 1/(1.618)^2 = 0.3819 &lt; 1&#10;\end{align*}&#10;%%}&#10;\end{document}"/>
  <p:tag name="IGUANATEXSIZE" val="28"/>
  <p:tag name="IGUANATEXCURSOR" val="35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3"/>
  <p:tag name="ORIGINALWIDTH" val="4.565835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94545"/>
  <p:tag name="ORIGINALWIDTH" val="1.747751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2.534563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07763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623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0034"/>
  <p:tag name="ORIGINALWIDTH" val="1.054416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152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623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152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07763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0.3978911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4"/>
  <p:tag name="ORIGINALWIDTH" val="6.614992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623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3.869518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07763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623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0034"/>
  <p:tag name="ORIGINALWIDTH" val="1.054416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152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623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152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07763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3.077701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4"/>
  <p:tag name="ORIGINALWIDTH" val="6.614992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87826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0034"/>
  <p:tag name="ORIGINALWIDTH" val="1.054416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152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152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623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10067"/>
  <p:tag name="ORIGINALWIDTH" val="4.128152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09646"/>
  <p:tag name="ORIGINALWIDTH" val="6.077815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2623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49013"/>
  <p:tag name="ORIGINALWIDTH" val="76.41069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|g_1'(x)| = 1/x^2&#10;\end{align*}&#10;%%}&#10;\end{document}"/>
  <p:tag name="IGUANATEXSIZE" val="28"/>
  <p:tag name="IGUANATEXCURSOR" val="3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49013"/>
  <p:tag name="ORIGINALWIDTH" val="101.07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|g_2'(x)| = 1/(x-1)^2&#10;\end{align*}&#10;%%}&#10;\end{document}"/>
  <p:tag name="IGUANATEXSIZE" val="28"/>
  <p:tag name="IGUANATEXCURSOR" val="35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03965"/>
  <p:tag name="ORIGINALWIDTH" val="8.846823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|g_2'(x)| = 1/(x-1)^2&#10;\end{align*}&#10;%%}&#10;\end{document}"/>
  <p:tag name="IGUANATEXSIZE" val="28"/>
  <p:tag name="IGUANATEXCURSOR" val="35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0.3984815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3"/>
  <p:tag name="ORIGINALWIDTH" val="4.572834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94545"/>
  <p:tag name="ORIGINALWIDTH" val="1.750422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3.082424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11305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61389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11333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0.3984815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4"/>
  <p:tag name="ORIGINALWIDTH" val="6.625141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7655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3.87545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11305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61389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75365"/>
  <p:tag name="ORIGINALWIDTH" val="6.087149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87655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11333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3.082424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03965"/>
  <p:tag name="ORIGINALWIDTH" val="8.875534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\Rightarrow \,\, |g_1'(x)| = 1/x^2&#10;\end{align*}&#10;%%}&#10;\end{document}"/>
  <p:tag name="IGUANATEXSIZE" val="28"/>
  <p:tag name="IGUANATEXCURSOR" val="3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0.3997751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92323"/>
  <p:tag name="ORIGINALWIDTH" val="4.587683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94545"/>
  <p:tag name="ORIGINALWIDTH" val="1.756102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2.54671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18813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77475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2.318813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0.3997751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84224"/>
  <p:tag name="ORIGINALWIDTH" val="6.646654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911"/>
  <p:tag name="ORIGINALWIDTH" val="3.298341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8906"/>
  <p:tag name="ORIGINALWIDTH" val="3.888048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5635"/>
  <p:tag name="ORIGINALWIDTH" val="4.977475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5855"/>
  <p:tag name="ORIGINALWIDTH" val="3.092436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42604"/>
  <p:tag name="ORIGINALWIDTH" val="85.54008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^2-x-1=0\quad \Rightarrow&#10;\end{align*}&#10;%%}&#10;\end{document}"/>
  <p:tag name="IGUANATEXSIZE" val="28"/>
  <p:tag name="IGUANATEXCURSOR" val="34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57236"/>
  <p:tag name="ORIGINALWIDTH" val="78.43401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=g_1(x)=1+\frac{1}{x}&#10;\end{align*}&#10;%%}&#10;\end{document}"/>
  <p:tag name="IGUANATEXSIZE" val="28"/>
  <p:tag name="IGUANATEXCURSOR" val="33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31836"/>
  <p:tag name="ORIGINALWIDTH" val="78.43397"/>
  <p:tag name="OUTPUTTYPE" val="SVG"/>
  <p:tag name="IGUANATEXVERSION" val="160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 = g_2(x) = \frac{1}{x-1}&#10;\end{align*}&#10;%%}&#10;\end{document}"/>
  <p:tag name="IGUANATEXSIZE" val="28"/>
  <p:tag name="IGUANATEXCURSOR" val="34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45669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 = g_2(x) = \frac{1}{x-1}&#10;\end{align*}&#10;%%}&#10;\end{document}"/>
  <p:tag name="IGUANATEXSIZE" val="28"/>
  <p:tag name="IGUANATEXCURSOR" val="34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0419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81"/>
  <p:tag name="ORIGINALWIDTH" val="4.558352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30624"/>
  <p:tag name="ORIGINALWIDTH" val="3.072666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3993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45669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62627"/>
  <p:tag name="ORIGINALWIDTH" val="2.303993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3"/>
  <p:tag name="ORIGINALWIDTH" val="6.60419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7725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22.77939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49"/>
  <p:tag name="ORIGINALWIDTH" val="4.945669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4815"/>
  <p:tag name="ORIGINALWIDTH" val="6.067885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096"/>
  <p:tag name="ORIGINALWIDTH" val="3.27725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9489"/>
  <p:tag name="ORIGINALWIDTH" val="4.945669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=g_1(x)=1+\frac{1}{x}&#10;\end{align*}&#10;%%}&#10;\end{document}"/>
  <p:tag name="IGUANATEXSIZE" val="28"/>
  <p:tag name="IGUANATEXCURSOR" val="33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60377"/>
  <p:tag name="ORIGINALWIDTH" val="6.60419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26378"/>
  <p:tag name="ORIGINALWIDTH" val="4.558352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88498"/>
  <p:tag name="ORIGINALWIDTH" val="2.530427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8715"/>
  <p:tag name="ORIGINALWIDTH" val="2.303993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9489"/>
  <p:tag name="ORIGINALWIDTH" val="4.945669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8715"/>
  <p:tag name="ORIGINALWIDTH" val="2.303993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60377"/>
  <p:tag name="ORIGINALWIDTH" val="6.60419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8054"/>
  <p:tag name="ORIGINALWIDTH" val="3.27725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8054"/>
  <p:tag name="ORIGINALWIDTH" val="6.60419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8054"/>
  <p:tag name="ORIGINALWIDTH" val="3.27725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459"/>
  <p:tag name="ORIGINALWIDTH" val="5.6759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9489"/>
  <p:tag name="ORIGINALWIDTH" val="4.945669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45"/>
  <p:tag name="ORIGINALWIDTH" val="4.975816"/>
  <p:tag name="LATEXADDIN" val="\documentclass{article}&#10;\usepackage{amsmath}&#10;\pagestyle{empty}&#10;%\usepackage[version=4]{mhchem}&#10;%\usepackage[textwidth=5cm,textheight=5cm]{geometry}&#10;\usepackage[textwidth=8.2cm]{geometry}&#10;%\newcommand{\dbar}{d%\hspace*{-0.08em}\bar{}\hspace*{0.1em}}&#10;\usepackage{xcolor}&#10;\begin{document}&#10; \color{black}{&#10;\begin{align*}&#10;x^2-x-1=0\quad \Rightarrow&#10;\end{align*}&#10;%%}&#10;\end{document}"/>
  <p:tag name="IGUANATEXSIZE" val="28"/>
  <p:tag name="IGUANATEXCURSOR" val="34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6508"/>
  <p:tag name="ORIGINALWIDTH" val="3.091395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316929"/>
  <p:tag name="ORIGINALWIDTH" val="6.104866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45"/>
  <p:tag name="ORIGINALWIDTH" val="4.975816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316929"/>
  <p:tag name="ORIGINALWIDTH" val="6.104866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88021"/>
  <p:tag name="ORIGINALWIDTH" val="3.297216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525506"/>
  <p:tag name="ORIGINALWIDTH" val="6.644404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425478"/>
  <p:tag name="ORIGINALWIDTH" val="4.20644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36052"/>
  <p:tag name="ORIGINALWIDTH" val="8.872526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390</Words>
  <Application>Microsoft Office PowerPoint</Application>
  <PresentationFormat>Widescreen</PresentationFormat>
  <Paragraphs>96</Paragraphs>
  <Slides>13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Cascadia Code SemiBold</vt:lpstr>
      <vt:lpstr>Office Theme</vt:lpstr>
      <vt:lpstr>Root-Finding: Fixed Point Iterations</vt:lpstr>
      <vt:lpstr>Introduction</vt:lpstr>
      <vt:lpstr>Introduction</vt:lpstr>
      <vt:lpstr>Introduction</vt:lpstr>
      <vt:lpstr>Introduction</vt:lpstr>
      <vt:lpstr>Python Code…</vt:lpstr>
      <vt:lpstr>Fixed Point:  Python Code</vt:lpstr>
      <vt:lpstr>Introduction</vt:lpstr>
      <vt:lpstr>Cobweb Diagrams</vt:lpstr>
      <vt:lpstr>Introduction</vt:lpstr>
      <vt:lpstr>Introduction</vt:lpstr>
      <vt:lpstr>Introduction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Root-Finding: Fixed Point Iterations</dc:title>
  <dc:creator>houseCi7</dc:creator>
  <cp:lastModifiedBy>bsphy2241</cp:lastModifiedBy>
  <cp:revision>19</cp:revision>
  <dcterms:created xsi:type="dcterms:W3CDTF">2024-09-16T14:00:31Z</dcterms:created>
  <dcterms:modified xsi:type="dcterms:W3CDTF">2025-11-05T11:48:11Z</dcterms:modified>
</cp:coreProperties>
</file>