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1F57-5CA7-47D2-8BAF-459162849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2DDFF-48BF-4F38-A5AA-939252CFE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FD01-FFC4-4CE6-889A-0599F54C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09132-0576-4B7D-88B4-0E70DE2C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FBD82-D4C7-435E-934C-4FBB9F23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1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C241-4143-43FA-8782-0CF6B9EB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8E1A-1C4E-46B8-9DA3-23A2556B0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6263B-2BA1-4A2A-B8AF-47DD5F4C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68DC-DEC4-46CA-A337-B2421074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7624F-C8BC-481F-AF3C-74CA4AA7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0C3E-AE2F-4745-A88D-BB75BA2E2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04F06-FD90-4299-9D5A-3D318C66F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A01BC-84A5-42AF-B4EA-076E1B06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A919-3C95-4D0E-A5F7-F8AEEC1F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DCA2-94B5-4B3D-BE70-FA80BB10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0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3C98-55FC-47AC-A33D-AF2DE50A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8BFF-4BCC-4EEA-B0DB-576078213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BC87E-26B2-4A13-AACA-3D605A513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C4E77-00C2-4E18-801D-E0862667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A9960-69B1-409C-8852-FF74D1AC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DA285-069E-474D-9CA4-E7357FFE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D133-A123-4700-BD44-00EC38AC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5A761-FF0A-467C-B04A-1DF049810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6614F-B72B-44DD-B098-A568FDCFE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23E1F-9E88-4604-8FF4-19C3DD4E4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71F18-C34A-48E7-9A1D-DFC9C7254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7FC9D-5638-4C63-B360-B7B612F3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98408-6520-4470-9433-5DD7A6C9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4F709-5C60-493A-AC76-EC9535DD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5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F419-1E92-4694-9B01-D5E255B0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4618B-2771-4462-B7C2-0D7657C6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BF6C4-0AA3-41D1-BFB2-12FE5875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9586C-A8E4-4EF9-AC70-E33D16D7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AA6D2-D978-40D0-8BED-3CEA6B16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E75E4-72ED-46AA-A6E8-B43263DD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845D9-765A-45F1-A484-63AE0A26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2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5D2C-6D1E-49C3-92AF-50400649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FDC8-6718-45CD-9387-49876FA12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F2348-C57B-4B7F-BEA1-677A69160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66E99-14E4-4DD0-BD03-425318C5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A387-8192-4CA9-A262-A8E070F9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118E7-13C5-4E5F-9C10-A2DEFB58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9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3B18-96B9-4F5E-B64F-6746B5C7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31C81-435E-4910-AB28-43524598B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CC555-57FC-40F5-B51A-6BE4159E7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AF88A-1213-4529-8543-E96F0061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839E4-C74C-4F51-AFA6-0A8629CB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6EF08-DCCF-4C10-9F3D-FB6BB34E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2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5842-7C96-4C6C-AB74-433C6592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1DFBE-3E0D-4480-9F06-3E79D203E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424D1-C88F-4E2B-85A5-A724B5AA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FA71-3E86-4F4B-9A03-CDEB468E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3FB2-6DD3-461C-8137-34A11E0A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4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766620-6853-4CCD-9957-FFB98F46D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7DA33-B8B1-48DF-B4F8-0DC7EE3CB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BE49-2A1B-49AE-B360-ECFB967C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2557-AAA3-4175-B802-BA7546CF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3B64E-F742-40F7-A07F-A3840BD9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0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EB78E-B23B-4DC2-92C5-A04D76D6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19BAC-2285-4DD5-9E19-347A90CB8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2F598-799A-4CC7-872A-251A16244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62CA6-82BB-427B-B72A-0D553E70F6B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6DED-100C-4E2A-82D4-0EBCC1512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717E-B2BA-44F8-B914-C251E0DD7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C8A99-AED8-4422-987D-9056630E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3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3F914-B3A4-4CF3-9F2D-75270538FAEC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dirty="0"/>
                  <a:t>Newton Raphson’s Method</a:t>
                </a:r>
                <a:br>
                  <a:rPr lang="en-US" dirty="0"/>
                </a:br>
                <a:r>
                  <a:rPr lang="en-US" dirty="0"/>
                  <a:t>for solution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3F914-B3A4-4CF3-9F2D-75270538F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l="-400" r="-467" b="-1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FA87D675-B44A-4C39-8CF2-AFFF2B17A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015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D3E9-5FFA-44A1-B3C3-7B1D6E8B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CE494-9F39-43DE-851E-80EBD62B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718"/>
            <a:ext cx="10515600" cy="4581245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The </a:t>
            </a:r>
            <a:r>
              <a:rPr lang="en-US" b="1" i="0" dirty="0">
                <a:effectLst/>
                <a:latin typeface="Roboto" panose="02000000000000000000" pitchFamily="2" charset="0"/>
              </a:rPr>
              <a:t>Newton Raphson Method</a:t>
            </a:r>
            <a:r>
              <a:rPr lang="en-US" b="0" i="0" dirty="0">
                <a:effectLst/>
                <a:latin typeface="Roboto" panose="02000000000000000000" pitchFamily="2" charset="0"/>
              </a:rPr>
              <a:t> is referred to as one of the most commonly used techniques for finding the roots of given equations. 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It can be efficiently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generalised</a:t>
            </a:r>
            <a:r>
              <a:rPr lang="en-US" b="0" i="0" dirty="0">
                <a:effectLst/>
                <a:latin typeface="Roboto" panose="02000000000000000000" pitchFamily="2" charset="0"/>
              </a:rPr>
              <a:t> to find solutions to a system of equations. 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Moreover, we can show that when we approach the root, the method is quadratically convergent. 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Here, you will learn how to use the Newton Raphson method to find the roots or solutions of a given equation, and the geometric interpretation of this method.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69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C2BA-FAD3-42F3-A626-8A6BB3A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</p:spPr>
        <p:txBody>
          <a:bodyPr/>
          <a:lstStyle/>
          <a:p>
            <a:r>
              <a:rPr lang="en-US" dirty="0"/>
              <a:t>Newton’s method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BF70DC-F7FB-4875-B19E-25BE241C7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10515600" cy="424030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solution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dirty="0"/>
                  <a:t> we will perform iterations. At k</a:t>
                </a:r>
                <a:r>
                  <a:rPr lang="en-US" baseline="30000" dirty="0"/>
                  <a:t>th</a:t>
                </a:r>
                <a:r>
                  <a:rPr lang="en-US" dirty="0"/>
                  <a:t> such iteration, let us say, we are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expand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Taylor’s Expansion: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𝑠𝑢𝑝𝑝𝑜𝑠𝑒𝑑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𝑣𝑎𝑛𝑖𝑠h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𝑑𝑓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We ignore 2</a:t>
                </a:r>
                <a:r>
                  <a:rPr lang="en-US" baseline="30000" dirty="0"/>
                  <a:t>nd</a:t>
                </a:r>
                <a:r>
                  <a:rPr lang="en-US" dirty="0"/>
                  <a:t> and higher order terms, and assume that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the function vanishes (at the convergence point, this is certainly true),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BF70DC-F7FB-4875-B19E-25BE241C7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10515600" cy="4240306"/>
              </a:xfrm>
              <a:blipFill>
                <a:blip r:embed="rId3"/>
                <a:stretch>
                  <a:fillRect l="-1043" t="-3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\documentclass{article}&#10;\usepackage{amsmath,amsfonts,amssymb,xcolor,mathptmx}&#10;\usepackage{times}&#10;\usepackage{mathptmx}&#10;\pagestyle{empty}&#10;\begin{document}&#10;$$&#10;x_{k+1} = x_{k} - \left(&#10;\frac{f(x_k)}{f'(x_k)}&#10;\right)&#10;$$&#10;\end{document}" title="IguanaTex Bitmap Display">
            <a:extLst>
              <a:ext uri="{FF2B5EF4-FFF2-40B4-BE49-F238E27FC236}">
                <a16:creationId xmlns:a16="http://schemas.microsoft.com/office/drawing/2014/main" id="{9E320CC7-AE9B-4F31-9680-4AA6822D64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364" y="5555419"/>
            <a:ext cx="3138560" cy="8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rgbClr val="FF000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D664E9-B6A7-42EF-BD8E-D68709053B7B}"/>
              </a:ext>
            </a:extLst>
          </p:cNvPr>
          <p:cNvSpPr txBox="1"/>
          <p:nvPr/>
        </p:nvSpPr>
        <p:spPr>
          <a:xfrm>
            <a:off x="7924800" y="579298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Newton’s Formula</a:t>
            </a:r>
          </a:p>
        </p:txBody>
      </p:sp>
    </p:spTree>
    <p:extLst>
      <p:ext uri="{BB962C8B-B14F-4D97-AF65-F5344CB8AC3E}">
        <p14:creationId xmlns:p14="http://schemas.microsoft.com/office/powerpoint/2010/main" val="62136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5C2F-FD80-4288-9A25-ABC645B4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26A8-A147-4D25-B208-5A768DF2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376" cy="434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AF679-D50B-42AF-99F2-5C9A2DF21078}"/>
              </a:ext>
            </a:extLst>
          </p:cNvPr>
          <p:cNvSpPr/>
          <p:nvPr/>
        </p:nvSpPr>
        <p:spPr>
          <a:xfrm>
            <a:off x="1810871" y="690282"/>
            <a:ext cx="9628094" cy="55132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F0B198-3A1F-4B34-A200-32B7F9B97B5F}"/>
              </a:ext>
            </a:extLst>
          </p:cNvPr>
          <p:cNvCxnSpPr>
            <a:cxnSpLocks/>
          </p:cNvCxnSpPr>
          <p:nvPr/>
        </p:nvCxnSpPr>
        <p:spPr>
          <a:xfrm>
            <a:off x="1810871" y="4338917"/>
            <a:ext cx="8812305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1AF9D3-F95F-46A6-A035-C29C39CDD06C}"/>
              </a:ext>
            </a:extLst>
          </p:cNvPr>
          <p:cNvCxnSpPr>
            <a:cxnSpLocks/>
          </p:cNvCxnSpPr>
          <p:nvPr/>
        </p:nvCxnSpPr>
        <p:spPr>
          <a:xfrm>
            <a:off x="2707342" y="690282"/>
            <a:ext cx="0" cy="55132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8F5486-37AE-460B-9813-C102DB047F3F}"/>
              </a:ext>
            </a:extLst>
          </p:cNvPr>
          <p:cNvSpPr/>
          <p:nvPr/>
        </p:nvSpPr>
        <p:spPr>
          <a:xfrm>
            <a:off x="2680192" y="707041"/>
            <a:ext cx="4239495" cy="5264143"/>
          </a:xfrm>
          <a:custGeom>
            <a:avLst/>
            <a:gdLst>
              <a:gd name="connsiteX0" fmla="*/ 0 w 5943600"/>
              <a:gd name="connsiteY0" fmla="*/ 5337490 h 5357980"/>
              <a:gd name="connsiteX1" fmla="*/ 1111624 w 5943600"/>
              <a:gd name="connsiteY1" fmla="*/ 5005796 h 5357980"/>
              <a:gd name="connsiteX2" fmla="*/ 2886636 w 5943600"/>
              <a:gd name="connsiteY2" fmla="*/ 2917019 h 5357980"/>
              <a:gd name="connsiteX3" fmla="*/ 4814048 w 5943600"/>
              <a:gd name="connsiteY3" fmla="*/ 487584 h 5357980"/>
              <a:gd name="connsiteX4" fmla="*/ 5943600 w 5943600"/>
              <a:gd name="connsiteY4" fmla="*/ 30384 h 5357980"/>
              <a:gd name="connsiteX0" fmla="*/ 0 w 5943600"/>
              <a:gd name="connsiteY0" fmla="*/ 5318589 h 5339079"/>
              <a:gd name="connsiteX1" fmla="*/ 1111624 w 5943600"/>
              <a:gd name="connsiteY1" fmla="*/ 4986895 h 5339079"/>
              <a:gd name="connsiteX2" fmla="*/ 2886636 w 5943600"/>
              <a:gd name="connsiteY2" fmla="*/ 2898118 h 5339079"/>
              <a:gd name="connsiteX3" fmla="*/ 4912660 w 5943600"/>
              <a:gd name="connsiteY3" fmla="*/ 766205 h 5339079"/>
              <a:gd name="connsiteX4" fmla="*/ 5943600 w 5943600"/>
              <a:gd name="connsiteY4" fmla="*/ 11483 h 5339079"/>
              <a:gd name="connsiteX0" fmla="*/ 0 w 5423647"/>
              <a:gd name="connsiteY0" fmla="*/ 5336171 h 5356661"/>
              <a:gd name="connsiteX1" fmla="*/ 1111624 w 5423647"/>
              <a:gd name="connsiteY1" fmla="*/ 5004477 h 5356661"/>
              <a:gd name="connsiteX2" fmla="*/ 2886636 w 5423647"/>
              <a:gd name="connsiteY2" fmla="*/ 2915700 h 5356661"/>
              <a:gd name="connsiteX3" fmla="*/ 4912660 w 5423647"/>
              <a:gd name="connsiteY3" fmla="*/ 783787 h 5356661"/>
              <a:gd name="connsiteX4" fmla="*/ 5423647 w 5423647"/>
              <a:gd name="connsiteY4" fmla="*/ 11033 h 5356661"/>
              <a:gd name="connsiteX0" fmla="*/ 0 w 5423647"/>
              <a:gd name="connsiteY0" fmla="*/ 5336171 h 5352610"/>
              <a:gd name="connsiteX1" fmla="*/ 1111624 w 5423647"/>
              <a:gd name="connsiteY1" fmla="*/ 5004477 h 5352610"/>
              <a:gd name="connsiteX2" fmla="*/ 3191436 w 5423647"/>
              <a:gd name="connsiteY2" fmla="*/ 3068970 h 5352610"/>
              <a:gd name="connsiteX3" fmla="*/ 4912660 w 5423647"/>
              <a:gd name="connsiteY3" fmla="*/ 783787 h 5352610"/>
              <a:gd name="connsiteX4" fmla="*/ 5423647 w 5423647"/>
              <a:gd name="connsiteY4" fmla="*/ 11033 h 5352610"/>
              <a:gd name="connsiteX0" fmla="*/ 0 w 5423647"/>
              <a:gd name="connsiteY0" fmla="*/ 5334509 h 5350948"/>
              <a:gd name="connsiteX1" fmla="*/ 1111624 w 5423647"/>
              <a:gd name="connsiteY1" fmla="*/ 5002815 h 5350948"/>
              <a:gd name="connsiteX2" fmla="*/ 3191436 w 5423647"/>
              <a:gd name="connsiteY2" fmla="*/ 3067308 h 5350948"/>
              <a:gd name="connsiteX3" fmla="*/ 4921625 w 5423647"/>
              <a:gd name="connsiteY3" fmla="*/ 863268 h 5350948"/>
              <a:gd name="connsiteX4" fmla="*/ 5423647 w 5423647"/>
              <a:gd name="connsiteY4" fmla="*/ 9371 h 5350948"/>
              <a:gd name="connsiteX0" fmla="*/ 0 w 5423647"/>
              <a:gd name="connsiteY0" fmla="*/ 5334509 h 5350948"/>
              <a:gd name="connsiteX1" fmla="*/ 1111624 w 5423647"/>
              <a:gd name="connsiteY1" fmla="*/ 5002815 h 5350948"/>
              <a:gd name="connsiteX2" fmla="*/ 3191436 w 5423647"/>
              <a:gd name="connsiteY2" fmla="*/ 3067308 h 5350948"/>
              <a:gd name="connsiteX3" fmla="*/ 4921625 w 5423647"/>
              <a:gd name="connsiteY3" fmla="*/ 863268 h 5350948"/>
              <a:gd name="connsiteX4" fmla="*/ 5423647 w 5423647"/>
              <a:gd name="connsiteY4" fmla="*/ 9371 h 5350948"/>
              <a:gd name="connsiteX0" fmla="*/ 0 w 5423647"/>
              <a:gd name="connsiteY0" fmla="*/ 5337482 h 5353921"/>
              <a:gd name="connsiteX1" fmla="*/ 1111624 w 5423647"/>
              <a:gd name="connsiteY1" fmla="*/ 5005788 h 5353921"/>
              <a:gd name="connsiteX2" fmla="*/ 3191436 w 5423647"/>
              <a:gd name="connsiteY2" fmla="*/ 3070281 h 5353921"/>
              <a:gd name="connsiteX3" fmla="*/ 4921625 w 5423647"/>
              <a:gd name="connsiteY3" fmla="*/ 866241 h 5353921"/>
              <a:gd name="connsiteX4" fmla="*/ 5423647 w 5423647"/>
              <a:gd name="connsiteY4" fmla="*/ 12344 h 5353921"/>
              <a:gd name="connsiteX0" fmla="*/ 0 w 5423647"/>
              <a:gd name="connsiteY0" fmla="*/ 5337482 h 5353921"/>
              <a:gd name="connsiteX1" fmla="*/ 1111624 w 5423647"/>
              <a:gd name="connsiteY1" fmla="*/ 5005788 h 5353921"/>
              <a:gd name="connsiteX2" fmla="*/ 3191436 w 5423647"/>
              <a:gd name="connsiteY2" fmla="*/ 3070281 h 5353921"/>
              <a:gd name="connsiteX3" fmla="*/ 4921625 w 5423647"/>
              <a:gd name="connsiteY3" fmla="*/ 866241 h 5353921"/>
              <a:gd name="connsiteX4" fmla="*/ 5423647 w 5423647"/>
              <a:gd name="connsiteY4" fmla="*/ 12344 h 5353921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514470"/>
              <a:gd name="connsiteY0" fmla="*/ 5542278 h 5558717"/>
              <a:gd name="connsiteX1" fmla="*/ 1111624 w 5514470"/>
              <a:gd name="connsiteY1" fmla="*/ 5210584 h 5558717"/>
              <a:gd name="connsiteX2" fmla="*/ 3191436 w 5514470"/>
              <a:gd name="connsiteY2" fmla="*/ 3275077 h 5558717"/>
              <a:gd name="connsiteX3" fmla="*/ 5414684 w 5514470"/>
              <a:gd name="connsiteY3" fmla="*/ 196502 h 5558717"/>
              <a:gd name="connsiteX4" fmla="*/ 5423647 w 5514470"/>
              <a:gd name="connsiteY4" fmla="*/ 217140 h 5558717"/>
              <a:gd name="connsiteX0" fmla="*/ 0 w 5455558"/>
              <a:gd name="connsiteY0" fmla="*/ 5542278 h 5558717"/>
              <a:gd name="connsiteX1" fmla="*/ 1111624 w 5455558"/>
              <a:gd name="connsiteY1" fmla="*/ 5210584 h 5558717"/>
              <a:gd name="connsiteX2" fmla="*/ 3191436 w 5455558"/>
              <a:gd name="connsiteY2" fmla="*/ 3275077 h 5558717"/>
              <a:gd name="connsiteX3" fmla="*/ 5414684 w 5455558"/>
              <a:gd name="connsiteY3" fmla="*/ 196502 h 5558717"/>
              <a:gd name="connsiteX4" fmla="*/ 4437529 w 5455558"/>
              <a:gd name="connsiteY4" fmla="*/ 217140 h 5558717"/>
              <a:gd name="connsiteX0" fmla="*/ 0 w 5514470"/>
              <a:gd name="connsiteY0" fmla="*/ 5544830 h 5561269"/>
              <a:gd name="connsiteX1" fmla="*/ 1111624 w 5514470"/>
              <a:gd name="connsiteY1" fmla="*/ 5213136 h 5561269"/>
              <a:gd name="connsiteX2" fmla="*/ 3191436 w 5514470"/>
              <a:gd name="connsiteY2" fmla="*/ 3277629 h 5561269"/>
              <a:gd name="connsiteX3" fmla="*/ 5414684 w 5514470"/>
              <a:gd name="connsiteY3" fmla="*/ 199054 h 5561269"/>
              <a:gd name="connsiteX4" fmla="*/ 5423646 w 5514470"/>
              <a:gd name="connsiteY4" fmla="*/ 201661 h 5561269"/>
              <a:gd name="connsiteX0" fmla="*/ 0 w 5465952"/>
              <a:gd name="connsiteY0" fmla="*/ 5539795 h 5556234"/>
              <a:gd name="connsiteX1" fmla="*/ 1111624 w 5465952"/>
              <a:gd name="connsiteY1" fmla="*/ 5208101 h 5556234"/>
              <a:gd name="connsiteX2" fmla="*/ 3191436 w 5465952"/>
              <a:gd name="connsiteY2" fmla="*/ 3272594 h 5556234"/>
              <a:gd name="connsiteX3" fmla="*/ 5414684 w 5465952"/>
              <a:gd name="connsiteY3" fmla="*/ 194019 h 5556234"/>
              <a:gd name="connsiteX4" fmla="*/ 4778187 w 5465952"/>
              <a:gd name="connsiteY4" fmla="*/ 232688 h 5556234"/>
              <a:gd name="connsiteX0" fmla="*/ 0 w 4869011"/>
              <a:gd name="connsiteY0" fmla="*/ 5508767 h 5525206"/>
              <a:gd name="connsiteX1" fmla="*/ 1111624 w 4869011"/>
              <a:gd name="connsiteY1" fmla="*/ 5177073 h 5525206"/>
              <a:gd name="connsiteX2" fmla="*/ 3191436 w 4869011"/>
              <a:gd name="connsiteY2" fmla="*/ 3241566 h 5525206"/>
              <a:gd name="connsiteX3" fmla="*/ 4769225 w 4869011"/>
              <a:gd name="connsiteY3" fmla="*/ 199055 h 5525206"/>
              <a:gd name="connsiteX4" fmla="*/ 4778187 w 4869011"/>
              <a:gd name="connsiteY4" fmla="*/ 201660 h 5525206"/>
              <a:gd name="connsiteX0" fmla="*/ 0 w 4869011"/>
              <a:gd name="connsiteY0" fmla="*/ 5508767 h 5525206"/>
              <a:gd name="connsiteX1" fmla="*/ 1111624 w 4869011"/>
              <a:gd name="connsiteY1" fmla="*/ 5177073 h 5525206"/>
              <a:gd name="connsiteX2" fmla="*/ 3191436 w 4869011"/>
              <a:gd name="connsiteY2" fmla="*/ 3241566 h 5525206"/>
              <a:gd name="connsiteX3" fmla="*/ 4769225 w 4869011"/>
              <a:gd name="connsiteY3" fmla="*/ 199055 h 5525206"/>
              <a:gd name="connsiteX4" fmla="*/ 4778187 w 4869011"/>
              <a:gd name="connsiteY4" fmla="*/ 201660 h 5525206"/>
              <a:gd name="connsiteX0" fmla="*/ 0 w 4826227"/>
              <a:gd name="connsiteY0" fmla="*/ 5514084 h 5530523"/>
              <a:gd name="connsiteX1" fmla="*/ 1111624 w 4826227"/>
              <a:gd name="connsiteY1" fmla="*/ 5182390 h 5530523"/>
              <a:gd name="connsiteX2" fmla="*/ 3191436 w 4826227"/>
              <a:gd name="connsiteY2" fmla="*/ 3246883 h 5530523"/>
              <a:gd name="connsiteX3" fmla="*/ 4769225 w 4826227"/>
              <a:gd name="connsiteY3" fmla="*/ 204372 h 5530523"/>
              <a:gd name="connsiteX4" fmla="*/ 4267199 w 4826227"/>
              <a:gd name="connsiteY4" fmla="*/ 170913 h 5530523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291848"/>
              <a:gd name="connsiteY0" fmla="*/ 5450519 h 5466958"/>
              <a:gd name="connsiteX1" fmla="*/ 1111624 w 4291848"/>
              <a:gd name="connsiteY1" fmla="*/ 5118825 h 5466958"/>
              <a:gd name="connsiteX2" fmla="*/ 3191436 w 4291848"/>
              <a:gd name="connsiteY2" fmla="*/ 3183318 h 5466958"/>
              <a:gd name="connsiteX3" fmla="*/ 4222378 w 4291848"/>
              <a:gd name="connsiteY3" fmla="*/ 212933 h 5466958"/>
              <a:gd name="connsiteX4" fmla="*/ 3935505 w 4291848"/>
              <a:gd name="connsiteY4" fmla="*/ 125380 h 5466958"/>
              <a:gd name="connsiteX0" fmla="*/ 0 w 4311335"/>
              <a:gd name="connsiteY0" fmla="*/ 5540778 h 5557217"/>
              <a:gd name="connsiteX1" fmla="*/ 1111624 w 4311335"/>
              <a:gd name="connsiteY1" fmla="*/ 5209084 h 5557217"/>
              <a:gd name="connsiteX2" fmla="*/ 3191436 w 4311335"/>
              <a:gd name="connsiteY2" fmla="*/ 3273577 h 5557217"/>
              <a:gd name="connsiteX3" fmla="*/ 4222378 w 4311335"/>
              <a:gd name="connsiteY3" fmla="*/ 303192 h 5557217"/>
              <a:gd name="connsiteX4" fmla="*/ 3935505 w 4311335"/>
              <a:gd name="connsiteY4" fmla="*/ 215639 h 5557217"/>
              <a:gd name="connsiteX0" fmla="*/ 0 w 4362300"/>
              <a:gd name="connsiteY0" fmla="*/ 5501157 h 5517596"/>
              <a:gd name="connsiteX1" fmla="*/ 1111624 w 4362300"/>
              <a:gd name="connsiteY1" fmla="*/ 5169463 h 5517596"/>
              <a:gd name="connsiteX2" fmla="*/ 3191436 w 4362300"/>
              <a:gd name="connsiteY2" fmla="*/ 3233956 h 5517596"/>
              <a:gd name="connsiteX3" fmla="*/ 4222378 w 4362300"/>
              <a:gd name="connsiteY3" fmla="*/ 263571 h 5517596"/>
              <a:gd name="connsiteX4" fmla="*/ 4222376 w 4362300"/>
              <a:gd name="connsiteY4" fmla="*/ 320271 h 5517596"/>
              <a:gd name="connsiteX0" fmla="*/ 0 w 4362300"/>
              <a:gd name="connsiteY0" fmla="*/ 5501157 h 5517596"/>
              <a:gd name="connsiteX1" fmla="*/ 1111624 w 4362300"/>
              <a:gd name="connsiteY1" fmla="*/ 5169463 h 5517596"/>
              <a:gd name="connsiteX2" fmla="*/ 3191436 w 4362300"/>
              <a:gd name="connsiteY2" fmla="*/ 3233956 h 5517596"/>
              <a:gd name="connsiteX3" fmla="*/ 4222378 w 4362300"/>
              <a:gd name="connsiteY3" fmla="*/ 263571 h 5517596"/>
              <a:gd name="connsiteX4" fmla="*/ 4222376 w 4362300"/>
              <a:gd name="connsiteY4" fmla="*/ 320271 h 5517596"/>
              <a:gd name="connsiteX0" fmla="*/ 0 w 4237029"/>
              <a:gd name="connsiteY0" fmla="*/ 5255591 h 5272030"/>
              <a:gd name="connsiteX1" fmla="*/ 1111624 w 4237029"/>
              <a:gd name="connsiteY1" fmla="*/ 4923897 h 5272030"/>
              <a:gd name="connsiteX2" fmla="*/ 3191436 w 4237029"/>
              <a:gd name="connsiteY2" fmla="*/ 2988390 h 5272030"/>
              <a:gd name="connsiteX3" fmla="*/ 4222378 w 4237029"/>
              <a:gd name="connsiteY3" fmla="*/ 18005 h 5272030"/>
              <a:gd name="connsiteX4" fmla="*/ 4222376 w 4237029"/>
              <a:gd name="connsiteY4" fmla="*/ 74705 h 5272030"/>
              <a:gd name="connsiteX0" fmla="*/ 0 w 4237029"/>
              <a:gd name="connsiteY0" fmla="*/ 5255591 h 5272030"/>
              <a:gd name="connsiteX1" fmla="*/ 1111624 w 4237029"/>
              <a:gd name="connsiteY1" fmla="*/ 4923897 h 5272030"/>
              <a:gd name="connsiteX2" fmla="*/ 3191436 w 4237029"/>
              <a:gd name="connsiteY2" fmla="*/ 2988390 h 5272030"/>
              <a:gd name="connsiteX3" fmla="*/ 4222378 w 4237029"/>
              <a:gd name="connsiteY3" fmla="*/ 18005 h 5272030"/>
              <a:gd name="connsiteX4" fmla="*/ 4222376 w 4237029"/>
              <a:gd name="connsiteY4" fmla="*/ 74705 h 5272030"/>
              <a:gd name="connsiteX0" fmla="*/ 0 w 4237029"/>
              <a:gd name="connsiteY0" fmla="*/ 5255591 h 5263611"/>
              <a:gd name="connsiteX1" fmla="*/ 1111624 w 4237029"/>
              <a:gd name="connsiteY1" fmla="*/ 4923897 h 5263611"/>
              <a:gd name="connsiteX2" fmla="*/ 3191436 w 4237029"/>
              <a:gd name="connsiteY2" fmla="*/ 2988390 h 5263611"/>
              <a:gd name="connsiteX3" fmla="*/ 4222378 w 4237029"/>
              <a:gd name="connsiteY3" fmla="*/ 18005 h 5263611"/>
              <a:gd name="connsiteX4" fmla="*/ 4222376 w 4237029"/>
              <a:gd name="connsiteY4" fmla="*/ 74705 h 5263611"/>
              <a:gd name="connsiteX0" fmla="*/ 194314 w 4431343"/>
              <a:gd name="connsiteY0" fmla="*/ 5255591 h 5406213"/>
              <a:gd name="connsiteX1" fmla="*/ 310856 w 4431343"/>
              <a:gd name="connsiteY1" fmla="*/ 5275515 h 5406213"/>
              <a:gd name="connsiteX2" fmla="*/ 3385750 w 4431343"/>
              <a:gd name="connsiteY2" fmla="*/ 2988390 h 5406213"/>
              <a:gd name="connsiteX3" fmla="*/ 4416692 w 4431343"/>
              <a:gd name="connsiteY3" fmla="*/ 18005 h 5406213"/>
              <a:gd name="connsiteX4" fmla="*/ 4416690 w 4431343"/>
              <a:gd name="connsiteY4" fmla="*/ 74705 h 5406213"/>
              <a:gd name="connsiteX0" fmla="*/ 0 w 4237029"/>
              <a:gd name="connsiteY0" fmla="*/ 5255591 h 5294165"/>
              <a:gd name="connsiteX1" fmla="*/ 116542 w 4237029"/>
              <a:gd name="connsiteY1" fmla="*/ 5275515 h 5294165"/>
              <a:gd name="connsiteX2" fmla="*/ 3191436 w 4237029"/>
              <a:gd name="connsiteY2" fmla="*/ 2988390 h 5294165"/>
              <a:gd name="connsiteX3" fmla="*/ 4222378 w 4237029"/>
              <a:gd name="connsiteY3" fmla="*/ 18005 h 5294165"/>
              <a:gd name="connsiteX4" fmla="*/ 4222376 w 4237029"/>
              <a:gd name="connsiteY4" fmla="*/ 74705 h 5294165"/>
              <a:gd name="connsiteX0" fmla="*/ 0 w 4237029"/>
              <a:gd name="connsiteY0" fmla="*/ 5255591 h 5294165"/>
              <a:gd name="connsiteX1" fmla="*/ 116542 w 4237029"/>
              <a:gd name="connsiteY1" fmla="*/ 5275515 h 5294165"/>
              <a:gd name="connsiteX2" fmla="*/ 3191436 w 4237029"/>
              <a:gd name="connsiteY2" fmla="*/ 2988390 h 5294165"/>
              <a:gd name="connsiteX3" fmla="*/ 4222378 w 4237029"/>
              <a:gd name="connsiteY3" fmla="*/ 18005 h 5294165"/>
              <a:gd name="connsiteX4" fmla="*/ 4222376 w 4237029"/>
              <a:gd name="connsiteY4" fmla="*/ 74705 h 5294165"/>
              <a:gd name="connsiteX0" fmla="*/ 2466 w 4239495"/>
              <a:gd name="connsiteY0" fmla="*/ 5255591 h 5294165"/>
              <a:gd name="connsiteX1" fmla="*/ 119008 w 4239495"/>
              <a:gd name="connsiteY1" fmla="*/ 5275515 h 5294165"/>
              <a:gd name="connsiteX2" fmla="*/ 3193902 w 4239495"/>
              <a:gd name="connsiteY2" fmla="*/ 2988390 h 5294165"/>
              <a:gd name="connsiteX3" fmla="*/ 4224844 w 4239495"/>
              <a:gd name="connsiteY3" fmla="*/ 18005 h 5294165"/>
              <a:gd name="connsiteX4" fmla="*/ 4224842 w 4239495"/>
              <a:gd name="connsiteY4" fmla="*/ 74705 h 52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39495" h="5294165">
                <a:moveTo>
                  <a:pt x="2466" y="5255591"/>
                </a:moveTo>
                <a:cubicBezTo>
                  <a:pt x="317725" y="5291450"/>
                  <a:pt x="-224639" y="5310781"/>
                  <a:pt x="119008" y="5275515"/>
                </a:cubicBezTo>
                <a:cubicBezTo>
                  <a:pt x="462655" y="5240249"/>
                  <a:pt x="2509596" y="3864642"/>
                  <a:pt x="3193902" y="2988390"/>
                </a:cubicBezTo>
                <a:cubicBezTo>
                  <a:pt x="3878208" y="2112138"/>
                  <a:pt x="4226339" y="949903"/>
                  <a:pt x="4224844" y="18005"/>
                </a:cubicBezTo>
                <a:cubicBezTo>
                  <a:pt x="4241279" y="-39358"/>
                  <a:pt x="4247254" y="57134"/>
                  <a:pt x="4224842" y="74705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071C90-7E6D-4BD3-8BF4-A6CADFEE1841}"/>
              </a:ext>
            </a:extLst>
          </p:cNvPr>
          <p:cNvCxnSpPr>
            <a:cxnSpLocks/>
          </p:cNvCxnSpPr>
          <p:nvPr/>
        </p:nvCxnSpPr>
        <p:spPr>
          <a:xfrm flipV="1">
            <a:off x="6844674" y="1865014"/>
            <a:ext cx="0" cy="2473904"/>
          </a:xfrm>
          <a:prstGeom prst="line">
            <a:avLst/>
          </a:prstGeom>
          <a:ln w="3810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4CBE99-796D-4BF7-8606-E7666890D4B2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6065510" y="684631"/>
            <a:ext cx="1046921" cy="3587728"/>
          </a:xfrm>
          <a:prstGeom prst="line">
            <a:avLst/>
          </a:prstGeom>
          <a:ln w="38100"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5961DC8-E748-4D9A-AD77-16817F4CB5EE}"/>
              </a:ext>
            </a:extLst>
          </p:cNvPr>
          <p:cNvSpPr/>
          <p:nvPr/>
        </p:nvSpPr>
        <p:spPr>
          <a:xfrm>
            <a:off x="6759510" y="4280652"/>
            <a:ext cx="170327" cy="188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FA28F55-EA11-40E1-96D0-DB5A232270EC}"/>
              </a:ext>
            </a:extLst>
          </p:cNvPr>
          <p:cNvSpPr/>
          <p:nvPr/>
        </p:nvSpPr>
        <p:spPr>
          <a:xfrm>
            <a:off x="5920127" y="4244790"/>
            <a:ext cx="170327" cy="188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3E3054-F648-4F59-BED9-B3A5C25E2F3C}"/>
              </a:ext>
            </a:extLst>
          </p:cNvPr>
          <p:cNvSpPr/>
          <p:nvPr/>
        </p:nvSpPr>
        <p:spPr>
          <a:xfrm>
            <a:off x="6728012" y="1675290"/>
            <a:ext cx="170327" cy="189724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01687-3EEA-4932-9BDB-BE67FF4BA97A}"/>
                  </a:ext>
                </a:extLst>
              </p:cNvPr>
              <p:cNvSpPr txBox="1"/>
              <p:nvPr/>
            </p:nvSpPr>
            <p:spPr>
              <a:xfrm>
                <a:off x="6646922" y="4433044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01687-3EEA-4932-9BDB-BE67FF4BA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922" y="4433044"/>
                <a:ext cx="395504" cy="461665"/>
              </a:xfrm>
              <a:prstGeom prst="rect">
                <a:avLst/>
              </a:prstGeom>
              <a:blipFill>
                <a:blip r:embed="rId2"/>
                <a:stretch>
                  <a:fillRect r="-18462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2AE39C-C2D6-4376-8E73-24B76D19E7DE}"/>
                  </a:ext>
                </a:extLst>
              </p:cNvPr>
              <p:cNvSpPr txBox="1"/>
              <p:nvPr/>
            </p:nvSpPr>
            <p:spPr>
              <a:xfrm>
                <a:off x="5743193" y="4415489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2AE39C-C2D6-4376-8E73-24B76D19E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193" y="4415489"/>
                <a:ext cx="395504" cy="461665"/>
              </a:xfrm>
              <a:prstGeom prst="rect">
                <a:avLst/>
              </a:prstGeom>
              <a:blipFill>
                <a:blip r:embed="rId3"/>
                <a:stretch>
                  <a:fillRect r="-90769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3EA20E-2843-4BC7-A533-261B8EAD3D8D}"/>
                  </a:ext>
                </a:extLst>
              </p:cNvPr>
              <p:cNvSpPr txBox="1"/>
              <p:nvPr/>
            </p:nvSpPr>
            <p:spPr>
              <a:xfrm>
                <a:off x="5867400" y="1260833"/>
                <a:ext cx="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3EA20E-2843-4BC7-A533-261B8EAD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260833"/>
                <a:ext cx="891985" cy="461665"/>
              </a:xfrm>
              <a:prstGeom prst="rect">
                <a:avLst/>
              </a:prstGeom>
              <a:blipFill>
                <a:blip r:embed="rId4"/>
                <a:stretch>
                  <a:fillRect l="-6164" r="-1027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483296-69F2-4B73-83FC-384E96664E76}"/>
                  </a:ext>
                </a:extLst>
              </p:cNvPr>
              <p:cNvSpPr txBox="1"/>
              <p:nvPr/>
            </p:nvSpPr>
            <p:spPr>
              <a:xfrm rot="16200000">
                <a:off x="2233986" y="2444620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483296-69F2-4B73-83FC-384E9666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3986" y="2444620"/>
                <a:ext cx="395504" cy="461665"/>
              </a:xfrm>
              <a:prstGeom prst="rect">
                <a:avLst/>
              </a:prstGeom>
              <a:blipFill>
                <a:blip r:embed="rId5"/>
                <a:stretch>
                  <a:fillRect t="-255385" r="-17105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77E37-EE06-4CD6-BEC2-309E9BC3BAA2}"/>
                  </a:ext>
                </a:extLst>
              </p:cNvPr>
              <p:cNvSpPr txBox="1"/>
              <p:nvPr/>
            </p:nvSpPr>
            <p:spPr>
              <a:xfrm>
                <a:off x="9362045" y="4238074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77E37-EE06-4CD6-BEC2-309E9BC3B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045" y="4238074"/>
                <a:ext cx="3955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E00B73BB-0DFF-4C95-A93A-B40548A2C019}"/>
              </a:ext>
            </a:extLst>
          </p:cNvPr>
          <p:cNvSpPr/>
          <p:nvPr/>
        </p:nvSpPr>
        <p:spPr>
          <a:xfrm>
            <a:off x="5149701" y="4244790"/>
            <a:ext cx="170327" cy="1882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802CE0-195E-4FC3-AE3F-23B7DE1BCCCB}"/>
              </a:ext>
            </a:extLst>
          </p:cNvPr>
          <p:cNvCxnSpPr/>
          <p:nvPr/>
        </p:nvCxnSpPr>
        <p:spPr>
          <a:xfrm>
            <a:off x="4589929" y="3339112"/>
            <a:ext cx="559772" cy="89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1FAEB6-8919-429E-A787-A8F68DEB69BD}"/>
              </a:ext>
            </a:extLst>
          </p:cNvPr>
          <p:cNvSpPr txBox="1"/>
          <p:nvPr/>
        </p:nvSpPr>
        <p:spPr>
          <a:xfrm>
            <a:off x="4182556" y="2913564"/>
            <a:ext cx="85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Root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5FD0CD-D160-45A8-BDCA-1E562ABABD10}"/>
              </a:ext>
            </a:extLst>
          </p:cNvPr>
          <p:cNvSpPr txBox="1"/>
          <p:nvPr/>
        </p:nvSpPr>
        <p:spPr>
          <a:xfrm rot="17210076">
            <a:off x="5706364" y="2143239"/>
            <a:ext cx="121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tangent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B9D9045C-C0F8-4BE8-B720-E98ED0DD8F0F}"/>
              </a:ext>
            </a:extLst>
          </p:cNvPr>
          <p:cNvSpPr/>
          <p:nvPr/>
        </p:nvSpPr>
        <p:spPr>
          <a:xfrm>
            <a:off x="7178907" y="1835855"/>
            <a:ext cx="296306" cy="2469783"/>
          </a:xfrm>
          <a:prstGeom prst="rightBrace">
            <a:avLst>
              <a:gd name="adj1" fmla="val 4252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20F9C4-0200-48A9-8040-2DE6A351C272}"/>
                  </a:ext>
                </a:extLst>
              </p:cNvPr>
              <p:cNvSpPr txBox="1"/>
              <p:nvPr/>
            </p:nvSpPr>
            <p:spPr>
              <a:xfrm>
                <a:off x="7551499" y="2793253"/>
                <a:ext cx="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20F9C4-0200-48A9-8040-2DE6A351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499" y="2793253"/>
                <a:ext cx="891985" cy="461665"/>
              </a:xfrm>
              <a:prstGeom prst="rect">
                <a:avLst/>
              </a:prstGeom>
              <a:blipFill>
                <a:blip r:embed="rId7"/>
                <a:stretch>
                  <a:fillRect l="-6164" r="-1027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Brace 37">
            <a:extLst>
              <a:ext uri="{FF2B5EF4-FFF2-40B4-BE49-F238E27FC236}">
                <a16:creationId xmlns:a16="http://schemas.microsoft.com/office/drawing/2014/main" id="{1E1A5348-8B75-44C6-94C8-ADD7BCEBA143}"/>
              </a:ext>
            </a:extLst>
          </p:cNvPr>
          <p:cNvSpPr/>
          <p:nvPr/>
        </p:nvSpPr>
        <p:spPr>
          <a:xfrm rot="5400000">
            <a:off x="6275888" y="4613899"/>
            <a:ext cx="296306" cy="1011592"/>
          </a:xfrm>
          <a:prstGeom prst="rightBrace">
            <a:avLst>
              <a:gd name="adj1" fmla="val 4252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FEB481-62CF-42E6-A0BC-2B0C6D6E3A6D}"/>
                  </a:ext>
                </a:extLst>
              </p:cNvPr>
              <p:cNvSpPr txBox="1"/>
              <p:nvPr/>
            </p:nvSpPr>
            <p:spPr>
              <a:xfrm>
                <a:off x="5704369" y="5150337"/>
                <a:ext cx="16226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FEB481-62CF-42E6-A0BC-2B0C6D6E3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69" y="5150337"/>
                <a:ext cx="162269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/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blipFill>
                <a:blip r:embed="rId9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9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5C2F-FD80-4288-9A25-ABC645B4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26A8-A147-4D25-B208-5A768DF2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376" cy="434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AF679-D50B-42AF-99F2-5C9A2DF21078}"/>
              </a:ext>
            </a:extLst>
          </p:cNvPr>
          <p:cNvSpPr/>
          <p:nvPr/>
        </p:nvSpPr>
        <p:spPr>
          <a:xfrm>
            <a:off x="1810871" y="690282"/>
            <a:ext cx="9628094" cy="55132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F0B198-3A1F-4B34-A200-32B7F9B97B5F}"/>
              </a:ext>
            </a:extLst>
          </p:cNvPr>
          <p:cNvCxnSpPr>
            <a:cxnSpLocks/>
          </p:cNvCxnSpPr>
          <p:nvPr/>
        </p:nvCxnSpPr>
        <p:spPr>
          <a:xfrm>
            <a:off x="1810871" y="4338917"/>
            <a:ext cx="8812305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1AF9D3-F95F-46A6-A035-C29C39CDD06C}"/>
              </a:ext>
            </a:extLst>
          </p:cNvPr>
          <p:cNvCxnSpPr>
            <a:cxnSpLocks/>
          </p:cNvCxnSpPr>
          <p:nvPr/>
        </p:nvCxnSpPr>
        <p:spPr>
          <a:xfrm>
            <a:off x="2707342" y="690282"/>
            <a:ext cx="0" cy="55132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8F5486-37AE-460B-9813-C102DB047F3F}"/>
              </a:ext>
            </a:extLst>
          </p:cNvPr>
          <p:cNvSpPr/>
          <p:nvPr/>
        </p:nvSpPr>
        <p:spPr>
          <a:xfrm>
            <a:off x="2680192" y="707041"/>
            <a:ext cx="4239495" cy="5264143"/>
          </a:xfrm>
          <a:custGeom>
            <a:avLst/>
            <a:gdLst>
              <a:gd name="connsiteX0" fmla="*/ 0 w 5943600"/>
              <a:gd name="connsiteY0" fmla="*/ 5337490 h 5357980"/>
              <a:gd name="connsiteX1" fmla="*/ 1111624 w 5943600"/>
              <a:gd name="connsiteY1" fmla="*/ 5005796 h 5357980"/>
              <a:gd name="connsiteX2" fmla="*/ 2886636 w 5943600"/>
              <a:gd name="connsiteY2" fmla="*/ 2917019 h 5357980"/>
              <a:gd name="connsiteX3" fmla="*/ 4814048 w 5943600"/>
              <a:gd name="connsiteY3" fmla="*/ 487584 h 5357980"/>
              <a:gd name="connsiteX4" fmla="*/ 5943600 w 5943600"/>
              <a:gd name="connsiteY4" fmla="*/ 30384 h 5357980"/>
              <a:gd name="connsiteX0" fmla="*/ 0 w 5943600"/>
              <a:gd name="connsiteY0" fmla="*/ 5318589 h 5339079"/>
              <a:gd name="connsiteX1" fmla="*/ 1111624 w 5943600"/>
              <a:gd name="connsiteY1" fmla="*/ 4986895 h 5339079"/>
              <a:gd name="connsiteX2" fmla="*/ 2886636 w 5943600"/>
              <a:gd name="connsiteY2" fmla="*/ 2898118 h 5339079"/>
              <a:gd name="connsiteX3" fmla="*/ 4912660 w 5943600"/>
              <a:gd name="connsiteY3" fmla="*/ 766205 h 5339079"/>
              <a:gd name="connsiteX4" fmla="*/ 5943600 w 5943600"/>
              <a:gd name="connsiteY4" fmla="*/ 11483 h 5339079"/>
              <a:gd name="connsiteX0" fmla="*/ 0 w 5423647"/>
              <a:gd name="connsiteY0" fmla="*/ 5336171 h 5356661"/>
              <a:gd name="connsiteX1" fmla="*/ 1111624 w 5423647"/>
              <a:gd name="connsiteY1" fmla="*/ 5004477 h 5356661"/>
              <a:gd name="connsiteX2" fmla="*/ 2886636 w 5423647"/>
              <a:gd name="connsiteY2" fmla="*/ 2915700 h 5356661"/>
              <a:gd name="connsiteX3" fmla="*/ 4912660 w 5423647"/>
              <a:gd name="connsiteY3" fmla="*/ 783787 h 5356661"/>
              <a:gd name="connsiteX4" fmla="*/ 5423647 w 5423647"/>
              <a:gd name="connsiteY4" fmla="*/ 11033 h 5356661"/>
              <a:gd name="connsiteX0" fmla="*/ 0 w 5423647"/>
              <a:gd name="connsiteY0" fmla="*/ 5336171 h 5352610"/>
              <a:gd name="connsiteX1" fmla="*/ 1111624 w 5423647"/>
              <a:gd name="connsiteY1" fmla="*/ 5004477 h 5352610"/>
              <a:gd name="connsiteX2" fmla="*/ 3191436 w 5423647"/>
              <a:gd name="connsiteY2" fmla="*/ 3068970 h 5352610"/>
              <a:gd name="connsiteX3" fmla="*/ 4912660 w 5423647"/>
              <a:gd name="connsiteY3" fmla="*/ 783787 h 5352610"/>
              <a:gd name="connsiteX4" fmla="*/ 5423647 w 5423647"/>
              <a:gd name="connsiteY4" fmla="*/ 11033 h 5352610"/>
              <a:gd name="connsiteX0" fmla="*/ 0 w 5423647"/>
              <a:gd name="connsiteY0" fmla="*/ 5334509 h 5350948"/>
              <a:gd name="connsiteX1" fmla="*/ 1111624 w 5423647"/>
              <a:gd name="connsiteY1" fmla="*/ 5002815 h 5350948"/>
              <a:gd name="connsiteX2" fmla="*/ 3191436 w 5423647"/>
              <a:gd name="connsiteY2" fmla="*/ 3067308 h 5350948"/>
              <a:gd name="connsiteX3" fmla="*/ 4921625 w 5423647"/>
              <a:gd name="connsiteY3" fmla="*/ 863268 h 5350948"/>
              <a:gd name="connsiteX4" fmla="*/ 5423647 w 5423647"/>
              <a:gd name="connsiteY4" fmla="*/ 9371 h 5350948"/>
              <a:gd name="connsiteX0" fmla="*/ 0 w 5423647"/>
              <a:gd name="connsiteY0" fmla="*/ 5334509 h 5350948"/>
              <a:gd name="connsiteX1" fmla="*/ 1111624 w 5423647"/>
              <a:gd name="connsiteY1" fmla="*/ 5002815 h 5350948"/>
              <a:gd name="connsiteX2" fmla="*/ 3191436 w 5423647"/>
              <a:gd name="connsiteY2" fmla="*/ 3067308 h 5350948"/>
              <a:gd name="connsiteX3" fmla="*/ 4921625 w 5423647"/>
              <a:gd name="connsiteY3" fmla="*/ 863268 h 5350948"/>
              <a:gd name="connsiteX4" fmla="*/ 5423647 w 5423647"/>
              <a:gd name="connsiteY4" fmla="*/ 9371 h 5350948"/>
              <a:gd name="connsiteX0" fmla="*/ 0 w 5423647"/>
              <a:gd name="connsiteY0" fmla="*/ 5337482 h 5353921"/>
              <a:gd name="connsiteX1" fmla="*/ 1111624 w 5423647"/>
              <a:gd name="connsiteY1" fmla="*/ 5005788 h 5353921"/>
              <a:gd name="connsiteX2" fmla="*/ 3191436 w 5423647"/>
              <a:gd name="connsiteY2" fmla="*/ 3070281 h 5353921"/>
              <a:gd name="connsiteX3" fmla="*/ 4921625 w 5423647"/>
              <a:gd name="connsiteY3" fmla="*/ 866241 h 5353921"/>
              <a:gd name="connsiteX4" fmla="*/ 5423647 w 5423647"/>
              <a:gd name="connsiteY4" fmla="*/ 12344 h 5353921"/>
              <a:gd name="connsiteX0" fmla="*/ 0 w 5423647"/>
              <a:gd name="connsiteY0" fmla="*/ 5337482 h 5353921"/>
              <a:gd name="connsiteX1" fmla="*/ 1111624 w 5423647"/>
              <a:gd name="connsiteY1" fmla="*/ 5005788 h 5353921"/>
              <a:gd name="connsiteX2" fmla="*/ 3191436 w 5423647"/>
              <a:gd name="connsiteY2" fmla="*/ 3070281 h 5353921"/>
              <a:gd name="connsiteX3" fmla="*/ 4921625 w 5423647"/>
              <a:gd name="connsiteY3" fmla="*/ 866241 h 5353921"/>
              <a:gd name="connsiteX4" fmla="*/ 5423647 w 5423647"/>
              <a:gd name="connsiteY4" fmla="*/ 12344 h 5353921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423647"/>
              <a:gd name="connsiteY0" fmla="*/ 5325138 h 5341577"/>
              <a:gd name="connsiteX1" fmla="*/ 1111624 w 5423647"/>
              <a:gd name="connsiteY1" fmla="*/ 4993444 h 5341577"/>
              <a:gd name="connsiteX2" fmla="*/ 3191436 w 5423647"/>
              <a:gd name="connsiteY2" fmla="*/ 3057937 h 5341577"/>
              <a:gd name="connsiteX3" fmla="*/ 4921625 w 5423647"/>
              <a:gd name="connsiteY3" fmla="*/ 853897 h 5341577"/>
              <a:gd name="connsiteX4" fmla="*/ 5423647 w 5423647"/>
              <a:gd name="connsiteY4" fmla="*/ 0 h 5341577"/>
              <a:gd name="connsiteX0" fmla="*/ 0 w 5514470"/>
              <a:gd name="connsiteY0" fmla="*/ 5542278 h 5558717"/>
              <a:gd name="connsiteX1" fmla="*/ 1111624 w 5514470"/>
              <a:gd name="connsiteY1" fmla="*/ 5210584 h 5558717"/>
              <a:gd name="connsiteX2" fmla="*/ 3191436 w 5514470"/>
              <a:gd name="connsiteY2" fmla="*/ 3275077 h 5558717"/>
              <a:gd name="connsiteX3" fmla="*/ 5414684 w 5514470"/>
              <a:gd name="connsiteY3" fmla="*/ 196502 h 5558717"/>
              <a:gd name="connsiteX4" fmla="*/ 5423647 w 5514470"/>
              <a:gd name="connsiteY4" fmla="*/ 217140 h 5558717"/>
              <a:gd name="connsiteX0" fmla="*/ 0 w 5455558"/>
              <a:gd name="connsiteY0" fmla="*/ 5542278 h 5558717"/>
              <a:gd name="connsiteX1" fmla="*/ 1111624 w 5455558"/>
              <a:gd name="connsiteY1" fmla="*/ 5210584 h 5558717"/>
              <a:gd name="connsiteX2" fmla="*/ 3191436 w 5455558"/>
              <a:gd name="connsiteY2" fmla="*/ 3275077 h 5558717"/>
              <a:gd name="connsiteX3" fmla="*/ 5414684 w 5455558"/>
              <a:gd name="connsiteY3" fmla="*/ 196502 h 5558717"/>
              <a:gd name="connsiteX4" fmla="*/ 4437529 w 5455558"/>
              <a:gd name="connsiteY4" fmla="*/ 217140 h 5558717"/>
              <a:gd name="connsiteX0" fmla="*/ 0 w 5514470"/>
              <a:gd name="connsiteY0" fmla="*/ 5544830 h 5561269"/>
              <a:gd name="connsiteX1" fmla="*/ 1111624 w 5514470"/>
              <a:gd name="connsiteY1" fmla="*/ 5213136 h 5561269"/>
              <a:gd name="connsiteX2" fmla="*/ 3191436 w 5514470"/>
              <a:gd name="connsiteY2" fmla="*/ 3277629 h 5561269"/>
              <a:gd name="connsiteX3" fmla="*/ 5414684 w 5514470"/>
              <a:gd name="connsiteY3" fmla="*/ 199054 h 5561269"/>
              <a:gd name="connsiteX4" fmla="*/ 5423646 w 5514470"/>
              <a:gd name="connsiteY4" fmla="*/ 201661 h 5561269"/>
              <a:gd name="connsiteX0" fmla="*/ 0 w 5465952"/>
              <a:gd name="connsiteY0" fmla="*/ 5539795 h 5556234"/>
              <a:gd name="connsiteX1" fmla="*/ 1111624 w 5465952"/>
              <a:gd name="connsiteY1" fmla="*/ 5208101 h 5556234"/>
              <a:gd name="connsiteX2" fmla="*/ 3191436 w 5465952"/>
              <a:gd name="connsiteY2" fmla="*/ 3272594 h 5556234"/>
              <a:gd name="connsiteX3" fmla="*/ 5414684 w 5465952"/>
              <a:gd name="connsiteY3" fmla="*/ 194019 h 5556234"/>
              <a:gd name="connsiteX4" fmla="*/ 4778187 w 5465952"/>
              <a:gd name="connsiteY4" fmla="*/ 232688 h 5556234"/>
              <a:gd name="connsiteX0" fmla="*/ 0 w 4869011"/>
              <a:gd name="connsiteY0" fmla="*/ 5508767 h 5525206"/>
              <a:gd name="connsiteX1" fmla="*/ 1111624 w 4869011"/>
              <a:gd name="connsiteY1" fmla="*/ 5177073 h 5525206"/>
              <a:gd name="connsiteX2" fmla="*/ 3191436 w 4869011"/>
              <a:gd name="connsiteY2" fmla="*/ 3241566 h 5525206"/>
              <a:gd name="connsiteX3" fmla="*/ 4769225 w 4869011"/>
              <a:gd name="connsiteY3" fmla="*/ 199055 h 5525206"/>
              <a:gd name="connsiteX4" fmla="*/ 4778187 w 4869011"/>
              <a:gd name="connsiteY4" fmla="*/ 201660 h 5525206"/>
              <a:gd name="connsiteX0" fmla="*/ 0 w 4869011"/>
              <a:gd name="connsiteY0" fmla="*/ 5508767 h 5525206"/>
              <a:gd name="connsiteX1" fmla="*/ 1111624 w 4869011"/>
              <a:gd name="connsiteY1" fmla="*/ 5177073 h 5525206"/>
              <a:gd name="connsiteX2" fmla="*/ 3191436 w 4869011"/>
              <a:gd name="connsiteY2" fmla="*/ 3241566 h 5525206"/>
              <a:gd name="connsiteX3" fmla="*/ 4769225 w 4869011"/>
              <a:gd name="connsiteY3" fmla="*/ 199055 h 5525206"/>
              <a:gd name="connsiteX4" fmla="*/ 4778187 w 4869011"/>
              <a:gd name="connsiteY4" fmla="*/ 201660 h 5525206"/>
              <a:gd name="connsiteX0" fmla="*/ 0 w 4826227"/>
              <a:gd name="connsiteY0" fmla="*/ 5514084 h 5530523"/>
              <a:gd name="connsiteX1" fmla="*/ 1111624 w 4826227"/>
              <a:gd name="connsiteY1" fmla="*/ 5182390 h 5530523"/>
              <a:gd name="connsiteX2" fmla="*/ 3191436 w 4826227"/>
              <a:gd name="connsiteY2" fmla="*/ 3246883 h 5530523"/>
              <a:gd name="connsiteX3" fmla="*/ 4769225 w 4826227"/>
              <a:gd name="connsiteY3" fmla="*/ 204372 h 5530523"/>
              <a:gd name="connsiteX4" fmla="*/ 4267199 w 4826227"/>
              <a:gd name="connsiteY4" fmla="*/ 170913 h 5530523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327826"/>
              <a:gd name="connsiteY0" fmla="*/ 5453543 h 5469982"/>
              <a:gd name="connsiteX1" fmla="*/ 1111624 w 4327826"/>
              <a:gd name="connsiteY1" fmla="*/ 5121849 h 5469982"/>
              <a:gd name="connsiteX2" fmla="*/ 3191436 w 4327826"/>
              <a:gd name="connsiteY2" fmla="*/ 3186342 h 5469982"/>
              <a:gd name="connsiteX3" fmla="*/ 4222378 w 4327826"/>
              <a:gd name="connsiteY3" fmla="*/ 215957 h 5469982"/>
              <a:gd name="connsiteX4" fmla="*/ 4267199 w 4327826"/>
              <a:gd name="connsiteY4" fmla="*/ 110372 h 5469982"/>
              <a:gd name="connsiteX0" fmla="*/ 0 w 4291848"/>
              <a:gd name="connsiteY0" fmla="*/ 5450519 h 5466958"/>
              <a:gd name="connsiteX1" fmla="*/ 1111624 w 4291848"/>
              <a:gd name="connsiteY1" fmla="*/ 5118825 h 5466958"/>
              <a:gd name="connsiteX2" fmla="*/ 3191436 w 4291848"/>
              <a:gd name="connsiteY2" fmla="*/ 3183318 h 5466958"/>
              <a:gd name="connsiteX3" fmla="*/ 4222378 w 4291848"/>
              <a:gd name="connsiteY3" fmla="*/ 212933 h 5466958"/>
              <a:gd name="connsiteX4" fmla="*/ 3935505 w 4291848"/>
              <a:gd name="connsiteY4" fmla="*/ 125380 h 5466958"/>
              <a:gd name="connsiteX0" fmla="*/ 0 w 4311335"/>
              <a:gd name="connsiteY0" fmla="*/ 5540778 h 5557217"/>
              <a:gd name="connsiteX1" fmla="*/ 1111624 w 4311335"/>
              <a:gd name="connsiteY1" fmla="*/ 5209084 h 5557217"/>
              <a:gd name="connsiteX2" fmla="*/ 3191436 w 4311335"/>
              <a:gd name="connsiteY2" fmla="*/ 3273577 h 5557217"/>
              <a:gd name="connsiteX3" fmla="*/ 4222378 w 4311335"/>
              <a:gd name="connsiteY3" fmla="*/ 303192 h 5557217"/>
              <a:gd name="connsiteX4" fmla="*/ 3935505 w 4311335"/>
              <a:gd name="connsiteY4" fmla="*/ 215639 h 5557217"/>
              <a:gd name="connsiteX0" fmla="*/ 0 w 4362300"/>
              <a:gd name="connsiteY0" fmla="*/ 5501157 h 5517596"/>
              <a:gd name="connsiteX1" fmla="*/ 1111624 w 4362300"/>
              <a:gd name="connsiteY1" fmla="*/ 5169463 h 5517596"/>
              <a:gd name="connsiteX2" fmla="*/ 3191436 w 4362300"/>
              <a:gd name="connsiteY2" fmla="*/ 3233956 h 5517596"/>
              <a:gd name="connsiteX3" fmla="*/ 4222378 w 4362300"/>
              <a:gd name="connsiteY3" fmla="*/ 263571 h 5517596"/>
              <a:gd name="connsiteX4" fmla="*/ 4222376 w 4362300"/>
              <a:gd name="connsiteY4" fmla="*/ 320271 h 5517596"/>
              <a:gd name="connsiteX0" fmla="*/ 0 w 4362300"/>
              <a:gd name="connsiteY0" fmla="*/ 5501157 h 5517596"/>
              <a:gd name="connsiteX1" fmla="*/ 1111624 w 4362300"/>
              <a:gd name="connsiteY1" fmla="*/ 5169463 h 5517596"/>
              <a:gd name="connsiteX2" fmla="*/ 3191436 w 4362300"/>
              <a:gd name="connsiteY2" fmla="*/ 3233956 h 5517596"/>
              <a:gd name="connsiteX3" fmla="*/ 4222378 w 4362300"/>
              <a:gd name="connsiteY3" fmla="*/ 263571 h 5517596"/>
              <a:gd name="connsiteX4" fmla="*/ 4222376 w 4362300"/>
              <a:gd name="connsiteY4" fmla="*/ 320271 h 5517596"/>
              <a:gd name="connsiteX0" fmla="*/ 0 w 4237029"/>
              <a:gd name="connsiteY0" fmla="*/ 5255591 h 5272030"/>
              <a:gd name="connsiteX1" fmla="*/ 1111624 w 4237029"/>
              <a:gd name="connsiteY1" fmla="*/ 4923897 h 5272030"/>
              <a:gd name="connsiteX2" fmla="*/ 3191436 w 4237029"/>
              <a:gd name="connsiteY2" fmla="*/ 2988390 h 5272030"/>
              <a:gd name="connsiteX3" fmla="*/ 4222378 w 4237029"/>
              <a:gd name="connsiteY3" fmla="*/ 18005 h 5272030"/>
              <a:gd name="connsiteX4" fmla="*/ 4222376 w 4237029"/>
              <a:gd name="connsiteY4" fmla="*/ 74705 h 5272030"/>
              <a:gd name="connsiteX0" fmla="*/ 0 w 4237029"/>
              <a:gd name="connsiteY0" fmla="*/ 5255591 h 5272030"/>
              <a:gd name="connsiteX1" fmla="*/ 1111624 w 4237029"/>
              <a:gd name="connsiteY1" fmla="*/ 4923897 h 5272030"/>
              <a:gd name="connsiteX2" fmla="*/ 3191436 w 4237029"/>
              <a:gd name="connsiteY2" fmla="*/ 2988390 h 5272030"/>
              <a:gd name="connsiteX3" fmla="*/ 4222378 w 4237029"/>
              <a:gd name="connsiteY3" fmla="*/ 18005 h 5272030"/>
              <a:gd name="connsiteX4" fmla="*/ 4222376 w 4237029"/>
              <a:gd name="connsiteY4" fmla="*/ 74705 h 5272030"/>
              <a:gd name="connsiteX0" fmla="*/ 0 w 4237029"/>
              <a:gd name="connsiteY0" fmla="*/ 5255591 h 5263611"/>
              <a:gd name="connsiteX1" fmla="*/ 1111624 w 4237029"/>
              <a:gd name="connsiteY1" fmla="*/ 4923897 h 5263611"/>
              <a:gd name="connsiteX2" fmla="*/ 3191436 w 4237029"/>
              <a:gd name="connsiteY2" fmla="*/ 2988390 h 5263611"/>
              <a:gd name="connsiteX3" fmla="*/ 4222378 w 4237029"/>
              <a:gd name="connsiteY3" fmla="*/ 18005 h 5263611"/>
              <a:gd name="connsiteX4" fmla="*/ 4222376 w 4237029"/>
              <a:gd name="connsiteY4" fmla="*/ 74705 h 5263611"/>
              <a:gd name="connsiteX0" fmla="*/ 194314 w 4431343"/>
              <a:gd name="connsiteY0" fmla="*/ 5255591 h 5406213"/>
              <a:gd name="connsiteX1" fmla="*/ 310856 w 4431343"/>
              <a:gd name="connsiteY1" fmla="*/ 5275515 h 5406213"/>
              <a:gd name="connsiteX2" fmla="*/ 3385750 w 4431343"/>
              <a:gd name="connsiteY2" fmla="*/ 2988390 h 5406213"/>
              <a:gd name="connsiteX3" fmla="*/ 4416692 w 4431343"/>
              <a:gd name="connsiteY3" fmla="*/ 18005 h 5406213"/>
              <a:gd name="connsiteX4" fmla="*/ 4416690 w 4431343"/>
              <a:gd name="connsiteY4" fmla="*/ 74705 h 5406213"/>
              <a:gd name="connsiteX0" fmla="*/ 0 w 4237029"/>
              <a:gd name="connsiteY0" fmla="*/ 5255591 h 5294165"/>
              <a:gd name="connsiteX1" fmla="*/ 116542 w 4237029"/>
              <a:gd name="connsiteY1" fmla="*/ 5275515 h 5294165"/>
              <a:gd name="connsiteX2" fmla="*/ 3191436 w 4237029"/>
              <a:gd name="connsiteY2" fmla="*/ 2988390 h 5294165"/>
              <a:gd name="connsiteX3" fmla="*/ 4222378 w 4237029"/>
              <a:gd name="connsiteY3" fmla="*/ 18005 h 5294165"/>
              <a:gd name="connsiteX4" fmla="*/ 4222376 w 4237029"/>
              <a:gd name="connsiteY4" fmla="*/ 74705 h 5294165"/>
              <a:gd name="connsiteX0" fmla="*/ 0 w 4237029"/>
              <a:gd name="connsiteY0" fmla="*/ 5255591 h 5294165"/>
              <a:gd name="connsiteX1" fmla="*/ 116542 w 4237029"/>
              <a:gd name="connsiteY1" fmla="*/ 5275515 h 5294165"/>
              <a:gd name="connsiteX2" fmla="*/ 3191436 w 4237029"/>
              <a:gd name="connsiteY2" fmla="*/ 2988390 h 5294165"/>
              <a:gd name="connsiteX3" fmla="*/ 4222378 w 4237029"/>
              <a:gd name="connsiteY3" fmla="*/ 18005 h 5294165"/>
              <a:gd name="connsiteX4" fmla="*/ 4222376 w 4237029"/>
              <a:gd name="connsiteY4" fmla="*/ 74705 h 5294165"/>
              <a:gd name="connsiteX0" fmla="*/ 2466 w 4239495"/>
              <a:gd name="connsiteY0" fmla="*/ 5255591 h 5294165"/>
              <a:gd name="connsiteX1" fmla="*/ 119008 w 4239495"/>
              <a:gd name="connsiteY1" fmla="*/ 5275515 h 5294165"/>
              <a:gd name="connsiteX2" fmla="*/ 3193902 w 4239495"/>
              <a:gd name="connsiteY2" fmla="*/ 2988390 h 5294165"/>
              <a:gd name="connsiteX3" fmla="*/ 4224844 w 4239495"/>
              <a:gd name="connsiteY3" fmla="*/ 18005 h 5294165"/>
              <a:gd name="connsiteX4" fmla="*/ 4224842 w 4239495"/>
              <a:gd name="connsiteY4" fmla="*/ 74705 h 52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39495" h="5294165">
                <a:moveTo>
                  <a:pt x="2466" y="5255591"/>
                </a:moveTo>
                <a:cubicBezTo>
                  <a:pt x="317725" y="5291450"/>
                  <a:pt x="-224639" y="5310781"/>
                  <a:pt x="119008" y="5275515"/>
                </a:cubicBezTo>
                <a:cubicBezTo>
                  <a:pt x="462655" y="5240249"/>
                  <a:pt x="2509596" y="3864642"/>
                  <a:pt x="3193902" y="2988390"/>
                </a:cubicBezTo>
                <a:cubicBezTo>
                  <a:pt x="3878208" y="2112138"/>
                  <a:pt x="4226339" y="949903"/>
                  <a:pt x="4224844" y="18005"/>
                </a:cubicBezTo>
                <a:cubicBezTo>
                  <a:pt x="4241279" y="-39358"/>
                  <a:pt x="4247254" y="57134"/>
                  <a:pt x="4224842" y="74705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071C90-7E6D-4BD3-8BF4-A6CADFEE1841}"/>
              </a:ext>
            </a:extLst>
          </p:cNvPr>
          <p:cNvCxnSpPr>
            <a:cxnSpLocks/>
          </p:cNvCxnSpPr>
          <p:nvPr/>
        </p:nvCxnSpPr>
        <p:spPr>
          <a:xfrm flipV="1">
            <a:off x="6844674" y="1865014"/>
            <a:ext cx="0" cy="2473904"/>
          </a:xfrm>
          <a:prstGeom prst="line">
            <a:avLst/>
          </a:prstGeom>
          <a:ln w="3810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4CBE99-796D-4BF7-8606-E7666890D4B2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6065510" y="684631"/>
            <a:ext cx="1046921" cy="3587728"/>
          </a:xfrm>
          <a:prstGeom prst="line">
            <a:avLst/>
          </a:prstGeom>
          <a:ln w="38100"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5961DC8-E748-4D9A-AD77-16817F4CB5EE}"/>
              </a:ext>
            </a:extLst>
          </p:cNvPr>
          <p:cNvSpPr/>
          <p:nvPr/>
        </p:nvSpPr>
        <p:spPr>
          <a:xfrm>
            <a:off x="6759510" y="4280652"/>
            <a:ext cx="170327" cy="188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FA28F55-EA11-40E1-96D0-DB5A232270EC}"/>
              </a:ext>
            </a:extLst>
          </p:cNvPr>
          <p:cNvSpPr/>
          <p:nvPr/>
        </p:nvSpPr>
        <p:spPr>
          <a:xfrm>
            <a:off x="5920127" y="4244790"/>
            <a:ext cx="170327" cy="188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3E3054-F648-4F59-BED9-B3A5C25E2F3C}"/>
              </a:ext>
            </a:extLst>
          </p:cNvPr>
          <p:cNvSpPr/>
          <p:nvPr/>
        </p:nvSpPr>
        <p:spPr>
          <a:xfrm>
            <a:off x="6728012" y="1675290"/>
            <a:ext cx="170327" cy="189724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01687-3EEA-4932-9BDB-BE67FF4BA97A}"/>
                  </a:ext>
                </a:extLst>
              </p:cNvPr>
              <p:cNvSpPr txBox="1"/>
              <p:nvPr/>
            </p:nvSpPr>
            <p:spPr>
              <a:xfrm>
                <a:off x="6646922" y="4433044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01687-3EEA-4932-9BDB-BE67FF4BA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922" y="4433044"/>
                <a:ext cx="395504" cy="461665"/>
              </a:xfrm>
              <a:prstGeom prst="rect">
                <a:avLst/>
              </a:prstGeom>
              <a:blipFill>
                <a:blip r:embed="rId2"/>
                <a:stretch>
                  <a:fillRect r="-18462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2AE39C-C2D6-4376-8E73-24B76D19E7DE}"/>
                  </a:ext>
                </a:extLst>
              </p:cNvPr>
              <p:cNvSpPr txBox="1"/>
              <p:nvPr/>
            </p:nvSpPr>
            <p:spPr>
              <a:xfrm>
                <a:off x="5743193" y="4415489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2AE39C-C2D6-4376-8E73-24B76D19E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193" y="4415489"/>
                <a:ext cx="395504" cy="461665"/>
              </a:xfrm>
              <a:prstGeom prst="rect">
                <a:avLst/>
              </a:prstGeom>
              <a:blipFill>
                <a:blip r:embed="rId3"/>
                <a:stretch>
                  <a:fillRect r="-90769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3EA20E-2843-4BC7-A533-261B8EAD3D8D}"/>
                  </a:ext>
                </a:extLst>
              </p:cNvPr>
              <p:cNvSpPr txBox="1"/>
              <p:nvPr/>
            </p:nvSpPr>
            <p:spPr>
              <a:xfrm>
                <a:off x="5867400" y="1260833"/>
                <a:ext cx="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3EA20E-2843-4BC7-A533-261B8EAD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260833"/>
                <a:ext cx="891985" cy="461665"/>
              </a:xfrm>
              <a:prstGeom prst="rect">
                <a:avLst/>
              </a:prstGeom>
              <a:blipFill>
                <a:blip r:embed="rId4"/>
                <a:stretch>
                  <a:fillRect l="-6164" r="-1027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483296-69F2-4B73-83FC-384E96664E76}"/>
                  </a:ext>
                </a:extLst>
              </p:cNvPr>
              <p:cNvSpPr txBox="1"/>
              <p:nvPr/>
            </p:nvSpPr>
            <p:spPr>
              <a:xfrm rot="16200000">
                <a:off x="2233986" y="2444620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483296-69F2-4B73-83FC-384E9666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3986" y="2444620"/>
                <a:ext cx="395504" cy="461665"/>
              </a:xfrm>
              <a:prstGeom prst="rect">
                <a:avLst/>
              </a:prstGeom>
              <a:blipFill>
                <a:blip r:embed="rId5"/>
                <a:stretch>
                  <a:fillRect t="-255385" r="-17105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77E37-EE06-4CD6-BEC2-309E9BC3BAA2}"/>
                  </a:ext>
                </a:extLst>
              </p:cNvPr>
              <p:cNvSpPr txBox="1"/>
              <p:nvPr/>
            </p:nvSpPr>
            <p:spPr>
              <a:xfrm>
                <a:off x="9362045" y="4238074"/>
                <a:ext cx="395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/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77E37-EE06-4CD6-BEC2-309E9BC3B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045" y="4238074"/>
                <a:ext cx="3955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E00B73BB-0DFF-4C95-A93A-B40548A2C019}"/>
              </a:ext>
            </a:extLst>
          </p:cNvPr>
          <p:cNvSpPr/>
          <p:nvPr/>
        </p:nvSpPr>
        <p:spPr>
          <a:xfrm>
            <a:off x="5149701" y="4244790"/>
            <a:ext cx="170327" cy="1882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802CE0-195E-4FC3-AE3F-23B7DE1BCCCB}"/>
              </a:ext>
            </a:extLst>
          </p:cNvPr>
          <p:cNvCxnSpPr/>
          <p:nvPr/>
        </p:nvCxnSpPr>
        <p:spPr>
          <a:xfrm>
            <a:off x="4589929" y="3339112"/>
            <a:ext cx="559772" cy="8989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1FAEB6-8919-429E-A787-A8F68DEB69BD}"/>
              </a:ext>
            </a:extLst>
          </p:cNvPr>
          <p:cNvSpPr txBox="1"/>
          <p:nvPr/>
        </p:nvSpPr>
        <p:spPr>
          <a:xfrm>
            <a:off x="4182556" y="2913564"/>
            <a:ext cx="85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Root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5FD0CD-D160-45A8-BDCA-1E562ABABD10}"/>
              </a:ext>
            </a:extLst>
          </p:cNvPr>
          <p:cNvSpPr txBox="1"/>
          <p:nvPr/>
        </p:nvSpPr>
        <p:spPr>
          <a:xfrm rot="17210076">
            <a:off x="5706364" y="2143239"/>
            <a:ext cx="121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tangent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B9D9045C-C0F8-4BE8-B720-E98ED0DD8F0F}"/>
              </a:ext>
            </a:extLst>
          </p:cNvPr>
          <p:cNvSpPr/>
          <p:nvPr/>
        </p:nvSpPr>
        <p:spPr>
          <a:xfrm>
            <a:off x="7178907" y="1835855"/>
            <a:ext cx="296306" cy="2469783"/>
          </a:xfrm>
          <a:prstGeom prst="rightBrace">
            <a:avLst>
              <a:gd name="adj1" fmla="val 4252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20F9C4-0200-48A9-8040-2DE6A351C272}"/>
                  </a:ext>
                </a:extLst>
              </p:cNvPr>
              <p:cNvSpPr txBox="1"/>
              <p:nvPr/>
            </p:nvSpPr>
            <p:spPr>
              <a:xfrm>
                <a:off x="7551499" y="2793253"/>
                <a:ext cx="8919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20F9C4-0200-48A9-8040-2DE6A351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499" y="2793253"/>
                <a:ext cx="891985" cy="461665"/>
              </a:xfrm>
              <a:prstGeom prst="rect">
                <a:avLst/>
              </a:prstGeom>
              <a:blipFill>
                <a:blip r:embed="rId7"/>
                <a:stretch>
                  <a:fillRect l="-6164" r="-1027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Brace 37">
            <a:extLst>
              <a:ext uri="{FF2B5EF4-FFF2-40B4-BE49-F238E27FC236}">
                <a16:creationId xmlns:a16="http://schemas.microsoft.com/office/drawing/2014/main" id="{1E1A5348-8B75-44C6-94C8-ADD7BCEBA143}"/>
              </a:ext>
            </a:extLst>
          </p:cNvPr>
          <p:cNvSpPr/>
          <p:nvPr/>
        </p:nvSpPr>
        <p:spPr>
          <a:xfrm rot="5400000">
            <a:off x="6275888" y="4613899"/>
            <a:ext cx="296306" cy="1011592"/>
          </a:xfrm>
          <a:prstGeom prst="rightBrace">
            <a:avLst>
              <a:gd name="adj1" fmla="val 42528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FEB481-62CF-42E6-A0BC-2B0C6D6E3A6D}"/>
                  </a:ext>
                </a:extLst>
              </p:cNvPr>
              <p:cNvSpPr txBox="1"/>
              <p:nvPr/>
            </p:nvSpPr>
            <p:spPr>
              <a:xfrm>
                <a:off x="5704369" y="5150337"/>
                <a:ext cx="16226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FEB481-62CF-42E6-A0BC-2B0C6D6E3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69" y="5150337"/>
                <a:ext cx="162269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/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blipFill>
                <a:blip r:embed="rId9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82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5C2F-FD80-4288-9A25-ABC645B4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26A8-A147-4D25-B208-5A768DF2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376" cy="434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/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3075EA-C6E9-496A-9E47-AC43C9D8F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98" y="774685"/>
                <a:ext cx="3164485" cy="1227580"/>
              </a:xfrm>
              <a:prstGeom prst="rect">
                <a:avLst/>
              </a:prstGeom>
              <a:blipFill>
                <a:blip r:embed="rId2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E95698-1897-46F0-BAC4-2FC505E2E2B5}"/>
                  </a:ext>
                </a:extLst>
              </p:cNvPr>
              <p:cNvSpPr txBox="1"/>
              <p:nvPr/>
            </p:nvSpPr>
            <p:spPr>
              <a:xfrm>
                <a:off x="4170801" y="786785"/>
                <a:ext cx="3164485" cy="12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E95698-1897-46F0-BAC4-2FC505E2E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801" y="786785"/>
                <a:ext cx="3164485" cy="1227580"/>
              </a:xfrm>
              <a:prstGeom prst="rect">
                <a:avLst/>
              </a:prstGeom>
              <a:blipFill>
                <a:blip r:embed="rId3"/>
                <a:stretch>
                  <a:fillRect l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033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advClick="0" advTm="1000">
        <p159:morph option="byObject"/>
      </p:transition>
    </mc:Choice>
    <mc:Fallback>
      <p:transition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9C2F73-C024-436D-9926-8265430ABA6F}"/>
                  </a:ext>
                </a:extLst>
              </p:cNvPr>
              <p:cNvSpPr txBox="1"/>
              <p:nvPr/>
            </p:nvSpPr>
            <p:spPr>
              <a:xfrm>
                <a:off x="3964592" y="3684262"/>
                <a:ext cx="3664353" cy="858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9C2F73-C024-436D-9926-8265430A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92" y="3684262"/>
                <a:ext cx="3664353" cy="8582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3D34B8-55BF-42A8-A736-61AC09EC9F02}"/>
                  </a:ext>
                </a:extLst>
              </p:cNvPr>
              <p:cNvSpPr txBox="1"/>
              <p:nvPr/>
            </p:nvSpPr>
            <p:spPr>
              <a:xfrm>
                <a:off x="4116357" y="2518123"/>
                <a:ext cx="3164485" cy="861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3D34B8-55BF-42A8-A736-61AC09EC9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57" y="2518123"/>
                <a:ext cx="3164485" cy="861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8EE5C2F-FD80-4288-9A25-ABC645B4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26A8-A147-4D25-B208-5A768DF26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376" cy="434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E95698-1897-46F0-BAC4-2FC505E2E2B5}"/>
                  </a:ext>
                </a:extLst>
              </p:cNvPr>
              <p:cNvSpPr txBox="1"/>
              <p:nvPr/>
            </p:nvSpPr>
            <p:spPr>
              <a:xfrm>
                <a:off x="4170801" y="786785"/>
                <a:ext cx="3164485" cy="12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E95698-1897-46F0-BAC4-2FC505E2E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801" y="786785"/>
                <a:ext cx="3164485" cy="1227580"/>
              </a:xfrm>
              <a:prstGeom prst="rect">
                <a:avLst/>
              </a:prstGeom>
              <a:blipFill>
                <a:blip r:embed="rId4"/>
                <a:stretch>
                  <a:fillRect l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C9C2FA-1E4A-4262-AAE9-3AB342BC2B1E}"/>
                  </a:ext>
                </a:extLst>
              </p:cNvPr>
              <p:cNvSpPr txBox="1"/>
              <p:nvPr/>
            </p:nvSpPr>
            <p:spPr>
              <a:xfrm>
                <a:off x="6043332" y="3765838"/>
                <a:ext cx="3907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C9C2FA-1E4A-4262-AAE9-3AB342BC2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332" y="3765838"/>
                <a:ext cx="39074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4461378" y="5049346"/>
                <a:ext cx="2178673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378" y="5049346"/>
                <a:ext cx="2178673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692896" y="6040610"/>
            <a:ext cx="264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Newton-Raphson Formula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069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advClick="0" advTm="1000">
        <p159:morph option="byObject"/>
      </p:transition>
    </mc:Choice>
    <mc:Fallback>
      <p:transition advClick="0" advTm="1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1879"/>
  <p:tag name="ORIGINALWIDTH" val="1838.77"/>
  <p:tag name="LATEXADDIN" val="\documentclass{article}&#10;\usepackage{amsmath,amsfonts,amssymb,xcolor,mathptmx}&#10;\usepackage{times}&#10;\usepackage{mathptmx}&#10;\pagestyle{empty}&#10;\begin{document}&#10;$$&#10;x_{k+1} = x_{k} - \left(&#10;\frac{f(x_k)}{f'(x_k)}&#10;\right)&#10;$$&#10;\end{document}"/>
  <p:tag name="IGUANATEXSIZE" val="28"/>
  <p:tag name="IGUANATEXCURSOR" val="17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45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Roboto</vt:lpstr>
      <vt:lpstr>Office Theme</vt:lpstr>
      <vt:lpstr>Newton Raphson’s Method for solution of f(x)=0</vt:lpstr>
      <vt:lpstr>Introduction</vt:lpstr>
      <vt:lpstr>Newton’s method formula</vt:lpstr>
      <vt:lpstr>Geometrical Interpretation</vt:lpstr>
      <vt:lpstr>Geometrical Interpretation</vt:lpstr>
      <vt:lpstr>Geometrical Interpretation</vt:lpstr>
      <vt:lpstr>Geometrical Interpretation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 Raphson’s Method for solution of f(x)=0</dc:title>
  <dc:creator>k</dc:creator>
  <cp:lastModifiedBy>bsphy2241</cp:lastModifiedBy>
  <cp:revision>18</cp:revision>
  <dcterms:created xsi:type="dcterms:W3CDTF">2022-09-21T03:43:43Z</dcterms:created>
  <dcterms:modified xsi:type="dcterms:W3CDTF">2025-11-05T11:52:44Z</dcterms:modified>
</cp:coreProperties>
</file>